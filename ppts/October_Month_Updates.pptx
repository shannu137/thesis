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1" r:id="rId3"/>
    <p:sldId id="260" r:id="rId4"/>
    <p:sldId id="259"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1" autoAdjust="0"/>
    <p:restoredTop sz="94660"/>
  </p:normalViewPr>
  <p:slideViewPr>
    <p:cSldViewPr snapToGrid="0">
      <p:cViewPr varScale="1">
        <p:scale>
          <a:sx n="98" d="100"/>
          <a:sy n="98" d="100"/>
        </p:scale>
        <p:origin x="102" y="4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BFD3E45-CF8E-4A4C-B38E-4757DAE5FA4D}"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4164449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FD3E45-CF8E-4A4C-B38E-4757DAE5FA4D}"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3286844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FD3E45-CF8E-4A4C-B38E-4757DAE5FA4D}"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976914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BFD3E45-CF8E-4A4C-B38E-4757DAE5FA4D}"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358212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BFD3E45-CF8E-4A4C-B38E-4757DAE5FA4D}" type="datetimeFigureOut">
              <a:rPr lang="en-IN" smtClean="0"/>
              <a:t>31-10-2025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1140855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BFD3E45-CF8E-4A4C-B38E-4757DAE5FA4D}" type="datetimeFigureOut">
              <a:rPr lang="en-IN" smtClean="0"/>
              <a:t>31-10-2025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202566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FD3E45-CF8E-4A4C-B38E-4757DAE5FA4D}" type="datetimeFigureOut">
              <a:rPr lang="en-IN" smtClean="0"/>
              <a:t>31-10-2025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1714045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FD3E45-CF8E-4A4C-B38E-4757DAE5FA4D}"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3496610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FD3E45-CF8E-4A4C-B38E-4757DAE5FA4D}"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3569710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FD3E45-CF8E-4A4C-B38E-4757DAE5FA4D}"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1666984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FD3E45-CF8E-4A4C-B38E-4757DAE5FA4D}"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5C101-3D07-491C-8A40-2AFFD6C6AFC5}" type="slidenum">
              <a:rPr lang="en-IN" smtClean="0"/>
              <a:t>‹#›</a:t>
            </a:fld>
            <a:endParaRPr lang="en-IN"/>
          </a:p>
        </p:txBody>
      </p:sp>
    </p:spTree>
    <p:extLst>
      <p:ext uri="{BB962C8B-B14F-4D97-AF65-F5344CB8AC3E}">
        <p14:creationId xmlns:p14="http://schemas.microsoft.com/office/powerpoint/2010/main" val="2800802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FD3E45-CF8E-4A4C-B38E-4757DAE5FA4D}" type="datetimeFigureOut">
              <a:rPr lang="en-IN" smtClean="0"/>
              <a:t>31-10-2025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35C101-3D07-491C-8A40-2AFFD6C6AFC5}" type="slidenum">
              <a:rPr lang="en-IN" smtClean="0"/>
              <a:t>‹#›</a:t>
            </a:fld>
            <a:endParaRPr lang="en-IN"/>
          </a:p>
        </p:txBody>
      </p:sp>
    </p:spTree>
    <p:extLst>
      <p:ext uri="{BB962C8B-B14F-4D97-AF65-F5344CB8AC3E}">
        <p14:creationId xmlns:p14="http://schemas.microsoft.com/office/powerpoint/2010/main" val="2709606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88385" y="189760"/>
            <a:ext cx="10515600" cy="1170060"/>
          </a:xfrm>
        </p:spPr>
        <p:txBody>
          <a:bodyPr/>
          <a:lstStyle/>
          <a:p>
            <a:r>
              <a:rPr lang="en-US" dirty="0" smtClean="0"/>
              <a:t>Rover Simulation in Simulink</a:t>
            </a:r>
            <a:endParaRPr lang="en-IN" dirty="0"/>
          </a:p>
        </p:txBody>
      </p:sp>
      <p:pic>
        <p:nvPicPr>
          <p:cNvPr id="10" name="inplace_tur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l="15286" t="23199" r="18760" b="10610"/>
          <a:stretch/>
        </p:blipFill>
        <p:spPr>
          <a:xfrm>
            <a:off x="620291" y="1896893"/>
            <a:ext cx="5414742" cy="3754877"/>
          </a:xfrm>
          <a:prstGeom prst="rect">
            <a:avLst/>
          </a:prstGeom>
        </p:spPr>
      </p:pic>
      <p:sp>
        <p:nvSpPr>
          <p:cNvPr id="22" name="Rectangle 21"/>
          <p:cNvSpPr/>
          <p:nvPr/>
        </p:nvSpPr>
        <p:spPr>
          <a:xfrm>
            <a:off x="6206244" y="2758668"/>
            <a:ext cx="5787960" cy="1754326"/>
          </a:xfrm>
          <a:prstGeom prst="rect">
            <a:avLst/>
          </a:prstGeom>
        </p:spPr>
        <p:txBody>
          <a:bodyPr wrap="square">
            <a:spAutoFit/>
          </a:bodyPr>
          <a:lstStyle/>
          <a:p>
            <a:r>
              <a:rPr lang="en-US" dirty="0"/>
              <a:t>This simulation illustrates the rover performing an in-place turn at an angular speed of </a:t>
            </a:r>
            <a:r>
              <a:rPr lang="en-US" dirty="0" smtClean="0"/>
              <a:t>0.25 rad/s. </a:t>
            </a:r>
            <a:r>
              <a:rPr lang="en-US" dirty="0"/>
              <a:t>The model was developed and executed in </a:t>
            </a:r>
            <a:r>
              <a:rPr lang="en-US" dirty="0" smtClean="0"/>
              <a:t>Simulink, </a:t>
            </a:r>
            <a:r>
              <a:rPr lang="en-US" dirty="0"/>
              <a:t>where each wheel’s motion and steering were controlled based on the </a:t>
            </a:r>
            <a:r>
              <a:rPr lang="en-US" dirty="0" smtClean="0"/>
              <a:t>inverse </a:t>
            </a:r>
            <a:r>
              <a:rPr lang="en-US" dirty="0"/>
              <a:t>kinematics </a:t>
            </a:r>
            <a:r>
              <a:rPr lang="en-US" dirty="0" smtClean="0"/>
              <a:t>equations </a:t>
            </a:r>
            <a:r>
              <a:rPr lang="en-US" dirty="0"/>
              <a:t>derived in the previous update. </a:t>
            </a:r>
            <a:r>
              <a:rPr lang="en-US" dirty="0" smtClean="0"/>
              <a:t>This </a:t>
            </a:r>
            <a:r>
              <a:rPr lang="en-US" dirty="0"/>
              <a:t>simulation validates the correctness of the kinematic </a:t>
            </a:r>
            <a:r>
              <a:rPr lang="en-US" dirty="0" smtClean="0"/>
              <a:t>model.</a:t>
            </a:r>
            <a:endParaRPr lang="en-US" dirty="0"/>
          </a:p>
        </p:txBody>
      </p:sp>
    </p:spTree>
    <p:extLst>
      <p:ext uri="{BB962C8B-B14F-4D97-AF65-F5344CB8AC3E}">
        <p14:creationId xmlns:p14="http://schemas.microsoft.com/office/powerpoint/2010/main" val="337223822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0"/>
                                        </p:tgtEl>
                                      </p:cBhvr>
                                    </p:cmd>
                                  </p:childTnLst>
                                </p:cTn>
                              </p:par>
                            </p:childTnLst>
                          </p:cTn>
                        </p:par>
                      </p:childTnLst>
                    </p:cTn>
                  </p:par>
                </p:childTnLst>
              </p:cTn>
              <p:nextCondLst>
                <p:cond evt="onClick" delay="0">
                  <p:tgtEl>
                    <p:spTgt spid="10"/>
                  </p:tgtEl>
                </p:cond>
              </p:nextCondLst>
            </p:seq>
            <p:video>
              <p:cMediaNode vol="80000">
                <p:cTn id="7" fill="hold" display="0">
                  <p:stCondLst>
                    <p:cond delay="indefinite"/>
                  </p:stCondLst>
                </p:cTn>
                <p:tgtEl>
                  <p:spTgt spid="10"/>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88385" y="189760"/>
            <a:ext cx="10515600" cy="1170060"/>
          </a:xfrm>
        </p:spPr>
        <p:txBody>
          <a:bodyPr/>
          <a:lstStyle/>
          <a:p>
            <a:r>
              <a:rPr lang="en-US" dirty="0" smtClean="0"/>
              <a:t>Rover Simulation in Simulink</a:t>
            </a:r>
            <a:endParaRPr lang="en-IN" dirty="0"/>
          </a:p>
        </p:txBody>
      </p:sp>
      <p:sp>
        <p:nvSpPr>
          <p:cNvPr id="22" name="Rectangle 21"/>
          <p:cNvSpPr/>
          <p:nvPr/>
        </p:nvSpPr>
        <p:spPr>
          <a:xfrm>
            <a:off x="6245155" y="3128000"/>
            <a:ext cx="5787960" cy="646331"/>
          </a:xfrm>
          <a:prstGeom prst="rect">
            <a:avLst/>
          </a:prstGeom>
        </p:spPr>
        <p:txBody>
          <a:bodyPr wrap="square">
            <a:spAutoFit/>
          </a:bodyPr>
          <a:lstStyle/>
          <a:p>
            <a:r>
              <a:rPr lang="en-US" dirty="0"/>
              <a:t>This simulation illustrates the rover performing a forward motion at a linear speed of 0.1 m/s (10 cm/s).</a:t>
            </a:r>
          </a:p>
        </p:txBody>
      </p:sp>
      <p:pic>
        <p:nvPicPr>
          <p:cNvPr id="2" name="forward_motion">
            <a:hlinkClick r:id="" action="ppaction://media"/>
          </p:cNvPr>
          <p:cNvPicPr>
            <a:picLocks/>
          </p:cNvPicPr>
          <p:nvPr>
            <a:videoFile r:link="rId2"/>
            <p:extLst>
              <p:ext uri="{DAA4B4D4-6D71-4841-9C94-3DE7FCFB9230}">
                <p14:media xmlns:p14="http://schemas.microsoft.com/office/powerpoint/2010/main" r:embed="rId1"/>
              </p:ext>
            </p:extLst>
          </p:nvPr>
        </p:nvPicPr>
        <p:blipFill rotWithShape="1">
          <a:blip r:embed="rId4"/>
          <a:srcRect l="18668" t="15461" r="25073" b="26241"/>
          <a:stretch/>
        </p:blipFill>
        <p:spPr>
          <a:xfrm>
            <a:off x="619200" y="1897200"/>
            <a:ext cx="5414400" cy="3754800"/>
          </a:xfrm>
          <a:prstGeom prst="rect">
            <a:avLst/>
          </a:prstGeom>
        </p:spPr>
      </p:pic>
    </p:spTree>
    <p:extLst>
      <p:ext uri="{BB962C8B-B14F-4D97-AF65-F5344CB8AC3E}">
        <p14:creationId xmlns:p14="http://schemas.microsoft.com/office/powerpoint/2010/main" val="120983033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88385" y="189760"/>
            <a:ext cx="10515600" cy="1170060"/>
          </a:xfrm>
        </p:spPr>
        <p:txBody>
          <a:bodyPr/>
          <a:lstStyle/>
          <a:p>
            <a:r>
              <a:rPr lang="en-US" dirty="0" smtClean="0"/>
              <a:t>PCB Design</a:t>
            </a:r>
            <a:endParaRPr lang="en-IN" dirty="0"/>
          </a:p>
        </p:txBody>
      </p:sp>
      <p:pic>
        <p:nvPicPr>
          <p:cNvPr id="20" name="Picture 19"/>
          <p:cNvPicPr>
            <a:picLocks noChangeAspect="1"/>
          </p:cNvPicPr>
          <p:nvPr/>
        </p:nvPicPr>
        <p:blipFill>
          <a:blip r:embed="rId2"/>
          <a:stretch>
            <a:fillRect/>
          </a:stretch>
        </p:blipFill>
        <p:spPr>
          <a:xfrm>
            <a:off x="688385" y="1359820"/>
            <a:ext cx="5127780" cy="4860293"/>
          </a:xfrm>
          <a:prstGeom prst="rect">
            <a:avLst/>
          </a:prstGeom>
        </p:spPr>
      </p:pic>
      <p:sp>
        <p:nvSpPr>
          <p:cNvPr id="21" name="Rectangle 20"/>
          <p:cNvSpPr/>
          <p:nvPr/>
        </p:nvSpPr>
        <p:spPr>
          <a:xfrm>
            <a:off x="6089513" y="2220305"/>
            <a:ext cx="5762017" cy="3139321"/>
          </a:xfrm>
          <a:prstGeom prst="rect">
            <a:avLst/>
          </a:prstGeom>
        </p:spPr>
        <p:txBody>
          <a:bodyPr wrap="square">
            <a:spAutoFit/>
          </a:bodyPr>
          <a:lstStyle/>
          <a:p>
            <a:r>
              <a:rPr lang="en-US" dirty="0"/>
              <a:t>A custom interface PCB has been designed to connect the Teensy microcontroller with motor drivers, encoders, current sensors, and servo modules. This PCB is developed to simplify wiring, reduce connection errors, and provide a reliable centralized interface for the rover’s control system. The front layer is used for signal routing and traces, while the back layer is dedicated to power distribution. Copper pours are used for the main supply rails—3.3 V, 5 V, and 7.5 V—to ensure stable power delivery and minimize voltage drops. The design has been reviewed, and the PCB is ready for fabrication and integration with the rover system.</a:t>
            </a:r>
            <a:endParaRPr lang="en-IN" dirty="0"/>
          </a:p>
        </p:txBody>
      </p:sp>
    </p:spTree>
    <p:extLst>
      <p:ext uri="{BB962C8B-B14F-4D97-AF65-F5344CB8AC3E}">
        <p14:creationId xmlns:p14="http://schemas.microsoft.com/office/powerpoint/2010/main" val="2535506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7339" t="1193" r="1536" b="1271"/>
          <a:stretch/>
        </p:blipFill>
        <p:spPr>
          <a:xfrm>
            <a:off x="5984423" y="1279286"/>
            <a:ext cx="5219562" cy="4037753"/>
          </a:xfrm>
          <a:prstGeom prst="rect">
            <a:avLst/>
          </a:prstGeom>
        </p:spPr>
      </p:pic>
      <p:sp>
        <p:nvSpPr>
          <p:cNvPr id="5" name="Rectangle 4"/>
          <p:cNvSpPr/>
          <p:nvPr/>
        </p:nvSpPr>
        <p:spPr>
          <a:xfrm>
            <a:off x="1702054" y="5497443"/>
            <a:ext cx="9090869" cy="923330"/>
          </a:xfrm>
          <a:prstGeom prst="rect">
            <a:avLst/>
          </a:prstGeom>
        </p:spPr>
        <p:txBody>
          <a:bodyPr wrap="square">
            <a:spAutoFit/>
          </a:bodyPr>
          <a:lstStyle/>
          <a:p>
            <a:r>
              <a:rPr lang="en-US" dirty="0"/>
              <a:t>This view shows the front layer of the PCB where all signal traces are routed. It includes connections for motor driver control lines, encoder signals, current sensors (INA219), </a:t>
            </a:r>
            <a:r>
              <a:rPr lang="en-US" dirty="0" smtClean="0"/>
              <a:t>and </a:t>
            </a:r>
            <a:r>
              <a:rPr lang="en-US" dirty="0"/>
              <a:t>servo </a:t>
            </a:r>
            <a:r>
              <a:rPr lang="en-US" dirty="0" smtClean="0"/>
              <a:t>lines</a:t>
            </a:r>
            <a:r>
              <a:rPr lang="en-US" dirty="0"/>
              <a:t>. The layout ensures minimal interference and organized signal flow from the </a:t>
            </a:r>
            <a:r>
              <a:rPr lang="en-US" dirty="0" smtClean="0"/>
              <a:t>Teensy.</a:t>
            </a:r>
            <a:endParaRPr lang="en-IN" dirty="0"/>
          </a:p>
        </p:txBody>
      </p:sp>
      <p:pic>
        <p:nvPicPr>
          <p:cNvPr id="13" name="Picture 12"/>
          <p:cNvPicPr>
            <a:picLocks noChangeAspect="1"/>
          </p:cNvPicPr>
          <p:nvPr/>
        </p:nvPicPr>
        <p:blipFill>
          <a:blip r:embed="rId3"/>
          <a:stretch>
            <a:fillRect/>
          </a:stretch>
        </p:blipFill>
        <p:spPr>
          <a:xfrm>
            <a:off x="1028012" y="1274924"/>
            <a:ext cx="4152677" cy="4042115"/>
          </a:xfrm>
          <a:prstGeom prst="rect">
            <a:avLst/>
          </a:prstGeom>
        </p:spPr>
      </p:pic>
      <p:sp>
        <p:nvSpPr>
          <p:cNvPr id="7" name="Title 6"/>
          <p:cNvSpPr>
            <a:spLocks noGrp="1"/>
          </p:cNvSpPr>
          <p:nvPr>
            <p:ph type="title"/>
          </p:nvPr>
        </p:nvSpPr>
        <p:spPr>
          <a:xfrm>
            <a:off x="688385" y="189760"/>
            <a:ext cx="10515600" cy="1170060"/>
          </a:xfrm>
        </p:spPr>
        <p:txBody>
          <a:bodyPr/>
          <a:lstStyle/>
          <a:p>
            <a:r>
              <a:rPr lang="en-US" dirty="0" smtClean="0"/>
              <a:t>Front Layer</a:t>
            </a:r>
            <a:endParaRPr lang="en-IN" dirty="0"/>
          </a:p>
        </p:txBody>
      </p:sp>
    </p:spTree>
    <p:extLst>
      <p:ext uri="{BB962C8B-B14F-4D97-AF65-F5344CB8AC3E}">
        <p14:creationId xmlns:p14="http://schemas.microsoft.com/office/powerpoint/2010/main" val="1957986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6089" y="5238888"/>
            <a:ext cx="10435772" cy="1200329"/>
          </a:xfrm>
          <a:prstGeom prst="rect">
            <a:avLst/>
          </a:prstGeom>
        </p:spPr>
        <p:txBody>
          <a:bodyPr wrap="square">
            <a:spAutoFit/>
          </a:bodyPr>
          <a:lstStyle/>
          <a:p>
            <a:r>
              <a:rPr lang="en-US" dirty="0"/>
              <a:t>This layer is dedicated to power routing with copper pours for the 3.3 V, 5 V, and 7.5 V rails</a:t>
            </a:r>
            <a:r>
              <a:rPr lang="en-US" dirty="0" smtClean="0"/>
              <a:t>. The </a:t>
            </a:r>
            <a:r>
              <a:rPr lang="en-US" dirty="0"/>
              <a:t>5 V and 7.5 V rails are supplied through screw terminals connected to external buck converters powered by the PDB or battery, while the 3.3 V rail for sensors is derived directly from the Teensy. This setup ensures stable voltage distribution and proper current handling for all components.</a:t>
            </a:r>
            <a:endParaRPr lang="en-IN" dirty="0"/>
          </a:p>
        </p:txBody>
      </p:sp>
      <p:grpSp>
        <p:nvGrpSpPr>
          <p:cNvPr id="19" name="Group 18"/>
          <p:cNvGrpSpPr/>
          <p:nvPr/>
        </p:nvGrpSpPr>
        <p:grpSpPr>
          <a:xfrm>
            <a:off x="5996642" y="1297825"/>
            <a:ext cx="5272205" cy="3682767"/>
            <a:chOff x="6229101" y="745350"/>
            <a:chExt cx="5314150" cy="3682767"/>
          </a:xfrm>
        </p:grpSpPr>
        <p:pic>
          <p:nvPicPr>
            <p:cNvPr id="3" name="Picture 2"/>
            <p:cNvPicPr>
              <a:picLocks noChangeAspect="1"/>
            </p:cNvPicPr>
            <p:nvPr/>
          </p:nvPicPr>
          <p:blipFill>
            <a:blip r:embed="rId2"/>
            <a:stretch>
              <a:fillRect/>
            </a:stretch>
          </p:blipFill>
          <p:spPr>
            <a:xfrm>
              <a:off x="6229101" y="745350"/>
              <a:ext cx="3686686" cy="3682767"/>
            </a:xfrm>
            <a:prstGeom prst="rect">
              <a:avLst/>
            </a:prstGeom>
          </p:spPr>
        </p:pic>
        <p:cxnSp>
          <p:nvCxnSpPr>
            <p:cNvPr id="6" name="Straight Arrow Connector 5"/>
            <p:cNvCxnSpPr/>
            <p:nvPr/>
          </p:nvCxnSpPr>
          <p:spPr>
            <a:xfrm>
              <a:off x="9005888" y="3829050"/>
              <a:ext cx="139065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7167563" y="2266950"/>
              <a:ext cx="32289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p:cNvCxnSpPr/>
            <p:nvPr/>
          </p:nvCxnSpPr>
          <p:spPr>
            <a:xfrm>
              <a:off x="7543800" y="966787"/>
              <a:ext cx="28527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TextBox 15"/>
            <p:cNvSpPr txBox="1"/>
            <p:nvPr/>
          </p:nvSpPr>
          <p:spPr>
            <a:xfrm>
              <a:off x="10442688" y="782121"/>
              <a:ext cx="935099" cy="369332"/>
            </a:xfrm>
            <a:prstGeom prst="rect">
              <a:avLst/>
            </a:prstGeom>
            <a:noFill/>
          </p:spPr>
          <p:txBody>
            <a:bodyPr wrap="square" rtlCol="0">
              <a:spAutoFit/>
            </a:bodyPr>
            <a:lstStyle/>
            <a:p>
              <a:r>
                <a:rPr lang="en-US" dirty="0" smtClean="0"/>
                <a:t>5V pour</a:t>
              </a:r>
              <a:endParaRPr lang="en-IN" dirty="0"/>
            </a:p>
          </p:txBody>
        </p:sp>
        <p:sp>
          <p:nvSpPr>
            <p:cNvPr id="17" name="TextBox 16"/>
            <p:cNvSpPr txBox="1"/>
            <p:nvPr/>
          </p:nvSpPr>
          <p:spPr>
            <a:xfrm>
              <a:off x="10425910" y="2082284"/>
              <a:ext cx="1117341" cy="369332"/>
            </a:xfrm>
            <a:prstGeom prst="rect">
              <a:avLst/>
            </a:prstGeom>
            <a:noFill/>
          </p:spPr>
          <p:txBody>
            <a:bodyPr wrap="square" rtlCol="0">
              <a:spAutoFit/>
            </a:bodyPr>
            <a:lstStyle/>
            <a:p>
              <a:r>
                <a:rPr lang="en-US" dirty="0" smtClean="0"/>
                <a:t>3.3V pour</a:t>
              </a:r>
              <a:endParaRPr lang="en-IN" dirty="0"/>
            </a:p>
          </p:txBody>
        </p:sp>
        <p:sp>
          <p:nvSpPr>
            <p:cNvPr id="18" name="TextBox 17"/>
            <p:cNvSpPr txBox="1"/>
            <p:nvPr/>
          </p:nvSpPr>
          <p:spPr>
            <a:xfrm>
              <a:off x="10425910" y="3644384"/>
              <a:ext cx="1117341" cy="369332"/>
            </a:xfrm>
            <a:prstGeom prst="rect">
              <a:avLst/>
            </a:prstGeom>
            <a:noFill/>
          </p:spPr>
          <p:txBody>
            <a:bodyPr wrap="square" rtlCol="0">
              <a:spAutoFit/>
            </a:bodyPr>
            <a:lstStyle/>
            <a:p>
              <a:r>
                <a:rPr lang="en-US" dirty="0" smtClean="0"/>
                <a:t>7.5V pour</a:t>
              </a:r>
              <a:endParaRPr lang="en-IN" dirty="0"/>
            </a:p>
          </p:txBody>
        </p:sp>
      </p:grpSp>
      <p:sp>
        <p:nvSpPr>
          <p:cNvPr id="24" name="Title 6"/>
          <p:cNvSpPr>
            <a:spLocks noGrp="1"/>
          </p:cNvSpPr>
          <p:nvPr>
            <p:ph type="title"/>
          </p:nvPr>
        </p:nvSpPr>
        <p:spPr>
          <a:xfrm>
            <a:off x="687600" y="190800"/>
            <a:ext cx="10515600" cy="1170000"/>
          </a:xfrm>
        </p:spPr>
        <p:txBody>
          <a:bodyPr/>
          <a:lstStyle/>
          <a:p>
            <a:r>
              <a:rPr lang="en-US" dirty="0" smtClean="0"/>
              <a:t>Botto</a:t>
            </a:r>
            <a:r>
              <a:rPr lang="en-US" dirty="0"/>
              <a:t>m</a:t>
            </a:r>
            <a:r>
              <a:rPr lang="en-US" dirty="0" smtClean="0"/>
              <a:t> Layer</a:t>
            </a:r>
            <a:endParaRPr lang="en-IN" dirty="0"/>
          </a:p>
        </p:txBody>
      </p:sp>
      <p:pic>
        <p:nvPicPr>
          <p:cNvPr id="25" name="Picture 24"/>
          <p:cNvPicPr>
            <a:picLocks noChangeAspect="1"/>
          </p:cNvPicPr>
          <p:nvPr/>
        </p:nvPicPr>
        <p:blipFill rotWithShape="1">
          <a:blip r:embed="rId3"/>
          <a:srcRect l="7339" t="1193" r="1536" b="1271"/>
          <a:stretch/>
        </p:blipFill>
        <p:spPr>
          <a:xfrm>
            <a:off x="759011" y="1297825"/>
            <a:ext cx="4760675" cy="3682767"/>
          </a:xfrm>
          <a:prstGeom prst="rect">
            <a:avLst/>
          </a:prstGeom>
        </p:spPr>
      </p:pic>
    </p:spTree>
    <p:extLst>
      <p:ext uri="{BB962C8B-B14F-4D97-AF65-F5344CB8AC3E}">
        <p14:creationId xmlns:p14="http://schemas.microsoft.com/office/powerpoint/2010/main" val="4043486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337</Words>
  <Application>Microsoft Office PowerPoint</Application>
  <PresentationFormat>Widescreen</PresentationFormat>
  <Paragraphs>13</Paragraphs>
  <Slides>5</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Rover Simulation in Simulink</vt:lpstr>
      <vt:lpstr>Rover Simulation in Simulink</vt:lpstr>
      <vt:lpstr>PCB Design</vt:lpstr>
      <vt:lpstr>Front Layer</vt:lpstr>
      <vt:lpstr>Bottom Layer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Rishav</dc:creator>
  <cp:lastModifiedBy>Rishav</cp:lastModifiedBy>
  <cp:revision>12</cp:revision>
  <dcterms:created xsi:type="dcterms:W3CDTF">2025-10-31T13:41:43Z</dcterms:created>
  <dcterms:modified xsi:type="dcterms:W3CDTF">2025-10-31T14:49:36Z</dcterms:modified>
</cp:coreProperties>
</file>
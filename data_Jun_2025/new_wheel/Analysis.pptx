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ngle%20Wheel%20Testbed\data_Jun_2025\new_wheel\2025-09-09_17-10-17_0deg\merged_sorted_velocit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ngle%20Wheel%20Testbed\data_Jun_2025\new_wheel\2025-09-09_17-10-17_0deg\merged_sorted_velocity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ngle%20Wheel%20Testbed\data_Jun_2025\new_wheel\2025-09-09_17-22-40_2deg\merged_sorted_velocity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ngle%20Wheel%20Testbed\data_Jun_2025\new_wheel\2025-09-09_17-22-40_2deg\merged_sorted_velocity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ngle%20Wheel%20Testbed\data_Jun_2025\new_wheel\2025-09-09_17-33-44_4deg\merged_sorted_velocity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ngle%20Wheel%20Testbed\data_Jun_2025\new_wheel\2025-09-09_17-33-44_4deg\merged_sorted_velocity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ngle%20Wheel%20Testbed\data_Jun_2025\new_wheel\2025-09-09_18-06-59_6deg\merged_sorted_velocity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ngle%20Wheel%20Testbed\data_Jun_2025\new_wheel\2025-09-09_18-06-59_6deg\merged_sorted_velocity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ngle%20Wheel%20Testbed\data_Jun_2025\new_wheel\2025-09-09_18-10-39_8deg\merged_sorted_velocity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ngle%20Wheel%20Testbed\data_Jun_2025\new_wheel\2025-09-09_18-10-39_8deg\merged_sorted_velocity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ngle%20Wheel%20Testbed\data_Jun_2025\new_wheel\2025-09-09_18-15-20_10deg\merged_sorted_velocity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ngle%20Wheel%20Testbed\data_Jun_2025\new_wheel\2025-09-09_18-15-20_10deg\merged_sorted_velocity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ngle%20Wheel%20Testbed\data_Jun_2025\new_wheel\2025-09-09_17-10-17_0deg\merged_sorted_velocity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Velocities (cm/s)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velocity_cam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Sheet1!$B$2:$B$787</c:f>
              <c:numCache>
                <c:formatCode>General</c:formatCode>
                <c:ptCount val="786"/>
                <c:pt idx="0">
                  <c:v>1.7036936812864549E-2</c:v>
                </c:pt>
                <c:pt idx="1">
                  <c:v>1.7036936812864549E-2</c:v>
                </c:pt>
                <c:pt idx="2">
                  <c:v>1.7036936812864549E-2</c:v>
                </c:pt>
                <c:pt idx="3">
                  <c:v>1.7036936812864549E-2</c:v>
                </c:pt>
                <c:pt idx="4">
                  <c:v>1.7036936812864549E-2</c:v>
                </c:pt>
                <c:pt idx="5">
                  <c:v>1.7036936812864549E-2</c:v>
                </c:pt>
                <c:pt idx="6">
                  <c:v>1.7036936812864549E-2</c:v>
                </c:pt>
                <c:pt idx="7">
                  <c:v>1.7036936812864549E-2</c:v>
                </c:pt>
                <c:pt idx="8">
                  <c:v>1.7036936812864549E-2</c:v>
                </c:pt>
                <c:pt idx="9">
                  <c:v>1.7036936812864549E-2</c:v>
                </c:pt>
                <c:pt idx="10">
                  <c:v>1.7036936812864549E-2</c:v>
                </c:pt>
                <c:pt idx="11">
                  <c:v>1.7036936812864549E-2</c:v>
                </c:pt>
                <c:pt idx="12">
                  <c:v>1.7036936812864549E-2</c:v>
                </c:pt>
                <c:pt idx="13">
                  <c:v>1.7036936812864549E-2</c:v>
                </c:pt>
                <c:pt idx="14">
                  <c:v>1.7036936812864549E-2</c:v>
                </c:pt>
                <c:pt idx="15">
                  <c:v>1.7036936812864549E-2</c:v>
                </c:pt>
                <c:pt idx="16">
                  <c:v>1.7036936812864549E-2</c:v>
                </c:pt>
                <c:pt idx="17">
                  <c:v>1.7036936812864549E-2</c:v>
                </c:pt>
                <c:pt idx="18">
                  <c:v>1.7036936812864549E-2</c:v>
                </c:pt>
                <c:pt idx="19">
                  <c:v>1.7036936812864549E-2</c:v>
                </c:pt>
                <c:pt idx="20">
                  <c:v>1.7036936812864549E-2</c:v>
                </c:pt>
                <c:pt idx="21">
                  <c:v>1.7036936812864549E-2</c:v>
                </c:pt>
                <c:pt idx="22">
                  <c:v>1.7036936812864549E-2</c:v>
                </c:pt>
                <c:pt idx="23">
                  <c:v>1.7036936812864549E-2</c:v>
                </c:pt>
                <c:pt idx="24">
                  <c:v>1.7036936812864549E-2</c:v>
                </c:pt>
                <c:pt idx="25">
                  <c:v>1.7036936812864549E-2</c:v>
                </c:pt>
                <c:pt idx="26">
                  <c:v>2.9729698683978241E-2</c:v>
                </c:pt>
                <c:pt idx="27">
                  <c:v>2.9790266329128921E-2</c:v>
                </c:pt>
                <c:pt idx="28">
                  <c:v>2.9876322787807118E-2</c:v>
                </c:pt>
                <c:pt idx="29">
                  <c:v>3.1609511366842313E-2</c:v>
                </c:pt>
                <c:pt idx="30">
                  <c:v>3.2462820014006973E-2</c:v>
                </c:pt>
                <c:pt idx="31">
                  <c:v>3.1967349955531903E-2</c:v>
                </c:pt>
                <c:pt idx="32">
                  <c:v>2.800034680403753E-2</c:v>
                </c:pt>
                <c:pt idx="33">
                  <c:v>2.4114530844284561E-2</c:v>
                </c:pt>
                <c:pt idx="34">
                  <c:v>2.3715059973590372E-2</c:v>
                </c:pt>
                <c:pt idx="35">
                  <c:v>2.1523912809192591E-2</c:v>
                </c:pt>
                <c:pt idx="36">
                  <c:v>1.9664786896018509E-2</c:v>
                </c:pt>
                <c:pt idx="37">
                  <c:v>1.800368187949325E-2</c:v>
                </c:pt>
                <c:pt idx="38">
                  <c:v>2.3469472688308381E-2</c:v>
                </c:pt>
                <c:pt idx="39">
                  <c:v>2.877263576988014E-2</c:v>
                </c:pt>
                <c:pt idx="40">
                  <c:v>3.355263046159563E-2</c:v>
                </c:pt>
                <c:pt idx="41">
                  <c:v>4.4897360273976061E-2</c:v>
                </c:pt>
                <c:pt idx="42">
                  <c:v>5.5552797315814327E-2</c:v>
                </c:pt>
                <c:pt idx="43">
                  <c:v>5.6476418708447253E-2</c:v>
                </c:pt>
                <c:pt idx="44">
                  <c:v>4.4501195593559792E-2</c:v>
                </c:pt>
                <c:pt idx="45">
                  <c:v>2.433418797668746E-2</c:v>
                </c:pt>
                <c:pt idx="46">
                  <c:v>2.392866078365424E-2</c:v>
                </c:pt>
                <c:pt idx="47">
                  <c:v>2.183624945864801E-2</c:v>
                </c:pt>
                <c:pt idx="48">
                  <c:v>2.0211787470765651E-2</c:v>
                </c:pt>
                <c:pt idx="49">
                  <c:v>1.911349056297984E-2</c:v>
                </c:pt>
                <c:pt idx="50">
                  <c:v>1.8958855671148619E-2</c:v>
                </c:pt>
                <c:pt idx="51">
                  <c:v>1.7306483129817921E-2</c:v>
                </c:pt>
                <c:pt idx="52">
                  <c:v>1.7006389325652259E-2</c:v>
                </c:pt>
                <c:pt idx="53">
                  <c:v>1.6232008452362209E-2</c:v>
                </c:pt>
                <c:pt idx="54">
                  <c:v>8.9171624729287753E-3</c:v>
                </c:pt>
                <c:pt idx="55">
                  <c:v>5.197656262342005E-3</c:v>
                </c:pt>
                <c:pt idx="56">
                  <c:v>8.0546009725687515E-3</c:v>
                </c:pt>
                <c:pt idx="57">
                  <c:v>4.9765777470515873E-2</c:v>
                </c:pt>
                <c:pt idx="58">
                  <c:v>5.5820654740562407E-2</c:v>
                </c:pt>
                <c:pt idx="59">
                  <c:v>5.4265017031806202E-2</c:v>
                </c:pt>
                <c:pt idx="60">
                  <c:v>3.2555799872586187E-2</c:v>
                </c:pt>
                <c:pt idx="61">
                  <c:v>2.2167412923154842E-2</c:v>
                </c:pt>
                <c:pt idx="62">
                  <c:v>2.1659187261327161E-2</c:v>
                </c:pt>
                <c:pt idx="63">
                  <c:v>2.114183368195633E-2</c:v>
                </c:pt>
                <c:pt idx="64">
                  <c:v>1.0629410392838559E-2</c:v>
                </c:pt>
                <c:pt idx="65">
                  <c:v>7.0999489428213774E-3</c:v>
                </c:pt>
                <c:pt idx="66">
                  <c:v>8.7396179267287075E-3</c:v>
                </c:pt>
                <c:pt idx="67">
                  <c:v>1.825554082037608E-2</c:v>
                </c:pt>
                <c:pt idx="68">
                  <c:v>2.5813687438718279E-2</c:v>
                </c:pt>
                <c:pt idx="69">
                  <c:v>2.5184216579103538E-2</c:v>
                </c:pt>
                <c:pt idx="70">
                  <c:v>1.8041160744972619E-2</c:v>
                </c:pt>
                <c:pt idx="71">
                  <c:v>7.8456435595448334E-3</c:v>
                </c:pt>
                <c:pt idx="72">
                  <c:v>3.9957164824502402E-3</c:v>
                </c:pt>
                <c:pt idx="73">
                  <c:v>4.4989745449177136E-3</c:v>
                </c:pt>
                <c:pt idx="74">
                  <c:v>5.6591597873903781E-3</c:v>
                </c:pt>
                <c:pt idx="75">
                  <c:v>6.9104512345371316E-3</c:v>
                </c:pt>
                <c:pt idx="76">
                  <c:v>7.8812557486377388E-3</c:v>
                </c:pt>
                <c:pt idx="77">
                  <c:v>1.50585500063719E-2</c:v>
                </c:pt>
                <c:pt idx="78">
                  <c:v>2.0551979064761881E-2</c:v>
                </c:pt>
                <c:pt idx="79">
                  <c:v>2.3637016765750141E-2</c:v>
                </c:pt>
                <c:pt idx="80">
                  <c:v>2.4212153063395581E-2</c:v>
                </c:pt>
                <c:pt idx="81">
                  <c:v>2.9053842000425469E-2</c:v>
                </c:pt>
                <c:pt idx="82">
                  <c:v>3.2715617711605402E-2</c:v>
                </c:pt>
                <c:pt idx="83">
                  <c:v>3.5259225686548469E-2</c:v>
                </c:pt>
                <c:pt idx="84">
                  <c:v>5.3745493705627527E-2</c:v>
                </c:pt>
                <c:pt idx="85">
                  <c:v>5.8685770890882442E-2</c:v>
                </c:pt>
                <c:pt idx="86">
                  <c:v>5.8054458137722073E-2</c:v>
                </c:pt>
                <c:pt idx="87">
                  <c:v>5.245416578213604E-2</c:v>
                </c:pt>
                <c:pt idx="88">
                  <c:v>4.9715453035876177E-2</c:v>
                </c:pt>
                <c:pt idx="89">
                  <c:v>4.8348483036352537E-2</c:v>
                </c:pt>
                <c:pt idx="90">
                  <c:v>4.4884657348263503E-2</c:v>
                </c:pt>
                <c:pt idx="91">
                  <c:v>3.1917894584491173E-2</c:v>
                </c:pt>
                <c:pt idx="92">
                  <c:v>3.1924254356784462E-2</c:v>
                </c:pt>
                <c:pt idx="93">
                  <c:v>3.1942353054832721E-2</c:v>
                </c:pt>
                <c:pt idx="94">
                  <c:v>3.1961653336415242E-2</c:v>
                </c:pt>
                <c:pt idx="95">
                  <c:v>3.1966121538260471E-2</c:v>
                </c:pt>
                <c:pt idx="96">
                  <c:v>3.4507781958791443E-2</c:v>
                </c:pt>
                <c:pt idx="97">
                  <c:v>3.8965038819313159E-2</c:v>
                </c:pt>
                <c:pt idx="98">
                  <c:v>4.0478503143253401E-2</c:v>
                </c:pt>
                <c:pt idx="99">
                  <c:v>3.8705825595089567E-2</c:v>
                </c:pt>
                <c:pt idx="100">
                  <c:v>2.9726853990939411E-2</c:v>
                </c:pt>
                <c:pt idx="101">
                  <c:v>2.344273411265986E-2</c:v>
                </c:pt>
                <c:pt idx="102">
                  <c:v>2.2208762550135219E-2</c:v>
                </c:pt>
                <c:pt idx="103">
                  <c:v>2.3049690727562178E-2</c:v>
                </c:pt>
                <c:pt idx="104">
                  <c:v>3.6399167273890462E-2</c:v>
                </c:pt>
                <c:pt idx="105">
                  <c:v>3.5938788449874817E-2</c:v>
                </c:pt>
                <c:pt idx="106">
                  <c:v>3.3052339698655883E-2</c:v>
                </c:pt>
                <c:pt idx="107">
                  <c:v>3.1113306364761891E-2</c:v>
                </c:pt>
                <c:pt idx="108">
                  <c:v>2.868472396409481E-2</c:v>
                </c:pt>
                <c:pt idx="109">
                  <c:v>2.8326760371950199E-2</c:v>
                </c:pt>
                <c:pt idx="110">
                  <c:v>2.7120190433076889E-2</c:v>
                </c:pt>
                <c:pt idx="111">
                  <c:v>1.9167544965957389E-2</c:v>
                </c:pt>
                <c:pt idx="112">
                  <c:v>1.0845512387858429E-2</c:v>
                </c:pt>
                <c:pt idx="113">
                  <c:v>1.9430518998112919E-2</c:v>
                </c:pt>
                <c:pt idx="114">
                  <c:v>2.1480433958722241E-2</c:v>
                </c:pt>
                <c:pt idx="115">
                  <c:v>2.2247715178332531E-2</c:v>
                </c:pt>
                <c:pt idx="116">
                  <c:v>2.799491396353012E-2</c:v>
                </c:pt>
                <c:pt idx="117">
                  <c:v>3.1665744788335663E-2</c:v>
                </c:pt>
                <c:pt idx="118">
                  <c:v>2.9997823442832909E-2</c:v>
                </c:pt>
                <c:pt idx="119">
                  <c:v>2.4697241357923741E-2</c:v>
                </c:pt>
                <c:pt idx="120">
                  <c:v>1.7925615109322762E-2</c:v>
                </c:pt>
                <c:pt idx="121">
                  <c:v>1.6596812732810828E-2</c:v>
                </c:pt>
                <c:pt idx="122">
                  <c:v>1.612657377215581E-2</c:v>
                </c:pt>
                <c:pt idx="123">
                  <c:v>1.0559888540970961E-2</c:v>
                </c:pt>
                <c:pt idx="124">
                  <c:v>8.8066799534818191E-3</c:v>
                </c:pt>
                <c:pt idx="125">
                  <c:v>9.5458043330666469E-3</c:v>
                </c:pt>
                <c:pt idx="126">
                  <c:v>1.1167609228420909E-2</c:v>
                </c:pt>
                <c:pt idx="127">
                  <c:v>1.1752489812343069E-2</c:v>
                </c:pt>
                <c:pt idx="128">
                  <c:v>1.188583837474113E-2</c:v>
                </c:pt>
                <c:pt idx="129">
                  <c:v>1.272728759847002E-2</c:v>
                </c:pt>
                <c:pt idx="130">
                  <c:v>1.348239826555335E-2</c:v>
                </c:pt>
                <c:pt idx="131">
                  <c:v>1.3901056229919139E-2</c:v>
                </c:pt>
                <c:pt idx="132">
                  <c:v>1.5924918156116651E-2</c:v>
                </c:pt>
                <c:pt idx="133">
                  <c:v>3.4086816044844558E-2</c:v>
                </c:pt>
                <c:pt idx="134">
                  <c:v>4.4522346792695497E-2</c:v>
                </c:pt>
                <c:pt idx="135">
                  <c:v>4.6487735879236297E-2</c:v>
                </c:pt>
                <c:pt idx="136">
                  <c:v>6.9225108030033025E-2</c:v>
                </c:pt>
                <c:pt idx="137">
                  <c:v>0.34885638082645848</c:v>
                </c:pt>
                <c:pt idx="138">
                  <c:v>0.45051381394167772</c:v>
                </c:pt>
                <c:pt idx="139">
                  <c:v>1.3909172626610391</c:v>
                </c:pt>
                <c:pt idx="140">
                  <c:v>3.0822998692218939</c:v>
                </c:pt>
                <c:pt idx="141">
                  <c:v>3.7411631414576099</c:v>
                </c:pt>
                <c:pt idx="142">
                  <c:v>3.5342615653583578</c:v>
                </c:pt>
                <c:pt idx="143">
                  <c:v>3.0948794652985061</c:v>
                </c:pt>
                <c:pt idx="144">
                  <c:v>2.6998452813359242</c:v>
                </c:pt>
                <c:pt idx="145">
                  <c:v>2.2951171375476411</c:v>
                </c:pt>
                <c:pt idx="146">
                  <c:v>1.741220727744315</c:v>
                </c:pt>
                <c:pt idx="147">
                  <c:v>1.8313648002492491</c:v>
                </c:pt>
                <c:pt idx="148">
                  <c:v>1.960341413799064</c:v>
                </c:pt>
                <c:pt idx="149">
                  <c:v>2.7966609573970511</c:v>
                </c:pt>
                <c:pt idx="150">
                  <c:v>3.1825684620306869</c:v>
                </c:pt>
                <c:pt idx="151">
                  <c:v>3.3783458090578309</c:v>
                </c:pt>
                <c:pt idx="152">
                  <c:v>3.4589950201611481</c:v>
                </c:pt>
                <c:pt idx="153">
                  <c:v>4.1040529359050142</c:v>
                </c:pt>
                <c:pt idx="154">
                  <c:v>4.6990687726093041</c:v>
                </c:pt>
                <c:pt idx="155">
                  <c:v>4.2403249675507464</c:v>
                </c:pt>
                <c:pt idx="156">
                  <c:v>3.8240304708035708</c:v>
                </c:pt>
                <c:pt idx="157">
                  <c:v>3.7299130650020711</c:v>
                </c:pt>
                <c:pt idx="158">
                  <c:v>3.931541758807596</c:v>
                </c:pt>
                <c:pt idx="159">
                  <c:v>5.2490090621352872</c:v>
                </c:pt>
                <c:pt idx="160">
                  <c:v>6.5139055430351451</c:v>
                </c:pt>
                <c:pt idx="161">
                  <c:v>6.6428288218427909</c:v>
                </c:pt>
                <c:pt idx="162">
                  <c:v>7.3614263313375456</c:v>
                </c:pt>
                <c:pt idx="163">
                  <c:v>7.80235571867511</c:v>
                </c:pt>
                <c:pt idx="164">
                  <c:v>7.7435610927532137</c:v>
                </c:pt>
                <c:pt idx="165">
                  <c:v>7.1684324119532308</c:v>
                </c:pt>
                <c:pt idx="166">
                  <c:v>7.0634295096637212</c:v>
                </c:pt>
                <c:pt idx="167">
                  <c:v>7.0190154055855398</c:v>
                </c:pt>
                <c:pt idx="168">
                  <c:v>6.6489924235298616</c:v>
                </c:pt>
                <c:pt idx="169">
                  <c:v>6.5482706480585096</c:v>
                </c:pt>
                <c:pt idx="170">
                  <c:v>6.8684948502942138</c:v>
                </c:pt>
                <c:pt idx="171">
                  <c:v>8.7000054249563945</c:v>
                </c:pt>
                <c:pt idx="172">
                  <c:v>9.036367900003782</c:v>
                </c:pt>
                <c:pt idx="173">
                  <c:v>9.0950026298369711</c:v>
                </c:pt>
                <c:pt idx="174">
                  <c:v>9.414859921431864</c:v>
                </c:pt>
                <c:pt idx="175">
                  <c:v>9.7862859738795631</c:v>
                </c:pt>
                <c:pt idx="176">
                  <c:v>9.9726681079786541</c:v>
                </c:pt>
                <c:pt idx="177">
                  <c:v>10.01585839142543</c:v>
                </c:pt>
                <c:pt idx="178">
                  <c:v>10.243097353324799</c:v>
                </c:pt>
                <c:pt idx="179">
                  <c:v>10.27069756119587</c:v>
                </c:pt>
                <c:pt idx="180">
                  <c:v>10.339627172782381</c:v>
                </c:pt>
                <c:pt idx="181">
                  <c:v>10.59278357694879</c:v>
                </c:pt>
                <c:pt idx="182">
                  <c:v>10.83461608123063</c:v>
                </c:pt>
                <c:pt idx="183">
                  <c:v>10.9001426757434</c:v>
                </c:pt>
                <c:pt idx="184">
                  <c:v>10.906525642079121</c:v>
                </c:pt>
                <c:pt idx="185">
                  <c:v>11.007140880085309</c:v>
                </c:pt>
                <c:pt idx="186">
                  <c:v>11.03625167405961</c:v>
                </c:pt>
                <c:pt idx="187">
                  <c:v>10.99027476608337</c:v>
                </c:pt>
                <c:pt idx="188">
                  <c:v>10.693510029812071</c:v>
                </c:pt>
                <c:pt idx="189">
                  <c:v>10.48756716246722</c:v>
                </c:pt>
                <c:pt idx="190">
                  <c:v>10.434989216044491</c:v>
                </c:pt>
                <c:pt idx="191">
                  <c:v>10.4860528625443</c:v>
                </c:pt>
                <c:pt idx="192">
                  <c:v>10.550520285045049</c:v>
                </c:pt>
                <c:pt idx="193">
                  <c:v>10.639131369264391</c:v>
                </c:pt>
                <c:pt idx="194">
                  <c:v>10.6674963707892</c:v>
                </c:pt>
                <c:pt idx="195">
                  <c:v>10.70446369278136</c:v>
                </c:pt>
                <c:pt idx="196">
                  <c:v>10.78890624784492</c:v>
                </c:pt>
                <c:pt idx="197">
                  <c:v>10.85809188120276</c:v>
                </c:pt>
                <c:pt idx="198">
                  <c:v>10.87058387627064</c:v>
                </c:pt>
                <c:pt idx="199">
                  <c:v>10.849687917291</c:v>
                </c:pt>
                <c:pt idx="200">
                  <c:v>10.61081942954103</c:v>
                </c:pt>
                <c:pt idx="201">
                  <c:v>10.552139889614811</c:v>
                </c:pt>
                <c:pt idx="202">
                  <c:v>10.53051702627133</c:v>
                </c:pt>
                <c:pt idx="203">
                  <c:v>10.35645507974775</c:v>
                </c:pt>
                <c:pt idx="204">
                  <c:v>10.268070574135621</c:v>
                </c:pt>
                <c:pt idx="205">
                  <c:v>10.26882996546656</c:v>
                </c:pt>
                <c:pt idx="206">
                  <c:v>10.28193413006681</c:v>
                </c:pt>
                <c:pt idx="207">
                  <c:v>10.28290208337839</c:v>
                </c:pt>
                <c:pt idx="208">
                  <c:v>10.293653065161431</c:v>
                </c:pt>
                <c:pt idx="209">
                  <c:v>10.39900003109898</c:v>
                </c:pt>
                <c:pt idx="210">
                  <c:v>10.42515446024756</c:v>
                </c:pt>
                <c:pt idx="211">
                  <c:v>10.47775767098932</c:v>
                </c:pt>
                <c:pt idx="212">
                  <c:v>11.080714303977301</c:v>
                </c:pt>
                <c:pt idx="213">
                  <c:v>11.34477628578939</c:v>
                </c:pt>
                <c:pt idx="214">
                  <c:v>11.33326772119548</c:v>
                </c:pt>
                <c:pt idx="215">
                  <c:v>11.19219503316296</c:v>
                </c:pt>
                <c:pt idx="216">
                  <c:v>11.1819761480774</c:v>
                </c:pt>
                <c:pt idx="217">
                  <c:v>11.121472062532799</c:v>
                </c:pt>
                <c:pt idx="218">
                  <c:v>10.72577255341298</c:v>
                </c:pt>
                <c:pt idx="219">
                  <c:v>10.53645825287836</c:v>
                </c:pt>
                <c:pt idx="220">
                  <c:v>10.53457888548337</c:v>
                </c:pt>
                <c:pt idx="221">
                  <c:v>10.52081660467735</c:v>
                </c:pt>
                <c:pt idx="222">
                  <c:v>10.510973853684479</c:v>
                </c:pt>
                <c:pt idx="223">
                  <c:v>10.509280871498071</c:v>
                </c:pt>
                <c:pt idx="224">
                  <c:v>10.49028052151265</c:v>
                </c:pt>
                <c:pt idx="225">
                  <c:v>10.307298413258859</c:v>
                </c:pt>
                <c:pt idx="226">
                  <c:v>10.280377290088261</c:v>
                </c:pt>
                <c:pt idx="227">
                  <c:v>10.2355555960216</c:v>
                </c:pt>
                <c:pt idx="228">
                  <c:v>9.8129312005773635</c:v>
                </c:pt>
                <c:pt idx="229">
                  <c:v>9.5691671188412979</c:v>
                </c:pt>
                <c:pt idx="230">
                  <c:v>9.5479685754854167</c:v>
                </c:pt>
                <c:pt idx="231">
                  <c:v>9.5658053765936994</c:v>
                </c:pt>
                <c:pt idx="232">
                  <c:v>9.6026512975368625</c:v>
                </c:pt>
                <c:pt idx="233">
                  <c:v>9.6239654111964974</c:v>
                </c:pt>
                <c:pt idx="234">
                  <c:v>9.6358660508945047</c:v>
                </c:pt>
                <c:pt idx="235">
                  <c:v>9.6079860723669537</c:v>
                </c:pt>
                <c:pt idx="236">
                  <c:v>9.1962239211313577</c:v>
                </c:pt>
                <c:pt idx="237">
                  <c:v>9.0864026777953697</c:v>
                </c:pt>
                <c:pt idx="238">
                  <c:v>9.0990459309951657</c:v>
                </c:pt>
                <c:pt idx="239">
                  <c:v>9.1991227627479386</c:v>
                </c:pt>
                <c:pt idx="240">
                  <c:v>9.2697715808499197</c:v>
                </c:pt>
                <c:pt idx="241">
                  <c:v>9.3480609185585646</c:v>
                </c:pt>
                <c:pt idx="242">
                  <c:v>9.6911727701160082</c:v>
                </c:pt>
                <c:pt idx="243">
                  <c:v>10.00587252679084</c:v>
                </c:pt>
                <c:pt idx="244">
                  <c:v>10.06257430339414</c:v>
                </c:pt>
                <c:pt idx="245">
                  <c:v>9.9505047258553905</c:v>
                </c:pt>
                <c:pt idx="246">
                  <c:v>9.6588974356795276</c:v>
                </c:pt>
                <c:pt idx="247">
                  <c:v>9.4764014825562217</c:v>
                </c:pt>
                <c:pt idx="248">
                  <c:v>9.4848440610157407</c:v>
                </c:pt>
                <c:pt idx="249">
                  <c:v>9.501566362409914</c:v>
                </c:pt>
                <c:pt idx="250">
                  <c:v>9.9017134907909217</c:v>
                </c:pt>
                <c:pt idx="251">
                  <c:v>9.9409843219000109</c:v>
                </c:pt>
                <c:pt idx="252">
                  <c:v>10.210803700939969</c:v>
                </c:pt>
                <c:pt idx="253">
                  <c:v>10.30623848141223</c:v>
                </c:pt>
                <c:pt idx="254">
                  <c:v>10.29877357600483</c:v>
                </c:pt>
                <c:pt idx="255">
                  <c:v>10.234363731368409</c:v>
                </c:pt>
                <c:pt idx="256">
                  <c:v>10.198452731191709</c:v>
                </c:pt>
                <c:pt idx="257">
                  <c:v>10.226641443958201</c:v>
                </c:pt>
                <c:pt idx="258">
                  <c:v>10.24444310536853</c:v>
                </c:pt>
                <c:pt idx="259">
                  <c:v>10.658092581746921</c:v>
                </c:pt>
                <c:pt idx="260">
                  <c:v>10.71970018451535</c:v>
                </c:pt>
                <c:pt idx="261">
                  <c:v>10.736268401342111</c:v>
                </c:pt>
                <c:pt idx="262">
                  <c:v>10.884490666889469</c:v>
                </c:pt>
                <c:pt idx="263">
                  <c:v>10.957461207584659</c:v>
                </c:pt>
                <c:pt idx="264">
                  <c:v>10.893577611633249</c:v>
                </c:pt>
                <c:pt idx="265">
                  <c:v>10.430195576598299</c:v>
                </c:pt>
                <c:pt idx="266">
                  <c:v>10.092627873360669</c:v>
                </c:pt>
                <c:pt idx="267">
                  <c:v>10.107078444222459</c:v>
                </c:pt>
                <c:pt idx="268">
                  <c:v>10.244502770732041</c:v>
                </c:pt>
                <c:pt idx="269">
                  <c:v>10.26702397538036</c:v>
                </c:pt>
                <c:pt idx="270">
                  <c:v>10.286272997565471</c:v>
                </c:pt>
                <c:pt idx="271">
                  <c:v>10.402441220947169</c:v>
                </c:pt>
                <c:pt idx="272">
                  <c:v>10.479172167514299</c:v>
                </c:pt>
                <c:pt idx="273">
                  <c:v>10.468713250039119</c:v>
                </c:pt>
                <c:pt idx="274">
                  <c:v>10.410964229299511</c:v>
                </c:pt>
                <c:pt idx="275">
                  <c:v>10.32614136888729</c:v>
                </c:pt>
                <c:pt idx="276">
                  <c:v>10.29677497224746</c:v>
                </c:pt>
                <c:pt idx="277">
                  <c:v>10.289454236889471</c:v>
                </c:pt>
                <c:pt idx="278">
                  <c:v>10.181533133349729</c:v>
                </c:pt>
                <c:pt idx="279">
                  <c:v>10.13557541119475</c:v>
                </c:pt>
                <c:pt idx="280">
                  <c:v>10.15220562514456</c:v>
                </c:pt>
                <c:pt idx="281">
                  <c:v>10.34983107445448</c:v>
                </c:pt>
                <c:pt idx="282">
                  <c:v>10.356419482596859</c:v>
                </c:pt>
                <c:pt idx="283">
                  <c:v>10.25148165864038</c:v>
                </c:pt>
                <c:pt idx="284">
                  <c:v>10.16829176458209</c:v>
                </c:pt>
                <c:pt idx="285">
                  <c:v>10.16459496546247</c:v>
                </c:pt>
                <c:pt idx="286">
                  <c:v>10.16272828032503</c:v>
                </c:pt>
                <c:pt idx="287">
                  <c:v>10.119179037402111</c:v>
                </c:pt>
                <c:pt idx="288">
                  <c:v>10.099670660401999</c:v>
                </c:pt>
                <c:pt idx="289">
                  <c:v>10.09797282506649</c:v>
                </c:pt>
                <c:pt idx="290">
                  <c:v>9.7291877858968778</c:v>
                </c:pt>
                <c:pt idx="291">
                  <c:v>9.5288098823220047</c:v>
                </c:pt>
                <c:pt idx="292">
                  <c:v>9.8967969106570699</c:v>
                </c:pt>
                <c:pt idx="293">
                  <c:v>10.19835510454401</c:v>
                </c:pt>
                <c:pt idx="294">
                  <c:v>10.21519469409947</c:v>
                </c:pt>
                <c:pt idx="295">
                  <c:v>10.261867626128501</c:v>
                </c:pt>
                <c:pt idx="296">
                  <c:v>10.286407235597601</c:v>
                </c:pt>
                <c:pt idx="297">
                  <c:v>10.290533912086429</c:v>
                </c:pt>
                <c:pt idx="298">
                  <c:v>10.266693589194629</c:v>
                </c:pt>
                <c:pt idx="299">
                  <c:v>9.9826302669628859</c:v>
                </c:pt>
                <c:pt idx="300">
                  <c:v>9.9364650355316879</c:v>
                </c:pt>
                <c:pt idx="301">
                  <c:v>9.9362907711335087</c:v>
                </c:pt>
                <c:pt idx="302">
                  <c:v>9.9350562022139197</c:v>
                </c:pt>
                <c:pt idx="303">
                  <c:v>9.9345764082141184</c:v>
                </c:pt>
                <c:pt idx="304">
                  <c:v>9.9342556189076259</c:v>
                </c:pt>
                <c:pt idx="305">
                  <c:v>9.9304627266719212</c:v>
                </c:pt>
                <c:pt idx="306">
                  <c:v>9.9287676226605193</c:v>
                </c:pt>
                <c:pt idx="307">
                  <c:v>9.9243530163866183</c:v>
                </c:pt>
                <c:pt idx="308">
                  <c:v>9.8343526871753237</c:v>
                </c:pt>
                <c:pt idx="309">
                  <c:v>9.8123320546933446</c:v>
                </c:pt>
                <c:pt idx="310">
                  <c:v>9.7890918295765932</c:v>
                </c:pt>
                <c:pt idx="311">
                  <c:v>9.5907806613209807</c:v>
                </c:pt>
                <c:pt idx="312">
                  <c:v>9.370400462089103</c:v>
                </c:pt>
                <c:pt idx="313">
                  <c:v>9.2116449458070484</c:v>
                </c:pt>
                <c:pt idx="314">
                  <c:v>9.1863423351215729</c:v>
                </c:pt>
                <c:pt idx="315">
                  <c:v>9.2345052043345017</c:v>
                </c:pt>
                <c:pt idx="316">
                  <c:v>9.6030006838760791</c:v>
                </c:pt>
                <c:pt idx="317">
                  <c:v>9.6915530678369208</c:v>
                </c:pt>
                <c:pt idx="318">
                  <c:v>9.7075897080539484</c:v>
                </c:pt>
                <c:pt idx="319">
                  <c:v>9.9002813193956882</c:v>
                </c:pt>
                <c:pt idx="320">
                  <c:v>9.9180602902924022</c:v>
                </c:pt>
                <c:pt idx="321">
                  <c:v>9.945562065430666</c:v>
                </c:pt>
                <c:pt idx="322">
                  <c:v>10.10637732878237</c:v>
                </c:pt>
                <c:pt idx="323">
                  <c:v>10.21632025060347</c:v>
                </c:pt>
                <c:pt idx="324">
                  <c:v>10.22080571247132</c:v>
                </c:pt>
                <c:pt idx="325">
                  <c:v>10.23978991732254</c:v>
                </c:pt>
                <c:pt idx="326">
                  <c:v>10.25579856051051</c:v>
                </c:pt>
                <c:pt idx="327">
                  <c:v>10.240027073543191</c:v>
                </c:pt>
                <c:pt idx="328">
                  <c:v>9.9780694931543383</c:v>
                </c:pt>
                <c:pt idx="329">
                  <c:v>9.888202581509379</c:v>
                </c:pt>
                <c:pt idx="330">
                  <c:v>9.9501509017565386</c:v>
                </c:pt>
                <c:pt idx="331">
                  <c:v>10.49075455300088</c:v>
                </c:pt>
                <c:pt idx="332">
                  <c:v>10.44938557276442</c:v>
                </c:pt>
                <c:pt idx="333">
                  <c:v>10.349434068497111</c:v>
                </c:pt>
                <c:pt idx="334">
                  <c:v>10.26251164202198</c:v>
                </c:pt>
                <c:pt idx="335">
                  <c:v>10.261288553623089</c:v>
                </c:pt>
                <c:pt idx="336">
                  <c:v>10.24807007904991</c:v>
                </c:pt>
                <c:pt idx="337">
                  <c:v>10.237573548623351</c:v>
                </c:pt>
                <c:pt idx="338">
                  <c:v>10.234266906633369</c:v>
                </c:pt>
                <c:pt idx="339">
                  <c:v>10.33090960947921</c:v>
                </c:pt>
                <c:pt idx="340">
                  <c:v>10.63430360450228</c:v>
                </c:pt>
                <c:pt idx="341">
                  <c:v>10.90356097367912</c:v>
                </c:pt>
                <c:pt idx="342">
                  <c:v>10.855793936018371</c:v>
                </c:pt>
                <c:pt idx="343">
                  <c:v>10.56006973515934</c:v>
                </c:pt>
                <c:pt idx="344">
                  <c:v>10.28719531900423</c:v>
                </c:pt>
                <c:pt idx="345">
                  <c:v>10.060859119899691</c:v>
                </c:pt>
                <c:pt idx="346">
                  <c:v>10.06378726154596</c:v>
                </c:pt>
                <c:pt idx="347">
                  <c:v>10.08236229900783</c:v>
                </c:pt>
                <c:pt idx="348">
                  <c:v>10.09501634286454</c:v>
                </c:pt>
                <c:pt idx="349">
                  <c:v>10.097443557358609</c:v>
                </c:pt>
                <c:pt idx="350">
                  <c:v>10.116461656400091</c:v>
                </c:pt>
                <c:pt idx="351">
                  <c:v>10.340414400649051</c:v>
                </c:pt>
                <c:pt idx="352">
                  <c:v>10.62918008593873</c:v>
                </c:pt>
                <c:pt idx="353">
                  <c:v>10.58256253946743</c:v>
                </c:pt>
                <c:pt idx="354">
                  <c:v>10.52149300771713</c:v>
                </c:pt>
                <c:pt idx="355">
                  <c:v>8.9812443594493416</c:v>
                </c:pt>
                <c:pt idx="356">
                  <c:v>9.0486436771444083</c:v>
                </c:pt>
                <c:pt idx="357">
                  <c:v>9.4149319290940845</c:v>
                </c:pt>
                <c:pt idx="358">
                  <c:v>9.9313276282085461</c:v>
                </c:pt>
                <c:pt idx="359">
                  <c:v>10.023377749115561</c:v>
                </c:pt>
                <c:pt idx="360">
                  <c:v>10.05131971311447</c:v>
                </c:pt>
                <c:pt idx="361">
                  <c:v>10.319158076913819</c:v>
                </c:pt>
                <c:pt idx="362">
                  <c:v>10.455704397866571</c:v>
                </c:pt>
                <c:pt idx="363">
                  <c:v>10.42069783184879</c:v>
                </c:pt>
                <c:pt idx="364">
                  <c:v>9.9487870494250306</c:v>
                </c:pt>
                <c:pt idx="365">
                  <c:v>9.7440010591453134</c:v>
                </c:pt>
                <c:pt idx="366">
                  <c:v>9.7344798887189725</c:v>
                </c:pt>
                <c:pt idx="367">
                  <c:v>9.6843235733540176</c:v>
                </c:pt>
                <c:pt idx="368">
                  <c:v>9.6440825077613663</c:v>
                </c:pt>
                <c:pt idx="369">
                  <c:v>9.631271498926564</c:v>
                </c:pt>
                <c:pt idx="370">
                  <c:v>9.6609374484436561</c:v>
                </c:pt>
                <c:pt idx="371">
                  <c:v>9.8660548493184894</c:v>
                </c:pt>
                <c:pt idx="372">
                  <c:v>9.9356895093088848</c:v>
                </c:pt>
                <c:pt idx="373">
                  <c:v>9.9353245336573401</c:v>
                </c:pt>
                <c:pt idx="374">
                  <c:v>9.9313691273278728</c:v>
                </c:pt>
                <c:pt idx="375">
                  <c:v>9.9306563318173513</c:v>
                </c:pt>
                <c:pt idx="376">
                  <c:v>9.9538035424421754</c:v>
                </c:pt>
                <c:pt idx="377">
                  <c:v>10.103931823340091</c:v>
                </c:pt>
                <c:pt idx="378">
                  <c:v>10.272545470293959</c:v>
                </c:pt>
                <c:pt idx="379">
                  <c:v>10.34930731625405</c:v>
                </c:pt>
                <c:pt idx="380">
                  <c:v>10.303091417414491</c:v>
                </c:pt>
                <c:pt idx="381">
                  <c:v>9.825317074657427</c:v>
                </c:pt>
                <c:pt idx="382">
                  <c:v>9.5819233617295545</c:v>
                </c:pt>
                <c:pt idx="383">
                  <c:v>9.578981515824518</c:v>
                </c:pt>
                <c:pt idx="384">
                  <c:v>9.5637059237119555</c:v>
                </c:pt>
                <c:pt idx="385">
                  <c:v>9.5483085692285385</c:v>
                </c:pt>
                <c:pt idx="386">
                  <c:v>9.5480339434497861</c:v>
                </c:pt>
                <c:pt idx="387">
                  <c:v>9.5455672170801229</c:v>
                </c:pt>
                <c:pt idx="388">
                  <c:v>9.5432783988886669</c:v>
                </c:pt>
                <c:pt idx="389">
                  <c:v>9.5415687611539077</c:v>
                </c:pt>
                <c:pt idx="390">
                  <c:v>9.5373452038392497</c:v>
                </c:pt>
                <c:pt idx="391">
                  <c:v>9.4967431427049345</c:v>
                </c:pt>
                <c:pt idx="392">
                  <c:v>9.4560793697454475</c:v>
                </c:pt>
                <c:pt idx="393">
                  <c:v>9.4231172325672183</c:v>
                </c:pt>
                <c:pt idx="394">
                  <c:v>9.4109106335485269</c:v>
                </c:pt>
                <c:pt idx="395">
                  <c:v>9.2801861853845011</c:v>
                </c:pt>
                <c:pt idx="396">
                  <c:v>8.9217145732183791</c:v>
                </c:pt>
                <c:pt idx="397">
                  <c:v>8.8323996668239442</c:v>
                </c:pt>
                <c:pt idx="398">
                  <c:v>8.8619739366755628</c:v>
                </c:pt>
                <c:pt idx="399">
                  <c:v>9.0969253725363934</c:v>
                </c:pt>
                <c:pt idx="400">
                  <c:v>9.2301778016989768</c:v>
                </c:pt>
                <c:pt idx="401">
                  <c:v>9.2129422229400362</c:v>
                </c:pt>
                <c:pt idx="402">
                  <c:v>9.1955676755960596</c:v>
                </c:pt>
                <c:pt idx="403">
                  <c:v>8.828433519221873</c:v>
                </c:pt>
                <c:pt idx="404">
                  <c:v>8.850530508801242</c:v>
                </c:pt>
                <c:pt idx="405">
                  <c:v>9.1028452621512859</c:v>
                </c:pt>
                <c:pt idx="406">
                  <c:v>9.1823092997975433</c:v>
                </c:pt>
                <c:pt idx="407">
                  <c:v>9.2080816129335012</c:v>
                </c:pt>
                <c:pt idx="408">
                  <c:v>9.5480275359611184</c:v>
                </c:pt>
                <c:pt idx="409">
                  <c:v>9.7537857922077329</c:v>
                </c:pt>
                <c:pt idx="410">
                  <c:v>9.704595501479572</c:v>
                </c:pt>
                <c:pt idx="411">
                  <c:v>9.6728505627996952</c:v>
                </c:pt>
                <c:pt idx="412">
                  <c:v>8.8466705783738568</c:v>
                </c:pt>
                <c:pt idx="413">
                  <c:v>8.9088766829716608</c:v>
                </c:pt>
                <c:pt idx="414">
                  <c:v>9.2583586460808309</c:v>
                </c:pt>
                <c:pt idx="415">
                  <c:v>9.3858900779921957</c:v>
                </c:pt>
                <c:pt idx="416">
                  <c:v>9.4053373958738398</c:v>
                </c:pt>
                <c:pt idx="417">
                  <c:v>9.6206191475076377</c:v>
                </c:pt>
                <c:pt idx="418">
                  <c:v>9.7515804697232813</c:v>
                </c:pt>
                <c:pt idx="419">
                  <c:v>9.7756503227866354</c:v>
                </c:pt>
                <c:pt idx="420">
                  <c:v>9.7750001501927777</c:v>
                </c:pt>
                <c:pt idx="421">
                  <c:v>9.7638515877548091</c:v>
                </c:pt>
                <c:pt idx="422">
                  <c:v>9.7621685289287559</c:v>
                </c:pt>
                <c:pt idx="423">
                  <c:v>9.759151769537258</c:v>
                </c:pt>
                <c:pt idx="424">
                  <c:v>9.7516286418953424</c:v>
                </c:pt>
                <c:pt idx="425">
                  <c:v>9.740026420724897</c:v>
                </c:pt>
                <c:pt idx="426">
                  <c:v>9.6895116709802842</c:v>
                </c:pt>
                <c:pt idx="427">
                  <c:v>9.6634361875487187</c:v>
                </c:pt>
                <c:pt idx="428">
                  <c:v>9.6549873390687644</c:v>
                </c:pt>
                <c:pt idx="429">
                  <c:v>9.6069365553915826</c:v>
                </c:pt>
                <c:pt idx="430">
                  <c:v>9.2094393697015597</c:v>
                </c:pt>
                <c:pt idx="431">
                  <c:v>9.0965206998485648</c:v>
                </c:pt>
                <c:pt idx="432">
                  <c:v>9.0978774347726059</c:v>
                </c:pt>
                <c:pt idx="433">
                  <c:v>9.1117093427365337</c:v>
                </c:pt>
                <c:pt idx="434">
                  <c:v>9.1230437209477948</c:v>
                </c:pt>
                <c:pt idx="435">
                  <c:v>9.1276437770330503</c:v>
                </c:pt>
                <c:pt idx="436">
                  <c:v>9.1345051687654983</c:v>
                </c:pt>
                <c:pt idx="437">
                  <c:v>9.1477111479557749</c:v>
                </c:pt>
                <c:pt idx="438">
                  <c:v>9.1599979587140901</c:v>
                </c:pt>
                <c:pt idx="439">
                  <c:v>9.1655476204967563</c:v>
                </c:pt>
                <c:pt idx="440">
                  <c:v>9.1121640152882861</c:v>
                </c:pt>
                <c:pt idx="441">
                  <c:v>8.7984243359779679</c:v>
                </c:pt>
                <c:pt idx="442">
                  <c:v>8.6932871911320166</c:v>
                </c:pt>
                <c:pt idx="443">
                  <c:v>8.7382802485544175</c:v>
                </c:pt>
                <c:pt idx="444">
                  <c:v>8.9176683645222745</c:v>
                </c:pt>
                <c:pt idx="445">
                  <c:v>9.0287803784381815</c:v>
                </c:pt>
                <c:pt idx="446">
                  <c:v>9.0267140372170918</c:v>
                </c:pt>
                <c:pt idx="447">
                  <c:v>9.0089254072613674</c:v>
                </c:pt>
                <c:pt idx="448">
                  <c:v>8.991112029110722</c:v>
                </c:pt>
                <c:pt idx="449">
                  <c:v>8.9860596151026062</c:v>
                </c:pt>
                <c:pt idx="450">
                  <c:v>8.9618750142157246</c:v>
                </c:pt>
                <c:pt idx="451">
                  <c:v>8.9594423066010371</c:v>
                </c:pt>
                <c:pt idx="452">
                  <c:v>8.9300641819202689</c:v>
                </c:pt>
                <c:pt idx="453">
                  <c:v>8.7678515850605656</c:v>
                </c:pt>
                <c:pt idx="454">
                  <c:v>8.5747908764131822</c:v>
                </c:pt>
                <c:pt idx="455">
                  <c:v>8.5457311597064542</c:v>
                </c:pt>
                <c:pt idx="456">
                  <c:v>8.5311568584747661</c:v>
                </c:pt>
                <c:pt idx="457">
                  <c:v>8.2152953965096245</c:v>
                </c:pt>
                <c:pt idx="458">
                  <c:v>8.1275799689910002</c:v>
                </c:pt>
                <c:pt idx="459">
                  <c:v>8.1805304505847793</c:v>
                </c:pt>
                <c:pt idx="460">
                  <c:v>8.3897820298975798</c:v>
                </c:pt>
                <c:pt idx="461">
                  <c:v>8.5384848522309476</c:v>
                </c:pt>
                <c:pt idx="462">
                  <c:v>8.5638704610113425</c:v>
                </c:pt>
                <c:pt idx="463">
                  <c:v>8.636787663396607</c:v>
                </c:pt>
                <c:pt idx="464">
                  <c:v>8.9033003249407283</c:v>
                </c:pt>
                <c:pt idx="465">
                  <c:v>8.9286587607336081</c:v>
                </c:pt>
                <c:pt idx="466">
                  <c:v>8.8855147231669047</c:v>
                </c:pt>
                <c:pt idx="467">
                  <c:v>8.4377169135451915</c:v>
                </c:pt>
                <c:pt idx="468">
                  <c:v>8.22859142240487</c:v>
                </c:pt>
                <c:pt idx="469">
                  <c:v>8.2223785308118913</c:v>
                </c:pt>
                <c:pt idx="470">
                  <c:v>8.1794830747965168</c:v>
                </c:pt>
                <c:pt idx="471">
                  <c:v>8.1502913189841237</c:v>
                </c:pt>
                <c:pt idx="472">
                  <c:v>8.1450633069617115</c:v>
                </c:pt>
                <c:pt idx="473">
                  <c:v>8.0778905457306376</c:v>
                </c:pt>
                <c:pt idx="474">
                  <c:v>8.0430666473701269</c:v>
                </c:pt>
                <c:pt idx="475">
                  <c:v>7.921842741632477</c:v>
                </c:pt>
                <c:pt idx="476">
                  <c:v>7.876289625384497</c:v>
                </c:pt>
                <c:pt idx="477">
                  <c:v>7.833196095737379</c:v>
                </c:pt>
                <c:pt idx="478">
                  <c:v>7.5423427183865686</c:v>
                </c:pt>
                <c:pt idx="479">
                  <c:v>7.3388367145283837</c:v>
                </c:pt>
                <c:pt idx="480">
                  <c:v>7.3622592660866779</c:v>
                </c:pt>
                <c:pt idx="481">
                  <c:v>7.5941270020388583</c:v>
                </c:pt>
                <c:pt idx="482">
                  <c:v>7.4968297283677341</c:v>
                </c:pt>
                <c:pt idx="483">
                  <c:v>7.1765251097966036</c:v>
                </c:pt>
                <c:pt idx="484">
                  <c:v>7.0252187674455202</c:v>
                </c:pt>
                <c:pt idx="485">
                  <c:v>7.0191861686786412</c:v>
                </c:pt>
                <c:pt idx="486">
                  <c:v>6.9245664633334192</c:v>
                </c:pt>
                <c:pt idx="487">
                  <c:v>6.8763470803851856</c:v>
                </c:pt>
                <c:pt idx="488">
                  <c:v>6.9740609265836406</c:v>
                </c:pt>
                <c:pt idx="489">
                  <c:v>6.9990323482123431</c:v>
                </c:pt>
                <c:pt idx="490">
                  <c:v>7.4567785179462431</c:v>
                </c:pt>
                <c:pt idx="491">
                  <c:v>7.4768704118772753</c:v>
                </c:pt>
                <c:pt idx="492">
                  <c:v>7.4967006289315137</c:v>
                </c:pt>
                <c:pt idx="493">
                  <c:v>7.5127776965280768</c:v>
                </c:pt>
                <c:pt idx="494">
                  <c:v>7.518566547289808</c:v>
                </c:pt>
                <c:pt idx="495">
                  <c:v>7.4933085686119467</c:v>
                </c:pt>
                <c:pt idx="496">
                  <c:v>7.4649202545980122</c:v>
                </c:pt>
                <c:pt idx="497">
                  <c:v>7.4145075026212748</c:v>
                </c:pt>
                <c:pt idx="498">
                  <c:v>7.4044419025133363</c:v>
                </c:pt>
                <c:pt idx="499">
                  <c:v>7.4153289347083016</c:v>
                </c:pt>
                <c:pt idx="500">
                  <c:v>7.4915671096360219</c:v>
                </c:pt>
                <c:pt idx="501">
                  <c:v>7.5251505991925072</c:v>
                </c:pt>
                <c:pt idx="502">
                  <c:v>7.53019095002578</c:v>
                </c:pt>
                <c:pt idx="503">
                  <c:v>7.560075255995458</c:v>
                </c:pt>
                <c:pt idx="504">
                  <c:v>7.5785813950179586</c:v>
                </c:pt>
                <c:pt idx="505">
                  <c:v>7.5818938960703974</c:v>
                </c:pt>
                <c:pt idx="506">
                  <c:v>7.5958169043147734</c:v>
                </c:pt>
                <c:pt idx="507">
                  <c:v>7.8638833530742556</c:v>
                </c:pt>
                <c:pt idx="508">
                  <c:v>7.8845331527687401</c:v>
                </c:pt>
                <c:pt idx="509">
                  <c:v>7.8554026977496791</c:v>
                </c:pt>
                <c:pt idx="510">
                  <c:v>7.7638814637736351</c:v>
                </c:pt>
                <c:pt idx="511">
                  <c:v>7.7129754462447888</c:v>
                </c:pt>
                <c:pt idx="512">
                  <c:v>7.6902183875490806</c:v>
                </c:pt>
                <c:pt idx="513">
                  <c:v>7.504921492818287</c:v>
                </c:pt>
                <c:pt idx="514">
                  <c:v>7.1869619759585497</c:v>
                </c:pt>
                <c:pt idx="515">
                  <c:v>7.1408469668557339</c:v>
                </c:pt>
                <c:pt idx="516">
                  <c:v>7.1482683999087326</c:v>
                </c:pt>
                <c:pt idx="517">
                  <c:v>7.2539681062486441</c:v>
                </c:pt>
                <c:pt idx="518">
                  <c:v>7.2942504083541984</c:v>
                </c:pt>
                <c:pt idx="519">
                  <c:v>7.2948380248204439</c:v>
                </c:pt>
                <c:pt idx="520">
                  <c:v>7.2991570886435468</c:v>
                </c:pt>
                <c:pt idx="521">
                  <c:v>7.3019729874382131</c:v>
                </c:pt>
                <c:pt idx="522">
                  <c:v>7.3220415831594012</c:v>
                </c:pt>
                <c:pt idx="523">
                  <c:v>7.4683633488763688</c:v>
                </c:pt>
                <c:pt idx="524">
                  <c:v>7.43043594390085</c:v>
                </c:pt>
                <c:pt idx="525">
                  <c:v>7.1648959886240808</c:v>
                </c:pt>
                <c:pt idx="526">
                  <c:v>7.0576949526338693</c:v>
                </c:pt>
                <c:pt idx="527">
                  <c:v>7.0155795701542827</c:v>
                </c:pt>
                <c:pt idx="528">
                  <c:v>6.7359662650760068</c:v>
                </c:pt>
                <c:pt idx="529">
                  <c:v>6.5074475966575331</c:v>
                </c:pt>
                <c:pt idx="530">
                  <c:v>6.4722593067218241</c:v>
                </c:pt>
                <c:pt idx="531">
                  <c:v>6.2606816086176256</c:v>
                </c:pt>
                <c:pt idx="532">
                  <c:v>5.9629993797402996</c:v>
                </c:pt>
                <c:pt idx="533">
                  <c:v>5.844890342364927</c:v>
                </c:pt>
                <c:pt idx="534">
                  <c:v>4.3993329615712309</c:v>
                </c:pt>
                <c:pt idx="535">
                  <c:v>2.907001384286791</c:v>
                </c:pt>
                <c:pt idx="536">
                  <c:v>1.396200425950747</c:v>
                </c:pt>
                <c:pt idx="537">
                  <c:v>1.601124539459243</c:v>
                </c:pt>
                <c:pt idx="538">
                  <c:v>3.7633959454984489</c:v>
                </c:pt>
                <c:pt idx="539">
                  <c:v>4.1184499350549002</c:v>
                </c:pt>
                <c:pt idx="540">
                  <c:v>4.2295470231720218</c:v>
                </c:pt>
                <c:pt idx="541">
                  <c:v>5.686945290814978</c:v>
                </c:pt>
                <c:pt idx="542">
                  <c:v>5.5152399909681424</c:v>
                </c:pt>
                <c:pt idx="543">
                  <c:v>3.5737466497024482</c:v>
                </c:pt>
                <c:pt idx="544">
                  <c:v>1.345259616510492</c:v>
                </c:pt>
                <c:pt idx="545">
                  <c:v>0.54476084090112142</c:v>
                </c:pt>
                <c:pt idx="546">
                  <c:v>0.61851011357398078</c:v>
                </c:pt>
                <c:pt idx="547">
                  <c:v>1.3014738788367519</c:v>
                </c:pt>
                <c:pt idx="548">
                  <c:v>2.0217254559157221</c:v>
                </c:pt>
                <c:pt idx="549">
                  <c:v>2.4395325818037121</c:v>
                </c:pt>
                <c:pt idx="550">
                  <c:v>2.4304568721295881</c:v>
                </c:pt>
                <c:pt idx="551">
                  <c:v>2.3624553819559799</c:v>
                </c:pt>
                <c:pt idx="552">
                  <c:v>2.3051750559016622</c:v>
                </c:pt>
                <c:pt idx="553">
                  <c:v>2.252813610229365</c:v>
                </c:pt>
                <c:pt idx="554">
                  <c:v>2.2441760028012672</c:v>
                </c:pt>
                <c:pt idx="555">
                  <c:v>2.1187168133817269</c:v>
                </c:pt>
                <c:pt idx="556">
                  <c:v>1.068763538524099</c:v>
                </c:pt>
                <c:pt idx="557">
                  <c:v>0.88185381527982865</c:v>
                </c:pt>
                <c:pt idx="558">
                  <c:v>0.92737430594625336</c:v>
                </c:pt>
                <c:pt idx="559">
                  <c:v>1.251739207200258</c:v>
                </c:pt>
                <c:pt idx="560">
                  <c:v>1.379880263966706</c:v>
                </c:pt>
                <c:pt idx="561">
                  <c:v>1.770377616957679</c:v>
                </c:pt>
                <c:pt idx="562">
                  <c:v>2.5058530029058348</c:v>
                </c:pt>
                <c:pt idx="563">
                  <c:v>2.8094433599011519</c:v>
                </c:pt>
                <c:pt idx="564">
                  <c:v>2.6680745769690639</c:v>
                </c:pt>
                <c:pt idx="565">
                  <c:v>1.8664386607188219</c:v>
                </c:pt>
                <c:pt idx="566">
                  <c:v>1.0022689929187929</c:v>
                </c:pt>
                <c:pt idx="567">
                  <c:v>0.67766812575130497</c:v>
                </c:pt>
                <c:pt idx="568">
                  <c:v>0.78909478885909445</c:v>
                </c:pt>
                <c:pt idx="569">
                  <c:v>1.3768823050825949</c:v>
                </c:pt>
                <c:pt idx="570">
                  <c:v>1.8194179130010391</c:v>
                </c:pt>
                <c:pt idx="571">
                  <c:v>1.9956036320770969</c:v>
                </c:pt>
                <c:pt idx="572">
                  <c:v>2.549485487945605</c:v>
                </c:pt>
                <c:pt idx="573">
                  <c:v>2.7286129649445301</c:v>
                </c:pt>
                <c:pt idx="574">
                  <c:v>2.6750580907826049</c:v>
                </c:pt>
                <c:pt idx="575">
                  <c:v>2.094878093748489</c:v>
                </c:pt>
                <c:pt idx="576">
                  <c:v>1.873603936852376</c:v>
                </c:pt>
                <c:pt idx="577">
                  <c:v>1.7966824816348059</c:v>
                </c:pt>
                <c:pt idx="578">
                  <c:v>0.91911212246300356</c:v>
                </c:pt>
                <c:pt idx="579">
                  <c:v>0.9082323411647335</c:v>
                </c:pt>
                <c:pt idx="580">
                  <c:v>0.69698123502842724</c:v>
                </c:pt>
                <c:pt idx="581">
                  <c:v>0.54982149088304377</c:v>
                </c:pt>
                <c:pt idx="582">
                  <c:v>0.54635501308069867</c:v>
                </c:pt>
                <c:pt idx="583">
                  <c:v>0.53658428747193876</c:v>
                </c:pt>
                <c:pt idx="584">
                  <c:v>0.52520197298921489</c:v>
                </c:pt>
                <c:pt idx="585">
                  <c:v>0.51920732998177654</c:v>
                </c:pt>
                <c:pt idx="586">
                  <c:v>0.55033356867297611</c:v>
                </c:pt>
                <c:pt idx="587">
                  <c:v>0.56617938251049782</c:v>
                </c:pt>
                <c:pt idx="588">
                  <c:v>0.7326640548176433</c:v>
                </c:pt>
                <c:pt idx="589">
                  <c:v>0.7726756881259067</c:v>
                </c:pt>
                <c:pt idx="590">
                  <c:v>0.76055737464666495</c:v>
                </c:pt>
                <c:pt idx="591">
                  <c:v>0.64700207577795521</c:v>
                </c:pt>
                <c:pt idx="592">
                  <c:v>0.58096246067574497</c:v>
                </c:pt>
                <c:pt idx="593">
                  <c:v>0.55881412267789854</c:v>
                </c:pt>
                <c:pt idx="594">
                  <c:v>0.4174018104030332</c:v>
                </c:pt>
                <c:pt idx="595">
                  <c:v>0.25384873998589907</c:v>
                </c:pt>
                <c:pt idx="596">
                  <c:v>0.19270709827817761</c:v>
                </c:pt>
                <c:pt idx="597">
                  <c:v>0.19070289927364151</c:v>
                </c:pt>
                <c:pt idx="598">
                  <c:v>0.18749914519400179</c:v>
                </c:pt>
                <c:pt idx="599">
                  <c:v>0.18372832094163599</c:v>
                </c:pt>
                <c:pt idx="600">
                  <c:v>0.1829538899409173</c:v>
                </c:pt>
                <c:pt idx="601">
                  <c:v>0.1770998085030166</c:v>
                </c:pt>
                <c:pt idx="602">
                  <c:v>0.1722558991622512</c:v>
                </c:pt>
                <c:pt idx="603">
                  <c:v>0.1670222972636107</c:v>
                </c:pt>
                <c:pt idx="604">
                  <c:v>0.16623711676801181</c:v>
                </c:pt>
                <c:pt idx="605">
                  <c:v>0.19321377311506449</c:v>
                </c:pt>
                <c:pt idx="606">
                  <c:v>0.40525446468202458</c:v>
                </c:pt>
                <c:pt idx="607">
                  <c:v>0.39443753604497961</c:v>
                </c:pt>
                <c:pt idx="608">
                  <c:v>0.33286310739428238</c:v>
                </c:pt>
                <c:pt idx="609">
                  <c:v>0.28923519989114399</c:v>
                </c:pt>
                <c:pt idx="610">
                  <c:v>0.23438653917516969</c:v>
                </c:pt>
                <c:pt idx="611">
                  <c:v>0.19328685285865749</c:v>
                </c:pt>
                <c:pt idx="612">
                  <c:v>0.11050503716799789</c:v>
                </c:pt>
                <c:pt idx="613">
                  <c:v>9.1717056310765196E-2</c:v>
                </c:pt>
                <c:pt idx="614">
                  <c:v>8.9310837762019535E-2</c:v>
                </c:pt>
                <c:pt idx="615">
                  <c:v>5.4956381122174602E-2</c:v>
                </c:pt>
                <c:pt idx="616">
                  <c:v>5.1449521062059939E-2</c:v>
                </c:pt>
                <c:pt idx="617">
                  <c:v>6.0545364548523287E-2</c:v>
                </c:pt>
                <c:pt idx="618">
                  <c:v>6.7943054237127265E-2</c:v>
                </c:pt>
                <c:pt idx="619">
                  <c:v>8.6301769216181795E-2</c:v>
                </c:pt>
                <c:pt idx="620">
                  <c:v>8.8103270252749263E-2</c:v>
                </c:pt>
                <c:pt idx="621">
                  <c:v>8.2463108613120811E-2</c:v>
                </c:pt>
                <c:pt idx="622">
                  <c:v>4.2612418222670083E-2</c:v>
                </c:pt>
                <c:pt idx="623">
                  <c:v>2.6662084750755901E-2</c:v>
                </c:pt>
                <c:pt idx="624">
                  <c:v>2.587268397173411E-2</c:v>
                </c:pt>
                <c:pt idx="625">
                  <c:v>2.1480986517509269E-2</c:v>
                </c:pt>
                <c:pt idx="626">
                  <c:v>1.7507425825797399E-2</c:v>
                </c:pt>
                <c:pt idx="627">
                  <c:v>2.038826955864962E-2</c:v>
                </c:pt>
                <c:pt idx="628">
                  <c:v>4.4138442862542128E-2</c:v>
                </c:pt>
                <c:pt idx="629">
                  <c:v>0.13824196846547379</c:v>
                </c:pt>
                <c:pt idx="630">
                  <c:v>0.16598481285039621</c:v>
                </c:pt>
                <c:pt idx="631">
                  <c:v>0.1553750579169971</c:v>
                </c:pt>
                <c:pt idx="632">
                  <c:v>3.8167901973414138E-2</c:v>
                </c:pt>
                <c:pt idx="633">
                  <c:v>5.1487737724675423E-2</c:v>
                </c:pt>
                <c:pt idx="634">
                  <c:v>6.6090335655197813E-2</c:v>
                </c:pt>
                <c:pt idx="635">
                  <c:v>7.860233933691857E-2</c:v>
                </c:pt>
                <c:pt idx="636">
                  <c:v>9.2370052216966952E-2</c:v>
                </c:pt>
                <c:pt idx="637">
                  <c:v>0.10238090761516461</c:v>
                </c:pt>
                <c:pt idx="638">
                  <c:v>0.1015988061044777</c:v>
                </c:pt>
                <c:pt idx="639">
                  <c:v>9.5451285326785415E-2</c:v>
                </c:pt>
                <c:pt idx="640">
                  <c:v>9.1080924220015805E-2</c:v>
                </c:pt>
                <c:pt idx="641">
                  <c:v>9.0306201025467533E-2</c:v>
                </c:pt>
                <c:pt idx="642">
                  <c:v>8.7782770258825332E-2</c:v>
                </c:pt>
                <c:pt idx="643">
                  <c:v>8.0735814746126955E-2</c:v>
                </c:pt>
                <c:pt idx="644">
                  <c:v>7.8385182102566342E-2</c:v>
                </c:pt>
                <c:pt idx="645">
                  <c:v>8.247973402495283E-2</c:v>
                </c:pt>
                <c:pt idx="646">
                  <c:v>0.1366862278156761</c:v>
                </c:pt>
                <c:pt idx="647">
                  <c:v>0.16958844515250809</c:v>
                </c:pt>
                <c:pt idx="648">
                  <c:v>0.17240388732336701</c:v>
                </c:pt>
                <c:pt idx="649">
                  <c:v>0.1188617053966245</c:v>
                </c:pt>
                <c:pt idx="650">
                  <c:v>7.9232910388889896E-2</c:v>
                </c:pt>
                <c:pt idx="651">
                  <c:v>7.7516589900601368E-2</c:v>
                </c:pt>
                <c:pt idx="652">
                  <c:v>7.6988708249072932E-2</c:v>
                </c:pt>
                <c:pt idx="653">
                  <c:v>6.4682939678766482E-2</c:v>
                </c:pt>
                <c:pt idx="654">
                  <c:v>5.8991317229961628E-2</c:v>
                </c:pt>
                <c:pt idx="655">
                  <c:v>5.7616077878181397E-2</c:v>
                </c:pt>
                <c:pt idx="656">
                  <c:v>5.6082823405399482E-2</c:v>
                </c:pt>
                <c:pt idx="657">
                  <c:v>2.7497320476063129E-2</c:v>
                </c:pt>
                <c:pt idx="658">
                  <c:v>1.996636162786956E-2</c:v>
                </c:pt>
                <c:pt idx="659">
                  <c:v>2.407730828655966E-2</c:v>
                </c:pt>
                <c:pt idx="660">
                  <c:v>6.3202418797029369E-2</c:v>
                </c:pt>
                <c:pt idx="661">
                  <c:v>7.484440545908029E-2</c:v>
                </c:pt>
                <c:pt idx="662">
                  <c:v>7.0899207438151382E-2</c:v>
                </c:pt>
                <c:pt idx="663">
                  <c:v>4.6467230498240468E-2</c:v>
                </c:pt>
                <c:pt idx="664">
                  <c:v>2.7887202884061352E-2</c:v>
                </c:pt>
                <c:pt idx="665">
                  <c:v>2.681947645189452E-2</c:v>
                </c:pt>
                <c:pt idx="666">
                  <c:v>1.8563005679018269E-2</c:v>
                </c:pt>
                <c:pt idx="667">
                  <c:v>1.725190501625818E-2</c:v>
                </c:pt>
                <c:pt idx="668">
                  <c:v>5.3768977710565172E-2</c:v>
                </c:pt>
                <c:pt idx="669">
                  <c:v>0.11189932866808951</c:v>
                </c:pt>
                <c:pt idx="670">
                  <c:v>0.1687535923557793</c:v>
                </c:pt>
                <c:pt idx="671">
                  <c:v>0.16364276994823729</c:v>
                </c:pt>
                <c:pt idx="672">
                  <c:v>0.15966402762799531</c:v>
                </c:pt>
                <c:pt idx="673">
                  <c:v>7.832479093049495E-2</c:v>
                </c:pt>
                <c:pt idx="674">
                  <c:v>5.704573747748827E-2</c:v>
                </c:pt>
                <c:pt idx="675">
                  <c:v>5.5067049739472948E-2</c:v>
                </c:pt>
                <c:pt idx="676">
                  <c:v>4.4924663216989492E-2</c:v>
                </c:pt>
                <c:pt idx="677">
                  <c:v>3.4317756119960061E-2</c:v>
                </c:pt>
                <c:pt idx="678">
                  <c:v>2.662358417357804E-2</c:v>
                </c:pt>
                <c:pt idx="679">
                  <c:v>2.9854395907321848E-2</c:v>
                </c:pt>
                <c:pt idx="680">
                  <c:v>4.8288046333271308E-2</c:v>
                </c:pt>
                <c:pt idx="681">
                  <c:v>5.1709264803117903E-2</c:v>
                </c:pt>
                <c:pt idx="682">
                  <c:v>4.6571402037565497E-2</c:v>
                </c:pt>
                <c:pt idx="683">
                  <c:v>1.4176294666105319E-2</c:v>
                </c:pt>
                <c:pt idx="684">
                  <c:v>1.0817451723966981E-2</c:v>
                </c:pt>
                <c:pt idx="685">
                  <c:v>1.4535645209018989E-2</c:v>
                </c:pt>
                <c:pt idx="686">
                  <c:v>1.9367231409810629E-2</c:v>
                </c:pt>
                <c:pt idx="687">
                  <c:v>2.1516545550108509E-2</c:v>
                </c:pt>
                <c:pt idx="688">
                  <c:v>2.6321813868760861E-2</c:v>
                </c:pt>
                <c:pt idx="689">
                  <c:v>3.1035423765362731E-2</c:v>
                </c:pt>
                <c:pt idx="690">
                  <c:v>5.6753669033781713E-2</c:v>
                </c:pt>
                <c:pt idx="691">
                  <c:v>6.9462965401177912E-2</c:v>
                </c:pt>
                <c:pt idx="692">
                  <c:v>7.2216902502406533E-2</c:v>
                </c:pt>
                <c:pt idx="693">
                  <c:v>0.1331905282202403</c:v>
                </c:pt>
                <c:pt idx="694">
                  <c:v>0.21580022800729889</c:v>
                </c:pt>
                <c:pt idx="695">
                  <c:v>0.2275787777274213</c:v>
                </c:pt>
                <c:pt idx="696">
                  <c:v>0.23608897010188509</c:v>
                </c:pt>
                <c:pt idx="697">
                  <c:v>0.31473761709202391</c:v>
                </c:pt>
                <c:pt idx="698">
                  <c:v>0.33532800386178768</c:v>
                </c:pt>
                <c:pt idx="699">
                  <c:v>0.32772245408364881</c:v>
                </c:pt>
                <c:pt idx="700">
                  <c:v>0.30706852190018891</c:v>
                </c:pt>
                <c:pt idx="701">
                  <c:v>0.30129485433484787</c:v>
                </c:pt>
                <c:pt idx="702">
                  <c:v>0.29707280669858271</c:v>
                </c:pt>
                <c:pt idx="703">
                  <c:v>0.24268136585360939</c:v>
                </c:pt>
                <c:pt idx="704">
                  <c:v>0.1984454264217928</c:v>
                </c:pt>
                <c:pt idx="705">
                  <c:v>0.17112173478652609</c:v>
                </c:pt>
                <c:pt idx="706">
                  <c:v>0.16235396752718631</c:v>
                </c:pt>
                <c:pt idx="707">
                  <c:v>0.1071539830328412</c:v>
                </c:pt>
                <c:pt idx="708">
                  <c:v>5.7679644765926207E-2</c:v>
                </c:pt>
                <c:pt idx="709">
                  <c:v>4.9346749252925877E-2</c:v>
                </c:pt>
                <c:pt idx="710">
                  <c:v>5.2790951118461472E-2</c:v>
                </c:pt>
                <c:pt idx="711">
                  <c:v>6.6091250547636399E-2</c:v>
                </c:pt>
                <c:pt idx="712">
                  <c:v>6.8617449394124994E-2</c:v>
                </c:pt>
                <c:pt idx="713">
                  <c:v>6.5033220012692058E-2</c:v>
                </c:pt>
                <c:pt idx="714">
                  <c:v>3.6016122142976011E-2</c:v>
                </c:pt>
                <c:pt idx="715">
                  <c:v>1.8576878528712711E-2</c:v>
                </c:pt>
                <c:pt idx="716">
                  <c:v>1.8140868688823131E-2</c:v>
                </c:pt>
                <c:pt idx="717">
                  <c:v>1.213788355243128E-2</c:v>
                </c:pt>
                <c:pt idx="718">
                  <c:v>1.170171801327737E-2</c:v>
                </c:pt>
                <c:pt idx="719">
                  <c:v>1.410313030421795E-2</c:v>
                </c:pt>
                <c:pt idx="720">
                  <c:v>2.651472534935994E-2</c:v>
                </c:pt>
                <c:pt idx="721">
                  <c:v>4.1281801463447558E-2</c:v>
                </c:pt>
                <c:pt idx="722">
                  <c:v>5.0102290270894682E-2</c:v>
                </c:pt>
                <c:pt idx="723">
                  <c:v>5.1684658517163119E-2</c:v>
                </c:pt>
                <c:pt idx="724">
                  <c:v>4.3252262782565019E-2</c:v>
                </c:pt>
                <c:pt idx="725">
                  <c:v>3.066839734981883E-2</c:v>
                </c:pt>
                <c:pt idx="726">
                  <c:v>2.7358886454660291E-2</c:v>
                </c:pt>
                <c:pt idx="727">
                  <c:v>2.6929146275210751E-2</c:v>
                </c:pt>
                <c:pt idx="728">
                  <c:v>2.0469591961421271E-2</c:v>
                </c:pt>
                <c:pt idx="729">
                  <c:v>1.7459346699775311E-2</c:v>
                </c:pt>
                <c:pt idx="730">
                  <c:v>1.6861069795427369E-2</c:v>
                </c:pt>
                <c:pt idx="731">
                  <c:v>2.1188728698914569E-2</c:v>
                </c:pt>
                <c:pt idx="732">
                  <c:v>6.7125894891289714E-2</c:v>
                </c:pt>
                <c:pt idx="733">
                  <c:v>6.8111422872321845E-2</c:v>
                </c:pt>
                <c:pt idx="734">
                  <c:v>7.5387988602886924E-2</c:v>
                </c:pt>
                <c:pt idx="735">
                  <c:v>7.9965336974664236E-2</c:v>
                </c:pt>
                <c:pt idx="736">
                  <c:v>8.1666125303151954E-2</c:v>
                </c:pt>
                <c:pt idx="737">
                  <c:v>7.3004560283516234E-2</c:v>
                </c:pt>
                <c:pt idx="738">
                  <c:v>6.3226843802076854E-2</c:v>
                </c:pt>
                <c:pt idx="739">
                  <c:v>5.6745719374600573E-2</c:v>
                </c:pt>
                <c:pt idx="740">
                  <c:v>5.0061405741415918E-2</c:v>
                </c:pt>
                <c:pt idx="741">
                  <c:v>4.8424996046684682E-2</c:v>
                </c:pt>
                <c:pt idx="742">
                  <c:v>3.8838775082561262E-2</c:v>
                </c:pt>
                <c:pt idx="743">
                  <c:v>3.4375308723580578E-2</c:v>
                </c:pt>
                <c:pt idx="744">
                  <c:v>3.2494479171476458E-2</c:v>
                </c:pt>
                <c:pt idx="745">
                  <c:v>1.7219481164714081E-2</c:v>
                </c:pt>
                <c:pt idx="746">
                  <c:v>1.5799724537038821E-2</c:v>
                </c:pt>
                <c:pt idx="747">
                  <c:v>1.546333340982275E-2</c:v>
                </c:pt>
                <c:pt idx="748">
                  <c:v>1.3589544743894771E-2</c:v>
                </c:pt>
                <c:pt idx="749">
                  <c:v>1.1548996891363289E-2</c:v>
                </c:pt>
                <c:pt idx="750">
                  <c:v>1.061086141710413E-2</c:v>
                </c:pt>
                <c:pt idx="751">
                  <c:v>1.088692260425022E-2</c:v>
                </c:pt>
                <c:pt idx="752">
                  <c:v>1.138628665822361E-2</c:v>
                </c:pt>
                <c:pt idx="753">
                  <c:v>1.29926469458781E-2</c:v>
                </c:pt>
                <c:pt idx="754">
                  <c:v>1.9416489046152809E-2</c:v>
                </c:pt>
                <c:pt idx="755">
                  <c:v>2.3541962786427371E-2</c:v>
                </c:pt>
                <c:pt idx="756">
                  <c:v>2.5664664044435719E-2</c:v>
                </c:pt>
                <c:pt idx="757">
                  <c:v>2.323157752188728E-2</c:v>
                </c:pt>
                <c:pt idx="758">
                  <c:v>1.9980839073200179E-2</c:v>
                </c:pt>
                <c:pt idx="759">
                  <c:v>1.6744137292367921E-2</c:v>
                </c:pt>
                <c:pt idx="760">
                  <c:v>1.6779874513771571E-2</c:v>
                </c:pt>
                <c:pt idx="761">
                  <c:v>1.7450793048929901E-2</c:v>
                </c:pt>
                <c:pt idx="762">
                  <c:v>1.809696760260196E-2</c:v>
                </c:pt>
                <c:pt idx="763">
                  <c:v>1.9946534260340199E-2</c:v>
                </c:pt>
                <c:pt idx="764">
                  <c:v>2.041019897137054E-2</c:v>
                </c:pt>
                <c:pt idx="765">
                  <c:v>2.0210388997276511E-2</c:v>
                </c:pt>
                <c:pt idx="766">
                  <c:v>1.81620567104737E-2</c:v>
                </c:pt>
                <c:pt idx="767">
                  <c:v>1.6894451386477952E-2</c:v>
                </c:pt>
                <c:pt idx="768">
                  <c:v>1.55497909414627E-2</c:v>
                </c:pt>
                <c:pt idx="769">
                  <c:v>1.8022336533811991E-3</c:v>
                </c:pt>
                <c:pt idx="770">
                  <c:v>3.3546875436209081E-3</c:v>
                </c:pt>
                <c:pt idx="771">
                  <c:v>4.6376592853289607E-3</c:v>
                </c:pt>
                <c:pt idx="772">
                  <c:v>1.464937590235133E-2</c:v>
                </c:pt>
                <c:pt idx="773">
                  <c:v>2.0179403839340311E-2</c:v>
                </c:pt>
                <c:pt idx="774">
                  <c:v>2.0002967203233711E-2</c:v>
                </c:pt>
                <c:pt idx="775">
                  <c:v>1.9595630904512398E-2</c:v>
                </c:pt>
                <c:pt idx="776">
                  <c:v>1.0367052044951671E-2</c:v>
                </c:pt>
                <c:pt idx="777">
                  <c:v>8.9523602002915519E-3</c:v>
                </c:pt>
                <c:pt idx="778">
                  <c:v>9.0294700630150979E-3</c:v>
                </c:pt>
                <c:pt idx="779">
                  <c:v>9.5103945640108937E-3</c:v>
                </c:pt>
                <c:pt idx="780">
                  <c:v>9.6676772247057206E-3</c:v>
                </c:pt>
                <c:pt idx="781">
                  <c:v>1.0526750846967249E-2</c:v>
                </c:pt>
                <c:pt idx="782">
                  <c:v>1.185196821280466E-2</c:v>
                </c:pt>
                <c:pt idx="783">
                  <c:v>1.274074508294557E-2</c:v>
                </c:pt>
                <c:pt idx="784">
                  <c:v>1.274074508294557E-2</c:v>
                </c:pt>
                <c:pt idx="785">
                  <c:v>1.274074508294557E-2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02-4D9B-8DF0-1E2AF85F28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velocity_aruco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Sheet1!$C$2:$C$787</c:f>
              <c:numCache>
                <c:formatCode>General</c:formatCode>
                <c:ptCount val="786"/>
                <c:pt idx="0">
                  <c:v>1.5812354162335399E-2</c:v>
                </c:pt>
                <c:pt idx="1">
                  <c:v>1.5812354162335399E-2</c:v>
                </c:pt>
                <c:pt idx="2">
                  <c:v>1.5812354162335399E-2</c:v>
                </c:pt>
                <c:pt idx="3">
                  <c:v>1.5812354162335399E-2</c:v>
                </c:pt>
                <c:pt idx="4">
                  <c:v>1.5812354162335399E-2</c:v>
                </c:pt>
                <c:pt idx="5">
                  <c:v>1.5812354162335399E-2</c:v>
                </c:pt>
                <c:pt idx="6">
                  <c:v>1.5812354162335399E-2</c:v>
                </c:pt>
                <c:pt idx="7">
                  <c:v>1.5812354162335399E-2</c:v>
                </c:pt>
                <c:pt idx="8">
                  <c:v>1.5812354162335399E-2</c:v>
                </c:pt>
                <c:pt idx="9">
                  <c:v>1.5812354162335399E-2</c:v>
                </c:pt>
                <c:pt idx="10">
                  <c:v>1.5812354162335399E-2</c:v>
                </c:pt>
                <c:pt idx="11">
                  <c:v>1.5812354162335399E-2</c:v>
                </c:pt>
                <c:pt idx="12">
                  <c:v>1.5812354162335399E-2</c:v>
                </c:pt>
                <c:pt idx="13">
                  <c:v>1.5812354162335399E-2</c:v>
                </c:pt>
                <c:pt idx="14">
                  <c:v>1.5812354162335399E-2</c:v>
                </c:pt>
                <c:pt idx="15">
                  <c:v>1.5812354162335399E-2</c:v>
                </c:pt>
                <c:pt idx="16">
                  <c:v>1.5812354162335399E-2</c:v>
                </c:pt>
                <c:pt idx="17">
                  <c:v>1.5812354162335399E-2</c:v>
                </c:pt>
                <c:pt idx="18">
                  <c:v>1.5812354162335399E-2</c:v>
                </c:pt>
                <c:pt idx="19">
                  <c:v>1.5812354162335399E-2</c:v>
                </c:pt>
                <c:pt idx="20">
                  <c:v>1.5812354162335399E-2</c:v>
                </c:pt>
                <c:pt idx="21">
                  <c:v>1.5812354162335399E-2</c:v>
                </c:pt>
                <c:pt idx="22">
                  <c:v>1.5812354162335399E-2</c:v>
                </c:pt>
                <c:pt idx="23">
                  <c:v>1.5812354162335399E-2</c:v>
                </c:pt>
                <c:pt idx="24">
                  <c:v>1.5812354162335399E-2</c:v>
                </c:pt>
                <c:pt idx="25">
                  <c:v>1.5812354162335399E-2</c:v>
                </c:pt>
                <c:pt idx="26">
                  <c:v>1.5812354162335399E-2</c:v>
                </c:pt>
                <c:pt idx="27">
                  <c:v>1.6501050923584532E-2</c:v>
                </c:pt>
                <c:pt idx="28">
                  <c:v>1.7479573437194019E-2</c:v>
                </c:pt>
                <c:pt idx="29">
                  <c:v>3.7187147638669128E-2</c:v>
                </c:pt>
                <c:pt idx="30">
                  <c:v>4.6889867633581161E-2</c:v>
                </c:pt>
                <c:pt idx="31">
                  <c:v>5.9461507119696749E-2</c:v>
                </c:pt>
                <c:pt idx="32">
                  <c:v>0.16011690013045521</c:v>
                </c:pt>
                <c:pt idx="33">
                  <c:v>0.25871232151985168</c:v>
                </c:pt>
                <c:pt idx="34">
                  <c:v>0.26864514634351949</c:v>
                </c:pt>
                <c:pt idx="35">
                  <c:v>0.32312791979084998</c:v>
                </c:pt>
                <c:pt idx="36">
                  <c:v>0.36935500009988248</c:v>
                </c:pt>
                <c:pt idx="37">
                  <c:v>0.41065829992294312</c:v>
                </c:pt>
                <c:pt idx="38">
                  <c:v>0.40838126354549731</c:v>
                </c:pt>
                <c:pt idx="39">
                  <c:v>0.40617197751998901</c:v>
                </c:pt>
                <c:pt idx="40">
                  <c:v>0.41539498920672102</c:v>
                </c:pt>
                <c:pt idx="41">
                  <c:v>0.43728467369188312</c:v>
                </c:pt>
                <c:pt idx="42">
                  <c:v>0.45784436605606882</c:v>
                </c:pt>
                <c:pt idx="43">
                  <c:v>0.45962649583816528</c:v>
                </c:pt>
                <c:pt idx="44">
                  <c:v>0.45299276540923661</c:v>
                </c:pt>
                <c:pt idx="45">
                  <c:v>0.44182115793228149</c:v>
                </c:pt>
                <c:pt idx="46">
                  <c:v>0.4384097027625784</c:v>
                </c:pt>
                <c:pt idx="47">
                  <c:v>0.42080751096269853</c:v>
                </c:pt>
                <c:pt idx="48">
                  <c:v>0.40714189410209661</c:v>
                </c:pt>
                <c:pt idx="49">
                  <c:v>0.43673516793483358</c:v>
                </c:pt>
                <c:pt idx="50">
                  <c:v>0.44090175773911772</c:v>
                </c:pt>
                <c:pt idx="51">
                  <c:v>0.48542442983502332</c:v>
                </c:pt>
                <c:pt idx="52">
                  <c:v>0.49351036548614502</c:v>
                </c:pt>
                <c:pt idx="53">
                  <c:v>0.50049851993612082</c:v>
                </c:pt>
                <c:pt idx="54">
                  <c:v>0.56650902619370347</c:v>
                </c:pt>
                <c:pt idx="55">
                  <c:v>0.60007452964782715</c:v>
                </c:pt>
                <c:pt idx="56">
                  <c:v>0.6048457865015846</c:v>
                </c:pt>
                <c:pt idx="57">
                  <c:v>0.67450577538121581</c:v>
                </c:pt>
                <c:pt idx="58">
                  <c:v>0.68461775779724121</c:v>
                </c:pt>
                <c:pt idx="59">
                  <c:v>0.68156932535666925</c:v>
                </c:pt>
                <c:pt idx="60">
                  <c:v>0.63902787661504623</c:v>
                </c:pt>
                <c:pt idx="61">
                  <c:v>0.6186707615852356</c:v>
                </c:pt>
                <c:pt idx="62">
                  <c:v>0.6164609106514326</c:v>
                </c:pt>
                <c:pt idx="63">
                  <c:v>0.61421136999194004</c:v>
                </c:pt>
                <c:pt idx="64">
                  <c:v>0.56850157970223703</c:v>
                </c:pt>
                <c:pt idx="65">
                  <c:v>0.55315488576889038</c:v>
                </c:pt>
                <c:pt idx="66">
                  <c:v>0.55035816052591702</c:v>
                </c:pt>
                <c:pt idx="67">
                  <c:v>0.53412718828209771</c:v>
                </c:pt>
                <c:pt idx="68">
                  <c:v>0.52123552560806274</c:v>
                </c:pt>
                <c:pt idx="69">
                  <c:v>0.52449010202872015</c:v>
                </c:pt>
                <c:pt idx="70">
                  <c:v>0.56142210727425346</c:v>
                </c:pt>
                <c:pt idx="71">
                  <c:v>0.61413636611764055</c:v>
                </c:pt>
                <c:pt idx="72">
                  <c:v>0.63404178619384766</c:v>
                </c:pt>
                <c:pt idx="73">
                  <c:v>0.62453756138081706</c:v>
                </c:pt>
                <c:pt idx="74">
                  <c:v>0.60262701052911893</c:v>
                </c:pt>
                <c:pt idx="75">
                  <c:v>0.57899588346481323</c:v>
                </c:pt>
                <c:pt idx="76">
                  <c:v>0.57604911984301621</c:v>
                </c:pt>
                <c:pt idx="77">
                  <c:v>0.55426328210284237</c:v>
                </c:pt>
                <c:pt idx="78">
                  <c:v>0.53758862034235033</c:v>
                </c:pt>
                <c:pt idx="79">
                  <c:v>0.52822434902191162</c:v>
                </c:pt>
                <c:pt idx="80">
                  <c:v>0.52594864083274973</c:v>
                </c:pt>
                <c:pt idx="81">
                  <c:v>0.50679097123602768</c:v>
                </c:pt>
                <c:pt idx="82">
                  <c:v>0.49230200052261353</c:v>
                </c:pt>
                <c:pt idx="83">
                  <c:v>0.49862082558649617</c:v>
                </c:pt>
                <c:pt idx="84">
                  <c:v>0.54454436995627065</c:v>
                </c:pt>
                <c:pt idx="85">
                  <c:v>0.55681699514389038</c:v>
                </c:pt>
                <c:pt idx="86">
                  <c:v>0.55639164954801101</c:v>
                </c:pt>
                <c:pt idx="87">
                  <c:v>0.55261846474038512</c:v>
                </c:pt>
                <c:pt idx="88">
                  <c:v>0.5507732629776001</c:v>
                </c:pt>
                <c:pt idx="89">
                  <c:v>0.54934576447040218</c:v>
                </c:pt>
                <c:pt idx="90">
                  <c:v>0.54572856292196725</c:v>
                </c:pt>
                <c:pt idx="91">
                  <c:v>0.53218764066696167</c:v>
                </c:pt>
                <c:pt idx="92">
                  <c:v>0.53031124559395226</c:v>
                </c:pt>
                <c:pt idx="93">
                  <c:v>0.52497138336626459</c:v>
                </c:pt>
                <c:pt idx="94">
                  <c:v>0.51927700444843417</c:v>
                </c:pt>
                <c:pt idx="95">
                  <c:v>0.51795870065689087</c:v>
                </c:pt>
                <c:pt idx="96">
                  <c:v>0.49719883268772919</c:v>
                </c:pt>
                <c:pt idx="97">
                  <c:v>0.46079268528046058</c:v>
                </c:pt>
                <c:pt idx="98">
                  <c:v>0.44843095541000372</c:v>
                </c:pt>
                <c:pt idx="99">
                  <c:v>0.44916516853833349</c:v>
                </c:pt>
                <c:pt idx="100">
                  <c:v>0.45288410706581489</c:v>
                </c:pt>
                <c:pt idx="101">
                  <c:v>0.45548688348130589</c:v>
                </c:pt>
                <c:pt idx="102">
                  <c:v>0.45599797368049622</c:v>
                </c:pt>
                <c:pt idx="103">
                  <c:v>0.45469262233100521</c:v>
                </c:pt>
                <c:pt idx="104">
                  <c:v>0.43397057056427002</c:v>
                </c:pt>
                <c:pt idx="105">
                  <c:v>0.43362292862731849</c:v>
                </c:pt>
                <c:pt idx="106">
                  <c:v>0.43144330918689228</c:v>
                </c:pt>
                <c:pt idx="107">
                  <c:v>0.42997910347445589</c:v>
                </c:pt>
                <c:pt idx="108">
                  <c:v>0.42814522874831179</c:v>
                </c:pt>
                <c:pt idx="109">
                  <c:v>0.42787492275238043</c:v>
                </c:pt>
                <c:pt idx="110">
                  <c:v>0.42539941253831548</c:v>
                </c:pt>
                <c:pt idx="111">
                  <c:v>0.4090830313254088</c:v>
                </c:pt>
                <c:pt idx="112">
                  <c:v>0.39200878143310552</c:v>
                </c:pt>
                <c:pt idx="113">
                  <c:v>0.35732557030523698</c:v>
                </c:pt>
                <c:pt idx="114">
                  <c:v>0.34904396533966059</c:v>
                </c:pt>
                <c:pt idx="115">
                  <c:v>0.34735131979355449</c:v>
                </c:pt>
                <c:pt idx="116">
                  <c:v>0.3346728256798937</c:v>
                </c:pt>
                <c:pt idx="117">
                  <c:v>0.32657486200332642</c:v>
                </c:pt>
                <c:pt idx="118">
                  <c:v>0.33025327527949749</c:v>
                </c:pt>
                <c:pt idx="119">
                  <c:v>0.34194311399109911</c:v>
                </c:pt>
                <c:pt idx="120">
                  <c:v>0.35687717545705783</c:v>
                </c:pt>
                <c:pt idx="121">
                  <c:v>0.35980769991874689</c:v>
                </c:pt>
                <c:pt idx="122">
                  <c:v>0.35811199284513651</c:v>
                </c:pt>
                <c:pt idx="123">
                  <c:v>0.33803822543561679</c:v>
                </c:pt>
                <c:pt idx="124">
                  <c:v>0.33171606063842768</c:v>
                </c:pt>
                <c:pt idx="125">
                  <c:v>0.32275329772913608</c:v>
                </c:pt>
                <c:pt idx="126">
                  <c:v>0.30308698287918651</c:v>
                </c:pt>
                <c:pt idx="127">
                  <c:v>0.29599460959434509</c:v>
                </c:pt>
                <c:pt idx="128">
                  <c:v>0.29422415192595691</c:v>
                </c:pt>
                <c:pt idx="129">
                  <c:v>0.28305230122191261</c:v>
                </c:pt>
                <c:pt idx="130">
                  <c:v>0.27302676028635592</c:v>
                </c:pt>
                <c:pt idx="131">
                  <c:v>0.26746827363967901</c:v>
                </c:pt>
                <c:pt idx="132">
                  <c:v>0.26825524625337099</c:v>
                </c:pt>
                <c:pt idx="133">
                  <c:v>0.27531744553983878</c:v>
                </c:pt>
                <c:pt idx="134">
                  <c:v>0.27937527023706532</c:v>
                </c:pt>
                <c:pt idx="135">
                  <c:v>0.2801395058631897</c:v>
                </c:pt>
                <c:pt idx="136">
                  <c:v>0.28124275315288538</c:v>
                </c:pt>
                <c:pt idx="137">
                  <c:v>0.29481083137145858</c:v>
                </c:pt>
                <c:pt idx="138">
                  <c:v>0.29974338412284851</c:v>
                </c:pt>
                <c:pt idx="139">
                  <c:v>0.33566884674351732</c:v>
                </c:pt>
                <c:pt idx="140">
                  <c:v>0.40028335096720891</c:v>
                </c:pt>
                <c:pt idx="141">
                  <c:v>0.42545336484909058</c:v>
                </c:pt>
                <c:pt idx="142">
                  <c:v>0.44612024550182372</c:v>
                </c:pt>
                <c:pt idx="143">
                  <c:v>0.49000902389628193</c:v>
                </c:pt>
                <c:pt idx="144">
                  <c:v>0.52946799993515015</c:v>
                </c:pt>
                <c:pt idx="145">
                  <c:v>0.5134729973176857</c:v>
                </c:pt>
                <c:pt idx="146">
                  <c:v>0.49158281087875372</c:v>
                </c:pt>
                <c:pt idx="147">
                  <c:v>0.49722695320722199</c:v>
                </c:pt>
                <c:pt idx="148">
                  <c:v>0.50530249654235559</c:v>
                </c:pt>
                <c:pt idx="149">
                  <c:v>0.5576665223177425</c:v>
                </c:pt>
                <c:pt idx="150">
                  <c:v>0.58182914134804076</c:v>
                </c:pt>
                <c:pt idx="151">
                  <c:v>0.59408724308013916</c:v>
                </c:pt>
                <c:pt idx="152">
                  <c:v>0.59546524637287335</c:v>
                </c:pt>
                <c:pt idx="153">
                  <c:v>0.60648695284388343</c:v>
                </c:pt>
                <c:pt idx="154">
                  <c:v>0.61665362119674683</c:v>
                </c:pt>
                <c:pt idx="155">
                  <c:v>0.62384808848627038</c:v>
                </c:pt>
                <c:pt idx="156">
                  <c:v>0.63037682436592746</c:v>
                </c:pt>
                <c:pt idx="157">
                  <c:v>0.63185286521911621</c:v>
                </c:pt>
                <c:pt idx="158">
                  <c:v>0.63480420899520551</c:v>
                </c:pt>
                <c:pt idx="159">
                  <c:v>0.65408866128465792</c:v>
                </c:pt>
                <c:pt idx="160">
                  <c:v>0.67260360717773438</c:v>
                </c:pt>
                <c:pt idx="161">
                  <c:v>0.67248421812621129</c:v>
                </c:pt>
                <c:pt idx="162">
                  <c:v>0.67181876285793929</c:v>
                </c:pt>
                <c:pt idx="163">
                  <c:v>0.67141044139862061</c:v>
                </c:pt>
                <c:pt idx="164">
                  <c:v>0.67750960283119965</c:v>
                </c:pt>
                <c:pt idx="165">
                  <c:v>0.73717156366015513</c:v>
                </c:pt>
                <c:pt idx="166">
                  <c:v>0.74806421995162964</c:v>
                </c:pt>
                <c:pt idx="167">
                  <c:v>0.75544207622282589</c:v>
                </c:pt>
                <c:pt idx="168">
                  <c:v>0.81690850530672043</c:v>
                </c:pt>
                <c:pt idx="169">
                  <c:v>0.83363991975784302</c:v>
                </c:pt>
                <c:pt idx="170">
                  <c:v>0.85502891384704605</c:v>
                </c:pt>
                <c:pt idx="171">
                  <c:v>0.97736248071132614</c:v>
                </c:pt>
                <c:pt idx="172">
                  <c:v>0.99982941150665283</c:v>
                </c:pt>
                <c:pt idx="173">
                  <c:v>1.0252043819382779</c:v>
                </c:pt>
                <c:pt idx="174">
                  <c:v>1.163626940371657</c:v>
                </c:pt>
                <c:pt idx="175">
                  <c:v>1.324366575826764</c:v>
                </c:pt>
                <c:pt idx="176">
                  <c:v>1.405025959014893</c:v>
                </c:pt>
                <c:pt idx="177">
                  <c:v>1.517364647834909</c:v>
                </c:pt>
                <c:pt idx="178">
                  <c:v>2.1084171946434158</c:v>
                </c:pt>
                <c:pt idx="179">
                  <c:v>2.1802058219909668</c:v>
                </c:pt>
                <c:pt idx="180">
                  <c:v>2.323266027863697</c:v>
                </c:pt>
                <c:pt idx="181">
                  <c:v>2.848680381208637</c:v>
                </c:pt>
                <c:pt idx="182">
                  <c:v>3.3505925065345599</c:v>
                </c:pt>
                <c:pt idx="183">
                  <c:v>3.486589908599854</c:v>
                </c:pt>
                <c:pt idx="184">
                  <c:v>3.5903352174186258</c:v>
                </c:pt>
                <c:pt idx="185">
                  <c:v>5.2256812916108517</c:v>
                </c:pt>
                <c:pt idx="186">
                  <c:v>5.6988325119018546</c:v>
                </c:pt>
                <c:pt idx="187">
                  <c:v>5.7856852855708203</c:v>
                </c:pt>
                <c:pt idx="188">
                  <c:v>6.3462893280527979</c:v>
                </c:pt>
                <c:pt idx="189">
                  <c:v>6.7353261300814049</c:v>
                </c:pt>
                <c:pt idx="190">
                  <c:v>6.834648609161377</c:v>
                </c:pt>
                <c:pt idx="191">
                  <c:v>7.0049185910686784</c:v>
                </c:pt>
                <c:pt idx="192">
                  <c:v>7.2198830053874579</c:v>
                </c:pt>
                <c:pt idx="193">
                  <c:v>7.5153536335352022</c:v>
                </c:pt>
                <c:pt idx="194">
                  <c:v>7.6099357604980469</c:v>
                </c:pt>
                <c:pt idx="195">
                  <c:v>7.7315724271326429</c:v>
                </c:pt>
                <c:pt idx="196">
                  <c:v>8.0094208177252479</c:v>
                </c:pt>
                <c:pt idx="197">
                  <c:v>8.237068084747639</c:v>
                </c:pt>
                <c:pt idx="198">
                  <c:v>8.2781715393066406</c:v>
                </c:pt>
                <c:pt idx="199">
                  <c:v>8.3082107608636644</c:v>
                </c:pt>
                <c:pt idx="200">
                  <c:v>8.6515988500872609</c:v>
                </c:pt>
                <c:pt idx="201">
                  <c:v>8.7359542846679688</c:v>
                </c:pt>
                <c:pt idx="202">
                  <c:v>8.7969142437620267</c:v>
                </c:pt>
                <c:pt idx="203">
                  <c:v>9.2876359845120806</c:v>
                </c:pt>
                <c:pt idx="204">
                  <c:v>9.5368127822875977</c:v>
                </c:pt>
                <c:pt idx="205">
                  <c:v>9.5464919675289384</c:v>
                </c:pt>
                <c:pt idx="206">
                  <c:v>9.7135173619869999</c:v>
                </c:pt>
                <c:pt idx="207">
                  <c:v>9.7258548736572266</c:v>
                </c:pt>
                <c:pt idx="208">
                  <c:v>9.7229173576992114</c:v>
                </c:pt>
                <c:pt idx="209">
                  <c:v>9.6941331592125071</c:v>
                </c:pt>
                <c:pt idx="210">
                  <c:v>9.6869869232177734</c:v>
                </c:pt>
                <c:pt idx="211">
                  <c:v>9.6923193969108734</c:v>
                </c:pt>
                <c:pt idx="212">
                  <c:v>9.7534420990834363</c:v>
                </c:pt>
                <c:pt idx="213">
                  <c:v>9.7802104949951172</c:v>
                </c:pt>
                <c:pt idx="214">
                  <c:v>9.8076656124343025</c:v>
                </c:pt>
                <c:pt idx="215">
                  <c:v>10.144212119671449</c:v>
                </c:pt>
                <c:pt idx="216">
                  <c:v>10.1685905456543</c:v>
                </c:pt>
                <c:pt idx="217">
                  <c:v>10.17702076455131</c:v>
                </c:pt>
                <c:pt idx="218">
                  <c:v>10.23215478482936</c:v>
                </c:pt>
                <c:pt idx="219">
                  <c:v>10.25853252410889</c:v>
                </c:pt>
                <c:pt idx="220">
                  <c:v>10.27854218745259</c:v>
                </c:pt>
                <c:pt idx="221">
                  <c:v>10.42506947450895</c:v>
                </c:pt>
                <c:pt idx="222">
                  <c:v>10.52986544695594</c:v>
                </c:pt>
                <c:pt idx="223">
                  <c:v>10.547890663146971</c:v>
                </c:pt>
                <c:pt idx="224">
                  <c:v>10.56676263032373</c:v>
                </c:pt>
                <c:pt idx="225">
                  <c:v>10.748508353089401</c:v>
                </c:pt>
                <c:pt idx="226">
                  <c:v>10.775247573852541</c:v>
                </c:pt>
                <c:pt idx="227">
                  <c:v>10.795968525103151</c:v>
                </c:pt>
                <c:pt idx="228">
                  <c:v>10.99134667128148</c:v>
                </c:pt>
                <c:pt idx="229">
                  <c:v>11.104038164976251</c:v>
                </c:pt>
                <c:pt idx="230">
                  <c:v>11.113838195800779</c:v>
                </c:pt>
                <c:pt idx="231">
                  <c:v>11.109321478605709</c:v>
                </c:pt>
                <c:pt idx="232">
                  <c:v>11.09999118425068</c:v>
                </c:pt>
                <c:pt idx="233">
                  <c:v>11.094593925903739</c:v>
                </c:pt>
                <c:pt idx="234">
                  <c:v>11.091580390930179</c:v>
                </c:pt>
                <c:pt idx="235">
                  <c:v>11.086183767538261</c:v>
                </c:pt>
                <c:pt idx="236">
                  <c:v>11.00648050467284</c:v>
                </c:pt>
                <c:pt idx="237">
                  <c:v>10.98522281646729</c:v>
                </c:pt>
                <c:pt idx="238">
                  <c:v>10.97477785639483</c:v>
                </c:pt>
                <c:pt idx="239">
                  <c:v>10.892101468022521</c:v>
                </c:pt>
                <c:pt idx="240">
                  <c:v>10.833736419677731</c:v>
                </c:pt>
                <c:pt idx="241">
                  <c:v>10.813538051960069</c:v>
                </c:pt>
                <c:pt idx="242">
                  <c:v>10.72501642757444</c:v>
                </c:pt>
                <c:pt idx="243">
                  <c:v>10.6438250215412</c:v>
                </c:pt>
                <c:pt idx="244">
                  <c:v>10.629196166992189</c:v>
                </c:pt>
                <c:pt idx="245">
                  <c:v>10.572891778198571</c:v>
                </c:pt>
                <c:pt idx="246">
                  <c:v>10.426386628436241</c:v>
                </c:pt>
                <c:pt idx="247">
                  <c:v>10.334699630737299</c:v>
                </c:pt>
                <c:pt idx="248">
                  <c:v>10.330541285874281</c:v>
                </c:pt>
                <c:pt idx="249">
                  <c:v>10.32230480972733</c:v>
                </c:pt>
                <c:pt idx="250">
                  <c:v>10.12521457672119</c:v>
                </c:pt>
                <c:pt idx="251">
                  <c:v>10.11539027705237</c:v>
                </c:pt>
                <c:pt idx="252">
                  <c:v>10.047890141168329</c:v>
                </c:pt>
                <c:pt idx="253">
                  <c:v>10.02401542663574</c:v>
                </c:pt>
                <c:pt idx="254">
                  <c:v>10.02352442198756</c:v>
                </c:pt>
                <c:pt idx="255">
                  <c:v>10.019287860185511</c:v>
                </c:pt>
                <c:pt idx="256">
                  <c:v>10.01692581176758</c:v>
                </c:pt>
                <c:pt idx="257">
                  <c:v>10.01623894833569</c:v>
                </c:pt>
                <c:pt idx="258">
                  <c:v>10.015805182155921</c:v>
                </c:pt>
                <c:pt idx="259">
                  <c:v>10.005725945785789</c:v>
                </c:pt>
                <c:pt idx="260">
                  <c:v>10.00422477722168</c:v>
                </c:pt>
                <c:pt idx="261">
                  <c:v>10.010789315985861</c:v>
                </c:pt>
                <c:pt idx="262">
                  <c:v>10.06951686754276</c:v>
                </c:pt>
                <c:pt idx="263">
                  <c:v>10.098428726196291</c:v>
                </c:pt>
                <c:pt idx="264">
                  <c:v>10.10720567755993</c:v>
                </c:pt>
                <c:pt idx="265">
                  <c:v>10.17086962013726</c:v>
                </c:pt>
                <c:pt idx="266">
                  <c:v>10.21724796295166</c:v>
                </c:pt>
                <c:pt idx="267">
                  <c:v>10.22766133125705</c:v>
                </c:pt>
                <c:pt idx="268">
                  <c:v>10.32669202974995</c:v>
                </c:pt>
                <c:pt idx="269">
                  <c:v>10.342921257019039</c:v>
                </c:pt>
                <c:pt idx="270">
                  <c:v>10.348559846734821</c:v>
                </c:pt>
                <c:pt idx="271">
                  <c:v>10.382588845369741</c:v>
                </c:pt>
                <c:pt idx="272">
                  <c:v>10.40506553649902</c:v>
                </c:pt>
                <c:pt idx="273">
                  <c:v>10.409553812531451</c:v>
                </c:pt>
                <c:pt idx="274">
                  <c:v>10.43433587494826</c:v>
                </c:pt>
                <c:pt idx="275">
                  <c:v>10.47073623973688</c:v>
                </c:pt>
                <c:pt idx="276">
                  <c:v>10.48333835601807</c:v>
                </c:pt>
                <c:pt idx="277">
                  <c:v>10.49260519565707</c:v>
                </c:pt>
                <c:pt idx="278">
                  <c:v>10.62921545559187</c:v>
                </c:pt>
                <c:pt idx="279">
                  <c:v>10.68739032745361</c:v>
                </c:pt>
                <c:pt idx="280">
                  <c:v>10.68282371482308</c:v>
                </c:pt>
                <c:pt idx="281">
                  <c:v>10.62855629074445</c:v>
                </c:pt>
                <c:pt idx="282">
                  <c:v>10.62674713134766</c:v>
                </c:pt>
                <c:pt idx="283">
                  <c:v>10.749474133331409</c:v>
                </c:pt>
                <c:pt idx="284">
                  <c:v>10.846766471862789</c:v>
                </c:pt>
                <c:pt idx="285">
                  <c:v>10.847252945889331</c:v>
                </c:pt>
                <c:pt idx="286">
                  <c:v>10.84749858916226</c:v>
                </c:pt>
                <c:pt idx="287">
                  <c:v>10.853229378115589</c:v>
                </c:pt>
                <c:pt idx="288">
                  <c:v>10.85579654998601</c:v>
                </c:pt>
                <c:pt idx="289">
                  <c:v>10.856019973754879</c:v>
                </c:pt>
                <c:pt idx="290">
                  <c:v>10.83995821229589</c:v>
                </c:pt>
                <c:pt idx="291">
                  <c:v>10.83123111724854</c:v>
                </c:pt>
                <c:pt idx="292">
                  <c:v>10.767465551939249</c:v>
                </c:pt>
                <c:pt idx="293">
                  <c:v>10.71521091461182</c:v>
                </c:pt>
                <c:pt idx="294">
                  <c:v>10.699488688880409</c:v>
                </c:pt>
                <c:pt idx="295">
                  <c:v>10.65591266403192</c:v>
                </c:pt>
                <c:pt idx="296">
                  <c:v>10.63300134079787</c:v>
                </c:pt>
                <c:pt idx="297">
                  <c:v>10.629148483276371</c:v>
                </c:pt>
                <c:pt idx="298">
                  <c:v>10.59979019783805</c:v>
                </c:pt>
                <c:pt idx="299">
                  <c:v>10.249978992071849</c:v>
                </c:pt>
                <c:pt idx="300">
                  <c:v>10.19312858581543</c:v>
                </c:pt>
                <c:pt idx="301">
                  <c:v>10.241868112825159</c:v>
                </c:pt>
                <c:pt idx="302">
                  <c:v>10.58716127557147</c:v>
                </c:pt>
                <c:pt idx="303">
                  <c:v>10.721353530883791</c:v>
                </c:pt>
                <c:pt idx="304">
                  <c:v>10.74306327173848</c:v>
                </c:pt>
                <c:pt idx="305">
                  <c:v>10.99975109100342</c:v>
                </c:pt>
                <c:pt idx="306">
                  <c:v>10.997836047090921</c:v>
                </c:pt>
                <c:pt idx="307">
                  <c:v>10.992848645247721</c:v>
                </c:pt>
                <c:pt idx="308">
                  <c:v>10.89117076505922</c:v>
                </c:pt>
                <c:pt idx="309">
                  <c:v>10.866292953491209</c:v>
                </c:pt>
                <c:pt idx="310">
                  <c:v>10.86245745373556</c:v>
                </c:pt>
                <c:pt idx="311">
                  <c:v>10.829728750224</c:v>
                </c:pt>
                <c:pt idx="312">
                  <c:v>10.793357837461381</c:v>
                </c:pt>
                <c:pt idx="313">
                  <c:v>10.76715728471933</c:v>
                </c:pt>
                <c:pt idx="314">
                  <c:v>10.76298141479492</c:v>
                </c:pt>
                <c:pt idx="315">
                  <c:v>10.753468610825809</c:v>
                </c:pt>
                <c:pt idx="316">
                  <c:v>10.68068587761937</c:v>
                </c:pt>
                <c:pt idx="317">
                  <c:v>10.66319561004639</c:v>
                </c:pt>
                <c:pt idx="318">
                  <c:v>10.66318939822091</c:v>
                </c:pt>
                <c:pt idx="319">
                  <c:v>10.66311475873011</c:v>
                </c:pt>
                <c:pt idx="320">
                  <c:v>10.663107872009279</c:v>
                </c:pt>
                <c:pt idx="321">
                  <c:v>10.64917857302761</c:v>
                </c:pt>
                <c:pt idx="322">
                  <c:v>10.56772768948357</c:v>
                </c:pt>
                <c:pt idx="323">
                  <c:v>10.51204299926758</c:v>
                </c:pt>
                <c:pt idx="324">
                  <c:v>10.51536808721754</c:v>
                </c:pt>
                <c:pt idx="325">
                  <c:v>10.529441142044501</c:v>
                </c:pt>
                <c:pt idx="326">
                  <c:v>10.54130840301514</c:v>
                </c:pt>
                <c:pt idx="327">
                  <c:v>10.53923085098973</c:v>
                </c:pt>
                <c:pt idx="328">
                  <c:v>10.504723609989931</c:v>
                </c:pt>
                <c:pt idx="329">
                  <c:v>10.492885589599609</c:v>
                </c:pt>
                <c:pt idx="330">
                  <c:v>10.513999853845499</c:v>
                </c:pt>
                <c:pt idx="331">
                  <c:v>10.698257446289061</c:v>
                </c:pt>
                <c:pt idx="332">
                  <c:v>10.676077260147229</c:v>
                </c:pt>
                <c:pt idx="333">
                  <c:v>10.62248776006447</c:v>
                </c:pt>
                <c:pt idx="334">
                  <c:v>10.575883865356451</c:v>
                </c:pt>
                <c:pt idx="335">
                  <c:v>10.58635063626749</c:v>
                </c:pt>
                <c:pt idx="336">
                  <c:v>10.69946980678333</c:v>
                </c:pt>
                <c:pt idx="337">
                  <c:v>10.78929551311383</c:v>
                </c:pt>
                <c:pt idx="338">
                  <c:v>10.817592620849609</c:v>
                </c:pt>
                <c:pt idx="339">
                  <c:v>10.842979783595331</c:v>
                </c:pt>
                <c:pt idx="340">
                  <c:v>10.92267863825187</c:v>
                </c:pt>
                <c:pt idx="341">
                  <c:v>10.993410110473629</c:v>
                </c:pt>
                <c:pt idx="342">
                  <c:v>10.99795260045383</c:v>
                </c:pt>
                <c:pt idx="343">
                  <c:v>11.02607501048991</c:v>
                </c:pt>
                <c:pt idx="344">
                  <c:v>11.05202448029041</c:v>
                </c:pt>
                <c:pt idx="345">
                  <c:v>11.07354831695557</c:v>
                </c:pt>
                <c:pt idx="346">
                  <c:v>11.08899500871563</c:v>
                </c:pt>
                <c:pt idx="347">
                  <c:v>11.186983054639111</c:v>
                </c:pt>
                <c:pt idx="348">
                  <c:v>11.25373635368865</c:v>
                </c:pt>
                <c:pt idx="349">
                  <c:v>11.26654052734375</c:v>
                </c:pt>
                <c:pt idx="350">
                  <c:v>11.266977294806949</c:v>
                </c:pt>
                <c:pt idx="351">
                  <c:v>11.27212056763188</c:v>
                </c:pt>
                <c:pt idx="352">
                  <c:v>11.27875232696533</c:v>
                </c:pt>
                <c:pt idx="353">
                  <c:v>11.28405371343767</c:v>
                </c:pt>
                <c:pt idx="354">
                  <c:v>11.290998591793549</c:v>
                </c:pt>
                <c:pt idx="355">
                  <c:v>11.46615695953369</c:v>
                </c:pt>
                <c:pt idx="356">
                  <c:v>11.471494228082911</c:v>
                </c:pt>
                <c:pt idx="357">
                  <c:v>11.500500141405711</c:v>
                </c:pt>
                <c:pt idx="358">
                  <c:v>11.54139287768392</c:v>
                </c:pt>
                <c:pt idx="359">
                  <c:v>11.54868221282959</c:v>
                </c:pt>
                <c:pt idx="360">
                  <c:v>11.544095704885359</c:v>
                </c:pt>
                <c:pt idx="361">
                  <c:v>11.500131623356181</c:v>
                </c:pt>
                <c:pt idx="362">
                  <c:v>11.477718353271481</c:v>
                </c:pt>
                <c:pt idx="363">
                  <c:v>11.4738922229437</c:v>
                </c:pt>
                <c:pt idx="364">
                  <c:v>11.422313551796041</c:v>
                </c:pt>
                <c:pt idx="365">
                  <c:v>11.39993095397949</c:v>
                </c:pt>
                <c:pt idx="366">
                  <c:v>11.38245139951796</c:v>
                </c:pt>
                <c:pt idx="367">
                  <c:v>11.290371328817191</c:v>
                </c:pt>
                <c:pt idx="368">
                  <c:v>11.216494287852679</c:v>
                </c:pt>
                <c:pt idx="369">
                  <c:v>11.19297504425049</c:v>
                </c:pt>
                <c:pt idx="370">
                  <c:v>11.18383173005317</c:v>
                </c:pt>
                <c:pt idx="371">
                  <c:v>11.120612690242689</c:v>
                </c:pt>
                <c:pt idx="372">
                  <c:v>11.09915065765381</c:v>
                </c:pt>
                <c:pt idx="373">
                  <c:v>11.10263045325822</c:v>
                </c:pt>
                <c:pt idx="374">
                  <c:v>11.14034257323309</c:v>
                </c:pt>
                <c:pt idx="375">
                  <c:v>11.147138595581049</c:v>
                </c:pt>
                <c:pt idx="376">
                  <c:v>11.204875779344629</c:v>
                </c:pt>
                <c:pt idx="377">
                  <c:v>11.579347860789159</c:v>
                </c:pt>
                <c:pt idx="378">
                  <c:v>11.9999288662941</c:v>
                </c:pt>
                <c:pt idx="379">
                  <c:v>12.19139957427979</c:v>
                </c:pt>
                <c:pt idx="380">
                  <c:v>12.188265043629331</c:v>
                </c:pt>
                <c:pt idx="381">
                  <c:v>12.15586064689626</c:v>
                </c:pt>
                <c:pt idx="382">
                  <c:v>12.139352798461911</c:v>
                </c:pt>
                <c:pt idx="383">
                  <c:v>12.12422803787161</c:v>
                </c:pt>
                <c:pt idx="384">
                  <c:v>12.045692424166621</c:v>
                </c:pt>
                <c:pt idx="385">
                  <c:v>11.966530799865721</c:v>
                </c:pt>
                <c:pt idx="386">
                  <c:v>11.953427827264161</c:v>
                </c:pt>
                <c:pt idx="387">
                  <c:v>11.83573513219379</c:v>
                </c:pt>
                <c:pt idx="388">
                  <c:v>11.72653080990187</c:v>
                </c:pt>
                <c:pt idx="389">
                  <c:v>11.644960403442379</c:v>
                </c:pt>
                <c:pt idx="390">
                  <c:v>11.64504558055881</c:v>
                </c:pt>
                <c:pt idx="391">
                  <c:v>11.64586440844028</c:v>
                </c:pt>
                <c:pt idx="392">
                  <c:v>11.64668448087342</c:v>
                </c:pt>
                <c:pt idx="393">
                  <c:v>11.64734923325792</c:v>
                </c:pt>
                <c:pt idx="394">
                  <c:v>11.64759540557861</c:v>
                </c:pt>
                <c:pt idx="395">
                  <c:v>11.61451910687185</c:v>
                </c:pt>
                <c:pt idx="396">
                  <c:v>11.52381752588661</c:v>
                </c:pt>
                <c:pt idx="397">
                  <c:v>11.501218795776371</c:v>
                </c:pt>
                <c:pt idx="398">
                  <c:v>11.488931700700009</c:v>
                </c:pt>
                <c:pt idx="399">
                  <c:v>11.39131743514983</c:v>
                </c:pt>
                <c:pt idx="400">
                  <c:v>11.33595561981201</c:v>
                </c:pt>
                <c:pt idx="401">
                  <c:v>11.32552993354895</c:v>
                </c:pt>
                <c:pt idx="402">
                  <c:v>11.31502018611868</c:v>
                </c:pt>
                <c:pt idx="403">
                  <c:v>11.09294319152832</c:v>
                </c:pt>
                <c:pt idx="404">
                  <c:v>11.081869853948231</c:v>
                </c:pt>
                <c:pt idx="405">
                  <c:v>10.955428809558599</c:v>
                </c:pt>
                <c:pt idx="406">
                  <c:v>10.91560745239258</c:v>
                </c:pt>
                <c:pt idx="407">
                  <c:v>10.9065688119819</c:v>
                </c:pt>
                <c:pt idx="408">
                  <c:v>10.78734594901591</c:v>
                </c:pt>
                <c:pt idx="409">
                  <c:v>10.715184211730961</c:v>
                </c:pt>
                <c:pt idx="410">
                  <c:v>10.704529926972491</c:v>
                </c:pt>
                <c:pt idx="411">
                  <c:v>10.697654187648141</c:v>
                </c:pt>
                <c:pt idx="412">
                  <c:v>10.51870918273926</c:v>
                </c:pt>
                <c:pt idx="413">
                  <c:v>10.503266042476429</c:v>
                </c:pt>
                <c:pt idx="414">
                  <c:v>10.416504477666679</c:v>
                </c:pt>
                <c:pt idx="415">
                  <c:v>10.384843826293951</c:v>
                </c:pt>
                <c:pt idx="416">
                  <c:v>10.38980161825007</c:v>
                </c:pt>
                <c:pt idx="417">
                  <c:v>10.444684360592561</c:v>
                </c:pt>
                <c:pt idx="418">
                  <c:v>10.478070917741251</c:v>
                </c:pt>
                <c:pt idx="419">
                  <c:v>10.484207153320311</c:v>
                </c:pt>
                <c:pt idx="420">
                  <c:v>10.492256190404831</c:v>
                </c:pt>
                <c:pt idx="421">
                  <c:v>10.630273685067021</c:v>
                </c:pt>
                <c:pt idx="422">
                  <c:v>10.65110969543457</c:v>
                </c:pt>
                <c:pt idx="423">
                  <c:v>10.685254171479601</c:v>
                </c:pt>
                <c:pt idx="424">
                  <c:v>10.770402908325201</c:v>
                </c:pt>
                <c:pt idx="425">
                  <c:v>10.806734702506709</c:v>
                </c:pt>
                <c:pt idx="426">
                  <c:v>10.96491919700046</c:v>
                </c:pt>
                <c:pt idx="427">
                  <c:v>11.04657331161364</c:v>
                </c:pt>
                <c:pt idx="428">
                  <c:v>11.07303047180176</c:v>
                </c:pt>
                <c:pt idx="429">
                  <c:v>11.085183015252809</c:v>
                </c:pt>
                <c:pt idx="430">
                  <c:v>11.18571419187677</c:v>
                </c:pt>
                <c:pt idx="431">
                  <c:v>11.214272499084471</c:v>
                </c:pt>
                <c:pt idx="432">
                  <c:v>11.228739901355629</c:v>
                </c:pt>
                <c:pt idx="433">
                  <c:v>11.376235018600701</c:v>
                </c:pt>
                <c:pt idx="434">
                  <c:v>11.497097986134159</c:v>
                </c:pt>
                <c:pt idx="435">
                  <c:v>11.546150207519529</c:v>
                </c:pt>
                <c:pt idx="436">
                  <c:v>11.547533014514849</c:v>
                </c:pt>
                <c:pt idx="437">
                  <c:v>11.55019447462621</c:v>
                </c:pt>
                <c:pt idx="438">
                  <c:v>11.55267069060822</c:v>
                </c:pt>
                <c:pt idx="439">
                  <c:v>11.553789138793951</c:v>
                </c:pt>
                <c:pt idx="440">
                  <c:v>11.573574022132121</c:v>
                </c:pt>
                <c:pt idx="441">
                  <c:v>11.68985134977742</c:v>
                </c:pt>
                <c:pt idx="442">
                  <c:v>11.728816986083981</c:v>
                </c:pt>
                <c:pt idx="443">
                  <c:v>11.705638642739251</c:v>
                </c:pt>
                <c:pt idx="444">
                  <c:v>11.613226177748629</c:v>
                </c:pt>
                <c:pt idx="445">
                  <c:v>11.555986404418951</c:v>
                </c:pt>
                <c:pt idx="446">
                  <c:v>11.550846882387649</c:v>
                </c:pt>
                <c:pt idx="447">
                  <c:v>11.506601984869819</c:v>
                </c:pt>
                <c:pt idx="448">
                  <c:v>11.462295532226561</c:v>
                </c:pt>
                <c:pt idx="449">
                  <c:v>11.44213189119629</c:v>
                </c:pt>
                <c:pt idx="450">
                  <c:v>11.34561374957921</c:v>
                </c:pt>
                <c:pt idx="451">
                  <c:v>11.33590507507324</c:v>
                </c:pt>
                <c:pt idx="452">
                  <c:v>11.32642902329675</c:v>
                </c:pt>
                <c:pt idx="453">
                  <c:v>11.27410659008005</c:v>
                </c:pt>
                <c:pt idx="454">
                  <c:v>11.21183395385742</c:v>
                </c:pt>
                <c:pt idx="455">
                  <c:v>11.202395479704959</c:v>
                </c:pt>
                <c:pt idx="456">
                  <c:v>11.19766180776818</c:v>
                </c:pt>
                <c:pt idx="457">
                  <c:v>11.09507132918224</c:v>
                </c:pt>
                <c:pt idx="458">
                  <c:v>11.066581726074221</c:v>
                </c:pt>
                <c:pt idx="459">
                  <c:v>11.05020506924304</c:v>
                </c:pt>
                <c:pt idx="460">
                  <c:v>10.98548721960989</c:v>
                </c:pt>
                <c:pt idx="461">
                  <c:v>10.93949604034424</c:v>
                </c:pt>
                <c:pt idx="462">
                  <c:v>10.929048854603829</c:v>
                </c:pt>
                <c:pt idx="463">
                  <c:v>10.89904053124317</c:v>
                </c:pt>
                <c:pt idx="464">
                  <c:v>10.78935999131965</c:v>
                </c:pt>
                <c:pt idx="465">
                  <c:v>10.77892398834229</c:v>
                </c:pt>
                <c:pt idx="466">
                  <c:v>10.77344089726701</c:v>
                </c:pt>
                <c:pt idx="467">
                  <c:v>10.71653115233017</c:v>
                </c:pt>
                <c:pt idx="468">
                  <c:v>10.68995380401611</c:v>
                </c:pt>
                <c:pt idx="469">
                  <c:v>10.67961948224008</c:v>
                </c:pt>
                <c:pt idx="470">
                  <c:v>10.60826857605441</c:v>
                </c:pt>
                <c:pt idx="471">
                  <c:v>10.55971195901742</c:v>
                </c:pt>
                <c:pt idx="472">
                  <c:v>10.551015853881839</c:v>
                </c:pt>
                <c:pt idx="473">
                  <c:v>10.53152278553557</c:v>
                </c:pt>
                <c:pt idx="474">
                  <c:v>10.52141713231566</c:v>
                </c:pt>
                <c:pt idx="475">
                  <c:v>10.4862387975794</c:v>
                </c:pt>
                <c:pt idx="476">
                  <c:v>10.473019599914551</c:v>
                </c:pt>
                <c:pt idx="477">
                  <c:v>10.477133731961329</c:v>
                </c:pt>
                <c:pt idx="478">
                  <c:v>10.50490145510847</c:v>
                </c:pt>
                <c:pt idx="479">
                  <c:v>10.52433013916016</c:v>
                </c:pt>
                <c:pt idx="480">
                  <c:v>10.50949505181846</c:v>
                </c:pt>
                <c:pt idx="481">
                  <c:v>10.362637519836429</c:v>
                </c:pt>
                <c:pt idx="482">
                  <c:v>10.281571235595059</c:v>
                </c:pt>
                <c:pt idx="483">
                  <c:v>10.01469936680377</c:v>
                </c:pt>
                <c:pt idx="484">
                  <c:v>9.8886337280273438</c:v>
                </c:pt>
                <c:pt idx="485">
                  <c:v>9.8829754160634664</c:v>
                </c:pt>
                <c:pt idx="486">
                  <c:v>9.7942262995611689</c:v>
                </c:pt>
                <c:pt idx="487">
                  <c:v>9.7489986419677734</c:v>
                </c:pt>
                <c:pt idx="488">
                  <c:v>9.6974053615909579</c:v>
                </c:pt>
                <c:pt idx="489">
                  <c:v>9.6842203565213509</c:v>
                </c:pt>
                <c:pt idx="490">
                  <c:v>9.4425286475640586</c:v>
                </c:pt>
                <c:pt idx="491">
                  <c:v>9.431920051574707</c:v>
                </c:pt>
                <c:pt idx="492">
                  <c:v>9.2200677193341392</c:v>
                </c:pt>
                <c:pt idx="493">
                  <c:v>9.0483114416995925</c:v>
                </c:pt>
                <c:pt idx="494">
                  <c:v>8.9864673614501953</c:v>
                </c:pt>
                <c:pt idx="495">
                  <c:v>8.9693317192754058</c:v>
                </c:pt>
                <c:pt idx="496">
                  <c:v>8.950072379599316</c:v>
                </c:pt>
                <c:pt idx="497">
                  <c:v>8.9158711123507608</c:v>
                </c:pt>
                <c:pt idx="498">
                  <c:v>8.9090423583984375</c:v>
                </c:pt>
                <c:pt idx="499">
                  <c:v>8.8803522639368886</c:v>
                </c:pt>
                <c:pt idx="500">
                  <c:v>8.6794453132562577</c:v>
                </c:pt>
                <c:pt idx="501">
                  <c:v>8.5909442901611328</c:v>
                </c:pt>
                <c:pt idx="502">
                  <c:v>8.5914518013337027</c:v>
                </c:pt>
                <c:pt idx="503">
                  <c:v>8.5944608417092265</c:v>
                </c:pt>
                <c:pt idx="504">
                  <c:v>8.5963242184117075</c:v>
                </c:pt>
                <c:pt idx="505">
                  <c:v>8.5966577529907227</c:v>
                </c:pt>
                <c:pt idx="506">
                  <c:v>8.5880593131169345</c:v>
                </c:pt>
                <c:pt idx="507">
                  <c:v>8.422509368637872</c:v>
                </c:pt>
                <c:pt idx="508">
                  <c:v>8.4097566604614258</c:v>
                </c:pt>
                <c:pt idx="509">
                  <c:v>8.4105868943200566</c:v>
                </c:pt>
                <c:pt idx="510">
                  <c:v>8.4131952994129691</c:v>
                </c:pt>
                <c:pt idx="511">
                  <c:v>8.4146461486816406</c:v>
                </c:pt>
                <c:pt idx="512">
                  <c:v>8.420826460388005</c:v>
                </c:pt>
                <c:pt idx="513">
                  <c:v>8.4711489815437719</c:v>
                </c:pt>
                <c:pt idx="514">
                  <c:v>8.5574997244264175</c:v>
                </c:pt>
                <c:pt idx="515">
                  <c:v>8.5700235366821289</c:v>
                </c:pt>
                <c:pt idx="516">
                  <c:v>8.5733001659852626</c:v>
                </c:pt>
                <c:pt idx="517">
                  <c:v>8.6199675350301241</c:v>
                </c:pt>
                <c:pt idx="518">
                  <c:v>8.6377525329589844</c:v>
                </c:pt>
                <c:pt idx="519">
                  <c:v>8.6377378746777822</c:v>
                </c:pt>
                <c:pt idx="520">
                  <c:v>8.6376301342455744</c:v>
                </c:pt>
                <c:pt idx="521">
                  <c:v>8.6375598907470703</c:v>
                </c:pt>
                <c:pt idx="522">
                  <c:v>8.6133428282996025</c:v>
                </c:pt>
                <c:pt idx="523">
                  <c:v>8.4367742538452148</c:v>
                </c:pt>
                <c:pt idx="524">
                  <c:v>8.4356390309088454</c:v>
                </c:pt>
                <c:pt idx="525">
                  <c:v>8.4276910300385666</c:v>
                </c:pt>
                <c:pt idx="526">
                  <c:v>8.4244823455810547</c:v>
                </c:pt>
                <c:pt idx="527">
                  <c:v>8.4138402618872785</c:v>
                </c:pt>
                <c:pt idx="528">
                  <c:v>8.3431851230914038</c:v>
                </c:pt>
                <c:pt idx="529">
                  <c:v>8.2854410245763663</c:v>
                </c:pt>
                <c:pt idx="530">
                  <c:v>8.2765493392944336</c:v>
                </c:pt>
                <c:pt idx="531">
                  <c:v>8.2554069321976336</c:v>
                </c:pt>
                <c:pt idx="532">
                  <c:v>8.2256603240966797</c:v>
                </c:pt>
                <c:pt idx="533">
                  <c:v>8.2217135444874181</c:v>
                </c:pt>
                <c:pt idx="534">
                  <c:v>8.1734082113705213</c:v>
                </c:pt>
                <c:pt idx="535">
                  <c:v>8.1235398526879976</c:v>
                </c:pt>
                <c:pt idx="536">
                  <c:v>8.073054313659668</c:v>
                </c:pt>
                <c:pt idx="537">
                  <c:v>8.0581831870337908</c:v>
                </c:pt>
                <c:pt idx="538">
                  <c:v>7.9012694333120272</c:v>
                </c:pt>
                <c:pt idx="539">
                  <c:v>7.8755035400390616</c:v>
                </c:pt>
                <c:pt idx="540">
                  <c:v>7.8649830389104718</c:v>
                </c:pt>
                <c:pt idx="541">
                  <c:v>7.7269725799560547</c:v>
                </c:pt>
                <c:pt idx="542">
                  <c:v>7.7203769690346231</c:v>
                </c:pt>
                <c:pt idx="543">
                  <c:v>7.6457995698689496</c:v>
                </c:pt>
                <c:pt idx="544">
                  <c:v>7.5601980571171534</c:v>
                </c:pt>
                <c:pt idx="545">
                  <c:v>7.5294489860534668</c:v>
                </c:pt>
                <c:pt idx="546">
                  <c:v>7.5225057468963321</c:v>
                </c:pt>
                <c:pt idx="547">
                  <c:v>7.4582070686041204</c:v>
                </c:pt>
                <c:pt idx="548">
                  <c:v>7.3903978716897853</c:v>
                </c:pt>
                <c:pt idx="549">
                  <c:v>7.3510627746582031</c:v>
                </c:pt>
                <c:pt idx="550">
                  <c:v>7.313515957329594</c:v>
                </c:pt>
                <c:pt idx="551">
                  <c:v>7.0321892488627817</c:v>
                </c:pt>
                <c:pt idx="552">
                  <c:v>6.7952167127076688</c:v>
                </c:pt>
                <c:pt idx="553">
                  <c:v>6.5785939133551334</c:v>
                </c:pt>
                <c:pt idx="554">
                  <c:v>6.5428595542907706</c:v>
                </c:pt>
                <c:pt idx="555">
                  <c:v>6.4651856911539971</c:v>
                </c:pt>
                <c:pt idx="556">
                  <c:v>5.8151422200569582</c:v>
                </c:pt>
                <c:pt idx="557">
                  <c:v>5.6994233131408691</c:v>
                </c:pt>
                <c:pt idx="558">
                  <c:v>5.6442087570395527</c:v>
                </c:pt>
                <c:pt idx="559">
                  <c:v>5.2507669514836834</c:v>
                </c:pt>
                <c:pt idx="560">
                  <c:v>5.0953369140625</c:v>
                </c:pt>
                <c:pt idx="561">
                  <c:v>4.9226767654153587</c:v>
                </c:pt>
                <c:pt idx="562">
                  <c:v>4.5974830387704104</c:v>
                </c:pt>
                <c:pt idx="563">
                  <c:v>4.4632492065429688</c:v>
                </c:pt>
                <c:pt idx="564">
                  <c:v>4.4263125347848922</c:v>
                </c:pt>
                <c:pt idx="565">
                  <c:v>4.2168620316830578</c:v>
                </c:pt>
                <c:pt idx="566">
                  <c:v>3.9910727824529131</c:v>
                </c:pt>
                <c:pt idx="567">
                  <c:v>3.9062614440917969</c:v>
                </c:pt>
                <c:pt idx="568">
                  <c:v>3.8150533146816592</c:v>
                </c:pt>
                <c:pt idx="569">
                  <c:v>3.3339207172393799</c:v>
                </c:pt>
                <c:pt idx="570">
                  <c:v>3.1747102242095839</c:v>
                </c:pt>
                <c:pt idx="571">
                  <c:v>3.1113241040940749</c:v>
                </c:pt>
                <c:pt idx="572">
                  <c:v>2.9120547079705101</c:v>
                </c:pt>
                <c:pt idx="573">
                  <c:v>2.847610235214233</c:v>
                </c:pt>
                <c:pt idx="574">
                  <c:v>2.8223657741551329</c:v>
                </c:pt>
                <c:pt idx="575">
                  <c:v>2.5488830786657721</c:v>
                </c:pt>
                <c:pt idx="576">
                  <c:v>2.4445798397064209</c:v>
                </c:pt>
                <c:pt idx="577">
                  <c:v>2.420805836023217</c:v>
                </c:pt>
                <c:pt idx="578">
                  <c:v>2.1495764255523682</c:v>
                </c:pt>
                <c:pt idx="579">
                  <c:v>2.14523280057738</c:v>
                </c:pt>
                <c:pt idx="580">
                  <c:v>2.0608932761465382</c:v>
                </c:pt>
                <c:pt idx="581">
                  <c:v>2.0021414756774898</c:v>
                </c:pt>
                <c:pt idx="582">
                  <c:v>1.9821040451573579</c:v>
                </c:pt>
                <c:pt idx="583">
                  <c:v>1.9256259002852489</c:v>
                </c:pt>
                <c:pt idx="584">
                  <c:v>1.8598322190300061</c:v>
                </c:pt>
                <c:pt idx="585">
                  <c:v>1.825181126594543</c:v>
                </c:pt>
                <c:pt idx="586">
                  <c:v>1.7931002122449919</c:v>
                </c:pt>
                <c:pt idx="587">
                  <c:v>1.7767683900301801</c:v>
                </c:pt>
                <c:pt idx="588">
                  <c:v>1.6051774514080721</c:v>
                </c:pt>
                <c:pt idx="589">
                  <c:v>1.5639386177062991</c:v>
                </c:pt>
                <c:pt idx="590">
                  <c:v>1.549458291812132</c:v>
                </c:pt>
                <c:pt idx="591">
                  <c:v>1.4137696303952529</c:v>
                </c:pt>
                <c:pt idx="592">
                  <c:v>1.3348580598831179</c:v>
                </c:pt>
                <c:pt idx="593">
                  <c:v>1.3290265083899471</c:v>
                </c:pt>
                <c:pt idx="594">
                  <c:v>1.291793322727014</c:v>
                </c:pt>
                <c:pt idx="595">
                  <c:v>1.2487305813106411</c:v>
                </c:pt>
                <c:pt idx="596">
                  <c:v>1.2326322793960569</c:v>
                </c:pt>
                <c:pt idx="597">
                  <c:v>1.21565870115944</c:v>
                </c:pt>
                <c:pt idx="598">
                  <c:v>1.1885260808963991</c:v>
                </c:pt>
                <c:pt idx="599">
                  <c:v>1.156590938568115</c:v>
                </c:pt>
                <c:pt idx="600">
                  <c:v>1.1517206960851669</c:v>
                </c:pt>
                <c:pt idx="601">
                  <c:v>1.1149055426485821</c:v>
                </c:pt>
                <c:pt idx="602">
                  <c:v>1.084443160547329</c:v>
                </c:pt>
                <c:pt idx="603">
                  <c:v>1.0515300794827189</c:v>
                </c:pt>
                <c:pt idx="604">
                  <c:v>1.046592235565186</c:v>
                </c:pt>
                <c:pt idx="605">
                  <c:v>1.0372447355154659</c:v>
                </c:pt>
                <c:pt idx="606">
                  <c:v>0.96377193927764893</c:v>
                </c:pt>
                <c:pt idx="607">
                  <c:v>0.95778032377848732</c:v>
                </c:pt>
                <c:pt idx="608">
                  <c:v>0.92367357190512722</c:v>
                </c:pt>
                <c:pt idx="609">
                  <c:v>0.8995075950772351</c:v>
                </c:pt>
                <c:pt idx="610">
                  <c:v>0.86912631988525391</c:v>
                </c:pt>
                <c:pt idx="611">
                  <c:v>0.84733195202829192</c:v>
                </c:pt>
                <c:pt idx="612">
                  <c:v>0.8034343580385146</c:v>
                </c:pt>
                <c:pt idx="613">
                  <c:v>0.79347145557403564</c:v>
                </c:pt>
                <c:pt idx="614">
                  <c:v>0.793823895177031</c:v>
                </c:pt>
                <c:pt idx="615">
                  <c:v>0.79885580346548635</c:v>
                </c:pt>
                <c:pt idx="616">
                  <c:v>0.7993694543838501</c:v>
                </c:pt>
                <c:pt idx="617">
                  <c:v>0.78071143996212133</c:v>
                </c:pt>
                <c:pt idx="618">
                  <c:v>0.76553679441079225</c:v>
                </c:pt>
                <c:pt idx="619">
                  <c:v>0.7278781463312185</c:v>
                </c:pt>
                <c:pt idx="620">
                  <c:v>0.72418278455734253</c:v>
                </c:pt>
                <c:pt idx="621">
                  <c:v>0.73254002982538302</c:v>
                </c:pt>
                <c:pt idx="622">
                  <c:v>0.79158833641180215</c:v>
                </c:pt>
                <c:pt idx="623">
                  <c:v>0.81522256135940552</c:v>
                </c:pt>
                <c:pt idx="624">
                  <c:v>0.80610927872586258</c:v>
                </c:pt>
                <c:pt idx="625">
                  <c:v>0.75540907522345757</c:v>
                </c:pt>
                <c:pt idx="626">
                  <c:v>0.70953607559204102</c:v>
                </c:pt>
                <c:pt idx="627">
                  <c:v>0.70822920745801698</c:v>
                </c:pt>
                <c:pt idx="628">
                  <c:v>0.69745516084297365</c:v>
                </c:pt>
                <c:pt idx="629">
                  <c:v>0.65476596617845562</c:v>
                </c:pt>
                <c:pt idx="630">
                  <c:v>0.6421806812286377</c:v>
                </c:pt>
                <c:pt idx="631">
                  <c:v>0.64151664013006626</c:v>
                </c:pt>
                <c:pt idx="632">
                  <c:v>0.63418090343475342</c:v>
                </c:pt>
                <c:pt idx="633">
                  <c:v>0.62127404053186874</c:v>
                </c:pt>
                <c:pt idx="634">
                  <c:v>0.60712418665718015</c:v>
                </c:pt>
                <c:pt idx="635">
                  <c:v>0.59500010951568338</c:v>
                </c:pt>
                <c:pt idx="636">
                  <c:v>0.58165925562322918</c:v>
                </c:pt>
                <c:pt idx="637">
                  <c:v>0.57195878028869629</c:v>
                </c:pt>
                <c:pt idx="638">
                  <c:v>0.57097731180846845</c:v>
                </c:pt>
                <c:pt idx="639">
                  <c:v>0.56326271492762137</c:v>
                </c:pt>
                <c:pt idx="640">
                  <c:v>0.55777829683751834</c:v>
                </c:pt>
                <c:pt idx="641">
                  <c:v>0.55680608749389648</c:v>
                </c:pt>
                <c:pt idx="642">
                  <c:v>0.5446068806293336</c:v>
                </c:pt>
                <c:pt idx="643">
                  <c:v>0.51053926553911577</c:v>
                </c:pt>
                <c:pt idx="644">
                  <c:v>0.49917542934417719</c:v>
                </c:pt>
                <c:pt idx="645">
                  <c:v>0.49870226583866523</c:v>
                </c:pt>
                <c:pt idx="646">
                  <c:v>0.49243820200220367</c:v>
                </c:pt>
                <c:pt idx="647">
                  <c:v>0.48863604518765758</c:v>
                </c:pt>
                <c:pt idx="648">
                  <c:v>0.48831069469451899</c:v>
                </c:pt>
                <c:pt idx="649">
                  <c:v>0.46065892435741312</c:v>
                </c:pt>
                <c:pt idx="650">
                  <c:v>0.44019269943237299</c:v>
                </c:pt>
                <c:pt idx="651">
                  <c:v>0.43936623418446619</c:v>
                </c:pt>
                <c:pt idx="652">
                  <c:v>0.43911204165866891</c:v>
                </c:pt>
                <c:pt idx="653">
                  <c:v>0.43318640589219048</c:v>
                </c:pt>
                <c:pt idx="654">
                  <c:v>0.43044570088386541</c:v>
                </c:pt>
                <c:pt idx="655">
                  <c:v>0.4295937722485812</c:v>
                </c:pt>
                <c:pt idx="656">
                  <c:v>0.42864395693908652</c:v>
                </c:pt>
                <c:pt idx="657">
                  <c:v>0.41093590599655289</c:v>
                </c:pt>
                <c:pt idx="658">
                  <c:v>0.40627065300941467</c:v>
                </c:pt>
                <c:pt idx="659">
                  <c:v>0.41371908405675079</c:v>
                </c:pt>
                <c:pt idx="660">
                  <c:v>0.48460803301467698</c:v>
                </c:pt>
                <c:pt idx="661">
                  <c:v>0.50570160150527954</c:v>
                </c:pt>
                <c:pt idx="662">
                  <c:v>0.50826011491339518</c:v>
                </c:pt>
                <c:pt idx="663">
                  <c:v>0.52410457703061353</c:v>
                </c:pt>
                <c:pt idx="664">
                  <c:v>0.53615397214889526</c:v>
                </c:pt>
                <c:pt idx="665">
                  <c:v>0.5400641527871668</c:v>
                </c:pt>
                <c:pt idx="666">
                  <c:v>0.57030063582621504</c:v>
                </c:pt>
                <c:pt idx="667">
                  <c:v>0.57510209083557129</c:v>
                </c:pt>
                <c:pt idx="668">
                  <c:v>0.56907140251364174</c:v>
                </c:pt>
                <c:pt idx="669">
                  <c:v>0.55947134416274702</c:v>
                </c:pt>
                <c:pt idx="670">
                  <c:v>0.55008202791213989</c:v>
                </c:pt>
                <c:pt idx="671">
                  <c:v>0.54704637040008897</c:v>
                </c:pt>
                <c:pt idx="672">
                  <c:v>0.54468313058272921</c:v>
                </c:pt>
                <c:pt idx="673">
                  <c:v>0.49637034543471042</c:v>
                </c:pt>
                <c:pt idx="674">
                  <c:v>0.48373129963874822</c:v>
                </c:pt>
                <c:pt idx="675">
                  <c:v>0.47979879184201629</c:v>
                </c:pt>
                <c:pt idx="676">
                  <c:v>0.45964148591099557</c:v>
                </c:pt>
                <c:pt idx="677">
                  <c:v>0.43856097681555012</c:v>
                </c:pt>
                <c:pt idx="678">
                  <c:v>0.42326933145523071</c:v>
                </c:pt>
                <c:pt idx="679">
                  <c:v>0.41956496036185342</c:v>
                </c:pt>
                <c:pt idx="680">
                  <c:v>0.39842937976762821</c:v>
                </c:pt>
                <c:pt idx="681">
                  <c:v>0.39450669288635248</c:v>
                </c:pt>
                <c:pt idx="682">
                  <c:v>0.3948317659661007</c:v>
                </c:pt>
                <c:pt idx="683">
                  <c:v>0.3968814075782936</c:v>
                </c:pt>
                <c:pt idx="684">
                  <c:v>0.39709392189979548</c:v>
                </c:pt>
                <c:pt idx="685">
                  <c:v>0.3898187216735991</c:v>
                </c:pt>
                <c:pt idx="686">
                  <c:v>0.38036500250535221</c:v>
                </c:pt>
                <c:pt idx="687">
                  <c:v>0.37615954875946039</c:v>
                </c:pt>
                <c:pt idx="688">
                  <c:v>0.37424491436099522</c:v>
                </c:pt>
                <c:pt idx="689">
                  <c:v>0.37236680078845052</c:v>
                </c:pt>
                <c:pt idx="690">
                  <c:v>0.36211949849568481</c:v>
                </c:pt>
                <c:pt idx="691">
                  <c:v>0.35705554485321039</c:v>
                </c:pt>
                <c:pt idx="692">
                  <c:v>0.35820928164020333</c:v>
                </c:pt>
                <c:pt idx="693">
                  <c:v>0.38375362504427413</c:v>
                </c:pt>
                <c:pt idx="694">
                  <c:v>0.41836220399992269</c:v>
                </c:pt>
                <c:pt idx="695">
                  <c:v>0.423296719789505</c:v>
                </c:pt>
                <c:pt idx="696">
                  <c:v>0.42011267576716882</c:v>
                </c:pt>
                <c:pt idx="697">
                  <c:v>0.3906866953316131</c:v>
                </c:pt>
                <c:pt idx="698">
                  <c:v>0.38298290967941279</c:v>
                </c:pt>
                <c:pt idx="699">
                  <c:v>0.37316038354324199</c:v>
                </c:pt>
                <c:pt idx="700">
                  <c:v>0.34648594256201742</c:v>
                </c:pt>
                <c:pt idx="701">
                  <c:v>0.33902928233146667</c:v>
                </c:pt>
                <c:pt idx="702">
                  <c:v>0.34029033423134081</c:v>
                </c:pt>
                <c:pt idx="703">
                  <c:v>0.35653610778095418</c:v>
                </c:pt>
                <c:pt idx="704">
                  <c:v>0.36974861040268098</c:v>
                </c:pt>
                <c:pt idx="705">
                  <c:v>0.37790971994400019</c:v>
                </c:pt>
                <c:pt idx="706">
                  <c:v>0.37984381524828059</c:v>
                </c:pt>
                <c:pt idx="707">
                  <c:v>0.39202046497551152</c:v>
                </c:pt>
                <c:pt idx="708">
                  <c:v>0.40293408556945343</c:v>
                </c:pt>
                <c:pt idx="709">
                  <c:v>0.40477225184440607</c:v>
                </c:pt>
                <c:pt idx="710">
                  <c:v>0.41435697444215541</c:v>
                </c:pt>
                <c:pt idx="711">
                  <c:v>0.45136981093448469</c:v>
                </c:pt>
                <c:pt idx="712">
                  <c:v>0.45839986205101008</c:v>
                </c:pt>
                <c:pt idx="713">
                  <c:v>0.45773976243177278</c:v>
                </c:pt>
                <c:pt idx="714">
                  <c:v>0.4523957475217909</c:v>
                </c:pt>
                <c:pt idx="715">
                  <c:v>0.44918400049209589</c:v>
                </c:pt>
                <c:pt idx="716">
                  <c:v>0.45432791707065229</c:v>
                </c:pt>
                <c:pt idx="717">
                  <c:v>0.52514938011775603</c:v>
                </c:pt>
                <c:pt idx="718">
                  <c:v>0.53029513359069824</c:v>
                </c:pt>
                <c:pt idx="719">
                  <c:v>0.53205884424610927</c:v>
                </c:pt>
                <c:pt idx="720">
                  <c:v>0.54117450610656781</c:v>
                </c:pt>
                <c:pt idx="721">
                  <c:v>0.55202014456271176</c:v>
                </c:pt>
                <c:pt idx="722">
                  <c:v>0.55849832831912738</c:v>
                </c:pt>
                <c:pt idx="723">
                  <c:v>0.55966049432754517</c:v>
                </c:pt>
                <c:pt idx="724">
                  <c:v>0.57049720611574584</c:v>
                </c:pt>
                <c:pt idx="725">
                  <c:v>0.58666908978537191</c:v>
                </c:pt>
                <c:pt idx="726">
                  <c:v>0.59092223644256592</c:v>
                </c:pt>
                <c:pt idx="727">
                  <c:v>0.59162472264222188</c:v>
                </c:pt>
                <c:pt idx="728">
                  <c:v>0.60218400468835864</c:v>
                </c:pt>
                <c:pt idx="729">
                  <c:v>0.60710478206736629</c:v>
                </c:pt>
                <c:pt idx="730">
                  <c:v>0.60808277130126953</c:v>
                </c:pt>
                <c:pt idx="731">
                  <c:v>0.60855902715506893</c:v>
                </c:pt>
                <c:pt idx="732">
                  <c:v>0.61361438035964966</c:v>
                </c:pt>
                <c:pt idx="733">
                  <c:v>0.61370042760827093</c:v>
                </c:pt>
                <c:pt idx="734">
                  <c:v>0.61433575047335243</c:v>
                </c:pt>
                <c:pt idx="735">
                  <c:v>0.61473540247811864</c:v>
                </c:pt>
                <c:pt idx="736">
                  <c:v>0.6148838996887207</c:v>
                </c:pt>
                <c:pt idx="737">
                  <c:v>0.61602109117282866</c:v>
                </c:pt>
                <c:pt idx="738">
                  <c:v>0.61730482406538412</c:v>
                </c:pt>
                <c:pt idx="739">
                  <c:v>0.61815574182558808</c:v>
                </c:pt>
                <c:pt idx="740">
                  <c:v>0.6190333366394043</c:v>
                </c:pt>
                <c:pt idx="741">
                  <c:v>0.61692165341835414</c:v>
                </c:pt>
                <c:pt idx="742">
                  <c:v>0.60455124151698525</c:v>
                </c:pt>
                <c:pt idx="743">
                  <c:v>0.59879142045974731</c:v>
                </c:pt>
                <c:pt idx="744">
                  <c:v>0.59327576480192623</c:v>
                </c:pt>
                <c:pt idx="745">
                  <c:v>0.54848083424325322</c:v>
                </c:pt>
                <c:pt idx="746">
                  <c:v>0.54431730508804321</c:v>
                </c:pt>
                <c:pt idx="747">
                  <c:v>0.54005672787184933</c:v>
                </c:pt>
                <c:pt idx="748">
                  <c:v>0.51632417177239232</c:v>
                </c:pt>
                <c:pt idx="749">
                  <c:v>0.49047951956352293</c:v>
                </c:pt>
                <c:pt idx="750">
                  <c:v>0.47859752178192139</c:v>
                </c:pt>
                <c:pt idx="751">
                  <c:v>0.45945726650430402</c:v>
                </c:pt>
                <c:pt idx="752">
                  <c:v>0.42483466863632202</c:v>
                </c:pt>
                <c:pt idx="753">
                  <c:v>0.42150165678529622</c:v>
                </c:pt>
                <c:pt idx="754">
                  <c:v>0.40817292722575471</c:v>
                </c:pt>
                <c:pt idx="755">
                  <c:v>0.3996130462494214</c:v>
                </c:pt>
                <c:pt idx="756">
                  <c:v>0.3952086865901947</c:v>
                </c:pt>
                <c:pt idx="757">
                  <c:v>0.40817330102361632</c:v>
                </c:pt>
                <c:pt idx="758">
                  <c:v>0.42549474447437569</c:v>
                </c:pt>
                <c:pt idx="759">
                  <c:v>0.44274139404296881</c:v>
                </c:pt>
                <c:pt idx="760">
                  <c:v>0.44278609352566889</c:v>
                </c:pt>
                <c:pt idx="761">
                  <c:v>0.44362526653010498</c:v>
                </c:pt>
                <c:pt idx="762">
                  <c:v>0.44443349020135459</c:v>
                </c:pt>
                <c:pt idx="763">
                  <c:v>0.44674689537313572</c:v>
                </c:pt>
                <c:pt idx="764">
                  <c:v>0.44732683897018433</c:v>
                </c:pt>
                <c:pt idx="765">
                  <c:v>0.44486286644475331</c:v>
                </c:pt>
                <c:pt idx="766">
                  <c:v>0.41960369457147972</c:v>
                </c:pt>
                <c:pt idx="767">
                  <c:v>0.40397211909294128</c:v>
                </c:pt>
                <c:pt idx="768">
                  <c:v>0.3997816208682104</c:v>
                </c:pt>
                <c:pt idx="769">
                  <c:v>0.35693874955177313</c:v>
                </c:pt>
                <c:pt idx="770">
                  <c:v>0.35669220405974489</c:v>
                </c:pt>
                <c:pt idx="771">
                  <c:v>0.35648845507801591</c:v>
                </c:pt>
                <c:pt idx="772">
                  <c:v>0.35489849249367872</c:v>
                </c:pt>
                <c:pt idx="773">
                  <c:v>0.35402026772499079</c:v>
                </c:pt>
                <c:pt idx="774">
                  <c:v>0.35632439813340711</c:v>
                </c:pt>
                <c:pt idx="775">
                  <c:v>0.36164390531199792</c:v>
                </c:pt>
                <c:pt idx="776">
                  <c:v>0.48216223781938827</c:v>
                </c:pt>
                <c:pt idx="777">
                  <c:v>0.50063705444335938</c:v>
                </c:pt>
                <c:pt idx="778">
                  <c:v>0.50950467422467849</c:v>
                </c:pt>
                <c:pt idx="779">
                  <c:v>0.5648109018293237</c:v>
                </c:pt>
                <c:pt idx="780">
                  <c:v>0.58289837837219238</c:v>
                </c:pt>
                <c:pt idx="781">
                  <c:v>0.56773470062060982</c:v>
                </c:pt>
                <c:pt idx="782">
                  <c:v>0.54434302781676069</c:v>
                </c:pt>
                <c:pt idx="783">
                  <c:v>0.52865505218505859</c:v>
                </c:pt>
                <c:pt idx="784">
                  <c:v>0.55732583999633789</c:v>
                </c:pt>
                <c:pt idx="785">
                  <c:v>0.55732583999633789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02-4D9B-8DF0-1E2AF85F28F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velocity_serial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Sheet1!$D$2:$D$787</c:f>
              <c:numCache>
                <c:formatCode>General</c:formatCode>
                <c:ptCount val="78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1.113189293776201E-2</c:v>
                </c:pt>
                <c:pt idx="125">
                  <c:v>0.02</c:v>
                </c:pt>
                <c:pt idx="126">
                  <c:v>0.14000000000000001</c:v>
                </c:pt>
                <c:pt idx="127">
                  <c:v>0.32998562037797857</c:v>
                </c:pt>
                <c:pt idx="128">
                  <c:v>0.44</c:v>
                </c:pt>
                <c:pt idx="129">
                  <c:v>0.94</c:v>
                </c:pt>
                <c:pt idx="130">
                  <c:v>1.62</c:v>
                </c:pt>
                <c:pt idx="131">
                  <c:v>2.2244625245382079</c:v>
                </c:pt>
                <c:pt idx="132">
                  <c:v>2.38</c:v>
                </c:pt>
                <c:pt idx="133">
                  <c:v>3.17</c:v>
                </c:pt>
                <c:pt idx="134">
                  <c:v>3.92</c:v>
                </c:pt>
                <c:pt idx="135">
                  <c:v>4.2735994221831426</c:v>
                </c:pt>
                <c:pt idx="136">
                  <c:v>4.59</c:v>
                </c:pt>
                <c:pt idx="137">
                  <c:v>5.18</c:v>
                </c:pt>
                <c:pt idx="138">
                  <c:v>5.4461800130951836</c:v>
                </c:pt>
                <c:pt idx="139">
                  <c:v>5.7</c:v>
                </c:pt>
                <c:pt idx="140">
                  <c:v>6.16</c:v>
                </c:pt>
                <c:pt idx="141">
                  <c:v>6.3355403348554038</c:v>
                </c:pt>
                <c:pt idx="142">
                  <c:v>6.54</c:v>
                </c:pt>
                <c:pt idx="143">
                  <c:v>6.88</c:v>
                </c:pt>
                <c:pt idx="144">
                  <c:v>7.18</c:v>
                </c:pt>
                <c:pt idx="145">
                  <c:v>7.46</c:v>
                </c:pt>
                <c:pt idx="146">
                  <c:v>7.6550164971318271</c:v>
                </c:pt>
                <c:pt idx="147">
                  <c:v>7.69</c:v>
                </c:pt>
                <c:pt idx="148">
                  <c:v>7.9</c:v>
                </c:pt>
                <c:pt idx="149">
                  <c:v>8.09</c:v>
                </c:pt>
                <c:pt idx="150">
                  <c:v>8.26</c:v>
                </c:pt>
                <c:pt idx="151">
                  <c:v>8.3789902912621361</c:v>
                </c:pt>
                <c:pt idx="152">
                  <c:v>8.42</c:v>
                </c:pt>
                <c:pt idx="153">
                  <c:v>8.57</c:v>
                </c:pt>
                <c:pt idx="154">
                  <c:v>8.6999999999999993</c:v>
                </c:pt>
                <c:pt idx="155">
                  <c:v>8.8000000000000007</c:v>
                </c:pt>
                <c:pt idx="156">
                  <c:v>8.89</c:v>
                </c:pt>
                <c:pt idx="157">
                  <c:v>8.9286205850487548</c:v>
                </c:pt>
                <c:pt idx="158">
                  <c:v>8.9600000000000009</c:v>
                </c:pt>
                <c:pt idx="159">
                  <c:v>9.0299999999999994</c:v>
                </c:pt>
                <c:pt idx="160">
                  <c:v>9.0766250733471434</c:v>
                </c:pt>
                <c:pt idx="161">
                  <c:v>9.09</c:v>
                </c:pt>
                <c:pt idx="162">
                  <c:v>9.19</c:v>
                </c:pt>
                <c:pt idx="163">
                  <c:v>9.24</c:v>
                </c:pt>
                <c:pt idx="164">
                  <c:v>9.2799999999999994</c:v>
                </c:pt>
                <c:pt idx="165">
                  <c:v>9.31</c:v>
                </c:pt>
                <c:pt idx="166">
                  <c:v>9.334072495433217</c:v>
                </c:pt>
                <c:pt idx="167">
                  <c:v>9.35</c:v>
                </c:pt>
                <c:pt idx="168">
                  <c:v>9.39</c:v>
                </c:pt>
                <c:pt idx="169">
                  <c:v>9.410204359673024</c:v>
                </c:pt>
                <c:pt idx="170">
                  <c:v>9.42</c:v>
                </c:pt>
                <c:pt idx="171">
                  <c:v>9.44</c:v>
                </c:pt>
                <c:pt idx="172">
                  <c:v>9.4450958523516562</c:v>
                </c:pt>
                <c:pt idx="173">
                  <c:v>9.4499999999999993</c:v>
                </c:pt>
                <c:pt idx="174">
                  <c:v>9.4600000000000009</c:v>
                </c:pt>
                <c:pt idx="175">
                  <c:v>9.4700000000000006</c:v>
                </c:pt>
                <c:pt idx="176">
                  <c:v>9.485000572890808</c:v>
                </c:pt>
                <c:pt idx="177">
                  <c:v>9.49</c:v>
                </c:pt>
                <c:pt idx="178">
                  <c:v>9.51</c:v>
                </c:pt>
                <c:pt idx="179">
                  <c:v>9.5196341369778867</c:v>
                </c:pt>
                <c:pt idx="180">
                  <c:v>9.5399999999999991</c:v>
                </c:pt>
                <c:pt idx="181">
                  <c:v>9.58</c:v>
                </c:pt>
                <c:pt idx="182">
                  <c:v>9.61</c:v>
                </c:pt>
                <c:pt idx="183">
                  <c:v>9.6316735430634353</c:v>
                </c:pt>
                <c:pt idx="184">
                  <c:v>9.64</c:v>
                </c:pt>
                <c:pt idx="185">
                  <c:v>9.68</c:v>
                </c:pt>
                <c:pt idx="186">
                  <c:v>9.7158929050184017</c:v>
                </c:pt>
                <c:pt idx="187">
                  <c:v>9.73</c:v>
                </c:pt>
                <c:pt idx="188">
                  <c:v>9.7799999999999994</c:v>
                </c:pt>
                <c:pt idx="189">
                  <c:v>9.81</c:v>
                </c:pt>
                <c:pt idx="190">
                  <c:v>9.8199524480781886</c:v>
                </c:pt>
                <c:pt idx="191">
                  <c:v>9.85</c:v>
                </c:pt>
                <c:pt idx="192">
                  <c:v>9.8800000000000008</c:v>
                </c:pt>
                <c:pt idx="193">
                  <c:v>9.9</c:v>
                </c:pt>
                <c:pt idx="194">
                  <c:v>9.9094359911594694</c:v>
                </c:pt>
                <c:pt idx="195">
                  <c:v>9.92</c:v>
                </c:pt>
                <c:pt idx="196">
                  <c:v>9.94</c:v>
                </c:pt>
                <c:pt idx="197">
                  <c:v>9.9700000000000006</c:v>
                </c:pt>
                <c:pt idx="198">
                  <c:v>9.9845010359116024</c:v>
                </c:pt>
                <c:pt idx="199">
                  <c:v>10</c:v>
                </c:pt>
                <c:pt idx="200">
                  <c:v>10.029999999999999</c:v>
                </c:pt>
                <c:pt idx="201">
                  <c:v>10.04420665558342</c:v>
                </c:pt>
                <c:pt idx="202">
                  <c:v>10.050000000000001</c:v>
                </c:pt>
                <c:pt idx="203">
                  <c:v>10.050000000000001</c:v>
                </c:pt>
                <c:pt idx="204">
                  <c:v>10.050000000000001</c:v>
                </c:pt>
                <c:pt idx="205">
                  <c:v>10.050000000000001</c:v>
                </c:pt>
                <c:pt idx="206">
                  <c:v>10.06</c:v>
                </c:pt>
                <c:pt idx="207">
                  <c:v>10.068956257658909</c:v>
                </c:pt>
                <c:pt idx="208">
                  <c:v>10.08</c:v>
                </c:pt>
                <c:pt idx="209">
                  <c:v>10.09</c:v>
                </c:pt>
                <c:pt idx="210">
                  <c:v>10.082303019202</c:v>
                </c:pt>
                <c:pt idx="211">
                  <c:v>10.08</c:v>
                </c:pt>
                <c:pt idx="212">
                  <c:v>10.08</c:v>
                </c:pt>
                <c:pt idx="213">
                  <c:v>10.08</c:v>
                </c:pt>
                <c:pt idx="214">
                  <c:v>10.08</c:v>
                </c:pt>
                <c:pt idx="215">
                  <c:v>10.08</c:v>
                </c:pt>
                <c:pt idx="216">
                  <c:v>10.08384463975098</c:v>
                </c:pt>
                <c:pt idx="217">
                  <c:v>10.09</c:v>
                </c:pt>
                <c:pt idx="218">
                  <c:v>10.09</c:v>
                </c:pt>
                <c:pt idx="219">
                  <c:v>10.098185479164229</c:v>
                </c:pt>
                <c:pt idx="220">
                  <c:v>10.1</c:v>
                </c:pt>
                <c:pt idx="221">
                  <c:v>10.11</c:v>
                </c:pt>
                <c:pt idx="222">
                  <c:v>10.119999999999999</c:v>
                </c:pt>
                <c:pt idx="223">
                  <c:v>10.124470100021281</c:v>
                </c:pt>
                <c:pt idx="224">
                  <c:v>10.130000000000001</c:v>
                </c:pt>
                <c:pt idx="225">
                  <c:v>10.14</c:v>
                </c:pt>
                <c:pt idx="226">
                  <c:v>10.13388439018313</c:v>
                </c:pt>
                <c:pt idx="227">
                  <c:v>10.130000000000001</c:v>
                </c:pt>
                <c:pt idx="228">
                  <c:v>10.119999999999999</c:v>
                </c:pt>
                <c:pt idx="229">
                  <c:v>10.119999999999999</c:v>
                </c:pt>
                <c:pt idx="230">
                  <c:v>10.11895210573689</c:v>
                </c:pt>
                <c:pt idx="231">
                  <c:v>10.11</c:v>
                </c:pt>
                <c:pt idx="232">
                  <c:v>10.1</c:v>
                </c:pt>
                <c:pt idx="233">
                  <c:v>10.09</c:v>
                </c:pt>
                <c:pt idx="234">
                  <c:v>10.0820245437581</c:v>
                </c:pt>
                <c:pt idx="235">
                  <c:v>10.08</c:v>
                </c:pt>
                <c:pt idx="236">
                  <c:v>10.07</c:v>
                </c:pt>
                <c:pt idx="237">
                  <c:v>10.05516823529412</c:v>
                </c:pt>
                <c:pt idx="238">
                  <c:v>10.050000000000001</c:v>
                </c:pt>
                <c:pt idx="239">
                  <c:v>10.029999999999999</c:v>
                </c:pt>
                <c:pt idx="240">
                  <c:v>10.00620059464176</c:v>
                </c:pt>
                <c:pt idx="241">
                  <c:v>10</c:v>
                </c:pt>
                <c:pt idx="242">
                  <c:v>9.9700000000000006</c:v>
                </c:pt>
                <c:pt idx="243">
                  <c:v>9.94</c:v>
                </c:pt>
                <c:pt idx="244">
                  <c:v>9.9353971132586381</c:v>
                </c:pt>
                <c:pt idx="245">
                  <c:v>9.92</c:v>
                </c:pt>
                <c:pt idx="246">
                  <c:v>9.91</c:v>
                </c:pt>
                <c:pt idx="247">
                  <c:v>9.91</c:v>
                </c:pt>
                <c:pt idx="248">
                  <c:v>9.91</c:v>
                </c:pt>
                <c:pt idx="249">
                  <c:v>9.9</c:v>
                </c:pt>
                <c:pt idx="250">
                  <c:v>9.89</c:v>
                </c:pt>
                <c:pt idx="251">
                  <c:v>9.8699999999999992</c:v>
                </c:pt>
                <c:pt idx="252">
                  <c:v>9.85</c:v>
                </c:pt>
                <c:pt idx="253">
                  <c:v>9.8342394738689816</c:v>
                </c:pt>
                <c:pt idx="254">
                  <c:v>9.83</c:v>
                </c:pt>
                <c:pt idx="255">
                  <c:v>9.83</c:v>
                </c:pt>
                <c:pt idx="256">
                  <c:v>9.8384996391018511</c:v>
                </c:pt>
                <c:pt idx="257">
                  <c:v>9.84</c:v>
                </c:pt>
                <c:pt idx="258">
                  <c:v>9.84</c:v>
                </c:pt>
                <c:pt idx="259">
                  <c:v>9.84</c:v>
                </c:pt>
                <c:pt idx="260">
                  <c:v>9.8464912145201779</c:v>
                </c:pt>
                <c:pt idx="261">
                  <c:v>9.85</c:v>
                </c:pt>
                <c:pt idx="262">
                  <c:v>9.86</c:v>
                </c:pt>
                <c:pt idx="263">
                  <c:v>9.86</c:v>
                </c:pt>
                <c:pt idx="264">
                  <c:v>9.86</c:v>
                </c:pt>
                <c:pt idx="265">
                  <c:v>9.8699999999999992</c:v>
                </c:pt>
                <c:pt idx="266">
                  <c:v>9.89</c:v>
                </c:pt>
                <c:pt idx="267">
                  <c:v>9.9</c:v>
                </c:pt>
                <c:pt idx="268">
                  <c:v>9.9</c:v>
                </c:pt>
                <c:pt idx="269">
                  <c:v>9.9056696097593857</c:v>
                </c:pt>
                <c:pt idx="270">
                  <c:v>9.91</c:v>
                </c:pt>
                <c:pt idx="271">
                  <c:v>9.93</c:v>
                </c:pt>
                <c:pt idx="272">
                  <c:v>9.94</c:v>
                </c:pt>
                <c:pt idx="273">
                  <c:v>9.9499999999999993</c:v>
                </c:pt>
                <c:pt idx="274">
                  <c:v>9.98</c:v>
                </c:pt>
                <c:pt idx="275">
                  <c:v>9.99</c:v>
                </c:pt>
                <c:pt idx="276">
                  <c:v>9.99</c:v>
                </c:pt>
                <c:pt idx="277">
                  <c:v>9.99</c:v>
                </c:pt>
                <c:pt idx="278">
                  <c:v>10.01</c:v>
                </c:pt>
                <c:pt idx="279">
                  <c:v>10.0176132199249</c:v>
                </c:pt>
                <c:pt idx="280">
                  <c:v>10.02</c:v>
                </c:pt>
                <c:pt idx="281">
                  <c:v>10.029999999999999</c:v>
                </c:pt>
                <c:pt idx="282">
                  <c:v>10.030723396154579</c:v>
                </c:pt>
                <c:pt idx="283">
                  <c:v>10.039999999999999</c:v>
                </c:pt>
                <c:pt idx="284">
                  <c:v>10.04817255173475</c:v>
                </c:pt>
                <c:pt idx="285">
                  <c:v>10.050000000000001</c:v>
                </c:pt>
                <c:pt idx="286">
                  <c:v>10.07</c:v>
                </c:pt>
                <c:pt idx="287">
                  <c:v>10.09</c:v>
                </c:pt>
                <c:pt idx="288">
                  <c:v>10.09</c:v>
                </c:pt>
                <c:pt idx="289">
                  <c:v>10.09</c:v>
                </c:pt>
                <c:pt idx="290">
                  <c:v>10.09</c:v>
                </c:pt>
                <c:pt idx="291">
                  <c:v>10.1</c:v>
                </c:pt>
                <c:pt idx="292">
                  <c:v>10.1</c:v>
                </c:pt>
                <c:pt idx="293">
                  <c:v>10.1</c:v>
                </c:pt>
                <c:pt idx="294">
                  <c:v>10.1</c:v>
                </c:pt>
                <c:pt idx="295">
                  <c:v>10.11</c:v>
                </c:pt>
                <c:pt idx="296">
                  <c:v>10.11</c:v>
                </c:pt>
                <c:pt idx="297">
                  <c:v>10.11</c:v>
                </c:pt>
                <c:pt idx="298">
                  <c:v>10.11</c:v>
                </c:pt>
                <c:pt idx="299">
                  <c:v>10.119999999999999</c:v>
                </c:pt>
                <c:pt idx="300">
                  <c:v>10.119999999999999</c:v>
                </c:pt>
                <c:pt idx="301">
                  <c:v>10.119999999999999</c:v>
                </c:pt>
                <c:pt idx="302">
                  <c:v>10.11</c:v>
                </c:pt>
                <c:pt idx="303">
                  <c:v>10.11</c:v>
                </c:pt>
                <c:pt idx="304">
                  <c:v>10.11</c:v>
                </c:pt>
                <c:pt idx="305">
                  <c:v>10.11</c:v>
                </c:pt>
                <c:pt idx="306">
                  <c:v>10.11</c:v>
                </c:pt>
                <c:pt idx="307">
                  <c:v>10.1</c:v>
                </c:pt>
                <c:pt idx="308">
                  <c:v>10.08</c:v>
                </c:pt>
                <c:pt idx="309">
                  <c:v>10.072343778466021</c:v>
                </c:pt>
                <c:pt idx="310">
                  <c:v>10.07</c:v>
                </c:pt>
                <c:pt idx="311">
                  <c:v>10.07</c:v>
                </c:pt>
                <c:pt idx="312">
                  <c:v>10.07</c:v>
                </c:pt>
                <c:pt idx="313">
                  <c:v>10.07</c:v>
                </c:pt>
                <c:pt idx="314">
                  <c:v>10.07</c:v>
                </c:pt>
                <c:pt idx="315">
                  <c:v>10.07</c:v>
                </c:pt>
                <c:pt idx="316">
                  <c:v>10.06</c:v>
                </c:pt>
                <c:pt idx="317">
                  <c:v>10.05259346754314</c:v>
                </c:pt>
                <c:pt idx="318">
                  <c:v>10.050000000000001</c:v>
                </c:pt>
                <c:pt idx="319">
                  <c:v>10.050000000000001</c:v>
                </c:pt>
                <c:pt idx="320">
                  <c:v>10.04158854166667</c:v>
                </c:pt>
                <c:pt idx="321">
                  <c:v>10.029999999999999</c:v>
                </c:pt>
                <c:pt idx="322">
                  <c:v>10.01</c:v>
                </c:pt>
                <c:pt idx="323">
                  <c:v>9.9950231518958645</c:v>
                </c:pt>
                <c:pt idx="324">
                  <c:v>9.99</c:v>
                </c:pt>
                <c:pt idx="325">
                  <c:v>9.99</c:v>
                </c:pt>
                <c:pt idx="326">
                  <c:v>9.99</c:v>
                </c:pt>
                <c:pt idx="327">
                  <c:v>9.99</c:v>
                </c:pt>
                <c:pt idx="328">
                  <c:v>10.02</c:v>
                </c:pt>
                <c:pt idx="329">
                  <c:v>10.027921101712479</c:v>
                </c:pt>
                <c:pt idx="330">
                  <c:v>10.029999999999999</c:v>
                </c:pt>
                <c:pt idx="331">
                  <c:v>10.02184791074089</c:v>
                </c:pt>
                <c:pt idx="332">
                  <c:v>10.02</c:v>
                </c:pt>
                <c:pt idx="333">
                  <c:v>10.01</c:v>
                </c:pt>
                <c:pt idx="334">
                  <c:v>10.01880988052706</c:v>
                </c:pt>
                <c:pt idx="335">
                  <c:v>10.02</c:v>
                </c:pt>
                <c:pt idx="336">
                  <c:v>10.039999999999999</c:v>
                </c:pt>
                <c:pt idx="337">
                  <c:v>10.06</c:v>
                </c:pt>
                <c:pt idx="338">
                  <c:v>10.064874719902219</c:v>
                </c:pt>
                <c:pt idx="339">
                  <c:v>10.07</c:v>
                </c:pt>
                <c:pt idx="340">
                  <c:v>10.08</c:v>
                </c:pt>
                <c:pt idx="341">
                  <c:v>10.096433020763561</c:v>
                </c:pt>
                <c:pt idx="342">
                  <c:v>10.1</c:v>
                </c:pt>
                <c:pt idx="343">
                  <c:v>10.11</c:v>
                </c:pt>
                <c:pt idx="344">
                  <c:v>10.119999999999999</c:v>
                </c:pt>
                <c:pt idx="345">
                  <c:v>10.119999999999999</c:v>
                </c:pt>
                <c:pt idx="346">
                  <c:v>10.119999999999999</c:v>
                </c:pt>
                <c:pt idx="347">
                  <c:v>10.119999999999999</c:v>
                </c:pt>
                <c:pt idx="348">
                  <c:v>10.130000000000001</c:v>
                </c:pt>
                <c:pt idx="349">
                  <c:v>10.135935711762629</c:v>
                </c:pt>
                <c:pt idx="350">
                  <c:v>10.14</c:v>
                </c:pt>
                <c:pt idx="351">
                  <c:v>10.15</c:v>
                </c:pt>
                <c:pt idx="352">
                  <c:v>10.15</c:v>
                </c:pt>
                <c:pt idx="353">
                  <c:v>10.15</c:v>
                </c:pt>
                <c:pt idx="354">
                  <c:v>10.14</c:v>
                </c:pt>
                <c:pt idx="355">
                  <c:v>10.130000000000001</c:v>
                </c:pt>
                <c:pt idx="356">
                  <c:v>10.11</c:v>
                </c:pt>
                <c:pt idx="357">
                  <c:v>10.09</c:v>
                </c:pt>
                <c:pt idx="358">
                  <c:v>10.08</c:v>
                </c:pt>
                <c:pt idx="359">
                  <c:v>10.07327435045438</c:v>
                </c:pt>
                <c:pt idx="360">
                  <c:v>10.07</c:v>
                </c:pt>
                <c:pt idx="361">
                  <c:v>10.06</c:v>
                </c:pt>
                <c:pt idx="362">
                  <c:v>10.06</c:v>
                </c:pt>
                <c:pt idx="363">
                  <c:v>10.06</c:v>
                </c:pt>
                <c:pt idx="364">
                  <c:v>10.07</c:v>
                </c:pt>
                <c:pt idx="365">
                  <c:v>10.07</c:v>
                </c:pt>
                <c:pt idx="366">
                  <c:v>10.07</c:v>
                </c:pt>
                <c:pt idx="367">
                  <c:v>10.08</c:v>
                </c:pt>
                <c:pt idx="368">
                  <c:v>10.09</c:v>
                </c:pt>
                <c:pt idx="369">
                  <c:v>10.08444415060659</c:v>
                </c:pt>
                <c:pt idx="370">
                  <c:v>10.08</c:v>
                </c:pt>
                <c:pt idx="371">
                  <c:v>10.07</c:v>
                </c:pt>
                <c:pt idx="372">
                  <c:v>10.06172861186832</c:v>
                </c:pt>
                <c:pt idx="373">
                  <c:v>10.06</c:v>
                </c:pt>
                <c:pt idx="374">
                  <c:v>10.06</c:v>
                </c:pt>
                <c:pt idx="375">
                  <c:v>10.06559416261293</c:v>
                </c:pt>
                <c:pt idx="376">
                  <c:v>10.07</c:v>
                </c:pt>
                <c:pt idx="377">
                  <c:v>10.09</c:v>
                </c:pt>
                <c:pt idx="378">
                  <c:v>10.09</c:v>
                </c:pt>
                <c:pt idx="379">
                  <c:v>10.09</c:v>
                </c:pt>
                <c:pt idx="380">
                  <c:v>10.09</c:v>
                </c:pt>
                <c:pt idx="381">
                  <c:v>10.09</c:v>
                </c:pt>
                <c:pt idx="382">
                  <c:v>10.09</c:v>
                </c:pt>
                <c:pt idx="383">
                  <c:v>10.09</c:v>
                </c:pt>
                <c:pt idx="384">
                  <c:v>10.1</c:v>
                </c:pt>
                <c:pt idx="385">
                  <c:v>10.090996472663139</c:v>
                </c:pt>
                <c:pt idx="386">
                  <c:v>10.09</c:v>
                </c:pt>
                <c:pt idx="387">
                  <c:v>10.08</c:v>
                </c:pt>
                <c:pt idx="388">
                  <c:v>10.07</c:v>
                </c:pt>
                <c:pt idx="389">
                  <c:v>10.06152662220339</c:v>
                </c:pt>
                <c:pt idx="390">
                  <c:v>10.06</c:v>
                </c:pt>
                <c:pt idx="391">
                  <c:v>10.06</c:v>
                </c:pt>
                <c:pt idx="392">
                  <c:v>10.06</c:v>
                </c:pt>
                <c:pt idx="393">
                  <c:v>10.050000000000001</c:v>
                </c:pt>
                <c:pt idx="394">
                  <c:v>10.045542233841161</c:v>
                </c:pt>
                <c:pt idx="395">
                  <c:v>10.039999999999999</c:v>
                </c:pt>
                <c:pt idx="396">
                  <c:v>10.029999999999999</c:v>
                </c:pt>
                <c:pt idx="397">
                  <c:v>10.029999999999999</c:v>
                </c:pt>
                <c:pt idx="398">
                  <c:v>10.029999999999999</c:v>
                </c:pt>
                <c:pt idx="399">
                  <c:v>10.02</c:v>
                </c:pt>
                <c:pt idx="400">
                  <c:v>10.02</c:v>
                </c:pt>
                <c:pt idx="401">
                  <c:v>10.02</c:v>
                </c:pt>
                <c:pt idx="402">
                  <c:v>10.01</c:v>
                </c:pt>
                <c:pt idx="403">
                  <c:v>9.9916249489214835</c:v>
                </c:pt>
                <c:pt idx="404">
                  <c:v>9.99</c:v>
                </c:pt>
                <c:pt idx="405">
                  <c:v>9.98</c:v>
                </c:pt>
                <c:pt idx="406">
                  <c:v>9.98</c:v>
                </c:pt>
                <c:pt idx="407">
                  <c:v>9.98</c:v>
                </c:pt>
                <c:pt idx="408">
                  <c:v>9.99</c:v>
                </c:pt>
                <c:pt idx="409">
                  <c:v>9.99</c:v>
                </c:pt>
                <c:pt idx="410">
                  <c:v>9.99</c:v>
                </c:pt>
                <c:pt idx="411">
                  <c:v>9.99</c:v>
                </c:pt>
                <c:pt idx="412">
                  <c:v>10</c:v>
                </c:pt>
                <c:pt idx="413">
                  <c:v>10</c:v>
                </c:pt>
                <c:pt idx="414">
                  <c:v>10</c:v>
                </c:pt>
                <c:pt idx="415">
                  <c:v>10.008320047531811</c:v>
                </c:pt>
                <c:pt idx="416">
                  <c:v>10.01</c:v>
                </c:pt>
                <c:pt idx="417">
                  <c:v>10.02</c:v>
                </c:pt>
                <c:pt idx="418">
                  <c:v>10.029999999999999</c:v>
                </c:pt>
                <c:pt idx="419">
                  <c:v>10.03563994090787</c:v>
                </c:pt>
                <c:pt idx="420">
                  <c:v>10.039999999999999</c:v>
                </c:pt>
                <c:pt idx="421">
                  <c:v>10.050000000000001</c:v>
                </c:pt>
                <c:pt idx="422">
                  <c:v>10.05818385431882</c:v>
                </c:pt>
                <c:pt idx="423">
                  <c:v>10.07</c:v>
                </c:pt>
                <c:pt idx="424">
                  <c:v>10.08</c:v>
                </c:pt>
                <c:pt idx="425">
                  <c:v>10.1</c:v>
                </c:pt>
                <c:pt idx="426">
                  <c:v>10.11</c:v>
                </c:pt>
                <c:pt idx="427">
                  <c:v>10.119999999999999</c:v>
                </c:pt>
                <c:pt idx="428">
                  <c:v>10.138315606055111</c:v>
                </c:pt>
                <c:pt idx="429">
                  <c:v>10.15</c:v>
                </c:pt>
                <c:pt idx="430">
                  <c:v>10.17</c:v>
                </c:pt>
                <c:pt idx="431">
                  <c:v>10.18546430323847</c:v>
                </c:pt>
                <c:pt idx="432">
                  <c:v>10.19</c:v>
                </c:pt>
                <c:pt idx="433">
                  <c:v>10.199999999999999</c:v>
                </c:pt>
                <c:pt idx="434">
                  <c:v>10.199999999999999</c:v>
                </c:pt>
                <c:pt idx="435">
                  <c:v>10.19545540229468</c:v>
                </c:pt>
                <c:pt idx="436">
                  <c:v>10.19</c:v>
                </c:pt>
                <c:pt idx="437">
                  <c:v>10.19</c:v>
                </c:pt>
                <c:pt idx="438">
                  <c:v>10.19</c:v>
                </c:pt>
                <c:pt idx="439">
                  <c:v>10.19655307006918</c:v>
                </c:pt>
                <c:pt idx="440">
                  <c:v>10.199999999999999</c:v>
                </c:pt>
                <c:pt idx="441">
                  <c:v>10.199999999999999</c:v>
                </c:pt>
                <c:pt idx="442">
                  <c:v>10.193963858305411</c:v>
                </c:pt>
                <c:pt idx="443">
                  <c:v>10.19</c:v>
                </c:pt>
                <c:pt idx="444">
                  <c:v>10.18</c:v>
                </c:pt>
                <c:pt idx="445">
                  <c:v>10.16319133633356</c:v>
                </c:pt>
                <c:pt idx="446">
                  <c:v>10.16</c:v>
                </c:pt>
                <c:pt idx="447">
                  <c:v>10.15</c:v>
                </c:pt>
                <c:pt idx="448">
                  <c:v>10.15</c:v>
                </c:pt>
                <c:pt idx="449">
                  <c:v>10.15</c:v>
                </c:pt>
                <c:pt idx="450">
                  <c:v>10.14</c:v>
                </c:pt>
                <c:pt idx="451">
                  <c:v>10.135908695652169</c:v>
                </c:pt>
                <c:pt idx="452">
                  <c:v>10.130000000000001</c:v>
                </c:pt>
                <c:pt idx="453">
                  <c:v>10.119999999999999</c:v>
                </c:pt>
                <c:pt idx="454">
                  <c:v>10.102175084548429</c:v>
                </c:pt>
                <c:pt idx="455">
                  <c:v>10.1</c:v>
                </c:pt>
                <c:pt idx="456">
                  <c:v>10.09</c:v>
                </c:pt>
                <c:pt idx="457">
                  <c:v>10.09</c:v>
                </c:pt>
                <c:pt idx="458">
                  <c:v>10.09</c:v>
                </c:pt>
                <c:pt idx="459">
                  <c:v>10.09</c:v>
                </c:pt>
                <c:pt idx="460">
                  <c:v>10.09</c:v>
                </c:pt>
                <c:pt idx="461">
                  <c:v>10.08142183140272</c:v>
                </c:pt>
                <c:pt idx="462">
                  <c:v>10.08</c:v>
                </c:pt>
                <c:pt idx="463">
                  <c:v>10.08</c:v>
                </c:pt>
                <c:pt idx="464">
                  <c:v>10.07</c:v>
                </c:pt>
                <c:pt idx="465">
                  <c:v>10.07491917535434</c:v>
                </c:pt>
                <c:pt idx="466">
                  <c:v>10.08</c:v>
                </c:pt>
                <c:pt idx="467">
                  <c:v>10.09</c:v>
                </c:pt>
                <c:pt idx="468">
                  <c:v>10.09</c:v>
                </c:pt>
                <c:pt idx="469">
                  <c:v>10.09</c:v>
                </c:pt>
                <c:pt idx="470">
                  <c:v>10.07</c:v>
                </c:pt>
                <c:pt idx="471">
                  <c:v>10.050000000000001</c:v>
                </c:pt>
                <c:pt idx="472">
                  <c:v>10.04855090708423</c:v>
                </c:pt>
                <c:pt idx="473">
                  <c:v>10.039999999999999</c:v>
                </c:pt>
                <c:pt idx="474">
                  <c:v>10.02</c:v>
                </c:pt>
                <c:pt idx="475">
                  <c:v>10</c:v>
                </c:pt>
                <c:pt idx="476">
                  <c:v>9.9849900680727597</c:v>
                </c:pt>
                <c:pt idx="477">
                  <c:v>9.98</c:v>
                </c:pt>
                <c:pt idx="478">
                  <c:v>9.9499999999999993</c:v>
                </c:pt>
                <c:pt idx="479">
                  <c:v>9.93</c:v>
                </c:pt>
                <c:pt idx="480">
                  <c:v>9.9</c:v>
                </c:pt>
                <c:pt idx="481">
                  <c:v>9.8699999999999992</c:v>
                </c:pt>
                <c:pt idx="482">
                  <c:v>9.84</c:v>
                </c:pt>
                <c:pt idx="483">
                  <c:v>9.8000000000000007</c:v>
                </c:pt>
                <c:pt idx="484">
                  <c:v>9.7725627805410653</c:v>
                </c:pt>
                <c:pt idx="485">
                  <c:v>9.77</c:v>
                </c:pt>
                <c:pt idx="486">
                  <c:v>9.75</c:v>
                </c:pt>
                <c:pt idx="487">
                  <c:v>9.7375789396252088</c:v>
                </c:pt>
                <c:pt idx="488">
                  <c:v>9.73</c:v>
                </c:pt>
                <c:pt idx="489">
                  <c:v>9.6999999999999993</c:v>
                </c:pt>
                <c:pt idx="490">
                  <c:v>9.66</c:v>
                </c:pt>
                <c:pt idx="491">
                  <c:v>9.6587545927515368</c:v>
                </c:pt>
                <c:pt idx="492">
                  <c:v>9.64</c:v>
                </c:pt>
                <c:pt idx="493">
                  <c:v>9.6199999999999992</c:v>
                </c:pt>
                <c:pt idx="494">
                  <c:v>9.6166488548244899</c:v>
                </c:pt>
                <c:pt idx="495">
                  <c:v>9.61</c:v>
                </c:pt>
                <c:pt idx="496">
                  <c:v>9.58</c:v>
                </c:pt>
                <c:pt idx="497">
                  <c:v>9.5500000000000007</c:v>
                </c:pt>
                <c:pt idx="498">
                  <c:v>9.5327640151367383</c:v>
                </c:pt>
                <c:pt idx="499">
                  <c:v>9.52</c:v>
                </c:pt>
                <c:pt idx="500">
                  <c:v>9.49</c:v>
                </c:pt>
                <c:pt idx="501">
                  <c:v>9.4827525366767915</c:v>
                </c:pt>
                <c:pt idx="502">
                  <c:v>9.48</c:v>
                </c:pt>
                <c:pt idx="503">
                  <c:v>9.4600000000000009</c:v>
                </c:pt>
                <c:pt idx="504">
                  <c:v>9.44</c:v>
                </c:pt>
                <c:pt idx="505">
                  <c:v>9.4280571753662343</c:v>
                </c:pt>
                <c:pt idx="506">
                  <c:v>9.42</c:v>
                </c:pt>
                <c:pt idx="507">
                  <c:v>9.39</c:v>
                </c:pt>
                <c:pt idx="508">
                  <c:v>9.3848268324969979</c:v>
                </c:pt>
                <c:pt idx="509">
                  <c:v>9.3699999999999992</c:v>
                </c:pt>
                <c:pt idx="510">
                  <c:v>9.34</c:v>
                </c:pt>
                <c:pt idx="511">
                  <c:v>9.3149392567889482</c:v>
                </c:pt>
                <c:pt idx="512">
                  <c:v>9.31</c:v>
                </c:pt>
                <c:pt idx="513">
                  <c:v>9.2799999999999994</c:v>
                </c:pt>
                <c:pt idx="514">
                  <c:v>9.27</c:v>
                </c:pt>
                <c:pt idx="515">
                  <c:v>9.27</c:v>
                </c:pt>
                <c:pt idx="516">
                  <c:v>9.27</c:v>
                </c:pt>
                <c:pt idx="517">
                  <c:v>9.26</c:v>
                </c:pt>
                <c:pt idx="518">
                  <c:v>9.2445624024244655</c:v>
                </c:pt>
                <c:pt idx="519">
                  <c:v>9.24</c:v>
                </c:pt>
                <c:pt idx="520">
                  <c:v>9.2100000000000009</c:v>
                </c:pt>
                <c:pt idx="521">
                  <c:v>9.19</c:v>
                </c:pt>
                <c:pt idx="522">
                  <c:v>9.18</c:v>
                </c:pt>
                <c:pt idx="523">
                  <c:v>9.17</c:v>
                </c:pt>
                <c:pt idx="524">
                  <c:v>9.15</c:v>
                </c:pt>
                <c:pt idx="525">
                  <c:v>9.14</c:v>
                </c:pt>
                <c:pt idx="526">
                  <c:v>9.14</c:v>
                </c:pt>
                <c:pt idx="527">
                  <c:v>9.14</c:v>
                </c:pt>
                <c:pt idx="528">
                  <c:v>9.1300000000000008</c:v>
                </c:pt>
                <c:pt idx="529">
                  <c:v>9.11</c:v>
                </c:pt>
                <c:pt idx="530">
                  <c:v>9.1068601804966463</c:v>
                </c:pt>
                <c:pt idx="531">
                  <c:v>9.09</c:v>
                </c:pt>
                <c:pt idx="532">
                  <c:v>9.0806243261206703</c:v>
                </c:pt>
                <c:pt idx="533">
                  <c:v>9.08</c:v>
                </c:pt>
                <c:pt idx="534">
                  <c:v>9.06</c:v>
                </c:pt>
                <c:pt idx="535">
                  <c:v>9.0399999999999991</c:v>
                </c:pt>
                <c:pt idx="536">
                  <c:v>8.9930435123480983</c:v>
                </c:pt>
                <c:pt idx="537">
                  <c:v>8.99</c:v>
                </c:pt>
                <c:pt idx="538">
                  <c:v>8.98</c:v>
                </c:pt>
                <c:pt idx="539">
                  <c:v>8.98</c:v>
                </c:pt>
                <c:pt idx="540">
                  <c:v>8.98</c:v>
                </c:pt>
                <c:pt idx="541">
                  <c:v>8.9513327313500959</c:v>
                </c:pt>
                <c:pt idx="542">
                  <c:v>8.9499999999999993</c:v>
                </c:pt>
                <c:pt idx="543">
                  <c:v>8.92</c:v>
                </c:pt>
                <c:pt idx="544">
                  <c:v>8.89</c:v>
                </c:pt>
                <c:pt idx="545">
                  <c:v>8.8602900252660053</c:v>
                </c:pt>
                <c:pt idx="546">
                  <c:v>8.85</c:v>
                </c:pt>
                <c:pt idx="547">
                  <c:v>8.7899999999999991</c:v>
                </c:pt>
                <c:pt idx="548">
                  <c:v>8.73</c:v>
                </c:pt>
                <c:pt idx="549">
                  <c:v>8.6806370156089923</c:v>
                </c:pt>
                <c:pt idx="550">
                  <c:v>8.67</c:v>
                </c:pt>
                <c:pt idx="551">
                  <c:v>8.64</c:v>
                </c:pt>
                <c:pt idx="552">
                  <c:v>8.6300000000000008</c:v>
                </c:pt>
                <c:pt idx="553">
                  <c:v>8.6199999999999992</c:v>
                </c:pt>
                <c:pt idx="554">
                  <c:v>8.6199999999999992</c:v>
                </c:pt>
                <c:pt idx="555">
                  <c:v>8.6199999999999992</c:v>
                </c:pt>
                <c:pt idx="556">
                  <c:v>8.6300000000000008</c:v>
                </c:pt>
                <c:pt idx="557">
                  <c:v>8.6358425755310648</c:v>
                </c:pt>
                <c:pt idx="558">
                  <c:v>8.64</c:v>
                </c:pt>
                <c:pt idx="559">
                  <c:v>8.64</c:v>
                </c:pt>
                <c:pt idx="560">
                  <c:v>8.645511945113066</c:v>
                </c:pt>
                <c:pt idx="561">
                  <c:v>8.65</c:v>
                </c:pt>
                <c:pt idx="562">
                  <c:v>8.66</c:v>
                </c:pt>
                <c:pt idx="563">
                  <c:v>8.66</c:v>
                </c:pt>
                <c:pt idx="564">
                  <c:v>8.66</c:v>
                </c:pt>
                <c:pt idx="565">
                  <c:v>8.65</c:v>
                </c:pt>
                <c:pt idx="566">
                  <c:v>8.64</c:v>
                </c:pt>
                <c:pt idx="567">
                  <c:v>8.64</c:v>
                </c:pt>
                <c:pt idx="568">
                  <c:v>8.64</c:v>
                </c:pt>
                <c:pt idx="569">
                  <c:v>8.65</c:v>
                </c:pt>
                <c:pt idx="570">
                  <c:v>8.65</c:v>
                </c:pt>
                <c:pt idx="571">
                  <c:v>8.64</c:v>
                </c:pt>
                <c:pt idx="572">
                  <c:v>8.61</c:v>
                </c:pt>
                <c:pt idx="573">
                  <c:v>8.541963594926079</c:v>
                </c:pt>
                <c:pt idx="574">
                  <c:v>8.52</c:v>
                </c:pt>
                <c:pt idx="575">
                  <c:v>8.3699999999999992</c:v>
                </c:pt>
                <c:pt idx="576">
                  <c:v>8.2335912461403229</c:v>
                </c:pt>
                <c:pt idx="577">
                  <c:v>8.19</c:v>
                </c:pt>
                <c:pt idx="578">
                  <c:v>7.6070962643678159</c:v>
                </c:pt>
                <c:pt idx="579">
                  <c:v>7.6</c:v>
                </c:pt>
                <c:pt idx="580">
                  <c:v>7.23</c:v>
                </c:pt>
                <c:pt idx="581">
                  <c:v>6.9669832361910604</c:v>
                </c:pt>
                <c:pt idx="582">
                  <c:v>6.83</c:v>
                </c:pt>
                <c:pt idx="583">
                  <c:v>6.38</c:v>
                </c:pt>
                <c:pt idx="584">
                  <c:v>5.92</c:v>
                </c:pt>
                <c:pt idx="585">
                  <c:v>5.6082983795937356</c:v>
                </c:pt>
                <c:pt idx="586">
                  <c:v>5.43</c:v>
                </c:pt>
                <c:pt idx="587">
                  <c:v>4.91</c:v>
                </c:pt>
                <c:pt idx="588">
                  <c:v>4.3600000000000003</c:v>
                </c:pt>
                <c:pt idx="589">
                  <c:v>3.9386933749885138</c:v>
                </c:pt>
                <c:pt idx="590">
                  <c:v>3.79</c:v>
                </c:pt>
                <c:pt idx="591">
                  <c:v>3.21</c:v>
                </c:pt>
                <c:pt idx="592">
                  <c:v>2.713728524827836</c:v>
                </c:pt>
                <c:pt idx="593">
                  <c:v>2.62</c:v>
                </c:pt>
                <c:pt idx="594">
                  <c:v>2.06</c:v>
                </c:pt>
                <c:pt idx="595">
                  <c:v>1.51</c:v>
                </c:pt>
                <c:pt idx="596">
                  <c:v>1.260263545150502</c:v>
                </c:pt>
                <c:pt idx="597">
                  <c:v>0.97</c:v>
                </c:pt>
                <c:pt idx="598">
                  <c:v>0.5</c:v>
                </c:pt>
                <c:pt idx="599">
                  <c:v>0.2146718298122641</c:v>
                </c:pt>
                <c:pt idx="600">
                  <c:v>0.17</c:v>
                </c:pt>
                <c:pt idx="601">
                  <c:v>-0.01</c:v>
                </c:pt>
                <c:pt idx="602">
                  <c:v>-0.08</c:v>
                </c:pt>
                <c:pt idx="603">
                  <c:v>-0.08</c:v>
                </c:pt>
                <c:pt idx="604">
                  <c:v>-7.0582431750658675E-2</c:v>
                </c:pt>
                <c:pt idx="605">
                  <c:v>-0.06</c:v>
                </c:pt>
                <c:pt idx="606">
                  <c:v>-3.4072037649690128E-2</c:v>
                </c:pt>
                <c:pt idx="607">
                  <c:v>-0.03</c:v>
                </c:pt>
                <c:pt idx="608">
                  <c:v>-0.01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802-4D9B-8DF0-1E2AF85F28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64537120"/>
        <c:axId val="1264525472"/>
      </c:lineChart>
      <c:catAx>
        <c:axId val="1264537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4525472"/>
        <c:crosses val="autoZero"/>
        <c:auto val="1"/>
        <c:lblAlgn val="ctr"/>
        <c:lblOffset val="100"/>
        <c:noMultiLvlLbl val="0"/>
      </c:catAx>
      <c:valAx>
        <c:axId val="1264525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4537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Slip ratio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Sheet1!$E$1</c:f>
              <c:strCache>
                <c:ptCount val="1"/>
                <c:pt idx="0">
                  <c:v>slip_ratio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Sheet1!$E$2:$E$787</c:f>
              <c:numCache>
                <c:formatCode>General</c:formatCode>
                <c:ptCount val="786"/>
                <c:pt idx="0">
                  <c:v>-1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  <c:pt idx="4">
                  <c:v>-1</c:v>
                </c:pt>
                <c:pt idx="5">
                  <c:v>-1</c:v>
                </c:pt>
                <c:pt idx="6">
                  <c:v>-1</c:v>
                </c:pt>
                <c:pt idx="7">
                  <c:v>-1</c:v>
                </c:pt>
                <c:pt idx="8">
                  <c:v>-1</c:v>
                </c:pt>
                <c:pt idx="9">
                  <c:v>-1</c:v>
                </c:pt>
                <c:pt idx="10">
                  <c:v>-1</c:v>
                </c:pt>
                <c:pt idx="11">
                  <c:v>-1</c:v>
                </c:pt>
                <c:pt idx="12">
                  <c:v>-1</c:v>
                </c:pt>
                <c:pt idx="13">
                  <c:v>-1</c:v>
                </c:pt>
                <c:pt idx="14">
                  <c:v>-1</c:v>
                </c:pt>
                <c:pt idx="15">
                  <c:v>-1</c:v>
                </c:pt>
                <c:pt idx="16">
                  <c:v>-1</c:v>
                </c:pt>
                <c:pt idx="17">
                  <c:v>-1</c:v>
                </c:pt>
                <c:pt idx="18">
                  <c:v>-1</c:v>
                </c:pt>
                <c:pt idx="19">
                  <c:v>-1</c:v>
                </c:pt>
                <c:pt idx="20">
                  <c:v>-1</c:v>
                </c:pt>
                <c:pt idx="21">
                  <c:v>-1</c:v>
                </c:pt>
                <c:pt idx="22">
                  <c:v>-1</c:v>
                </c:pt>
                <c:pt idx="23">
                  <c:v>-1</c:v>
                </c:pt>
                <c:pt idx="24">
                  <c:v>-1</c:v>
                </c:pt>
                <c:pt idx="25">
                  <c:v>-1</c:v>
                </c:pt>
                <c:pt idx="26">
                  <c:v>-1</c:v>
                </c:pt>
                <c:pt idx="27">
                  <c:v>-1</c:v>
                </c:pt>
                <c:pt idx="28">
                  <c:v>-1</c:v>
                </c:pt>
                <c:pt idx="29">
                  <c:v>-1</c:v>
                </c:pt>
                <c:pt idx="30">
                  <c:v>-1</c:v>
                </c:pt>
                <c:pt idx="31">
                  <c:v>-1</c:v>
                </c:pt>
                <c:pt idx="32">
                  <c:v>-1</c:v>
                </c:pt>
                <c:pt idx="33">
                  <c:v>-1</c:v>
                </c:pt>
                <c:pt idx="34">
                  <c:v>-1</c:v>
                </c:pt>
                <c:pt idx="35">
                  <c:v>-1</c:v>
                </c:pt>
                <c:pt idx="36">
                  <c:v>-1</c:v>
                </c:pt>
                <c:pt idx="37">
                  <c:v>-1</c:v>
                </c:pt>
                <c:pt idx="38">
                  <c:v>-1</c:v>
                </c:pt>
                <c:pt idx="39">
                  <c:v>-1</c:v>
                </c:pt>
                <c:pt idx="40">
                  <c:v>-1</c:v>
                </c:pt>
                <c:pt idx="41">
                  <c:v>-1</c:v>
                </c:pt>
                <c:pt idx="42">
                  <c:v>-1</c:v>
                </c:pt>
                <c:pt idx="43">
                  <c:v>-1</c:v>
                </c:pt>
                <c:pt idx="44">
                  <c:v>-1</c:v>
                </c:pt>
                <c:pt idx="45">
                  <c:v>-1</c:v>
                </c:pt>
                <c:pt idx="46">
                  <c:v>-1</c:v>
                </c:pt>
                <c:pt idx="47">
                  <c:v>-1</c:v>
                </c:pt>
                <c:pt idx="48">
                  <c:v>-1</c:v>
                </c:pt>
                <c:pt idx="49">
                  <c:v>-1</c:v>
                </c:pt>
                <c:pt idx="50">
                  <c:v>-1</c:v>
                </c:pt>
                <c:pt idx="51">
                  <c:v>-1</c:v>
                </c:pt>
                <c:pt idx="52">
                  <c:v>-1</c:v>
                </c:pt>
                <c:pt idx="53">
                  <c:v>-1</c:v>
                </c:pt>
                <c:pt idx="54">
                  <c:v>-1</c:v>
                </c:pt>
                <c:pt idx="55">
                  <c:v>-1</c:v>
                </c:pt>
                <c:pt idx="56">
                  <c:v>-1</c:v>
                </c:pt>
                <c:pt idx="57">
                  <c:v>-1</c:v>
                </c:pt>
                <c:pt idx="58">
                  <c:v>-1</c:v>
                </c:pt>
                <c:pt idx="59">
                  <c:v>-1</c:v>
                </c:pt>
                <c:pt idx="60">
                  <c:v>-1</c:v>
                </c:pt>
                <c:pt idx="61">
                  <c:v>-1</c:v>
                </c:pt>
                <c:pt idx="62">
                  <c:v>-1</c:v>
                </c:pt>
                <c:pt idx="63">
                  <c:v>-1</c:v>
                </c:pt>
                <c:pt idx="64">
                  <c:v>-1</c:v>
                </c:pt>
                <c:pt idx="65">
                  <c:v>-1</c:v>
                </c:pt>
                <c:pt idx="66">
                  <c:v>-1</c:v>
                </c:pt>
                <c:pt idx="67">
                  <c:v>-1</c:v>
                </c:pt>
                <c:pt idx="68">
                  <c:v>-1</c:v>
                </c:pt>
                <c:pt idx="69">
                  <c:v>-1</c:v>
                </c:pt>
                <c:pt idx="70">
                  <c:v>-1</c:v>
                </c:pt>
                <c:pt idx="71">
                  <c:v>-1</c:v>
                </c:pt>
                <c:pt idx="72">
                  <c:v>-1</c:v>
                </c:pt>
                <c:pt idx="73">
                  <c:v>-1</c:v>
                </c:pt>
                <c:pt idx="74">
                  <c:v>-1</c:v>
                </c:pt>
                <c:pt idx="75">
                  <c:v>-1</c:v>
                </c:pt>
                <c:pt idx="76">
                  <c:v>-1</c:v>
                </c:pt>
                <c:pt idx="77">
                  <c:v>-1</c:v>
                </c:pt>
                <c:pt idx="78">
                  <c:v>-1</c:v>
                </c:pt>
                <c:pt idx="79">
                  <c:v>-1</c:v>
                </c:pt>
                <c:pt idx="80">
                  <c:v>-1</c:v>
                </c:pt>
                <c:pt idx="81">
                  <c:v>-1</c:v>
                </c:pt>
                <c:pt idx="82">
                  <c:v>-1</c:v>
                </c:pt>
                <c:pt idx="83">
                  <c:v>-1</c:v>
                </c:pt>
                <c:pt idx="84">
                  <c:v>-1</c:v>
                </c:pt>
                <c:pt idx="85">
                  <c:v>-1</c:v>
                </c:pt>
                <c:pt idx="86">
                  <c:v>-1</c:v>
                </c:pt>
                <c:pt idx="87">
                  <c:v>-1</c:v>
                </c:pt>
                <c:pt idx="88">
                  <c:v>-1</c:v>
                </c:pt>
                <c:pt idx="89">
                  <c:v>-1</c:v>
                </c:pt>
                <c:pt idx="90">
                  <c:v>-1</c:v>
                </c:pt>
                <c:pt idx="91">
                  <c:v>-1</c:v>
                </c:pt>
                <c:pt idx="92">
                  <c:v>-1</c:v>
                </c:pt>
                <c:pt idx="93">
                  <c:v>-1</c:v>
                </c:pt>
                <c:pt idx="94">
                  <c:v>-1</c:v>
                </c:pt>
                <c:pt idx="95">
                  <c:v>-1</c:v>
                </c:pt>
                <c:pt idx="96">
                  <c:v>-1</c:v>
                </c:pt>
                <c:pt idx="97">
                  <c:v>-1</c:v>
                </c:pt>
                <c:pt idx="98">
                  <c:v>-1</c:v>
                </c:pt>
                <c:pt idx="99">
                  <c:v>-1</c:v>
                </c:pt>
                <c:pt idx="100">
                  <c:v>-1</c:v>
                </c:pt>
                <c:pt idx="101">
                  <c:v>-1</c:v>
                </c:pt>
                <c:pt idx="102">
                  <c:v>-1</c:v>
                </c:pt>
                <c:pt idx="103">
                  <c:v>-1</c:v>
                </c:pt>
                <c:pt idx="104">
                  <c:v>-1</c:v>
                </c:pt>
                <c:pt idx="105">
                  <c:v>-1</c:v>
                </c:pt>
                <c:pt idx="106">
                  <c:v>-1</c:v>
                </c:pt>
                <c:pt idx="107">
                  <c:v>-1</c:v>
                </c:pt>
                <c:pt idx="108">
                  <c:v>-1</c:v>
                </c:pt>
                <c:pt idx="109">
                  <c:v>-1</c:v>
                </c:pt>
                <c:pt idx="110">
                  <c:v>-1</c:v>
                </c:pt>
                <c:pt idx="111">
                  <c:v>-1</c:v>
                </c:pt>
                <c:pt idx="112">
                  <c:v>-1</c:v>
                </c:pt>
                <c:pt idx="113">
                  <c:v>-1</c:v>
                </c:pt>
                <c:pt idx="114">
                  <c:v>-1</c:v>
                </c:pt>
                <c:pt idx="115">
                  <c:v>-1</c:v>
                </c:pt>
                <c:pt idx="116">
                  <c:v>-1</c:v>
                </c:pt>
                <c:pt idx="117">
                  <c:v>-1</c:v>
                </c:pt>
                <c:pt idx="118">
                  <c:v>-1</c:v>
                </c:pt>
                <c:pt idx="119">
                  <c:v>-1</c:v>
                </c:pt>
                <c:pt idx="120">
                  <c:v>-1</c:v>
                </c:pt>
                <c:pt idx="121">
                  <c:v>-1</c:v>
                </c:pt>
                <c:pt idx="122">
                  <c:v>-1</c:v>
                </c:pt>
                <c:pt idx="123">
                  <c:v>-1</c:v>
                </c:pt>
                <c:pt idx="124">
                  <c:v>0.20887848969446349</c:v>
                </c:pt>
                <c:pt idx="125">
                  <c:v>0.52270978334666762</c:v>
                </c:pt>
                <c:pt idx="126">
                  <c:v>0.9202313626541363</c:v>
                </c:pt>
                <c:pt idx="127">
                  <c:v>0.96438484259137935</c:v>
                </c:pt>
                <c:pt idx="128">
                  <c:v>0.97298673096649746</c:v>
                </c:pt>
                <c:pt idx="129">
                  <c:v>0.98646033234205321</c:v>
                </c:pt>
                <c:pt idx="130">
                  <c:v>0.99167753193484354</c:v>
                </c:pt>
                <c:pt idx="131">
                  <c:v>0.99375082471537479</c:v>
                </c:pt>
                <c:pt idx="132">
                  <c:v>0.99330885791759815</c:v>
                </c:pt>
                <c:pt idx="133">
                  <c:v>0.98924706118459171</c:v>
                </c:pt>
                <c:pt idx="134">
                  <c:v>0.98864225847125109</c:v>
                </c:pt>
                <c:pt idx="135">
                  <c:v>0.98912211199815991</c:v>
                </c:pt>
                <c:pt idx="136">
                  <c:v>0.9849182771176398</c:v>
                </c:pt>
                <c:pt idx="137">
                  <c:v>0.93265320833466048</c:v>
                </c:pt>
                <c:pt idx="138">
                  <c:v>0.91727893443506636</c:v>
                </c:pt>
                <c:pt idx="139">
                  <c:v>0.75597942760332659</c:v>
                </c:pt>
                <c:pt idx="140">
                  <c:v>0.49962664460683542</c:v>
                </c:pt>
                <c:pt idx="141">
                  <c:v>0.40949580561024163</c:v>
                </c:pt>
                <c:pt idx="142">
                  <c:v>0.459593032819823</c:v>
                </c:pt>
                <c:pt idx="143">
                  <c:v>0.55016286841591489</c:v>
                </c:pt>
                <c:pt idx="144">
                  <c:v>0.62397698031533089</c:v>
                </c:pt>
                <c:pt idx="145">
                  <c:v>0.69234354724562452</c:v>
                </c:pt>
                <c:pt idx="146">
                  <c:v>0.77253860544954889</c:v>
                </c:pt>
                <c:pt idx="147">
                  <c:v>0.76185113130698967</c:v>
                </c:pt>
                <c:pt idx="148">
                  <c:v>0.75185551724062483</c:v>
                </c:pt>
                <c:pt idx="149">
                  <c:v>0.65430643295462909</c:v>
                </c:pt>
                <c:pt idx="150">
                  <c:v>0.61470115471783449</c:v>
                </c:pt>
                <c:pt idx="151">
                  <c:v>0.59680752792124936</c:v>
                </c:pt>
                <c:pt idx="152">
                  <c:v>0.58919299047967377</c:v>
                </c:pt>
                <c:pt idx="153">
                  <c:v>0.52111400981271716</c:v>
                </c:pt>
                <c:pt idx="154">
                  <c:v>0.45987715257364309</c:v>
                </c:pt>
                <c:pt idx="155">
                  <c:v>0.51814489005105158</c:v>
                </c:pt>
                <c:pt idx="156">
                  <c:v>0.56985034074200558</c:v>
                </c:pt>
                <c:pt idx="157">
                  <c:v>0.58225203664181635</c:v>
                </c:pt>
                <c:pt idx="158">
                  <c:v>0.56121185727593803</c:v>
                </c:pt>
                <c:pt idx="159">
                  <c:v>0.41871438957527268</c:v>
                </c:pt>
                <c:pt idx="160">
                  <c:v>0.28234277714491479</c:v>
                </c:pt>
                <c:pt idx="161">
                  <c:v>0.26921575117241031</c:v>
                </c:pt>
                <c:pt idx="162">
                  <c:v>0.19897428385880889</c:v>
                </c:pt>
                <c:pt idx="163">
                  <c:v>0.15558920793559419</c:v>
                </c:pt>
                <c:pt idx="164">
                  <c:v>0.1655645374188347</c:v>
                </c:pt>
                <c:pt idx="165">
                  <c:v>0.23002874200287529</c:v>
                </c:pt>
                <c:pt idx="166">
                  <c:v>0.24326391153276661</c:v>
                </c:pt>
                <c:pt idx="167">
                  <c:v>0.24930316517801709</c:v>
                </c:pt>
                <c:pt idx="168">
                  <c:v>0.29190709014591459</c:v>
                </c:pt>
                <c:pt idx="169">
                  <c:v>0.30413087773940312</c:v>
                </c:pt>
                <c:pt idx="170">
                  <c:v>0.27086041928936161</c:v>
                </c:pt>
                <c:pt idx="171">
                  <c:v>7.8389255830890361E-2</c:v>
                </c:pt>
                <c:pt idx="172">
                  <c:v>4.327409258066009E-2</c:v>
                </c:pt>
                <c:pt idx="173">
                  <c:v>3.7565859276510932E-2</c:v>
                </c:pt>
                <c:pt idx="174">
                  <c:v>4.771678495574719E-3</c:v>
                </c:pt>
                <c:pt idx="175">
                  <c:v>-3.2319306294927103E-2</c:v>
                </c:pt>
                <c:pt idx="176">
                  <c:v>-4.8900407574747902E-2</c:v>
                </c:pt>
                <c:pt idx="177">
                  <c:v>-5.2502578498475533E-2</c:v>
                </c:pt>
                <c:pt idx="178">
                  <c:v>-7.1569890242900239E-2</c:v>
                </c:pt>
                <c:pt idx="179">
                  <c:v>-7.3126817311377296E-2</c:v>
                </c:pt>
                <c:pt idx="180">
                  <c:v>-7.7336170774831015E-2</c:v>
                </c:pt>
                <c:pt idx="181">
                  <c:v>-9.5610711725738692E-2</c:v>
                </c:pt>
                <c:pt idx="182">
                  <c:v>-0.1130281010466164</c:v>
                </c:pt>
                <c:pt idx="183">
                  <c:v>-0.1163717916741355</c:v>
                </c:pt>
                <c:pt idx="184">
                  <c:v>-0.1161254907055518</c:v>
                </c:pt>
                <c:pt idx="185">
                  <c:v>-0.1205708997952811</c:v>
                </c:pt>
                <c:pt idx="186">
                  <c:v>-0.1196383344668258</c:v>
                </c:pt>
                <c:pt idx="187">
                  <c:v>-0.1146718160288998</c:v>
                </c:pt>
                <c:pt idx="188">
                  <c:v>-8.5426583719033625E-2</c:v>
                </c:pt>
                <c:pt idx="189">
                  <c:v>-6.4606705441857468E-2</c:v>
                </c:pt>
                <c:pt idx="190">
                  <c:v>-5.8939856595217527E-2</c:v>
                </c:pt>
                <c:pt idx="191">
                  <c:v>-6.0657033764940631E-2</c:v>
                </c:pt>
                <c:pt idx="192">
                  <c:v>-6.3553290921158176E-2</c:v>
                </c:pt>
                <c:pt idx="193">
                  <c:v>-6.9472905598259554E-2</c:v>
                </c:pt>
                <c:pt idx="194">
                  <c:v>-7.1062633000328806E-2</c:v>
                </c:pt>
                <c:pt idx="195">
                  <c:v>-7.3283792191323818E-2</c:v>
                </c:pt>
                <c:pt idx="196">
                  <c:v>-7.8683253737095574E-2</c:v>
                </c:pt>
                <c:pt idx="197">
                  <c:v>-8.1790787084809927E-2</c:v>
                </c:pt>
                <c:pt idx="198">
                  <c:v>-8.1511982285814757E-2</c:v>
                </c:pt>
                <c:pt idx="199">
                  <c:v>-7.8314503031636867E-2</c:v>
                </c:pt>
                <c:pt idx="200">
                  <c:v>-5.4738414257055508E-2</c:v>
                </c:pt>
                <c:pt idx="201">
                  <c:v>-4.8135566751847457E-2</c:v>
                </c:pt>
                <c:pt idx="202">
                  <c:v>-4.5630905403082088E-2</c:v>
                </c:pt>
                <c:pt idx="203">
                  <c:v>-2.9590731325338179E-2</c:v>
                </c:pt>
                <c:pt idx="204">
                  <c:v>-2.123773619991623E-2</c:v>
                </c:pt>
                <c:pt idx="205">
                  <c:v>-2.1310116751613321E-2</c:v>
                </c:pt>
                <c:pt idx="206">
                  <c:v>-2.1584862075493989E-2</c:v>
                </c:pt>
                <c:pt idx="207">
                  <c:v>-2.080597714387589E-2</c:v>
                </c:pt>
                <c:pt idx="208">
                  <c:v>-2.0755805913503639E-2</c:v>
                </c:pt>
                <c:pt idx="209">
                  <c:v>-2.9714398516674172E-2</c:v>
                </c:pt>
                <c:pt idx="210">
                  <c:v>-3.2886941133859433E-2</c:v>
                </c:pt>
                <c:pt idx="211">
                  <c:v>-3.7962098712267647E-2</c:v>
                </c:pt>
                <c:pt idx="212">
                  <c:v>-9.0311353268814704E-2</c:v>
                </c:pt>
                <c:pt idx="213">
                  <c:v>-0.11148534390877921</c:v>
                </c:pt>
                <c:pt idx="214">
                  <c:v>-0.1105830861871919</c:v>
                </c:pt>
                <c:pt idx="215">
                  <c:v>-9.9372377792512984E-2</c:v>
                </c:pt>
                <c:pt idx="216">
                  <c:v>-9.8205495503156298E-2</c:v>
                </c:pt>
                <c:pt idx="217">
                  <c:v>-9.2746001314676141E-2</c:v>
                </c:pt>
                <c:pt idx="218">
                  <c:v>-5.9275222390453387E-2</c:v>
                </c:pt>
                <c:pt idx="219">
                  <c:v>-4.1595834501066242E-2</c:v>
                </c:pt>
                <c:pt idx="220">
                  <c:v>-4.1252611063762198E-2</c:v>
                </c:pt>
                <c:pt idx="221">
                  <c:v>-3.904797698827922E-2</c:v>
                </c:pt>
                <c:pt idx="222">
                  <c:v>-3.719672973474604E-2</c:v>
                </c:pt>
                <c:pt idx="223">
                  <c:v>-3.6616280046375113E-2</c:v>
                </c:pt>
                <c:pt idx="224">
                  <c:v>-3.4344221851247698E-2</c:v>
                </c:pt>
                <c:pt idx="225">
                  <c:v>-1.6231063325347551E-2</c:v>
                </c:pt>
                <c:pt idx="226">
                  <c:v>-1.424975910625091E-2</c:v>
                </c:pt>
                <c:pt idx="227">
                  <c:v>-1.031263960528226E-2</c:v>
                </c:pt>
                <c:pt idx="228">
                  <c:v>3.0342766741367169E-2</c:v>
                </c:pt>
                <c:pt idx="229">
                  <c:v>5.4430126596709622E-2</c:v>
                </c:pt>
                <c:pt idx="230">
                  <c:v>5.6427140309099302E-2</c:v>
                </c:pt>
                <c:pt idx="231">
                  <c:v>5.3827361365608312E-2</c:v>
                </c:pt>
                <c:pt idx="232">
                  <c:v>4.9242445788429422E-2</c:v>
                </c:pt>
                <c:pt idx="233">
                  <c:v>4.6187768959712827E-2</c:v>
                </c:pt>
                <c:pt idx="234">
                  <c:v>4.4252867162461053E-2</c:v>
                </c:pt>
                <c:pt idx="235">
                  <c:v>4.6826778535024441E-2</c:v>
                </c:pt>
                <c:pt idx="236">
                  <c:v>8.6770216372258444E-2</c:v>
                </c:pt>
                <c:pt idx="237">
                  <c:v>9.6345037181808216E-2</c:v>
                </c:pt>
                <c:pt idx="238">
                  <c:v>9.462229542336667E-2</c:v>
                </c:pt>
                <c:pt idx="239">
                  <c:v>8.283920610688543E-2</c:v>
                </c:pt>
                <c:pt idx="240">
                  <c:v>7.3597266697430927E-2</c:v>
                </c:pt>
                <c:pt idx="241">
                  <c:v>6.5193908144143539E-2</c:v>
                </c:pt>
                <c:pt idx="242">
                  <c:v>2.7966622856970151E-2</c:v>
                </c:pt>
                <c:pt idx="243">
                  <c:v>-6.5833865676844161E-3</c:v>
                </c:pt>
                <c:pt idx="244">
                  <c:v>-1.2638633643938199E-2</c:v>
                </c:pt>
                <c:pt idx="245">
                  <c:v>-3.0656460848791992E-3</c:v>
                </c:pt>
                <c:pt idx="246">
                  <c:v>2.5338301142328209E-2</c:v>
                </c:pt>
                <c:pt idx="247">
                  <c:v>4.3753634454468053E-2</c:v>
                </c:pt>
                <c:pt idx="248">
                  <c:v>4.2901709281963622E-2</c:v>
                </c:pt>
                <c:pt idx="249">
                  <c:v>4.0245821978796593E-2</c:v>
                </c:pt>
                <c:pt idx="250">
                  <c:v>-1.182976138606234E-3</c:v>
                </c:pt>
                <c:pt idx="251">
                  <c:v>-7.1405727643723436E-3</c:v>
                </c:pt>
                <c:pt idx="252">
                  <c:v>-3.533548499289637E-2</c:v>
                </c:pt>
                <c:pt idx="253">
                  <c:v>-4.5797407889844231E-2</c:v>
                </c:pt>
                <c:pt idx="254">
                  <c:v>-4.5517417442502567E-2</c:v>
                </c:pt>
                <c:pt idx="255">
                  <c:v>-3.9510392827746543E-2</c:v>
                </c:pt>
                <c:pt idx="256">
                  <c:v>-3.5294872818201872E-2</c:v>
                </c:pt>
                <c:pt idx="257">
                  <c:v>-3.7807274859198423E-2</c:v>
                </c:pt>
                <c:pt idx="258">
                  <c:v>-3.9479267072758999E-2</c:v>
                </c:pt>
                <c:pt idx="259">
                  <c:v>-7.6757879092549053E-2</c:v>
                </c:pt>
                <c:pt idx="260">
                  <c:v>-8.1458338849488166E-2</c:v>
                </c:pt>
                <c:pt idx="261">
                  <c:v>-8.2549016866169347E-2</c:v>
                </c:pt>
                <c:pt idx="262">
                  <c:v>-9.412389593993227E-2</c:v>
                </c:pt>
                <c:pt idx="263">
                  <c:v>-0.1001565222813663</c:v>
                </c:pt>
                <c:pt idx="264">
                  <c:v>-9.4879538061902594E-2</c:v>
                </c:pt>
                <c:pt idx="265">
                  <c:v>-5.3709019402779223E-2</c:v>
                </c:pt>
                <c:pt idx="266">
                  <c:v>-2.007682002182027E-2</c:v>
                </c:pt>
                <c:pt idx="267">
                  <c:v>-2.0488457209989139E-2</c:v>
                </c:pt>
                <c:pt idx="268">
                  <c:v>-3.3628061648463783E-2</c:v>
                </c:pt>
                <c:pt idx="269">
                  <c:v>-3.5195628887930847E-2</c:v>
                </c:pt>
                <c:pt idx="270">
                  <c:v>-3.6580109982937523E-2</c:v>
                </c:pt>
                <c:pt idx="271">
                  <c:v>-4.5416379762456313E-2</c:v>
                </c:pt>
                <c:pt idx="272">
                  <c:v>-5.1451790169622751E-2</c:v>
                </c:pt>
                <c:pt idx="273">
                  <c:v>-4.9548902300594118E-2</c:v>
                </c:pt>
                <c:pt idx="274">
                  <c:v>-4.1395227167013542E-2</c:v>
                </c:pt>
                <c:pt idx="275">
                  <c:v>-3.2552466296857888E-2</c:v>
                </c:pt>
                <c:pt idx="276">
                  <c:v>-2.979330645510803E-2</c:v>
                </c:pt>
                <c:pt idx="277">
                  <c:v>-2.9103024319392851E-2</c:v>
                </c:pt>
                <c:pt idx="278">
                  <c:v>-1.6847475827375238E-2</c:v>
                </c:pt>
                <c:pt idx="279">
                  <c:v>-1.163843062521781E-2</c:v>
                </c:pt>
                <c:pt idx="280">
                  <c:v>-1.302235494690134E-2</c:v>
                </c:pt>
                <c:pt idx="281">
                  <c:v>-3.090205744940994E-2</c:v>
                </c:pt>
                <c:pt idx="282">
                  <c:v>-3.1448715165466649E-2</c:v>
                </c:pt>
                <c:pt idx="283">
                  <c:v>-2.062937492183238E-2</c:v>
                </c:pt>
                <c:pt idx="284">
                  <c:v>-1.181311626656273E-2</c:v>
                </c:pt>
                <c:pt idx="285">
                  <c:v>-1.1273933280356471E-2</c:v>
                </c:pt>
                <c:pt idx="286">
                  <c:v>-9.1243490691918644E-3</c:v>
                </c:pt>
                <c:pt idx="287">
                  <c:v>-2.8835380117553859E-3</c:v>
                </c:pt>
                <c:pt idx="288">
                  <c:v>-9.5752235168538907E-4</c:v>
                </c:pt>
                <c:pt idx="289">
                  <c:v>-7.8954709074831396E-4</c:v>
                </c:pt>
                <c:pt idx="290">
                  <c:v>3.575938692796056E-2</c:v>
                </c:pt>
                <c:pt idx="291">
                  <c:v>5.6553476997821289E-2</c:v>
                </c:pt>
                <c:pt idx="292">
                  <c:v>2.0119117756725719E-2</c:v>
                </c:pt>
                <c:pt idx="293">
                  <c:v>-9.6442125750444679E-3</c:v>
                </c:pt>
                <c:pt idx="294">
                  <c:v>-1.12767986855905E-2</c:v>
                </c:pt>
                <c:pt idx="295">
                  <c:v>-1.479921897860172E-2</c:v>
                </c:pt>
                <c:pt idx="296">
                  <c:v>-1.7149548093635829E-2</c:v>
                </c:pt>
                <c:pt idx="297">
                  <c:v>-1.754368758985262E-2</c:v>
                </c:pt>
                <c:pt idx="298">
                  <c:v>-1.526232256113527E-2</c:v>
                </c:pt>
                <c:pt idx="299">
                  <c:v>1.357408429220487E-2</c:v>
                </c:pt>
                <c:pt idx="300">
                  <c:v>1.8135866054180959E-2</c:v>
                </c:pt>
                <c:pt idx="301">
                  <c:v>1.815308585637259E-2</c:v>
                </c:pt>
                <c:pt idx="302">
                  <c:v>1.730403538932539E-2</c:v>
                </c:pt>
                <c:pt idx="303">
                  <c:v>1.7351492758247392E-2</c:v>
                </c:pt>
                <c:pt idx="304">
                  <c:v>1.7383222659977601E-2</c:v>
                </c:pt>
                <c:pt idx="305">
                  <c:v>1.7758385096743639E-2</c:v>
                </c:pt>
                <c:pt idx="306">
                  <c:v>1.7926051171066291E-2</c:v>
                </c:pt>
                <c:pt idx="307">
                  <c:v>1.739079045677043E-2</c:v>
                </c:pt>
                <c:pt idx="308">
                  <c:v>2.4369773097686141E-2</c:v>
                </c:pt>
                <c:pt idx="309">
                  <c:v>2.5814421101130899E-2</c:v>
                </c:pt>
                <c:pt idx="310">
                  <c:v>2.7895548204906369E-2</c:v>
                </c:pt>
                <c:pt idx="311">
                  <c:v>4.7588812182623591E-2</c:v>
                </c:pt>
                <c:pt idx="312">
                  <c:v>6.9473638322829906E-2</c:v>
                </c:pt>
                <c:pt idx="313">
                  <c:v>8.5238833584205739E-2</c:v>
                </c:pt>
                <c:pt idx="314">
                  <c:v>8.7751505946219194E-2</c:v>
                </c:pt>
                <c:pt idx="315">
                  <c:v>8.2968698675819116E-2</c:v>
                </c:pt>
                <c:pt idx="316">
                  <c:v>4.5427367407944473E-2</c:v>
                </c:pt>
                <c:pt idx="317">
                  <c:v>3.5915149744383097E-2</c:v>
                </c:pt>
                <c:pt idx="318">
                  <c:v>3.4070675815527592E-2</c:v>
                </c:pt>
                <c:pt idx="319">
                  <c:v>1.489738115465796E-2</c:v>
                </c:pt>
                <c:pt idx="320">
                  <c:v>1.2301664309555659E-2</c:v>
                </c:pt>
                <c:pt idx="321">
                  <c:v>8.4185378434031254E-3</c:v>
                </c:pt>
                <c:pt idx="322">
                  <c:v>-9.5362883896979705E-3</c:v>
                </c:pt>
                <c:pt idx="323">
                  <c:v>-2.1661135641723561E-2</c:v>
                </c:pt>
                <c:pt idx="324">
                  <c:v>-2.258194891521037E-2</c:v>
                </c:pt>
                <c:pt idx="325">
                  <c:v>-2.4394047079029851E-2</c:v>
                </c:pt>
                <c:pt idx="326">
                  <c:v>-2.591690534308658E-2</c:v>
                </c:pt>
                <c:pt idx="327">
                  <c:v>-2.44166418455255E-2</c:v>
                </c:pt>
                <c:pt idx="328">
                  <c:v>4.1846813219222796E-3</c:v>
                </c:pt>
                <c:pt idx="329">
                  <c:v>1.393294968976541E-2</c:v>
                </c:pt>
                <c:pt idx="330">
                  <c:v>7.9610267441137354E-3</c:v>
                </c:pt>
                <c:pt idx="331">
                  <c:v>-4.4697132116760428E-2</c:v>
                </c:pt>
                <c:pt idx="332">
                  <c:v>-4.109194457170575E-2</c:v>
                </c:pt>
                <c:pt idx="333">
                  <c:v>-3.2797355512444608E-2</c:v>
                </c:pt>
                <c:pt idx="334">
                  <c:v>-2.3746795131226059E-2</c:v>
                </c:pt>
                <c:pt idx="335">
                  <c:v>-2.3514449706990369E-2</c:v>
                </c:pt>
                <c:pt idx="336">
                  <c:v>-2.030334272159898E-2</c:v>
                </c:pt>
                <c:pt idx="337">
                  <c:v>-1.7345276962355029E-2</c:v>
                </c:pt>
                <c:pt idx="338">
                  <c:v>-1.6551472448051559E-2</c:v>
                </c:pt>
                <c:pt idx="339">
                  <c:v>-2.5255240762130649E-2</c:v>
                </c:pt>
                <c:pt idx="340">
                  <c:v>-5.2124109402669733E-2</c:v>
                </c:pt>
                <c:pt idx="341">
                  <c:v>-7.402425270642661E-2</c:v>
                </c:pt>
                <c:pt idx="342">
                  <c:v>-6.9621249304551283E-2</c:v>
                </c:pt>
                <c:pt idx="343">
                  <c:v>-4.2619958622133997E-2</c:v>
                </c:pt>
                <c:pt idx="344">
                  <c:v>-1.625276023440158E-2</c:v>
                </c:pt>
                <c:pt idx="345">
                  <c:v>5.8439604842203717E-3</c:v>
                </c:pt>
                <c:pt idx="346">
                  <c:v>5.5546184243122163E-3</c:v>
                </c:pt>
                <c:pt idx="347">
                  <c:v>3.7191404142459831E-3</c:v>
                </c:pt>
                <c:pt idx="348">
                  <c:v>3.4534705958010562E-3</c:v>
                </c:pt>
                <c:pt idx="349">
                  <c:v>3.7975925951608748E-3</c:v>
                </c:pt>
                <c:pt idx="350">
                  <c:v>2.321335660740251E-3</c:v>
                </c:pt>
                <c:pt idx="351">
                  <c:v>-1.841458120257702E-2</c:v>
                </c:pt>
                <c:pt idx="352">
                  <c:v>-4.5081566222838938E-2</c:v>
                </c:pt>
                <c:pt idx="353">
                  <c:v>-4.087502793904587E-2</c:v>
                </c:pt>
                <c:pt idx="354">
                  <c:v>-3.6258448058399548E-2</c:v>
                </c:pt>
                <c:pt idx="355">
                  <c:v>0.113401346549917</c:v>
                </c:pt>
                <c:pt idx="356">
                  <c:v>0.1049808430124225</c:v>
                </c:pt>
                <c:pt idx="357">
                  <c:v>6.6904665104649694E-2</c:v>
                </c:pt>
                <c:pt idx="358">
                  <c:v>1.4749243233279171E-2</c:v>
                </c:pt>
                <c:pt idx="359">
                  <c:v>4.9533646759629592E-3</c:v>
                </c:pt>
                <c:pt idx="360">
                  <c:v>1.855043384858836E-3</c:v>
                </c:pt>
                <c:pt idx="361">
                  <c:v>-2.511426561955761E-2</c:v>
                </c:pt>
                <c:pt idx="362">
                  <c:v>-3.7845790470828047E-2</c:v>
                </c:pt>
                <c:pt idx="363">
                  <c:v>-3.4613596677411033E-2</c:v>
                </c:pt>
                <c:pt idx="364">
                  <c:v>1.203703580684903E-2</c:v>
                </c:pt>
                <c:pt idx="365">
                  <c:v>3.2373281117645168E-2</c:v>
                </c:pt>
                <c:pt idx="366">
                  <c:v>3.3318779670409908E-2</c:v>
                </c:pt>
                <c:pt idx="367">
                  <c:v>3.9253613754561753E-2</c:v>
                </c:pt>
                <c:pt idx="368">
                  <c:v>4.4194003195107377E-2</c:v>
                </c:pt>
                <c:pt idx="369">
                  <c:v>4.4937791802116198E-2</c:v>
                </c:pt>
                <c:pt idx="370">
                  <c:v>4.1573665829002383E-2</c:v>
                </c:pt>
                <c:pt idx="371">
                  <c:v>2.0252745847220539E-2</c:v>
                </c:pt>
                <c:pt idx="372">
                  <c:v>1.252658538322751E-2</c:v>
                </c:pt>
                <c:pt idx="373">
                  <c:v>1.2393187509210771E-2</c:v>
                </c:pt>
                <c:pt idx="374">
                  <c:v>1.27863690528954E-2</c:v>
                </c:pt>
                <c:pt idx="375">
                  <c:v>1.340584853865664E-2</c:v>
                </c:pt>
                <c:pt idx="376">
                  <c:v>1.1538873640300391E-2</c:v>
                </c:pt>
                <c:pt idx="377">
                  <c:v>-1.378851677116884E-3</c:v>
                </c:pt>
                <c:pt idx="378">
                  <c:v>-1.7770227527524319E-2</c:v>
                </c:pt>
                <c:pt idx="379">
                  <c:v>-2.5055523846199159E-2</c:v>
                </c:pt>
                <c:pt idx="380">
                  <c:v>-2.0682279597589299E-2</c:v>
                </c:pt>
                <c:pt idx="381">
                  <c:v>2.6232202709868469E-2</c:v>
                </c:pt>
                <c:pt idx="382">
                  <c:v>5.0354473564959902E-2</c:v>
                </c:pt>
                <c:pt idx="383">
                  <c:v>5.0646034110553212E-2</c:v>
                </c:pt>
                <c:pt idx="384">
                  <c:v>5.3098423394855862E-2</c:v>
                </c:pt>
                <c:pt idx="385">
                  <c:v>5.3779416622011633E-2</c:v>
                </c:pt>
                <c:pt idx="386">
                  <c:v>5.371318697227094E-2</c:v>
                </c:pt>
                <c:pt idx="387">
                  <c:v>5.301912528967035E-2</c:v>
                </c:pt>
                <c:pt idx="388">
                  <c:v>5.230601798523668E-2</c:v>
                </c:pt>
                <c:pt idx="389">
                  <c:v>5.1677829873456357E-2</c:v>
                </c:pt>
                <c:pt idx="390">
                  <c:v>5.1953757073633283E-2</c:v>
                </c:pt>
                <c:pt idx="391">
                  <c:v>5.5989747246030418E-2</c:v>
                </c:pt>
                <c:pt idx="392">
                  <c:v>6.0031871794687178E-2</c:v>
                </c:pt>
                <c:pt idx="393">
                  <c:v>6.2376394769431083E-2</c:v>
                </c:pt>
                <c:pt idx="394">
                  <c:v>6.3175444940612918E-2</c:v>
                </c:pt>
                <c:pt idx="395">
                  <c:v>7.5678666794372323E-2</c:v>
                </c:pt>
                <c:pt idx="396">
                  <c:v>0.11049705152359129</c:v>
                </c:pt>
                <c:pt idx="397">
                  <c:v>0.11940182783410321</c:v>
                </c:pt>
                <c:pt idx="398">
                  <c:v>0.1164532465926657</c:v>
                </c:pt>
                <c:pt idx="399">
                  <c:v>9.2123216313733144E-2</c:v>
                </c:pt>
                <c:pt idx="400">
                  <c:v>7.8824570688724824E-2</c:v>
                </c:pt>
                <c:pt idx="401">
                  <c:v>8.0544688329337671E-2</c:v>
                </c:pt>
                <c:pt idx="402">
                  <c:v>8.1361870569824191E-2</c:v>
                </c:pt>
                <c:pt idx="403">
                  <c:v>0.116416642502696</c:v>
                </c:pt>
                <c:pt idx="404">
                  <c:v>0.1140610101300058</c:v>
                </c:pt>
                <c:pt idx="405">
                  <c:v>8.7891256297466386E-2</c:v>
                </c:pt>
                <c:pt idx="406">
                  <c:v>7.9928927875997702E-2</c:v>
                </c:pt>
                <c:pt idx="407">
                  <c:v>7.7346531770190297E-2</c:v>
                </c:pt>
                <c:pt idx="408">
                  <c:v>4.4241487891779958E-2</c:v>
                </c:pt>
                <c:pt idx="409">
                  <c:v>2.3645065845071801E-2</c:v>
                </c:pt>
                <c:pt idx="410">
                  <c:v>2.8569018870913739E-2</c:v>
                </c:pt>
                <c:pt idx="411">
                  <c:v>3.1746690410440939E-2</c:v>
                </c:pt>
                <c:pt idx="412">
                  <c:v>0.1153329421626143</c:v>
                </c:pt>
                <c:pt idx="413">
                  <c:v>0.1091123317028339</c:v>
                </c:pt>
                <c:pt idx="414">
                  <c:v>7.4164135391916908E-2</c:v>
                </c:pt>
                <c:pt idx="415">
                  <c:v>6.2191253535413757E-2</c:v>
                </c:pt>
                <c:pt idx="416">
                  <c:v>6.0405854558057942E-2</c:v>
                </c:pt>
                <c:pt idx="417">
                  <c:v>3.9858368512211757E-2</c:v>
                </c:pt>
                <c:pt idx="418">
                  <c:v>2.7758676996681761E-2</c:v>
                </c:pt>
                <c:pt idx="419">
                  <c:v>2.590663073327773E-2</c:v>
                </c:pt>
                <c:pt idx="420">
                  <c:v>2.639440735131688E-2</c:v>
                </c:pt>
                <c:pt idx="421">
                  <c:v>2.8472478830367319E-2</c:v>
                </c:pt>
                <c:pt idx="422">
                  <c:v>2.9430295735045971E-2</c:v>
                </c:pt>
                <c:pt idx="423">
                  <c:v>3.0868741853301119E-2</c:v>
                </c:pt>
                <c:pt idx="424">
                  <c:v>3.2576523621493818E-2</c:v>
                </c:pt>
                <c:pt idx="425">
                  <c:v>3.5640948443079468E-2</c:v>
                </c:pt>
                <c:pt idx="426">
                  <c:v>4.1591328290773021E-2</c:v>
                </c:pt>
                <c:pt idx="427">
                  <c:v>4.5115001230363702E-2</c:v>
                </c:pt>
                <c:pt idx="428">
                  <c:v>4.7673428779202047E-2</c:v>
                </c:pt>
                <c:pt idx="429">
                  <c:v>5.3503787646149527E-2</c:v>
                </c:pt>
                <c:pt idx="430">
                  <c:v>9.4450406125707001E-2</c:v>
                </c:pt>
                <c:pt idx="431">
                  <c:v>0.10691153304063659</c:v>
                </c:pt>
                <c:pt idx="432">
                  <c:v>0.1071759141538168</c:v>
                </c:pt>
                <c:pt idx="433">
                  <c:v>0.10669516247681041</c:v>
                </c:pt>
                <c:pt idx="434">
                  <c:v>0.1055839489266867</c:v>
                </c:pt>
                <c:pt idx="435">
                  <c:v>0.10473407838371809</c:v>
                </c:pt>
                <c:pt idx="436">
                  <c:v>0.1035814358424437</c:v>
                </c:pt>
                <c:pt idx="437">
                  <c:v>0.1022854614371172</c:v>
                </c:pt>
                <c:pt idx="438">
                  <c:v>0.10107969001824429</c:v>
                </c:pt>
                <c:pt idx="439">
                  <c:v>0.101113135241636</c:v>
                </c:pt>
                <c:pt idx="440">
                  <c:v>0.1066505867364425</c:v>
                </c:pt>
                <c:pt idx="441">
                  <c:v>0.13740937882568929</c:v>
                </c:pt>
                <c:pt idx="442">
                  <c:v>0.14721228052527721</c:v>
                </c:pt>
                <c:pt idx="443">
                  <c:v>0.14246513753146051</c:v>
                </c:pt>
                <c:pt idx="444">
                  <c:v>0.1240011429742363</c:v>
                </c:pt>
                <c:pt idx="445">
                  <c:v>0.1116195612533479</c:v>
                </c:pt>
                <c:pt idx="446">
                  <c:v>0.1115438939746957</c:v>
                </c:pt>
                <c:pt idx="447">
                  <c:v>0.11242114214173719</c:v>
                </c:pt>
                <c:pt idx="448">
                  <c:v>0.1141761547674166</c:v>
                </c:pt>
                <c:pt idx="449">
                  <c:v>0.11467392954654131</c:v>
                </c:pt>
                <c:pt idx="450">
                  <c:v>0.1161858960339523</c:v>
                </c:pt>
                <c:pt idx="451">
                  <c:v>0.1160691581166064</c:v>
                </c:pt>
                <c:pt idx="452">
                  <c:v>0.11845368391705149</c:v>
                </c:pt>
                <c:pt idx="453">
                  <c:v>0.13361150345251319</c:v>
                </c:pt>
                <c:pt idx="454">
                  <c:v>0.15119359893805681</c:v>
                </c:pt>
                <c:pt idx="455">
                  <c:v>0.15388800398946001</c:v>
                </c:pt>
                <c:pt idx="456">
                  <c:v>0.15449386932856629</c:v>
                </c:pt>
                <c:pt idx="457">
                  <c:v>0.1857982758662414</c:v>
                </c:pt>
                <c:pt idx="458">
                  <c:v>0.19449157889088201</c:v>
                </c:pt>
                <c:pt idx="459">
                  <c:v>0.1892437610916968</c:v>
                </c:pt>
                <c:pt idx="460">
                  <c:v>0.1685052497623806</c:v>
                </c:pt>
                <c:pt idx="461">
                  <c:v>0.15304755668150549</c:v>
                </c:pt>
                <c:pt idx="462">
                  <c:v>0.15040967648697001</c:v>
                </c:pt>
                <c:pt idx="463">
                  <c:v>0.1431758270439874</c:v>
                </c:pt>
                <c:pt idx="464">
                  <c:v>0.115858954822172</c:v>
                </c:pt>
                <c:pt idx="465">
                  <c:v>0.113773658594181</c:v>
                </c:pt>
                <c:pt idx="466">
                  <c:v>0.1185005234953468</c:v>
                </c:pt>
                <c:pt idx="467">
                  <c:v>0.16375451798362819</c:v>
                </c:pt>
                <c:pt idx="468">
                  <c:v>0.18448053296284739</c:v>
                </c:pt>
                <c:pt idx="469">
                  <c:v>0.18509628039525361</c:v>
                </c:pt>
                <c:pt idx="470">
                  <c:v>0.18773752981166669</c:v>
                </c:pt>
                <c:pt idx="471">
                  <c:v>0.18902573940456491</c:v>
                </c:pt>
                <c:pt idx="472">
                  <c:v>0.189429064720223</c:v>
                </c:pt>
                <c:pt idx="473">
                  <c:v>0.19542922851288461</c:v>
                </c:pt>
                <c:pt idx="474">
                  <c:v>0.19729873778741239</c:v>
                </c:pt>
                <c:pt idx="475">
                  <c:v>0.20781572583675231</c:v>
                </c:pt>
                <c:pt idx="476">
                  <c:v>0.2111870345701076</c:v>
                </c:pt>
                <c:pt idx="477">
                  <c:v>0.2151106116495613</c:v>
                </c:pt>
                <c:pt idx="478">
                  <c:v>0.24197560619230449</c:v>
                </c:pt>
                <c:pt idx="479">
                  <c:v>0.26094292905051519</c:v>
                </c:pt>
                <c:pt idx="480">
                  <c:v>0.25633744787003249</c:v>
                </c:pt>
                <c:pt idx="481">
                  <c:v>0.23058490354216221</c:v>
                </c:pt>
                <c:pt idx="482">
                  <c:v>0.2381270601252303</c:v>
                </c:pt>
                <c:pt idx="483">
                  <c:v>0.26770151940850989</c:v>
                </c:pt>
                <c:pt idx="484">
                  <c:v>0.28112830531680011</c:v>
                </c:pt>
                <c:pt idx="485">
                  <c:v>0.28155719870228851</c:v>
                </c:pt>
                <c:pt idx="486">
                  <c:v>0.28978805504272631</c:v>
                </c:pt>
                <c:pt idx="487">
                  <c:v>0.29383400914952162</c:v>
                </c:pt>
                <c:pt idx="488">
                  <c:v>0.28324142583929701</c:v>
                </c:pt>
                <c:pt idx="489">
                  <c:v>0.27845027338017081</c:v>
                </c:pt>
                <c:pt idx="490">
                  <c:v>0.22807675797657939</c:v>
                </c:pt>
                <c:pt idx="491">
                  <c:v>0.2258970512111021</c:v>
                </c:pt>
                <c:pt idx="492">
                  <c:v>0.2223339596544073</c:v>
                </c:pt>
                <c:pt idx="493">
                  <c:v>0.21904597749188379</c:v>
                </c:pt>
                <c:pt idx="494">
                  <c:v>0.21817187454880541</c:v>
                </c:pt>
                <c:pt idx="495">
                  <c:v>0.22025925404662361</c:v>
                </c:pt>
                <c:pt idx="496">
                  <c:v>0.22078076674342251</c:v>
                </c:pt>
                <c:pt idx="497">
                  <c:v>0.22361177983023309</c:v>
                </c:pt>
                <c:pt idx="498">
                  <c:v>0.22326390428252649</c:v>
                </c:pt>
                <c:pt idx="499">
                  <c:v>0.2210788934129935</c:v>
                </c:pt>
                <c:pt idx="500">
                  <c:v>0.21058302322065101</c:v>
                </c:pt>
                <c:pt idx="501">
                  <c:v>0.20643815494634021</c:v>
                </c:pt>
                <c:pt idx="502">
                  <c:v>0.20567606012386291</c:v>
                </c:pt>
                <c:pt idx="503">
                  <c:v>0.2008377107827212</c:v>
                </c:pt>
                <c:pt idx="504">
                  <c:v>0.19718417425657209</c:v>
                </c:pt>
                <c:pt idx="505">
                  <c:v>0.1958158764797821</c:v>
                </c:pt>
                <c:pt idx="506">
                  <c:v>0.19365001015766739</c:v>
                </c:pt>
                <c:pt idx="507">
                  <c:v>0.16252573449688451</c:v>
                </c:pt>
                <c:pt idx="508">
                  <c:v>0.15986375737197039</c:v>
                </c:pt>
                <c:pt idx="509">
                  <c:v>0.16164325530953261</c:v>
                </c:pt>
                <c:pt idx="510">
                  <c:v>0.16874930794714829</c:v>
                </c:pt>
                <c:pt idx="511">
                  <c:v>0.17197791272515389</c:v>
                </c:pt>
                <c:pt idx="512">
                  <c:v>0.17398298737389031</c:v>
                </c:pt>
                <c:pt idx="513">
                  <c:v>0.19128001154975349</c:v>
                </c:pt>
                <c:pt idx="514">
                  <c:v>0.224707445959164</c:v>
                </c:pt>
                <c:pt idx="515">
                  <c:v>0.22968209634781719</c:v>
                </c:pt>
                <c:pt idx="516">
                  <c:v>0.22888151025795761</c:v>
                </c:pt>
                <c:pt idx="517">
                  <c:v>0.21663411379604269</c:v>
                </c:pt>
                <c:pt idx="518">
                  <c:v>0.21096855742558249</c:v>
                </c:pt>
                <c:pt idx="519">
                  <c:v>0.21051536527917281</c:v>
                </c:pt>
                <c:pt idx="520">
                  <c:v>0.2074748003644358</c:v>
                </c:pt>
                <c:pt idx="521">
                  <c:v>0.20544363575209859</c:v>
                </c:pt>
                <c:pt idx="522">
                  <c:v>0.20239198440529399</c:v>
                </c:pt>
                <c:pt idx="523">
                  <c:v>0.1855656108095563</c:v>
                </c:pt>
                <c:pt idx="524">
                  <c:v>0.18793049793433339</c:v>
                </c:pt>
                <c:pt idx="525">
                  <c:v>0.21609453078511159</c:v>
                </c:pt>
                <c:pt idx="526">
                  <c:v>0.2278233093398393</c:v>
                </c:pt>
                <c:pt idx="527">
                  <c:v>0.23243111923913759</c:v>
                </c:pt>
                <c:pt idx="528">
                  <c:v>0.2622161812622118</c:v>
                </c:pt>
                <c:pt idx="529">
                  <c:v>0.28568083461497978</c:v>
                </c:pt>
                <c:pt idx="530">
                  <c:v>0.28929848724559459</c:v>
                </c:pt>
                <c:pt idx="531">
                  <c:v>0.31125614866692791</c:v>
                </c:pt>
                <c:pt idx="532">
                  <c:v>0.3433271583994984</c:v>
                </c:pt>
                <c:pt idx="533">
                  <c:v>0.3562896098717041</c:v>
                </c:pt>
                <c:pt idx="534">
                  <c:v>0.51442241042260151</c:v>
                </c:pt>
                <c:pt idx="535">
                  <c:v>0.6784290504107533</c:v>
                </c:pt>
                <c:pt idx="536">
                  <c:v>0.84474661731218548</c:v>
                </c:pt>
                <c:pt idx="537">
                  <c:v>0.82189938381988403</c:v>
                </c:pt>
                <c:pt idx="538">
                  <c:v>0.58091359181531743</c:v>
                </c:pt>
                <c:pt idx="539">
                  <c:v>0.54137528562863024</c:v>
                </c:pt>
                <c:pt idx="540">
                  <c:v>0.52900367225255884</c:v>
                </c:pt>
                <c:pt idx="541">
                  <c:v>0.36468172265592491</c:v>
                </c:pt>
                <c:pt idx="542">
                  <c:v>0.3837720680482522</c:v>
                </c:pt>
                <c:pt idx="543">
                  <c:v>0.59935575675981523</c:v>
                </c:pt>
                <c:pt idx="544">
                  <c:v>0.84867720849150818</c:v>
                </c:pt>
                <c:pt idx="545">
                  <c:v>0.93851659038838675</c:v>
                </c:pt>
                <c:pt idx="546">
                  <c:v>0.93011185157356147</c:v>
                </c:pt>
                <c:pt idx="547">
                  <c:v>0.85193698761811687</c:v>
                </c:pt>
                <c:pt idx="548">
                  <c:v>0.76841632807380056</c:v>
                </c:pt>
                <c:pt idx="549">
                  <c:v>0.71896848383164813</c:v>
                </c:pt>
                <c:pt idx="550">
                  <c:v>0.71967048764364616</c:v>
                </c:pt>
                <c:pt idx="551">
                  <c:v>0.72656766412546525</c:v>
                </c:pt>
                <c:pt idx="552">
                  <c:v>0.73288817428717701</c:v>
                </c:pt>
                <c:pt idx="553">
                  <c:v>0.73865271343046801</c:v>
                </c:pt>
                <c:pt idx="554">
                  <c:v>0.73965475605553743</c:v>
                </c:pt>
                <c:pt idx="555">
                  <c:v>0.75420918638263024</c:v>
                </c:pt>
                <c:pt idx="556">
                  <c:v>0.87615717977704521</c:v>
                </c:pt>
                <c:pt idx="557">
                  <c:v>0.89788444988813398</c:v>
                </c:pt>
                <c:pt idx="558">
                  <c:v>0.89266501088585026</c:v>
                </c:pt>
                <c:pt idx="559">
                  <c:v>0.85512277694441463</c:v>
                </c:pt>
                <c:pt idx="560">
                  <c:v>0.84039345816337774</c:v>
                </c:pt>
                <c:pt idx="561">
                  <c:v>0.79533206740373652</c:v>
                </c:pt>
                <c:pt idx="562">
                  <c:v>0.71064053084228229</c:v>
                </c:pt>
                <c:pt idx="563">
                  <c:v>0.67558390763266141</c:v>
                </c:pt>
                <c:pt idx="564">
                  <c:v>0.6919082474631566</c:v>
                </c:pt>
                <c:pt idx="565">
                  <c:v>0.78422674442556972</c:v>
                </c:pt>
                <c:pt idx="566">
                  <c:v>0.88399664433810266</c:v>
                </c:pt>
                <c:pt idx="567">
                  <c:v>0.92156618914915456</c:v>
                </c:pt>
                <c:pt idx="568">
                  <c:v>0.90866958462279002</c:v>
                </c:pt>
                <c:pt idx="569">
                  <c:v>0.84082285490374631</c:v>
                </c:pt>
                <c:pt idx="570">
                  <c:v>0.78966266901722082</c:v>
                </c:pt>
                <c:pt idx="571">
                  <c:v>0.76902735739848416</c:v>
                </c:pt>
                <c:pt idx="572">
                  <c:v>0.7038925101108473</c:v>
                </c:pt>
                <c:pt idx="573">
                  <c:v>0.68056373284412919</c:v>
                </c:pt>
                <c:pt idx="574">
                  <c:v>0.68602604568279291</c:v>
                </c:pt>
                <c:pt idx="575">
                  <c:v>0.74971587888309577</c:v>
                </c:pt>
                <c:pt idx="576">
                  <c:v>0.77244389709889127</c:v>
                </c:pt>
                <c:pt idx="577">
                  <c:v>0.78062484961723988</c:v>
                </c:pt>
                <c:pt idx="578">
                  <c:v>0.87917700913445906</c:v>
                </c:pt>
                <c:pt idx="579">
                  <c:v>0.8804957445835877</c:v>
                </c:pt>
                <c:pt idx="580">
                  <c:v>0.90359872267933239</c:v>
                </c:pt>
                <c:pt idx="581">
                  <c:v>0.92108184098579249</c:v>
                </c:pt>
                <c:pt idx="582">
                  <c:v>0.92000658666461221</c:v>
                </c:pt>
                <c:pt idx="583">
                  <c:v>0.91589587970659259</c:v>
                </c:pt>
                <c:pt idx="584">
                  <c:v>0.91128345050857862</c:v>
                </c:pt>
                <c:pt idx="585">
                  <c:v>0.90742159299673564</c:v>
                </c:pt>
                <c:pt idx="586">
                  <c:v>0.89864943486685511</c:v>
                </c:pt>
                <c:pt idx="587">
                  <c:v>0.88468851680030591</c:v>
                </c:pt>
                <c:pt idx="588">
                  <c:v>0.83195778559228362</c:v>
                </c:pt>
                <c:pt idx="589">
                  <c:v>0.80382436139036595</c:v>
                </c:pt>
                <c:pt idx="590">
                  <c:v>0.79932523096394059</c:v>
                </c:pt>
                <c:pt idx="591">
                  <c:v>0.79844172094144705</c:v>
                </c:pt>
                <c:pt idx="592">
                  <c:v>0.78591725172192661</c:v>
                </c:pt>
                <c:pt idx="593">
                  <c:v>0.78671216691683266</c:v>
                </c:pt>
                <c:pt idx="594">
                  <c:v>0.7973777619402751</c:v>
                </c:pt>
                <c:pt idx="595">
                  <c:v>0.83188825166496749</c:v>
                </c:pt>
                <c:pt idx="596">
                  <c:v>0.84708984162898693</c:v>
                </c:pt>
                <c:pt idx="597">
                  <c:v>0.80339907291377166</c:v>
                </c:pt>
                <c:pt idx="598">
                  <c:v>0.6250017096119963</c:v>
                </c:pt>
                <c:pt idx="599">
                  <c:v>0.14414331352972129</c:v>
                </c:pt>
                <c:pt idx="600">
                  <c:v>-7.0804124170853161E-2</c:v>
                </c:pt>
                <c:pt idx="601">
                  <c:v>-1.0564653349121469</c:v>
                </c:pt>
                <c:pt idx="602">
                  <c:v>-1.4644253136703691</c:v>
                </c:pt>
                <c:pt idx="603">
                  <c:v>-1.478977964682981</c:v>
                </c:pt>
                <c:pt idx="604">
                  <c:v>-1.4245888831743769</c:v>
                </c:pt>
                <c:pt idx="605">
                  <c:v>-1.3105368682193701</c:v>
                </c:pt>
                <c:pt idx="606">
                  <c:v>-1.0840756626245289</c:v>
                </c:pt>
                <c:pt idx="607">
                  <c:v>-1.076057670121382</c:v>
                </c:pt>
                <c:pt idx="608">
                  <c:v>-1.0300423801192089</c:v>
                </c:pt>
                <c:pt idx="609">
                  <c:v>-1</c:v>
                </c:pt>
                <c:pt idx="610">
                  <c:v>-1</c:v>
                </c:pt>
                <c:pt idx="611">
                  <c:v>-1</c:v>
                </c:pt>
                <c:pt idx="612">
                  <c:v>-1</c:v>
                </c:pt>
                <c:pt idx="613">
                  <c:v>-1</c:v>
                </c:pt>
                <c:pt idx="614">
                  <c:v>-1</c:v>
                </c:pt>
                <c:pt idx="615">
                  <c:v>-1</c:v>
                </c:pt>
                <c:pt idx="616">
                  <c:v>-1</c:v>
                </c:pt>
                <c:pt idx="617">
                  <c:v>-1</c:v>
                </c:pt>
                <c:pt idx="618">
                  <c:v>-1</c:v>
                </c:pt>
                <c:pt idx="619">
                  <c:v>-1</c:v>
                </c:pt>
                <c:pt idx="620">
                  <c:v>-1</c:v>
                </c:pt>
                <c:pt idx="621">
                  <c:v>-1</c:v>
                </c:pt>
                <c:pt idx="622">
                  <c:v>-1</c:v>
                </c:pt>
                <c:pt idx="623">
                  <c:v>-1</c:v>
                </c:pt>
                <c:pt idx="624">
                  <c:v>-1</c:v>
                </c:pt>
                <c:pt idx="625">
                  <c:v>-1</c:v>
                </c:pt>
                <c:pt idx="626">
                  <c:v>-1</c:v>
                </c:pt>
                <c:pt idx="627">
                  <c:v>-1</c:v>
                </c:pt>
                <c:pt idx="628">
                  <c:v>-1</c:v>
                </c:pt>
                <c:pt idx="629">
                  <c:v>-1</c:v>
                </c:pt>
                <c:pt idx="630">
                  <c:v>-1</c:v>
                </c:pt>
                <c:pt idx="631">
                  <c:v>-1</c:v>
                </c:pt>
                <c:pt idx="632">
                  <c:v>-1</c:v>
                </c:pt>
                <c:pt idx="633">
                  <c:v>-1</c:v>
                </c:pt>
                <c:pt idx="634">
                  <c:v>-1</c:v>
                </c:pt>
                <c:pt idx="635">
                  <c:v>-1</c:v>
                </c:pt>
                <c:pt idx="636">
                  <c:v>-1</c:v>
                </c:pt>
                <c:pt idx="637">
                  <c:v>-1</c:v>
                </c:pt>
                <c:pt idx="638">
                  <c:v>-1</c:v>
                </c:pt>
                <c:pt idx="639">
                  <c:v>-1</c:v>
                </c:pt>
                <c:pt idx="640">
                  <c:v>-1</c:v>
                </c:pt>
                <c:pt idx="641">
                  <c:v>-1</c:v>
                </c:pt>
                <c:pt idx="642">
                  <c:v>-1</c:v>
                </c:pt>
                <c:pt idx="643">
                  <c:v>-1</c:v>
                </c:pt>
                <c:pt idx="644">
                  <c:v>-1</c:v>
                </c:pt>
                <c:pt idx="645">
                  <c:v>-1</c:v>
                </c:pt>
                <c:pt idx="646">
                  <c:v>-1</c:v>
                </c:pt>
                <c:pt idx="647">
                  <c:v>-1</c:v>
                </c:pt>
                <c:pt idx="648">
                  <c:v>-1</c:v>
                </c:pt>
                <c:pt idx="649">
                  <c:v>-1</c:v>
                </c:pt>
                <c:pt idx="650">
                  <c:v>-1</c:v>
                </c:pt>
                <c:pt idx="651">
                  <c:v>-1</c:v>
                </c:pt>
                <c:pt idx="652">
                  <c:v>-1</c:v>
                </c:pt>
                <c:pt idx="653">
                  <c:v>-1</c:v>
                </c:pt>
                <c:pt idx="654">
                  <c:v>-1</c:v>
                </c:pt>
                <c:pt idx="655">
                  <c:v>-1</c:v>
                </c:pt>
                <c:pt idx="656">
                  <c:v>-1</c:v>
                </c:pt>
                <c:pt idx="657">
                  <c:v>-1</c:v>
                </c:pt>
                <c:pt idx="658">
                  <c:v>-1</c:v>
                </c:pt>
                <c:pt idx="659">
                  <c:v>-1</c:v>
                </c:pt>
                <c:pt idx="660">
                  <c:v>-1</c:v>
                </c:pt>
                <c:pt idx="661">
                  <c:v>-1</c:v>
                </c:pt>
                <c:pt idx="662">
                  <c:v>-1</c:v>
                </c:pt>
                <c:pt idx="663">
                  <c:v>-1</c:v>
                </c:pt>
                <c:pt idx="664">
                  <c:v>-1</c:v>
                </c:pt>
                <c:pt idx="665">
                  <c:v>-1</c:v>
                </c:pt>
                <c:pt idx="666">
                  <c:v>-1</c:v>
                </c:pt>
                <c:pt idx="667">
                  <c:v>-1</c:v>
                </c:pt>
                <c:pt idx="668">
                  <c:v>-1</c:v>
                </c:pt>
                <c:pt idx="669">
                  <c:v>-1</c:v>
                </c:pt>
                <c:pt idx="670">
                  <c:v>-1</c:v>
                </c:pt>
                <c:pt idx="671">
                  <c:v>-1</c:v>
                </c:pt>
                <c:pt idx="672">
                  <c:v>-1</c:v>
                </c:pt>
                <c:pt idx="673">
                  <c:v>-1</c:v>
                </c:pt>
                <c:pt idx="674">
                  <c:v>-1</c:v>
                </c:pt>
                <c:pt idx="675">
                  <c:v>-1</c:v>
                </c:pt>
                <c:pt idx="676">
                  <c:v>-1</c:v>
                </c:pt>
                <c:pt idx="677">
                  <c:v>-1</c:v>
                </c:pt>
                <c:pt idx="678">
                  <c:v>-1</c:v>
                </c:pt>
                <c:pt idx="679">
                  <c:v>-1</c:v>
                </c:pt>
                <c:pt idx="680">
                  <c:v>-1</c:v>
                </c:pt>
                <c:pt idx="681">
                  <c:v>-1</c:v>
                </c:pt>
                <c:pt idx="682">
                  <c:v>-1</c:v>
                </c:pt>
                <c:pt idx="683">
                  <c:v>-1</c:v>
                </c:pt>
                <c:pt idx="684">
                  <c:v>-1</c:v>
                </c:pt>
                <c:pt idx="685">
                  <c:v>-1</c:v>
                </c:pt>
                <c:pt idx="686">
                  <c:v>-1</c:v>
                </c:pt>
                <c:pt idx="687">
                  <c:v>-1</c:v>
                </c:pt>
                <c:pt idx="688">
                  <c:v>-1</c:v>
                </c:pt>
                <c:pt idx="689">
                  <c:v>-1</c:v>
                </c:pt>
                <c:pt idx="690">
                  <c:v>-1</c:v>
                </c:pt>
                <c:pt idx="691">
                  <c:v>-1</c:v>
                </c:pt>
                <c:pt idx="692">
                  <c:v>-1</c:v>
                </c:pt>
                <c:pt idx="693">
                  <c:v>-1</c:v>
                </c:pt>
                <c:pt idx="694">
                  <c:v>-1</c:v>
                </c:pt>
                <c:pt idx="695">
                  <c:v>-1</c:v>
                </c:pt>
                <c:pt idx="696">
                  <c:v>-1</c:v>
                </c:pt>
                <c:pt idx="697">
                  <c:v>-1</c:v>
                </c:pt>
                <c:pt idx="698">
                  <c:v>-1</c:v>
                </c:pt>
                <c:pt idx="699">
                  <c:v>-1</c:v>
                </c:pt>
                <c:pt idx="700">
                  <c:v>-1</c:v>
                </c:pt>
                <c:pt idx="701">
                  <c:v>-1</c:v>
                </c:pt>
                <c:pt idx="702">
                  <c:v>-1</c:v>
                </c:pt>
                <c:pt idx="703">
                  <c:v>-1</c:v>
                </c:pt>
                <c:pt idx="704">
                  <c:v>-1</c:v>
                </c:pt>
                <c:pt idx="705">
                  <c:v>-1</c:v>
                </c:pt>
                <c:pt idx="706">
                  <c:v>-1</c:v>
                </c:pt>
                <c:pt idx="707">
                  <c:v>-1</c:v>
                </c:pt>
                <c:pt idx="708">
                  <c:v>-1</c:v>
                </c:pt>
                <c:pt idx="709">
                  <c:v>-1</c:v>
                </c:pt>
                <c:pt idx="710">
                  <c:v>-1</c:v>
                </c:pt>
                <c:pt idx="711">
                  <c:v>-1</c:v>
                </c:pt>
                <c:pt idx="712">
                  <c:v>-1</c:v>
                </c:pt>
                <c:pt idx="713">
                  <c:v>-1</c:v>
                </c:pt>
                <c:pt idx="714">
                  <c:v>-1</c:v>
                </c:pt>
                <c:pt idx="715">
                  <c:v>-1</c:v>
                </c:pt>
                <c:pt idx="716">
                  <c:v>-1</c:v>
                </c:pt>
                <c:pt idx="717">
                  <c:v>-1</c:v>
                </c:pt>
                <c:pt idx="718">
                  <c:v>-1</c:v>
                </c:pt>
                <c:pt idx="719">
                  <c:v>-1</c:v>
                </c:pt>
                <c:pt idx="720">
                  <c:v>-1</c:v>
                </c:pt>
                <c:pt idx="721">
                  <c:v>-1</c:v>
                </c:pt>
                <c:pt idx="722">
                  <c:v>-1</c:v>
                </c:pt>
                <c:pt idx="723">
                  <c:v>-1</c:v>
                </c:pt>
                <c:pt idx="724">
                  <c:v>-1</c:v>
                </c:pt>
                <c:pt idx="725">
                  <c:v>-1</c:v>
                </c:pt>
                <c:pt idx="726">
                  <c:v>-1</c:v>
                </c:pt>
                <c:pt idx="727">
                  <c:v>-1</c:v>
                </c:pt>
                <c:pt idx="728">
                  <c:v>-1</c:v>
                </c:pt>
                <c:pt idx="729">
                  <c:v>-1</c:v>
                </c:pt>
                <c:pt idx="730">
                  <c:v>-1</c:v>
                </c:pt>
                <c:pt idx="731">
                  <c:v>-1</c:v>
                </c:pt>
                <c:pt idx="732">
                  <c:v>-1</c:v>
                </c:pt>
                <c:pt idx="733">
                  <c:v>-1</c:v>
                </c:pt>
                <c:pt idx="734">
                  <c:v>-1</c:v>
                </c:pt>
                <c:pt idx="735">
                  <c:v>-1</c:v>
                </c:pt>
                <c:pt idx="736">
                  <c:v>-1</c:v>
                </c:pt>
                <c:pt idx="737">
                  <c:v>-1</c:v>
                </c:pt>
                <c:pt idx="738">
                  <c:v>-1</c:v>
                </c:pt>
                <c:pt idx="739">
                  <c:v>-1</c:v>
                </c:pt>
                <c:pt idx="740">
                  <c:v>-1</c:v>
                </c:pt>
                <c:pt idx="741">
                  <c:v>-1</c:v>
                </c:pt>
                <c:pt idx="742">
                  <c:v>-1</c:v>
                </c:pt>
                <c:pt idx="743">
                  <c:v>-1</c:v>
                </c:pt>
                <c:pt idx="744">
                  <c:v>-1</c:v>
                </c:pt>
                <c:pt idx="745">
                  <c:v>-1</c:v>
                </c:pt>
                <c:pt idx="746">
                  <c:v>-1</c:v>
                </c:pt>
                <c:pt idx="747">
                  <c:v>-1</c:v>
                </c:pt>
                <c:pt idx="748">
                  <c:v>-1</c:v>
                </c:pt>
                <c:pt idx="749">
                  <c:v>-1</c:v>
                </c:pt>
                <c:pt idx="750">
                  <c:v>-1</c:v>
                </c:pt>
                <c:pt idx="751">
                  <c:v>-1</c:v>
                </c:pt>
                <c:pt idx="752">
                  <c:v>-1</c:v>
                </c:pt>
                <c:pt idx="753">
                  <c:v>-1</c:v>
                </c:pt>
                <c:pt idx="754">
                  <c:v>-1</c:v>
                </c:pt>
                <c:pt idx="755">
                  <c:v>-1</c:v>
                </c:pt>
                <c:pt idx="756">
                  <c:v>-1</c:v>
                </c:pt>
                <c:pt idx="757">
                  <c:v>-1</c:v>
                </c:pt>
                <c:pt idx="758">
                  <c:v>-1</c:v>
                </c:pt>
                <c:pt idx="759">
                  <c:v>-1</c:v>
                </c:pt>
                <c:pt idx="760">
                  <c:v>-1</c:v>
                </c:pt>
                <c:pt idx="761">
                  <c:v>-1</c:v>
                </c:pt>
                <c:pt idx="762">
                  <c:v>-1</c:v>
                </c:pt>
                <c:pt idx="763">
                  <c:v>-1</c:v>
                </c:pt>
                <c:pt idx="764">
                  <c:v>-1</c:v>
                </c:pt>
                <c:pt idx="765">
                  <c:v>-1</c:v>
                </c:pt>
                <c:pt idx="766">
                  <c:v>-1</c:v>
                </c:pt>
                <c:pt idx="767">
                  <c:v>-1</c:v>
                </c:pt>
                <c:pt idx="768">
                  <c:v>-1</c:v>
                </c:pt>
                <c:pt idx="769">
                  <c:v>-1</c:v>
                </c:pt>
                <c:pt idx="770">
                  <c:v>-1</c:v>
                </c:pt>
                <c:pt idx="771">
                  <c:v>-1</c:v>
                </c:pt>
                <c:pt idx="772">
                  <c:v>-1</c:v>
                </c:pt>
                <c:pt idx="773">
                  <c:v>-1</c:v>
                </c:pt>
                <c:pt idx="774">
                  <c:v>-1</c:v>
                </c:pt>
                <c:pt idx="775">
                  <c:v>-1</c:v>
                </c:pt>
                <c:pt idx="776">
                  <c:v>-1</c:v>
                </c:pt>
                <c:pt idx="777">
                  <c:v>-1</c:v>
                </c:pt>
                <c:pt idx="778">
                  <c:v>-1</c:v>
                </c:pt>
                <c:pt idx="779">
                  <c:v>-1</c:v>
                </c:pt>
                <c:pt idx="780">
                  <c:v>-1</c:v>
                </c:pt>
                <c:pt idx="781">
                  <c:v>-1</c:v>
                </c:pt>
                <c:pt idx="782">
                  <c:v>-1</c:v>
                </c:pt>
                <c:pt idx="783">
                  <c:v>-1</c:v>
                </c:pt>
                <c:pt idx="784">
                  <c:v>-1</c:v>
                </c:pt>
                <c:pt idx="785">
                  <c:v>-1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BC-4AD1-ABC8-9E042464B7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70052528"/>
        <c:axId val="1270053360"/>
      </c:lineChart>
      <c:catAx>
        <c:axId val="127005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053360"/>
        <c:crosses val="autoZero"/>
        <c:auto val="1"/>
        <c:lblAlgn val="ctr"/>
        <c:lblOffset val="100"/>
        <c:noMultiLvlLbl val="0"/>
      </c:catAx>
      <c:valAx>
        <c:axId val="1270053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052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Velocities (cm/s)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velocity_cam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Sheet1!$B$2:$B$768</c:f>
              <c:numCache>
                <c:formatCode>General</c:formatCode>
                <c:ptCount val="767"/>
                <c:pt idx="0">
                  <c:v>2.0665985744219659E-2</c:v>
                </c:pt>
                <c:pt idx="1">
                  <c:v>2.0665985744219659E-2</c:v>
                </c:pt>
                <c:pt idx="2">
                  <c:v>2.0665985744219659E-2</c:v>
                </c:pt>
                <c:pt idx="3">
                  <c:v>2.0665985744219659E-2</c:v>
                </c:pt>
                <c:pt idx="4">
                  <c:v>2.0665985744219659E-2</c:v>
                </c:pt>
                <c:pt idx="5">
                  <c:v>2.0665985744219659E-2</c:v>
                </c:pt>
                <c:pt idx="6">
                  <c:v>2.0665985744219659E-2</c:v>
                </c:pt>
                <c:pt idx="7">
                  <c:v>2.0665985744219659E-2</c:v>
                </c:pt>
                <c:pt idx="8">
                  <c:v>2.0665985744219659E-2</c:v>
                </c:pt>
                <c:pt idx="9">
                  <c:v>2.0665985744219659E-2</c:v>
                </c:pt>
                <c:pt idx="10">
                  <c:v>2.0665985744219659E-2</c:v>
                </c:pt>
                <c:pt idx="11">
                  <c:v>2.0665985744219659E-2</c:v>
                </c:pt>
                <c:pt idx="12">
                  <c:v>2.0665985744219659E-2</c:v>
                </c:pt>
                <c:pt idx="13">
                  <c:v>2.0665985744219659E-2</c:v>
                </c:pt>
                <c:pt idx="14">
                  <c:v>2.0665985744219659E-2</c:v>
                </c:pt>
                <c:pt idx="15">
                  <c:v>2.0665985744219659E-2</c:v>
                </c:pt>
                <c:pt idx="16">
                  <c:v>2.0665985744219659E-2</c:v>
                </c:pt>
                <c:pt idx="17">
                  <c:v>2.0665985744219659E-2</c:v>
                </c:pt>
                <c:pt idx="18">
                  <c:v>2.0665985744219659E-2</c:v>
                </c:pt>
                <c:pt idx="19">
                  <c:v>2.0665985744219659E-2</c:v>
                </c:pt>
                <c:pt idx="20">
                  <c:v>2.0665985744219659E-2</c:v>
                </c:pt>
                <c:pt idx="21">
                  <c:v>2.0665985744219659E-2</c:v>
                </c:pt>
                <c:pt idx="22">
                  <c:v>2.0665985744219659E-2</c:v>
                </c:pt>
                <c:pt idx="23">
                  <c:v>2.0665985744219659E-2</c:v>
                </c:pt>
                <c:pt idx="24">
                  <c:v>1.355880575802848E-2</c:v>
                </c:pt>
                <c:pt idx="25">
                  <c:v>1.3405053034871149E-2</c:v>
                </c:pt>
                <c:pt idx="26">
                  <c:v>1.1809893800441991E-2</c:v>
                </c:pt>
                <c:pt idx="27">
                  <c:v>1.1264886284133181E-2</c:v>
                </c:pt>
                <c:pt idx="28">
                  <c:v>1.1731163065654139E-2</c:v>
                </c:pt>
                <c:pt idx="29">
                  <c:v>1.290742919696697E-2</c:v>
                </c:pt>
                <c:pt idx="30">
                  <c:v>1.4053719654007779E-2</c:v>
                </c:pt>
                <c:pt idx="31">
                  <c:v>1.5042048644074459E-2</c:v>
                </c:pt>
                <c:pt idx="32">
                  <c:v>1.5128523296129541E-2</c:v>
                </c:pt>
                <c:pt idx="33">
                  <c:v>1.4789538800340091E-2</c:v>
                </c:pt>
                <c:pt idx="34">
                  <c:v>1.2917573422361E-2</c:v>
                </c:pt>
                <c:pt idx="35">
                  <c:v>1.04604041953453E-2</c:v>
                </c:pt>
                <c:pt idx="36">
                  <c:v>9.983095177031831E-3</c:v>
                </c:pt>
                <c:pt idx="37">
                  <c:v>1.032252769714149E-2</c:v>
                </c:pt>
                <c:pt idx="38">
                  <c:v>1.288011830573217E-2</c:v>
                </c:pt>
                <c:pt idx="39">
                  <c:v>1.3698417473546739E-2</c:v>
                </c:pt>
                <c:pt idx="40">
                  <c:v>1.378431598408152E-2</c:v>
                </c:pt>
                <c:pt idx="41">
                  <c:v>1.4262642189526919E-2</c:v>
                </c:pt>
                <c:pt idx="42">
                  <c:v>1.463273583928716E-2</c:v>
                </c:pt>
                <c:pt idx="43">
                  <c:v>1.475384704572536E-2</c:v>
                </c:pt>
                <c:pt idx="44">
                  <c:v>1.5166881555279531E-2</c:v>
                </c:pt>
                <c:pt idx="45">
                  <c:v>1.9935468918002339E-2</c:v>
                </c:pt>
                <c:pt idx="46">
                  <c:v>2.1226496199787569E-2</c:v>
                </c:pt>
                <c:pt idx="47">
                  <c:v>2.142006577498996E-2</c:v>
                </c:pt>
                <c:pt idx="48">
                  <c:v>2.2375592446631499E-2</c:v>
                </c:pt>
                <c:pt idx="49">
                  <c:v>2.3018684466329022E-2</c:v>
                </c:pt>
                <c:pt idx="50">
                  <c:v>2.313963666296984E-2</c:v>
                </c:pt>
                <c:pt idx="51">
                  <c:v>2.2245326503853319E-2</c:v>
                </c:pt>
                <c:pt idx="52">
                  <c:v>1.329404921208543E-2</c:v>
                </c:pt>
                <c:pt idx="53">
                  <c:v>1.017028124200705E-2</c:v>
                </c:pt>
                <c:pt idx="54">
                  <c:v>1.0046280130876099E-2</c:v>
                </c:pt>
                <c:pt idx="55">
                  <c:v>8.1533057001608681E-3</c:v>
                </c:pt>
                <c:pt idx="56">
                  <c:v>8.0960146066220706E-3</c:v>
                </c:pt>
                <c:pt idx="57">
                  <c:v>7.7919164689270017E-3</c:v>
                </c:pt>
                <c:pt idx="58">
                  <c:v>7.6934542649790324E-3</c:v>
                </c:pt>
                <c:pt idx="59">
                  <c:v>9.0200412504315829E-3</c:v>
                </c:pt>
                <c:pt idx="60">
                  <c:v>2.1282224907366549E-2</c:v>
                </c:pt>
                <c:pt idx="61">
                  <c:v>2.4078482759350268E-2</c:v>
                </c:pt>
                <c:pt idx="62">
                  <c:v>2.2051060651551942E-2</c:v>
                </c:pt>
                <c:pt idx="63">
                  <c:v>6.9886693252500243E-3</c:v>
                </c:pt>
                <c:pt idx="64">
                  <c:v>7.5331748250308814E-3</c:v>
                </c:pt>
                <c:pt idx="65">
                  <c:v>1.338137674529013E-2</c:v>
                </c:pt>
                <c:pt idx="66">
                  <c:v>1.5810086163792699E-2</c:v>
                </c:pt>
                <c:pt idx="67">
                  <c:v>1.666618140949697E-2</c:v>
                </c:pt>
                <c:pt idx="68">
                  <c:v>1.6452065452041829E-2</c:v>
                </c:pt>
                <c:pt idx="69">
                  <c:v>1.4822508005291E-2</c:v>
                </c:pt>
                <c:pt idx="70">
                  <c:v>1.318922192873245E-2</c:v>
                </c:pt>
                <c:pt idx="71">
                  <c:v>1.2349476007722991E-2</c:v>
                </c:pt>
                <c:pt idx="72">
                  <c:v>1.286441687096938E-2</c:v>
                </c:pt>
                <c:pt idx="73">
                  <c:v>1.540547874298866E-2</c:v>
                </c:pt>
                <c:pt idx="74">
                  <c:v>1.745582231159469E-2</c:v>
                </c:pt>
                <c:pt idx="75">
                  <c:v>1.8101911034509081E-2</c:v>
                </c:pt>
                <c:pt idx="76">
                  <c:v>1.547955359122794E-2</c:v>
                </c:pt>
                <c:pt idx="77">
                  <c:v>1.1694231187156181E-2</c:v>
                </c:pt>
                <c:pt idx="78">
                  <c:v>1.381180354113134E-2</c:v>
                </c:pt>
                <c:pt idx="79">
                  <c:v>1.5761279164562051E-2</c:v>
                </c:pt>
                <c:pt idx="80">
                  <c:v>1.793712930370581E-2</c:v>
                </c:pt>
                <c:pt idx="81">
                  <c:v>1.8318047576668311E-2</c:v>
                </c:pt>
                <c:pt idx="82">
                  <c:v>1.855879814570641E-2</c:v>
                </c:pt>
                <c:pt idx="83">
                  <c:v>1.9019090594069799E-2</c:v>
                </c:pt>
                <c:pt idx="84">
                  <c:v>1.9341379631630261E-2</c:v>
                </c:pt>
                <c:pt idx="85">
                  <c:v>2.8372912086712349E-2</c:v>
                </c:pt>
                <c:pt idx="86">
                  <c:v>0.1214042871816404</c:v>
                </c:pt>
                <c:pt idx="87">
                  <c:v>0.14630690950894179</c:v>
                </c:pt>
                <c:pt idx="88">
                  <c:v>0.16816677249518891</c:v>
                </c:pt>
                <c:pt idx="89">
                  <c:v>0.45135816149220032</c:v>
                </c:pt>
                <c:pt idx="90">
                  <c:v>0.5480847465932307</c:v>
                </c:pt>
                <c:pt idx="91">
                  <c:v>0.52625394657013402</c:v>
                </c:pt>
                <c:pt idx="92">
                  <c:v>0.2986889259059608</c:v>
                </c:pt>
                <c:pt idx="93">
                  <c:v>0.1552390923793483</c:v>
                </c:pt>
                <c:pt idx="94">
                  <c:v>9.8123548171971831E-2</c:v>
                </c:pt>
                <c:pt idx="95">
                  <c:v>0.31334023444066439</c:v>
                </c:pt>
                <c:pt idx="96">
                  <c:v>3.4829007810331092</c:v>
                </c:pt>
                <c:pt idx="97">
                  <c:v>4.274992441984935</c:v>
                </c:pt>
                <c:pt idx="98">
                  <c:v>4.4562595201208719</c:v>
                </c:pt>
                <c:pt idx="99">
                  <c:v>5.8512444593012223</c:v>
                </c:pt>
                <c:pt idx="100">
                  <c:v>6.8920321249631042</c:v>
                </c:pt>
                <c:pt idx="101">
                  <c:v>7.0366258539163624</c:v>
                </c:pt>
                <c:pt idx="102">
                  <c:v>8.2467567282682506</c:v>
                </c:pt>
                <c:pt idx="103">
                  <c:v>8.4349515103776316</c:v>
                </c:pt>
                <c:pt idx="104">
                  <c:v>8.2529178416470224</c:v>
                </c:pt>
                <c:pt idx="105">
                  <c:v>6.6046818132162333</c:v>
                </c:pt>
                <c:pt idx="106">
                  <c:v>5.708308124718612</c:v>
                </c:pt>
                <c:pt idx="107">
                  <c:v>5.5656748130325226</c:v>
                </c:pt>
                <c:pt idx="108">
                  <c:v>5.0699781909232131</c:v>
                </c:pt>
                <c:pt idx="109">
                  <c:v>4.2746889707607156</c:v>
                </c:pt>
                <c:pt idx="110">
                  <c:v>4.0866838579505984</c:v>
                </c:pt>
                <c:pt idx="111">
                  <c:v>4.4958429362626271</c:v>
                </c:pt>
                <c:pt idx="112">
                  <c:v>6.3867322361866394</c:v>
                </c:pt>
                <c:pt idx="113">
                  <c:v>6.8644730863463828</c:v>
                </c:pt>
                <c:pt idx="114">
                  <c:v>6.7697782527109132</c:v>
                </c:pt>
                <c:pt idx="115">
                  <c:v>6.0347799098762902</c:v>
                </c:pt>
                <c:pt idx="116">
                  <c:v>5.6136485463239456</c:v>
                </c:pt>
                <c:pt idx="117">
                  <c:v>5.4807229774984156</c:v>
                </c:pt>
                <c:pt idx="118">
                  <c:v>5.3037036404057867</c:v>
                </c:pt>
                <c:pt idx="119">
                  <c:v>2.733660443346341</c:v>
                </c:pt>
                <c:pt idx="120">
                  <c:v>1.663681846386347</c:v>
                </c:pt>
                <c:pt idx="121">
                  <c:v>1.6907785602085781</c:v>
                </c:pt>
                <c:pt idx="122">
                  <c:v>1.9513028761941751</c:v>
                </c:pt>
                <c:pt idx="123">
                  <c:v>2.0870177939825769</c:v>
                </c:pt>
                <c:pt idx="124">
                  <c:v>2.13798498019908</c:v>
                </c:pt>
                <c:pt idx="125">
                  <c:v>2.187406414062226</c:v>
                </c:pt>
                <c:pt idx="126">
                  <c:v>3.1651534095454248</c:v>
                </c:pt>
                <c:pt idx="127">
                  <c:v>3.5525575056758458</c:v>
                </c:pt>
                <c:pt idx="128">
                  <c:v>5.428311021501889</c:v>
                </c:pt>
                <c:pt idx="129">
                  <c:v>6.7742097401680201</c:v>
                </c:pt>
                <c:pt idx="130">
                  <c:v>8.0463648958464074</c:v>
                </c:pt>
                <c:pt idx="131">
                  <c:v>8.1912135863090754</c:v>
                </c:pt>
                <c:pt idx="132">
                  <c:v>8.8247371740217257</c:v>
                </c:pt>
                <c:pt idx="133">
                  <c:v>8.8746643002916503</c:v>
                </c:pt>
                <c:pt idx="134">
                  <c:v>8.8516707313357479</c:v>
                </c:pt>
                <c:pt idx="135">
                  <c:v>8.688238816313671</c:v>
                </c:pt>
                <c:pt idx="136">
                  <c:v>8.6598470217119381</c:v>
                </c:pt>
                <c:pt idx="137">
                  <c:v>8.3669256955619264</c:v>
                </c:pt>
                <c:pt idx="138">
                  <c:v>6.6101087127544567</c:v>
                </c:pt>
                <c:pt idx="139">
                  <c:v>5.5419733445439583</c:v>
                </c:pt>
                <c:pt idx="140">
                  <c:v>5.7058575589737117</c:v>
                </c:pt>
                <c:pt idx="141">
                  <c:v>7.5347218296480891</c:v>
                </c:pt>
                <c:pt idx="142">
                  <c:v>7.8113658844789224</c:v>
                </c:pt>
                <c:pt idx="143">
                  <c:v>7.8858543656751561</c:v>
                </c:pt>
                <c:pt idx="144">
                  <c:v>8.4945471582422183</c:v>
                </c:pt>
                <c:pt idx="145">
                  <c:v>8.9222328662083044</c:v>
                </c:pt>
                <c:pt idx="146">
                  <c:v>8.9385459031538073</c:v>
                </c:pt>
                <c:pt idx="147">
                  <c:v>8.9574893140970318</c:v>
                </c:pt>
                <c:pt idx="148">
                  <c:v>9.3578448183091112</c:v>
                </c:pt>
                <c:pt idx="149">
                  <c:v>9.4244395247257433</c:v>
                </c:pt>
                <c:pt idx="150">
                  <c:v>9.7225581006537425</c:v>
                </c:pt>
                <c:pt idx="151">
                  <c:v>10.10700102032505</c:v>
                </c:pt>
                <c:pt idx="152">
                  <c:v>10.329881850505849</c:v>
                </c:pt>
                <c:pt idx="153">
                  <c:v>10.318173535810169</c:v>
                </c:pt>
                <c:pt idx="154">
                  <c:v>9.9706792972954972</c:v>
                </c:pt>
                <c:pt idx="155">
                  <c:v>9.7038672220151483</c:v>
                </c:pt>
                <c:pt idx="156">
                  <c:v>9.680005323045533</c:v>
                </c:pt>
                <c:pt idx="157">
                  <c:v>9.3908911081106776</c:v>
                </c:pt>
                <c:pt idx="158">
                  <c:v>9.2899577075993403</c:v>
                </c:pt>
                <c:pt idx="159">
                  <c:v>9.3767081816958857</c:v>
                </c:pt>
                <c:pt idx="160">
                  <c:v>10.177043103027691</c:v>
                </c:pt>
                <c:pt idx="161">
                  <c:v>10.50430863398109</c:v>
                </c:pt>
                <c:pt idx="162">
                  <c:v>10.450059951191211</c:v>
                </c:pt>
                <c:pt idx="163">
                  <c:v>9.9648942904922571</c:v>
                </c:pt>
                <c:pt idx="164">
                  <c:v>9.9299702457777403</c:v>
                </c:pt>
                <c:pt idx="165">
                  <c:v>9.8580633349396543</c:v>
                </c:pt>
                <c:pt idx="166">
                  <c:v>8.7924963364996174</c:v>
                </c:pt>
                <c:pt idx="167">
                  <c:v>8.5590568358001349</c:v>
                </c:pt>
                <c:pt idx="168">
                  <c:v>8.6033447176644788</c:v>
                </c:pt>
                <c:pt idx="169">
                  <c:v>8.9110230748344055</c:v>
                </c:pt>
                <c:pt idx="170">
                  <c:v>9.0809769213286256</c:v>
                </c:pt>
                <c:pt idx="171">
                  <c:v>9.0692310643141365</c:v>
                </c:pt>
                <c:pt idx="172">
                  <c:v>9.045625913562457</c:v>
                </c:pt>
                <c:pt idx="173">
                  <c:v>8.5646903028019725</c:v>
                </c:pt>
                <c:pt idx="174">
                  <c:v>8.6105505358390992</c:v>
                </c:pt>
                <c:pt idx="175">
                  <c:v>8.6690622063009375</c:v>
                </c:pt>
                <c:pt idx="176">
                  <c:v>8.8236371976959092</c:v>
                </c:pt>
                <c:pt idx="177">
                  <c:v>8.9149294673164157</c:v>
                </c:pt>
                <c:pt idx="178">
                  <c:v>8.9074981690173836</c:v>
                </c:pt>
                <c:pt idx="179">
                  <c:v>8.7995114782040709</c:v>
                </c:pt>
                <c:pt idx="180">
                  <c:v>8.7060797295990398</c:v>
                </c:pt>
                <c:pt idx="181">
                  <c:v>8.6835291727524577</c:v>
                </c:pt>
                <c:pt idx="182">
                  <c:v>8.4810072169529764</c:v>
                </c:pt>
                <c:pt idx="183">
                  <c:v>8.1788940373691332</c:v>
                </c:pt>
                <c:pt idx="184">
                  <c:v>8.0213281520123356</c:v>
                </c:pt>
                <c:pt idx="185">
                  <c:v>8.0853012453021069</c:v>
                </c:pt>
                <c:pt idx="186">
                  <c:v>8.4748964388154455</c:v>
                </c:pt>
                <c:pt idx="187">
                  <c:v>8.7099682456098346</c:v>
                </c:pt>
                <c:pt idx="188">
                  <c:v>8.7566603243828691</c:v>
                </c:pt>
                <c:pt idx="189">
                  <c:v>8.8111749816907086</c:v>
                </c:pt>
                <c:pt idx="190">
                  <c:v>9.0915087027500014</c:v>
                </c:pt>
                <c:pt idx="191">
                  <c:v>9.4686041701685681</c:v>
                </c:pt>
                <c:pt idx="192">
                  <c:v>9.6391921006393133</c:v>
                </c:pt>
                <c:pt idx="193">
                  <c:v>9.6278936499275058</c:v>
                </c:pt>
                <c:pt idx="194">
                  <c:v>9.5432505292326937</c:v>
                </c:pt>
                <c:pt idx="195">
                  <c:v>9.5357874288671791</c:v>
                </c:pt>
                <c:pt idx="196">
                  <c:v>9.4553817199115908</c:v>
                </c:pt>
                <c:pt idx="197">
                  <c:v>9.4647755250292729</c:v>
                </c:pt>
                <c:pt idx="198">
                  <c:v>9.5819520727251746</c:v>
                </c:pt>
                <c:pt idx="199">
                  <c:v>9.603054244242875</c:v>
                </c:pt>
                <c:pt idx="200">
                  <c:v>9.6645173163294338</c:v>
                </c:pt>
                <c:pt idx="201">
                  <c:v>9.9867057169348978</c:v>
                </c:pt>
                <c:pt idx="202">
                  <c:v>9.8007966305353431</c:v>
                </c:pt>
                <c:pt idx="203">
                  <c:v>9.5318767219471852</c:v>
                </c:pt>
                <c:pt idx="204">
                  <c:v>9.3600079662376228</c:v>
                </c:pt>
                <c:pt idx="205">
                  <c:v>9.2989546813877908</c:v>
                </c:pt>
                <c:pt idx="206">
                  <c:v>9.2754505203593176</c:v>
                </c:pt>
                <c:pt idx="207">
                  <c:v>9.0006092436892509</c:v>
                </c:pt>
                <c:pt idx="208">
                  <c:v>8.9022580486221479</c:v>
                </c:pt>
                <c:pt idx="209">
                  <c:v>9.0297866338066903</c:v>
                </c:pt>
                <c:pt idx="210">
                  <c:v>10.177321870286621</c:v>
                </c:pt>
                <c:pt idx="211">
                  <c:v>10.64734588647657</c:v>
                </c:pt>
                <c:pt idx="212">
                  <c:v>10.45690736079086</c:v>
                </c:pt>
                <c:pt idx="213">
                  <c:v>9.4212497793071996</c:v>
                </c:pt>
                <c:pt idx="214">
                  <c:v>8.5511190696089727</c:v>
                </c:pt>
                <c:pt idx="215">
                  <c:v>8.420153610024359</c:v>
                </c:pt>
                <c:pt idx="216">
                  <c:v>8.4693769043269711</c:v>
                </c:pt>
                <c:pt idx="217">
                  <c:v>8.8268947105740132</c:v>
                </c:pt>
                <c:pt idx="218">
                  <c:v>8.9847656165085219</c:v>
                </c:pt>
                <c:pt idx="219">
                  <c:v>8.9599256635277289</c:v>
                </c:pt>
                <c:pt idx="220">
                  <c:v>8.6637302142992159</c:v>
                </c:pt>
                <c:pt idx="221">
                  <c:v>8.4717151251650851</c:v>
                </c:pt>
                <c:pt idx="222">
                  <c:v>8.4373159883001758</c:v>
                </c:pt>
                <c:pt idx="223">
                  <c:v>8.4275957036012095</c:v>
                </c:pt>
                <c:pt idx="224">
                  <c:v>8.3328762077885266</c:v>
                </c:pt>
                <c:pt idx="225">
                  <c:v>8.3048285170000558</c:v>
                </c:pt>
                <c:pt idx="226">
                  <c:v>8.3444051459539459</c:v>
                </c:pt>
                <c:pt idx="227">
                  <c:v>8.4501154280458035</c:v>
                </c:pt>
                <c:pt idx="228">
                  <c:v>8.5510837158130872</c:v>
                </c:pt>
                <c:pt idx="229">
                  <c:v>8.5643075197543155</c:v>
                </c:pt>
                <c:pt idx="230">
                  <c:v>8.5960730535654015</c:v>
                </c:pt>
                <c:pt idx="231">
                  <c:v>8.7257527287605257</c:v>
                </c:pt>
                <c:pt idx="232">
                  <c:v>8.883203575746899</c:v>
                </c:pt>
                <c:pt idx="233">
                  <c:v>8.8920661281198008</c:v>
                </c:pt>
                <c:pt idx="234">
                  <c:v>8.6721448001173691</c:v>
                </c:pt>
                <c:pt idx="235">
                  <c:v>8.461701583153026</c:v>
                </c:pt>
                <c:pt idx="236">
                  <c:v>8.4224212412719943</c:v>
                </c:pt>
                <c:pt idx="237">
                  <c:v>8.4599630012237022</c:v>
                </c:pt>
                <c:pt idx="238">
                  <c:v>8.6480237415694159</c:v>
                </c:pt>
                <c:pt idx="239">
                  <c:v>8.7530157734453322</c:v>
                </c:pt>
                <c:pt idx="240">
                  <c:v>8.7710527285381694</c:v>
                </c:pt>
                <c:pt idx="241">
                  <c:v>8.8193756117474482</c:v>
                </c:pt>
                <c:pt idx="242">
                  <c:v>9.2052061266213432</c:v>
                </c:pt>
                <c:pt idx="243">
                  <c:v>9.2690703240859893</c:v>
                </c:pt>
                <c:pt idx="244">
                  <c:v>9.2221309962327673</c:v>
                </c:pt>
                <c:pt idx="245">
                  <c:v>8.7318315483491613</c:v>
                </c:pt>
                <c:pt idx="246">
                  <c:v>8.4817663857800998</c:v>
                </c:pt>
                <c:pt idx="247">
                  <c:v>8.5327428092725892</c:v>
                </c:pt>
                <c:pt idx="248">
                  <c:v>8.8435663470223247</c:v>
                </c:pt>
                <c:pt idx="249">
                  <c:v>9.0703718221275018</c:v>
                </c:pt>
                <c:pt idx="250">
                  <c:v>9.1092120985380696</c:v>
                </c:pt>
                <c:pt idx="251">
                  <c:v>8.9746388292302797</c:v>
                </c:pt>
                <c:pt idx="252">
                  <c:v>7.9591504488041451</c:v>
                </c:pt>
                <c:pt idx="253">
                  <c:v>8.0308311606888481</c:v>
                </c:pt>
                <c:pt idx="254">
                  <c:v>8.7203875135357638</c:v>
                </c:pt>
                <c:pt idx="255">
                  <c:v>8.5626903229453788</c:v>
                </c:pt>
                <c:pt idx="256">
                  <c:v>8.4518995441531892</c:v>
                </c:pt>
                <c:pt idx="257">
                  <c:v>8.2072332181089482</c:v>
                </c:pt>
                <c:pt idx="258">
                  <c:v>8.1319615984383837</c:v>
                </c:pt>
                <c:pt idx="259">
                  <c:v>8.1429306753129698</c:v>
                </c:pt>
                <c:pt idx="260">
                  <c:v>8.2154005064243236</c:v>
                </c:pt>
                <c:pt idx="261">
                  <c:v>8.1807595515786691</c:v>
                </c:pt>
                <c:pt idx="262">
                  <c:v>8.1382009093644587</c:v>
                </c:pt>
                <c:pt idx="263">
                  <c:v>8.1121156905443268</c:v>
                </c:pt>
                <c:pt idx="264">
                  <c:v>8.1018125225101532</c:v>
                </c:pt>
                <c:pt idx="265">
                  <c:v>8.0931121514754558</c:v>
                </c:pt>
                <c:pt idx="266">
                  <c:v>8.0505604861268711</c:v>
                </c:pt>
                <c:pt idx="267">
                  <c:v>8.0424768965380089</c:v>
                </c:pt>
                <c:pt idx="268">
                  <c:v>8.0127399172475684</c:v>
                </c:pt>
                <c:pt idx="269">
                  <c:v>7.8929600681375423</c:v>
                </c:pt>
                <c:pt idx="270">
                  <c:v>7.8286734444074186</c:v>
                </c:pt>
                <c:pt idx="271">
                  <c:v>7.8673600231960936</c:v>
                </c:pt>
                <c:pt idx="272">
                  <c:v>8.2673165256241923</c:v>
                </c:pt>
                <c:pt idx="273">
                  <c:v>8.56248050231072</c:v>
                </c:pt>
                <c:pt idx="274">
                  <c:v>8.6502051885887372</c:v>
                </c:pt>
                <c:pt idx="275">
                  <c:v>8.5841054171741344</c:v>
                </c:pt>
                <c:pt idx="276">
                  <c:v>8.4750844797472844</c:v>
                </c:pt>
                <c:pt idx="277">
                  <c:v>8.4525545671671054</c:v>
                </c:pt>
                <c:pt idx="278">
                  <c:v>8.4262067501540816</c:v>
                </c:pt>
                <c:pt idx="279">
                  <c:v>8.3015055383582119</c:v>
                </c:pt>
                <c:pt idx="280">
                  <c:v>8.1633688943334466</c:v>
                </c:pt>
                <c:pt idx="281">
                  <c:v>8.1320511959057438</c:v>
                </c:pt>
                <c:pt idx="282">
                  <c:v>8.1261835034943122</c:v>
                </c:pt>
                <c:pt idx="283">
                  <c:v>8.0847353056054363</c:v>
                </c:pt>
                <c:pt idx="284">
                  <c:v>8.0736971438919518</c:v>
                </c:pt>
                <c:pt idx="285">
                  <c:v>8.1144116553307537</c:v>
                </c:pt>
                <c:pt idx="286">
                  <c:v>8.2038959768840787</c:v>
                </c:pt>
                <c:pt idx="287">
                  <c:v>8.2974299300942711</c:v>
                </c:pt>
                <c:pt idx="288">
                  <c:v>8.2809450984414976</c:v>
                </c:pt>
                <c:pt idx="289">
                  <c:v>8.2694547193717636</c:v>
                </c:pt>
                <c:pt idx="290">
                  <c:v>8.0312345390153403</c:v>
                </c:pt>
                <c:pt idx="291">
                  <c:v>8.010954985535335</c:v>
                </c:pt>
                <c:pt idx="292">
                  <c:v>8.0281540774435403</c:v>
                </c:pt>
                <c:pt idx="293">
                  <c:v>8.2901681383731454</c:v>
                </c:pt>
                <c:pt idx="294">
                  <c:v>8.352429394028217</c:v>
                </c:pt>
                <c:pt idx="295">
                  <c:v>8.3377629415016585</c:v>
                </c:pt>
                <c:pt idx="296">
                  <c:v>8.271510934025315</c:v>
                </c:pt>
                <c:pt idx="297">
                  <c:v>8.2181345197892419</c:v>
                </c:pt>
                <c:pt idx="298">
                  <c:v>8.1558842569167656</c:v>
                </c:pt>
                <c:pt idx="299">
                  <c:v>7.2136076383548158</c:v>
                </c:pt>
                <c:pt idx="300">
                  <c:v>6.9891237504826416</c:v>
                </c:pt>
                <c:pt idx="301">
                  <c:v>7.0306795465253371</c:v>
                </c:pt>
                <c:pt idx="302">
                  <c:v>7.4191887494250048</c:v>
                </c:pt>
                <c:pt idx="303">
                  <c:v>7.6150174693397528</c:v>
                </c:pt>
                <c:pt idx="304">
                  <c:v>7.6433335333392431</c:v>
                </c:pt>
                <c:pt idx="305">
                  <c:v>7.7128671287880106</c:v>
                </c:pt>
                <c:pt idx="306">
                  <c:v>8.0836293232231426</c:v>
                </c:pt>
                <c:pt idx="307">
                  <c:v>8.1146319628243049</c:v>
                </c:pt>
                <c:pt idx="308">
                  <c:v>8.0910126754791261</c:v>
                </c:pt>
                <c:pt idx="309">
                  <c:v>7.9399239711959213</c:v>
                </c:pt>
                <c:pt idx="310">
                  <c:v>7.8817831223643982</c:v>
                </c:pt>
                <c:pt idx="311">
                  <c:v>7.8656869927118338</c:v>
                </c:pt>
                <c:pt idx="312">
                  <c:v>7.7226982301478442</c:v>
                </c:pt>
                <c:pt idx="313">
                  <c:v>7.5850347410054946</c:v>
                </c:pt>
                <c:pt idx="314">
                  <c:v>7.4919173856577119</c:v>
                </c:pt>
                <c:pt idx="315">
                  <c:v>7.4564324483748754</c:v>
                </c:pt>
                <c:pt idx="316">
                  <c:v>7.4849530646176339</c:v>
                </c:pt>
                <c:pt idx="317">
                  <c:v>7.7062404299360221</c:v>
                </c:pt>
                <c:pt idx="318">
                  <c:v>7.7661582103630016</c:v>
                </c:pt>
                <c:pt idx="319">
                  <c:v>7.7445405977011674</c:v>
                </c:pt>
                <c:pt idx="320">
                  <c:v>7.4828065122079872</c:v>
                </c:pt>
                <c:pt idx="321">
                  <c:v>7.3519301287098502</c:v>
                </c:pt>
                <c:pt idx="322">
                  <c:v>7.4029757703988874</c:v>
                </c:pt>
                <c:pt idx="323">
                  <c:v>8.1329292926592274</c:v>
                </c:pt>
                <c:pt idx="324">
                  <c:v>7.918427443555923</c:v>
                </c:pt>
                <c:pt idx="325">
                  <c:v>7.7938420112173752</c:v>
                </c:pt>
                <c:pt idx="326">
                  <c:v>7.7600851581266141</c:v>
                </c:pt>
                <c:pt idx="327">
                  <c:v>7.6313029252738964</c:v>
                </c:pt>
                <c:pt idx="328">
                  <c:v>7.0335263784712136</c:v>
                </c:pt>
                <c:pt idx="329">
                  <c:v>7.0051019378321664</c:v>
                </c:pt>
                <c:pt idx="330">
                  <c:v>7.0022042686378301</c:v>
                </c:pt>
                <c:pt idx="331">
                  <c:v>6.9471958583400388</c:v>
                </c:pt>
                <c:pt idx="332">
                  <c:v>6.9379538997593189</c:v>
                </c:pt>
                <c:pt idx="333">
                  <c:v>7.2817609790298086</c:v>
                </c:pt>
                <c:pt idx="334">
                  <c:v>7.9689598999669737</c:v>
                </c:pt>
                <c:pt idx="335">
                  <c:v>8.3422585057968011</c:v>
                </c:pt>
                <c:pt idx="336">
                  <c:v>8.3354548973052864</c:v>
                </c:pt>
                <c:pt idx="337">
                  <c:v>8.2830116588197829</c:v>
                </c:pt>
                <c:pt idx="338">
                  <c:v>8.2696055182364105</c:v>
                </c:pt>
                <c:pt idx="339">
                  <c:v>8.2513620300619035</c:v>
                </c:pt>
                <c:pt idx="340">
                  <c:v>8.1514226982742244</c:v>
                </c:pt>
                <c:pt idx="341">
                  <c:v>8.0568551767050582</c:v>
                </c:pt>
                <c:pt idx="342">
                  <c:v>7.9938535920709004</c:v>
                </c:pt>
                <c:pt idx="343">
                  <c:v>7.8387843813528457</c:v>
                </c:pt>
                <c:pt idx="344">
                  <c:v>7.4584381979092989</c:v>
                </c:pt>
                <c:pt idx="345">
                  <c:v>7.0838885220631171</c:v>
                </c:pt>
                <c:pt idx="346">
                  <c:v>7.3974673908121176</c:v>
                </c:pt>
                <c:pt idx="347">
                  <c:v>7.5227009857397373</c:v>
                </c:pt>
                <c:pt idx="348">
                  <c:v>7.5096474234392696</c:v>
                </c:pt>
                <c:pt idx="349">
                  <c:v>7.3630888319137853</c:v>
                </c:pt>
                <c:pt idx="350">
                  <c:v>7.1008920145200234</c:v>
                </c:pt>
                <c:pt idx="351">
                  <c:v>6.9949240673162087</c:v>
                </c:pt>
                <c:pt idx="352">
                  <c:v>7.0455323104938534</c:v>
                </c:pt>
                <c:pt idx="353">
                  <c:v>7.0857481579512793</c:v>
                </c:pt>
                <c:pt idx="354">
                  <c:v>7.8600848201611004</c:v>
                </c:pt>
                <c:pt idx="355">
                  <c:v>7.7017823901473301</c:v>
                </c:pt>
                <c:pt idx="356">
                  <c:v>7.2485194832107842</c:v>
                </c:pt>
                <c:pt idx="357">
                  <c:v>7.2341564884662821</c:v>
                </c:pt>
                <c:pt idx="358">
                  <c:v>7.2256798793052903</c:v>
                </c:pt>
                <c:pt idx="359">
                  <c:v>7.0217474590760673</c:v>
                </c:pt>
                <c:pt idx="360">
                  <c:v>6.9344588854550473</c:v>
                </c:pt>
                <c:pt idx="361">
                  <c:v>6.9194844339403616</c:v>
                </c:pt>
                <c:pt idx="362">
                  <c:v>6.9111592045818213</c:v>
                </c:pt>
                <c:pt idx="363">
                  <c:v>6.7592472680028211</c:v>
                </c:pt>
                <c:pt idx="364">
                  <c:v>6.7349555878282921</c:v>
                </c:pt>
                <c:pt idx="365">
                  <c:v>6.7467642232860916</c:v>
                </c:pt>
                <c:pt idx="366">
                  <c:v>6.8871538469536571</c:v>
                </c:pt>
                <c:pt idx="367">
                  <c:v>6.930967812602792</c:v>
                </c:pt>
                <c:pt idx="368">
                  <c:v>7.0564831672124742</c:v>
                </c:pt>
                <c:pt idx="369">
                  <c:v>8.1356443467408077</c:v>
                </c:pt>
                <c:pt idx="370">
                  <c:v>8.2084376397904197</c:v>
                </c:pt>
                <c:pt idx="371">
                  <c:v>8.0448517084468705</c:v>
                </c:pt>
                <c:pt idx="372">
                  <c:v>7.8692236507276876</c:v>
                </c:pt>
                <c:pt idx="373">
                  <c:v>7.712210290249816</c:v>
                </c:pt>
                <c:pt idx="374">
                  <c:v>7.632863115883274</c:v>
                </c:pt>
                <c:pt idx="375">
                  <c:v>7.5114614656302789</c:v>
                </c:pt>
                <c:pt idx="376">
                  <c:v>7.2564696382972071</c:v>
                </c:pt>
                <c:pt idx="377">
                  <c:v>7.0610811952040091</c:v>
                </c:pt>
                <c:pt idx="378">
                  <c:v>7.0543682142453594</c:v>
                </c:pt>
                <c:pt idx="379">
                  <c:v>7.0446196739920719</c:v>
                </c:pt>
                <c:pt idx="380">
                  <c:v>6.8332670694736244</c:v>
                </c:pt>
                <c:pt idx="381">
                  <c:v>6.7839336095296403</c:v>
                </c:pt>
                <c:pt idx="382">
                  <c:v>6.8500163006806059</c:v>
                </c:pt>
                <c:pt idx="383">
                  <c:v>7.112595873968969</c:v>
                </c:pt>
                <c:pt idx="384">
                  <c:v>7.2138932969821603</c:v>
                </c:pt>
                <c:pt idx="385">
                  <c:v>7.3002485549433418</c:v>
                </c:pt>
                <c:pt idx="386">
                  <c:v>7.5405747511619934</c:v>
                </c:pt>
                <c:pt idx="387">
                  <c:v>7.809560482147277</c:v>
                </c:pt>
                <c:pt idx="388">
                  <c:v>7.802329460156086</c:v>
                </c:pt>
                <c:pt idx="389">
                  <c:v>7.7603335929603752</c:v>
                </c:pt>
                <c:pt idx="390">
                  <c:v>7.6543658037939064</c:v>
                </c:pt>
                <c:pt idx="391">
                  <c:v>7.5438981636272286</c:v>
                </c:pt>
                <c:pt idx="392">
                  <c:v>7.4712555964019582</c:v>
                </c:pt>
                <c:pt idx="393">
                  <c:v>7.4808595683801267</c:v>
                </c:pt>
                <c:pt idx="394">
                  <c:v>7.5814306209409086</c:v>
                </c:pt>
                <c:pt idx="395">
                  <c:v>7.6430582801825846</c:v>
                </c:pt>
                <c:pt idx="396">
                  <c:v>7.6489790251972423</c:v>
                </c:pt>
                <c:pt idx="397">
                  <c:v>7.6800104676743164</c:v>
                </c:pt>
                <c:pt idx="398">
                  <c:v>7.6906731732288476</c:v>
                </c:pt>
                <c:pt idx="399">
                  <c:v>7.7087697740703396</c:v>
                </c:pt>
                <c:pt idx="400">
                  <c:v>7.8172031636533044</c:v>
                </c:pt>
                <c:pt idx="401">
                  <c:v>7.9104837571101694</c:v>
                </c:pt>
                <c:pt idx="402">
                  <c:v>7.9788216166843293</c:v>
                </c:pt>
                <c:pt idx="403">
                  <c:v>7.8851596535972002</c:v>
                </c:pt>
                <c:pt idx="404">
                  <c:v>7.2223685217623421</c:v>
                </c:pt>
                <c:pt idx="405">
                  <c:v>6.8081637239593711</c:v>
                </c:pt>
                <c:pt idx="406">
                  <c:v>6.8118881157292259</c:v>
                </c:pt>
                <c:pt idx="407">
                  <c:v>6.817121723362078</c:v>
                </c:pt>
                <c:pt idx="408">
                  <c:v>6.9488602030853386</c:v>
                </c:pt>
                <c:pt idx="409">
                  <c:v>6.9583646427143044</c:v>
                </c:pt>
                <c:pt idx="410">
                  <c:v>6.9657649686907366</c:v>
                </c:pt>
                <c:pt idx="411">
                  <c:v>7.0204966055907558</c:v>
                </c:pt>
                <c:pt idx="412">
                  <c:v>6.9786995918115577</c:v>
                </c:pt>
                <c:pt idx="413">
                  <c:v>6.5498255068479523</c:v>
                </c:pt>
                <c:pt idx="414">
                  <c:v>6.4711700188106258</c:v>
                </c:pt>
                <c:pt idx="415">
                  <c:v>6.3907033639146409</c:v>
                </c:pt>
                <c:pt idx="416">
                  <c:v>6.0112489817471406</c:v>
                </c:pt>
                <c:pt idx="417">
                  <c:v>5.6829742198858089</c:v>
                </c:pt>
                <c:pt idx="418">
                  <c:v>5.6236033319527863</c:v>
                </c:pt>
                <c:pt idx="419">
                  <c:v>5.0804462268469406</c:v>
                </c:pt>
                <c:pt idx="420">
                  <c:v>4.942259028131514</c:v>
                </c:pt>
                <c:pt idx="421">
                  <c:v>5.0861106459041743</c:v>
                </c:pt>
                <c:pt idx="422">
                  <c:v>5.4392196674708062</c:v>
                </c:pt>
                <c:pt idx="423">
                  <c:v>5.7610646976245796</c:v>
                </c:pt>
                <c:pt idx="424">
                  <c:v>5.889011313807301</c:v>
                </c:pt>
                <c:pt idx="425">
                  <c:v>6.3130104136017948</c:v>
                </c:pt>
                <c:pt idx="426">
                  <c:v>7.2737110057833823</c:v>
                </c:pt>
                <c:pt idx="427">
                  <c:v>7.2280795976148386</c:v>
                </c:pt>
                <c:pt idx="428">
                  <c:v>6.7611720021357096</c:v>
                </c:pt>
                <c:pt idx="429">
                  <c:v>6.5550031106528834</c:v>
                </c:pt>
                <c:pt idx="430">
                  <c:v>6.520811070738338</c:v>
                </c:pt>
                <c:pt idx="431">
                  <c:v>6.2453877924342356</c:v>
                </c:pt>
                <c:pt idx="432">
                  <c:v>6.1175438157948099</c:v>
                </c:pt>
                <c:pt idx="433">
                  <c:v>5.6785696034326536</c:v>
                </c:pt>
                <c:pt idx="434">
                  <c:v>5.5080687551203296</c:v>
                </c:pt>
                <c:pt idx="435">
                  <c:v>5.4351688075832092</c:v>
                </c:pt>
                <c:pt idx="436">
                  <c:v>5.1025512387342387</c:v>
                </c:pt>
                <c:pt idx="437">
                  <c:v>4.9142224114481916</c:v>
                </c:pt>
                <c:pt idx="438">
                  <c:v>4.8305237576615649</c:v>
                </c:pt>
                <c:pt idx="439">
                  <c:v>4.2786437668853354</c:v>
                </c:pt>
                <c:pt idx="440">
                  <c:v>3.9855470616408728</c:v>
                </c:pt>
                <c:pt idx="441">
                  <c:v>3.9597725039705018</c:v>
                </c:pt>
                <c:pt idx="442">
                  <c:v>3.8684805836310159</c:v>
                </c:pt>
                <c:pt idx="443">
                  <c:v>3.7585815463944598</c:v>
                </c:pt>
                <c:pt idx="444">
                  <c:v>3.6752213184381088</c:v>
                </c:pt>
                <c:pt idx="445">
                  <c:v>3.7933952142281249</c:v>
                </c:pt>
                <c:pt idx="446">
                  <c:v>3.8947596295656179</c:v>
                </c:pt>
                <c:pt idx="447">
                  <c:v>6.0496213362715849</c:v>
                </c:pt>
                <c:pt idx="448">
                  <c:v>6.2201928999939193</c:v>
                </c:pt>
                <c:pt idx="449">
                  <c:v>6.3203000191742627</c:v>
                </c:pt>
                <c:pt idx="450">
                  <c:v>7.0825345693013144</c:v>
                </c:pt>
                <c:pt idx="451">
                  <c:v>7.2194070888542923</c:v>
                </c:pt>
                <c:pt idx="452">
                  <c:v>7.1979795214543438</c:v>
                </c:pt>
                <c:pt idx="453">
                  <c:v>7.06597382849806</c:v>
                </c:pt>
                <c:pt idx="454">
                  <c:v>6.8451826528783686</c:v>
                </c:pt>
                <c:pt idx="455">
                  <c:v>6.7873810617332087</c:v>
                </c:pt>
                <c:pt idx="456">
                  <c:v>6.44547405441475</c:v>
                </c:pt>
                <c:pt idx="457">
                  <c:v>6.3847951996294237</c:v>
                </c:pt>
                <c:pt idx="458">
                  <c:v>6.269824748297804</c:v>
                </c:pt>
                <c:pt idx="459">
                  <c:v>4.8298480962082326</c:v>
                </c:pt>
                <c:pt idx="460">
                  <c:v>4.8222121232036228</c:v>
                </c:pt>
                <c:pt idx="461">
                  <c:v>4.7382545113573791</c:v>
                </c:pt>
                <c:pt idx="462">
                  <c:v>4.7080219164236734</c:v>
                </c:pt>
                <c:pt idx="463">
                  <c:v>4.6969813778341409</c:v>
                </c:pt>
                <c:pt idx="464">
                  <c:v>4.9162931093168813</c:v>
                </c:pt>
                <c:pt idx="465">
                  <c:v>6.1521099809287243</c:v>
                </c:pt>
                <c:pt idx="466">
                  <c:v>6.3797287699765732</c:v>
                </c:pt>
                <c:pt idx="467">
                  <c:v>6.4815555581097506</c:v>
                </c:pt>
                <c:pt idx="468">
                  <c:v>7.1242543991073539</c:v>
                </c:pt>
                <c:pt idx="469">
                  <c:v>7.3026912797103654</c:v>
                </c:pt>
                <c:pt idx="470">
                  <c:v>6.8103895697714281</c:v>
                </c:pt>
                <c:pt idx="471">
                  <c:v>6.524257510031469</c:v>
                </c:pt>
                <c:pt idx="472">
                  <c:v>6.2581304128038528</c:v>
                </c:pt>
                <c:pt idx="473">
                  <c:v>6.1135108782751884</c:v>
                </c:pt>
                <c:pt idx="474">
                  <c:v>5.9356448507619266</c:v>
                </c:pt>
                <c:pt idx="475">
                  <c:v>4.5505281118169183</c:v>
                </c:pt>
                <c:pt idx="476">
                  <c:v>4.4070221785715891</c:v>
                </c:pt>
                <c:pt idx="477">
                  <c:v>4.3318415711561844</c:v>
                </c:pt>
                <c:pt idx="478">
                  <c:v>3.5667302368017508</c:v>
                </c:pt>
                <c:pt idx="479">
                  <c:v>3.1029048292223571</c:v>
                </c:pt>
                <c:pt idx="480">
                  <c:v>3.1524387294266512</c:v>
                </c:pt>
                <c:pt idx="481">
                  <c:v>3.2637202779494849</c:v>
                </c:pt>
                <c:pt idx="482">
                  <c:v>3.8272796215911562</c:v>
                </c:pt>
                <c:pt idx="483">
                  <c:v>3.9380536371378452</c:v>
                </c:pt>
                <c:pt idx="484">
                  <c:v>4.532972590335099</c:v>
                </c:pt>
                <c:pt idx="485">
                  <c:v>6.0791024433351772</c:v>
                </c:pt>
                <c:pt idx="486">
                  <c:v>6.5888624834400353</c:v>
                </c:pt>
                <c:pt idx="487">
                  <c:v>6.5864403309843578</c:v>
                </c:pt>
                <c:pt idx="488">
                  <c:v>6.5531367042002406</c:v>
                </c:pt>
                <c:pt idx="489">
                  <c:v>6.5349604781755746</c:v>
                </c:pt>
                <c:pt idx="490">
                  <c:v>6.531701469331912</c:v>
                </c:pt>
                <c:pt idx="491">
                  <c:v>6.1460913031565418</c:v>
                </c:pt>
                <c:pt idx="492">
                  <c:v>5.5360260673564898</c:v>
                </c:pt>
                <c:pt idx="493">
                  <c:v>5.2552990283329519</c:v>
                </c:pt>
                <c:pt idx="494">
                  <c:v>4.5436307426567453</c:v>
                </c:pt>
                <c:pt idx="495">
                  <c:v>3.4153519558815519</c:v>
                </c:pt>
                <c:pt idx="496">
                  <c:v>3.5387729418735692</c:v>
                </c:pt>
                <c:pt idx="497">
                  <c:v>3.6596778385978479</c:v>
                </c:pt>
                <c:pt idx="498">
                  <c:v>3.9558310670720691</c:v>
                </c:pt>
                <c:pt idx="499">
                  <c:v>5.5701565085589966</c:v>
                </c:pt>
                <c:pt idx="500">
                  <c:v>6.8353676283989486</c:v>
                </c:pt>
                <c:pt idx="501">
                  <c:v>8.0517620172252506</c:v>
                </c:pt>
                <c:pt idx="502">
                  <c:v>8.0756923594377152</c:v>
                </c:pt>
                <c:pt idx="503">
                  <c:v>8.2322079653356397</c:v>
                </c:pt>
                <c:pt idx="504">
                  <c:v>8.3514698085145387</c:v>
                </c:pt>
                <c:pt idx="505">
                  <c:v>8.3725905866896557</c:v>
                </c:pt>
                <c:pt idx="506">
                  <c:v>8.2812081701700322</c:v>
                </c:pt>
                <c:pt idx="507">
                  <c:v>6.6307512187423772</c:v>
                </c:pt>
                <c:pt idx="508">
                  <c:v>6.6331661315581307</c:v>
                </c:pt>
                <c:pt idx="509">
                  <c:v>6.6373735617479586</c:v>
                </c:pt>
                <c:pt idx="510">
                  <c:v>6.6421929469420746</c:v>
                </c:pt>
                <c:pt idx="511">
                  <c:v>6.6458217258013184</c:v>
                </c:pt>
                <c:pt idx="512">
                  <c:v>6.5964515454827319</c:v>
                </c:pt>
                <c:pt idx="513">
                  <c:v>6.242949208942794</c:v>
                </c:pt>
                <c:pt idx="514">
                  <c:v>6.2797402549308723</c:v>
                </c:pt>
                <c:pt idx="515">
                  <c:v>6.5344951620712033</c:v>
                </c:pt>
                <c:pt idx="516">
                  <c:v>6.5547532634141374</c:v>
                </c:pt>
                <c:pt idx="517">
                  <c:v>6.6715687224190594</c:v>
                </c:pt>
                <c:pt idx="518">
                  <c:v>6.8571203671342564</c:v>
                </c:pt>
                <c:pt idx="519">
                  <c:v>6.9961671228188678</c:v>
                </c:pt>
                <c:pt idx="520">
                  <c:v>7.0196535230377357</c:v>
                </c:pt>
                <c:pt idx="521">
                  <c:v>7.0893663132404079</c:v>
                </c:pt>
                <c:pt idx="522">
                  <c:v>8.1936650801169044</c:v>
                </c:pt>
                <c:pt idx="523">
                  <c:v>8.4747351861051907</c:v>
                </c:pt>
                <c:pt idx="524">
                  <c:v>8.4382463190442358</c:v>
                </c:pt>
                <c:pt idx="525">
                  <c:v>8.0739845119276303</c:v>
                </c:pt>
                <c:pt idx="526">
                  <c:v>7.9602877096196636</c:v>
                </c:pt>
                <c:pt idx="527">
                  <c:v>7.952115223790285</c:v>
                </c:pt>
                <c:pt idx="528">
                  <c:v>7.8737811640883049</c:v>
                </c:pt>
                <c:pt idx="529">
                  <c:v>7.7933091496122229</c:v>
                </c:pt>
                <c:pt idx="530">
                  <c:v>7.7835601686455664</c:v>
                </c:pt>
                <c:pt idx="531">
                  <c:v>7.6116357600657736</c:v>
                </c:pt>
                <c:pt idx="532">
                  <c:v>6.9991763622779546</c:v>
                </c:pt>
                <c:pt idx="533">
                  <c:v>6.7131937872517362</c:v>
                </c:pt>
                <c:pt idx="534">
                  <c:v>6.6768539647966483</c:v>
                </c:pt>
                <c:pt idx="535">
                  <c:v>6.3479216032095671</c:v>
                </c:pt>
                <c:pt idx="536">
                  <c:v>6.1021180846560927</c:v>
                </c:pt>
                <c:pt idx="537">
                  <c:v>6.0601264003752764</c:v>
                </c:pt>
                <c:pt idx="538">
                  <c:v>6.0826683611253038</c:v>
                </c:pt>
                <c:pt idx="539">
                  <c:v>6.3671481293657779</c:v>
                </c:pt>
                <c:pt idx="540">
                  <c:v>6.4141240552580703</c:v>
                </c:pt>
                <c:pt idx="541">
                  <c:v>6.3712749419192116</c:v>
                </c:pt>
                <c:pt idx="542">
                  <c:v>6.001842851553687</c:v>
                </c:pt>
                <c:pt idx="543">
                  <c:v>5.5366498758785108</c:v>
                </c:pt>
                <c:pt idx="544">
                  <c:v>5.3524319110854126</c:v>
                </c:pt>
                <c:pt idx="545">
                  <c:v>4.5828390893598669</c:v>
                </c:pt>
                <c:pt idx="546">
                  <c:v>4.3706536638238314</c:v>
                </c:pt>
                <c:pt idx="547">
                  <c:v>4.2974452248678556</c:v>
                </c:pt>
                <c:pt idx="548">
                  <c:v>3.8240144691826812</c:v>
                </c:pt>
                <c:pt idx="549">
                  <c:v>3.3913460058465619</c:v>
                </c:pt>
                <c:pt idx="550">
                  <c:v>3.0557801616846412</c:v>
                </c:pt>
                <c:pt idx="551">
                  <c:v>2.9828407760657769</c:v>
                </c:pt>
                <c:pt idx="552">
                  <c:v>2.1327952125361209</c:v>
                </c:pt>
                <c:pt idx="553">
                  <c:v>1.5587785271892129</c:v>
                </c:pt>
                <c:pt idx="554">
                  <c:v>1.9976923451525119</c:v>
                </c:pt>
                <c:pt idx="555">
                  <c:v>5.5391274019202514</c:v>
                </c:pt>
                <c:pt idx="556">
                  <c:v>6.1060282328228137</c:v>
                </c:pt>
                <c:pt idx="557">
                  <c:v>6.237997569278817</c:v>
                </c:pt>
                <c:pt idx="558">
                  <c:v>7.9305319651178419</c:v>
                </c:pt>
                <c:pt idx="559">
                  <c:v>7.3723317925983949</c:v>
                </c:pt>
                <c:pt idx="560">
                  <c:v>7.0056919199723806</c:v>
                </c:pt>
                <c:pt idx="561">
                  <c:v>6.2132264854986037</c:v>
                </c:pt>
                <c:pt idx="562">
                  <c:v>6.0485563084713068</c:v>
                </c:pt>
                <c:pt idx="563">
                  <c:v>5.931054043368337</c:v>
                </c:pt>
                <c:pt idx="564">
                  <c:v>5.0235807843360032</c:v>
                </c:pt>
                <c:pt idx="565">
                  <c:v>4.992638318357308</c:v>
                </c:pt>
                <c:pt idx="566">
                  <c:v>4.595714360620188</c:v>
                </c:pt>
                <c:pt idx="567">
                  <c:v>4.1269426239197804</c:v>
                </c:pt>
                <c:pt idx="568">
                  <c:v>3.651636326459383</c:v>
                </c:pt>
                <c:pt idx="569">
                  <c:v>3.4430283027798869</c:v>
                </c:pt>
                <c:pt idx="570">
                  <c:v>2.1299160200991758</c:v>
                </c:pt>
                <c:pt idx="571">
                  <c:v>1.690537227248923</c:v>
                </c:pt>
                <c:pt idx="572">
                  <c:v>1.9619472350825551</c:v>
                </c:pt>
                <c:pt idx="573">
                  <c:v>3.9200120042879898</c:v>
                </c:pt>
                <c:pt idx="574">
                  <c:v>5.2571678276535208</c:v>
                </c:pt>
                <c:pt idx="575">
                  <c:v>5.3318114198344562</c:v>
                </c:pt>
                <c:pt idx="576">
                  <c:v>5.8670974501037287</c:v>
                </c:pt>
                <c:pt idx="577">
                  <c:v>5.7986100337207276</c:v>
                </c:pt>
                <c:pt idx="578">
                  <c:v>5.3315480839254556</c:v>
                </c:pt>
                <c:pt idx="579">
                  <c:v>4.9117933607341504</c:v>
                </c:pt>
                <c:pt idx="580">
                  <c:v>4.6308659650417052</c:v>
                </c:pt>
                <c:pt idx="581">
                  <c:v>4.5486118723852318</c:v>
                </c:pt>
                <c:pt idx="582">
                  <c:v>4.2090777653212976</c:v>
                </c:pt>
                <c:pt idx="583">
                  <c:v>4.0162239073384534</c:v>
                </c:pt>
                <c:pt idx="584">
                  <c:v>3.935854588142214</c:v>
                </c:pt>
                <c:pt idx="585">
                  <c:v>3.2593147906660529</c:v>
                </c:pt>
                <c:pt idx="586">
                  <c:v>2.671009779124637</c:v>
                </c:pt>
                <c:pt idx="587">
                  <c:v>2.587280938647186</c:v>
                </c:pt>
                <c:pt idx="588">
                  <c:v>2.7458826908581848</c:v>
                </c:pt>
                <c:pt idx="589">
                  <c:v>4.3180727874773588</c:v>
                </c:pt>
                <c:pt idx="590">
                  <c:v>6.2122646233469707</c:v>
                </c:pt>
                <c:pt idx="591">
                  <c:v>6.2187519728247116</c:v>
                </c:pt>
                <c:pt idx="592">
                  <c:v>6.2241773421769802</c:v>
                </c:pt>
                <c:pt idx="593">
                  <c:v>6.2293077876033154</c:v>
                </c:pt>
                <c:pt idx="594">
                  <c:v>5.2706147815006812</c:v>
                </c:pt>
                <c:pt idx="595">
                  <c:v>4.0282586850704414</c:v>
                </c:pt>
                <c:pt idx="596">
                  <c:v>3.5607762767655409</c:v>
                </c:pt>
                <c:pt idx="597">
                  <c:v>3.6425719099066391</c:v>
                </c:pt>
                <c:pt idx="598">
                  <c:v>4.1986209731309314</c:v>
                </c:pt>
                <c:pt idx="599">
                  <c:v>4.4323386680301446</c:v>
                </c:pt>
                <c:pt idx="600">
                  <c:v>4.3668312434175762</c:v>
                </c:pt>
                <c:pt idx="601">
                  <c:v>3.8075412261646129</c:v>
                </c:pt>
                <c:pt idx="602">
                  <c:v>3.6758418306229288</c:v>
                </c:pt>
                <c:pt idx="603">
                  <c:v>3.7089694309135059</c:v>
                </c:pt>
                <c:pt idx="604">
                  <c:v>4.0949641714343761</c:v>
                </c:pt>
                <c:pt idx="605">
                  <c:v>4.2455425448632758</c:v>
                </c:pt>
                <c:pt idx="606">
                  <c:v>4.3129467151909449</c:v>
                </c:pt>
                <c:pt idx="607">
                  <c:v>4.7746720928304658</c:v>
                </c:pt>
                <c:pt idx="608">
                  <c:v>5.025508471521948</c:v>
                </c:pt>
                <c:pt idx="609">
                  <c:v>4.9819284744659669</c:v>
                </c:pt>
                <c:pt idx="610">
                  <c:v>4.962072672509767</c:v>
                </c:pt>
                <c:pt idx="611">
                  <c:v>4.6252676396642594</c:v>
                </c:pt>
                <c:pt idx="612">
                  <c:v>4.6484478816165593</c:v>
                </c:pt>
                <c:pt idx="613">
                  <c:v>4.6638150494341382</c:v>
                </c:pt>
                <c:pt idx="614">
                  <c:v>4.6773137614262259</c:v>
                </c:pt>
                <c:pt idx="615">
                  <c:v>4.2631650148720883</c:v>
                </c:pt>
                <c:pt idx="616">
                  <c:v>3.970811962075361</c:v>
                </c:pt>
                <c:pt idx="617">
                  <c:v>3.91875902384764</c:v>
                </c:pt>
                <c:pt idx="618">
                  <c:v>3.8179829851844072</c:v>
                </c:pt>
                <c:pt idx="619">
                  <c:v>1.9879588576645</c:v>
                </c:pt>
                <c:pt idx="620">
                  <c:v>1.550088184678388</c:v>
                </c:pt>
                <c:pt idx="621">
                  <c:v>1.773143964280177</c:v>
                </c:pt>
                <c:pt idx="622">
                  <c:v>3.276712474367391</c:v>
                </c:pt>
                <c:pt idx="623">
                  <c:v>4.0673217329222391</c:v>
                </c:pt>
                <c:pt idx="624">
                  <c:v>4.0477151699880292</c:v>
                </c:pt>
                <c:pt idx="625">
                  <c:v>3.832616117536555</c:v>
                </c:pt>
                <c:pt idx="626">
                  <c:v>3.489551456398535</c:v>
                </c:pt>
                <c:pt idx="627">
                  <c:v>3.3759791048949062</c:v>
                </c:pt>
                <c:pt idx="628">
                  <c:v>3.2098000824049739</c:v>
                </c:pt>
                <c:pt idx="629">
                  <c:v>2.5199730964802112</c:v>
                </c:pt>
                <c:pt idx="630">
                  <c:v>2.2578215813371649</c:v>
                </c:pt>
                <c:pt idx="631">
                  <c:v>2.275164057337832</c:v>
                </c:pt>
                <c:pt idx="632">
                  <c:v>2.362122522742943</c:v>
                </c:pt>
                <c:pt idx="633">
                  <c:v>2.425332437911802</c:v>
                </c:pt>
                <c:pt idx="634">
                  <c:v>2.5471162319573928</c:v>
                </c:pt>
                <c:pt idx="635">
                  <c:v>2.7738694499340331</c:v>
                </c:pt>
                <c:pt idx="636">
                  <c:v>3.6948474788808312</c:v>
                </c:pt>
                <c:pt idx="637">
                  <c:v>4.0321481576522942</c:v>
                </c:pt>
                <c:pt idx="638">
                  <c:v>3.815370503165155</c:v>
                </c:pt>
                <c:pt idx="639">
                  <c:v>1.84600016987801</c:v>
                </c:pt>
                <c:pt idx="640">
                  <c:v>0.92640738901681763</c:v>
                </c:pt>
                <c:pt idx="641">
                  <c:v>0.98965439219295326</c:v>
                </c:pt>
                <c:pt idx="642">
                  <c:v>1.4447862328260539</c:v>
                </c:pt>
                <c:pt idx="643">
                  <c:v>1.663949595458224</c:v>
                </c:pt>
                <c:pt idx="644">
                  <c:v>2.01749251442107</c:v>
                </c:pt>
                <c:pt idx="645">
                  <c:v>2.7003976327219799</c:v>
                </c:pt>
                <c:pt idx="646">
                  <c:v>3.327661994792853</c:v>
                </c:pt>
                <c:pt idx="647">
                  <c:v>4.0180018177930288</c:v>
                </c:pt>
                <c:pt idx="648">
                  <c:v>3.753486238526194</c:v>
                </c:pt>
                <c:pt idx="649">
                  <c:v>1.5265795268841511</c:v>
                </c:pt>
                <c:pt idx="650">
                  <c:v>1.1142266793210289</c:v>
                </c:pt>
                <c:pt idx="651">
                  <c:v>1.204554843776213</c:v>
                </c:pt>
                <c:pt idx="652">
                  <c:v>1.7456320842954181</c:v>
                </c:pt>
                <c:pt idx="653">
                  <c:v>2.4772403113191772</c:v>
                </c:pt>
                <c:pt idx="654">
                  <c:v>2.7524135575333002</c:v>
                </c:pt>
                <c:pt idx="655">
                  <c:v>2.6372468210412592</c:v>
                </c:pt>
                <c:pt idx="656">
                  <c:v>1.534139204067833</c:v>
                </c:pt>
                <c:pt idx="657">
                  <c:v>2.0647185578000768</c:v>
                </c:pt>
                <c:pt idx="658">
                  <c:v>2.4909123095637389</c:v>
                </c:pt>
                <c:pt idx="659">
                  <c:v>2.7726075555906058</c:v>
                </c:pt>
                <c:pt idx="660">
                  <c:v>2.0475601485427339</c:v>
                </c:pt>
                <c:pt idx="661">
                  <c:v>1.622897842487403</c:v>
                </c:pt>
                <c:pt idx="662">
                  <c:v>1.6268069628110371</c:v>
                </c:pt>
                <c:pt idx="663">
                  <c:v>1.6736560435024881</c:v>
                </c:pt>
                <c:pt idx="664">
                  <c:v>1.7092469864366839</c:v>
                </c:pt>
                <c:pt idx="665">
                  <c:v>1.7663087143973519</c:v>
                </c:pt>
                <c:pt idx="666">
                  <c:v>1.8110000121800811</c:v>
                </c:pt>
                <c:pt idx="667">
                  <c:v>1.8177622993860041</c:v>
                </c:pt>
                <c:pt idx="668">
                  <c:v>1.7327579874407359</c:v>
                </c:pt>
                <c:pt idx="669">
                  <c:v>0.92140979332075568</c:v>
                </c:pt>
                <c:pt idx="670">
                  <c:v>0.77999957151890253</c:v>
                </c:pt>
                <c:pt idx="671">
                  <c:v>0.74994479945930115</c:v>
                </c:pt>
                <c:pt idx="672">
                  <c:v>0.31404558792066278</c:v>
                </c:pt>
                <c:pt idx="673">
                  <c:v>0.14582387788523321</c:v>
                </c:pt>
                <c:pt idx="674">
                  <c:v>0.52894685336536917</c:v>
                </c:pt>
                <c:pt idx="675">
                  <c:v>2.604424027952839</c:v>
                </c:pt>
                <c:pt idx="676">
                  <c:v>3.756464916815363</c:v>
                </c:pt>
                <c:pt idx="677">
                  <c:v>3.7567662993608191</c:v>
                </c:pt>
                <c:pt idx="678">
                  <c:v>3.762979777325246</c:v>
                </c:pt>
                <c:pt idx="679">
                  <c:v>3.7642251099536761</c:v>
                </c:pt>
                <c:pt idx="680">
                  <c:v>3.644621320043762</c:v>
                </c:pt>
                <c:pt idx="681">
                  <c:v>2.6195999257462499</c:v>
                </c:pt>
                <c:pt idx="682">
                  <c:v>2.0078309054588659</c:v>
                </c:pt>
                <c:pt idx="683">
                  <c:v>1.911408632380531</c:v>
                </c:pt>
                <c:pt idx="684">
                  <c:v>1.583621313877364</c:v>
                </c:pt>
                <c:pt idx="685">
                  <c:v>0.93127977084012659</c:v>
                </c:pt>
                <c:pt idx="686">
                  <c:v>0.85866482607968042</c:v>
                </c:pt>
                <c:pt idx="687">
                  <c:v>0.9065197623919854</c:v>
                </c:pt>
                <c:pt idx="688">
                  <c:v>1.3192816843879169</c:v>
                </c:pt>
                <c:pt idx="689">
                  <c:v>1.42502856309607</c:v>
                </c:pt>
                <c:pt idx="690">
                  <c:v>1.4409682353978071</c:v>
                </c:pt>
                <c:pt idx="691">
                  <c:v>1.556926269135873</c:v>
                </c:pt>
                <c:pt idx="692">
                  <c:v>1.6745769023305099</c:v>
                </c:pt>
                <c:pt idx="693">
                  <c:v>1.6578276395739071</c:v>
                </c:pt>
                <c:pt idx="694">
                  <c:v>1.1736354943409411</c:v>
                </c:pt>
                <c:pt idx="695">
                  <c:v>0.81350946073652075</c:v>
                </c:pt>
                <c:pt idx="696">
                  <c:v>0.76686249724165045</c:v>
                </c:pt>
                <c:pt idx="697">
                  <c:v>0.69260129449832408</c:v>
                </c:pt>
                <c:pt idx="698">
                  <c:v>0.64449291693240796</c:v>
                </c:pt>
                <c:pt idx="699">
                  <c:v>0.7372875438911447</c:v>
                </c:pt>
                <c:pt idx="700">
                  <c:v>1.7183903804550771</c:v>
                </c:pt>
                <c:pt idx="701">
                  <c:v>1.7970392566738369</c:v>
                </c:pt>
                <c:pt idx="702">
                  <c:v>1.7339024472299951</c:v>
                </c:pt>
                <c:pt idx="703">
                  <c:v>1.299748712882266</c:v>
                </c:pt>
                <c:pt idx="704">
                  <c:v>1.131634013716611</c:v>
                </c:pt>
                <c:pt idx="705">
                  <c:v>1.0955628166319571</c:v>
                </c:pt>
                <c:pt idx="706">
                  <c:v>0.79820029835054096</c:v>
                </c:pt>
                <c:pt idx="707">
                  <c:v>0.4780253544721067</c:v>
                </c:pt>
                <c:pt idx="708">
                  <c:v>0.25570936221807278</c:v>
                </c:pt>
                <c:pt idx="709">
                  <c:v>0.19739403652557719</c:v>
                </c:pt>
                <c:pt idx="710">
                  <c:v>1.2785670034089991</c:v>
                </c:pt>
                <c:pt idx="711">
                  <c:v>2.2874905653795472</c:v>
                </c:pt>
                <c:pt idx="712">
                  <c:v>2.2120535169116669</c:v>
                </c:pt>
                <c:pt idx="713">
                  <c:v>1.782553494284479</c:v>
                </c:pt>
                <c:pt idx="714">
                  <c:v>1.2115441527466011</c:v>
                </c:pt>
                <c:pt idx="715">
                  <c:v>0.77530806171541455</c:v>
                </c:pt>
                <c:pt idx="716">
                  <c:v>0.81003119991326999</c:v>
                </c:pt>
                <c:pt idx="717">
                  <c:v>1.097042835315327</c:v>
                </c:pt>
                <c:pt idx="718">
                  <c:v>1.1226829403523091</c:v>
                </c:pt>
                <c:pt idx="719">
                  <c:v>1.174683505533527</c:v>
                </c:pt>
                <c:pt idx="720">
                  <c:v>1.8045093700655259</c:v>
                </c:pt>
                <c:pt idx="721">
                  <c:v>2.0057526349246868</c:v>
                </c:pt>
                <c:pt idx="722">
                  <c:v>1.923696966505839</c:v>
                </c:pt>
                <c:pt idx="723">
                  <c:v>0.92731808794804538</c:v>
                </c:pt>
                <c:pt idx="724">
                  <c:v>0.3660865267188752</c:v>
                </c:pt>
                <c:pt idx="725">
                  <c:v>0.50339498763871282</c:v>
                </c:pt>
                <c:pt idx="726">
                  <c:v>1.567777152071705</c:v>
                </c:pt>
                <c:pt idx="727">
                  <c:v>1.744276086346187</c:v>
                </c:pt>
                <c:pt idx="728">
                  <c:v>1.6324066109427799</c:v>
                </c:pt>
                <c:pt idx="729">
                  <c:v>0.39209873669184159</c:v>
                </c:pt>
                <c:pt idx="730">
                  <c:v>0.42627847035580391</c:v>
                </c:pt>
                <c:pt idx="731">
                  <c:v>0.66811592057786884</c:v>
                </c:pt>
                <c:pt idx="732">
                  <c:v>0.8294960532594764</c:v>
                </c:pt>
                <c:pt idx="733">
                  <c:v>0.87224297773836945</c:v>
                </c:pt>
                <c:pt idx="734">
                  <c:v>0.86805666058326802</c:v>
                </c:pt>
                <c:pt idx="735">
                  <c:v>0.810379732569251</c:v>
                </c:pt>
                <c:pt idx="736">
                  <c:v>0.78732171992485755</c:v>
                </c:pt>
                <c:pt idx="737">
                  <c:v>0.86109267020449498</c:v>
                </c:pt>
                <c:pt idx="738">
                  <c:v>1.515714284194712</c:v>
                </c:pt>
                <c:pt idx="739">
                  <c:v>1.9662522714532631</c:v>
                </c:pt>
                <c:pt idx="740">
                  <c:v>1.9067055154523589</c:v>
                </c:pt>
                <c:pt idx="741">
                  <c:v>0.78302234817998895</c:v>
                </c:pt>
                <c:pt idx="742">
                  <c:v>0.52160565969674488</c:v>
                </c:pt>
                <c:pt idx="743">
                  <c:v>0.53496176117293048</c:v>
                </c:pt>
                <c:pt idx="744">
                  <c:v>0.55430573437850206</c:v>
                </c:pt>
                <c:pt idx="745">
                  <c:v>0.57145437295497981</c:v>
                </c:pt>
                <c:pt idx="746">
                  <c:v>0.59071698639728709</c:v>
                </c:pt>
                <c:pt idx="747">
                  <c:v>0.59361732405975032</c:v>
                </c:pt>
                <c:pt idx="748">
                  <c:v>0.57031957940911393</c:v>
                </c:pt>
                <c:pt idx="749">
                  <c:v>0.31836358752125771</c:v>
                </c:pt>
                <c:pt idx="750">
                  <c:v>0.36751617888353311</c:v>
                </c:pt>
                <c:pt idx="751">
                  <c:v>0.41597742254515951</c:v>
                </c:pt>
                <c:pt idx="752">
                  <c:v>0.38790006553215017</c:v>
                </c:pt>
                <c:pt idx="753">
                  <c:v>0.26492242443462949</c:v>
                </c:pt>
                <c:pt idx="754">
                  <c:v>0.19899015764394551</c:v>
                </c:pt>
                <c:pt idx="755">
                  <c:v>0.1744273978386458</c:v>
                </c:pt>
                <c:pt idx="756">
                  <c:v>0.1883535336036693</c:v>
                </c:pt>
                <c:pt idx="757">
                  <c:v>0.2096007171295953</c:v>
                </c:pt>
                <c:pt idx="758">
                  <c:v>0.22905039366284621</c:v>
                </c:pt>
                <c:pt idx="759">
                  <c:v>0.21628759788137261</c:v>
                </c:pt>
                <c:pt idx="760">
                  <c:v>0.17559723437190181</c:v>
                </c:pt>
                <c:pt idx="761">
                  <c:v>7.4006951693032105E-2</c:v>
                </c:pt>
                <c:pt idx="762">
                  <c:v>7.2356425620187514E-2</c:v>
                </c:pt>
                <c:pt idx="763">
                  <c:v>6.1083843171781081E-2</c:v>
                </c:pt>
                <c:pt idx="764">
                  <c:v>5.5745101380057352E-2</c:v>
                </c:pt>
                <c:pt idx="765">
                  <c:v>5.3374608912234833E-2</c:v>
                </c:pt>
                <c:pt idx="766">
                  <c:v>2.622038096935056E-2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EE8-4862-B440-06AADE365F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velocity_aruco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Sheet1!$C$2:$C$768</c:f>
              <c:numCache>
                <c:formatCode>General</c:formatCode>
                <c:ptCount val="767"/>
                <c:pt idx="0">
                  <c:v>0.155831053853035</c:v>
                </c:pt>
                <c:pt idx="1">
                  <c:v>0.155831053853035</c:v>
                </c:pt>
                <c:pt idx="2">
                  <c:v>0.155831053853035</c:v>
                </c:pt>
                <c:pt idx="3">
                  <c:v>0.155831053853035</c:v>
                </c:pt>
                <c:pt idx="4">
                  <c:v>0.155831053853035</c:v>
                </c:pt>
                <c:pt idx="5">
                  <c:v>0.155831053853035</c:v>
                </c:pt>
                <c:pt idx="6">
                  <c:v>0.155831053853035</c:v>
                </c:pt>
                <c:pt idx="7">
                  <c:v>0.155831053853035</c:v>
                </c:pt>
                <c:pt idx="8">
                  <c:v>0.155831053853035</c:v>
                </c:pt>
                <c:pt idx="9">
                  <c:v>0.155831053853035</c:v>
                </c:pt>
                <c:pt idx="10">
                  <c:v>0.155831053853035</c:v>
                </c:pt>
                <c:pt idx="11">
                  <c:v>0.155831053853035</c:v>
                </c:pt>
                <c:pt idx="12">
                  <c:v>0.155831053853035</c:v>
                </c:pt>
                <c:pt idx="13">
                  <c:v>0.155831053853035</c:v>
                </c:pt>
                <c:pt idx="14">
                  <c:v>0.155831053853035</c:v>
                </c:pt>
                <c:pt idx="15">
                  <c:v>0.155831053853035</c:v>
                </c:pt>
                <c:pt idx="16">
                  <c:v>0.155831053853035</c:v>
                </c:pt>
                <c:pt idx="17">
                  <c:v>0.155831053853035</c:v>
                </c:pt>
                <c:pt idx="18">
                  <c:v>0.155831053853035</c:v>
                </c:pt>
                <c:pt idx="19">
                  <c:v>0.155831053853035</c:v>
                </c:pt>
                <c:pt idx="20">
                  <c:v>0.155831053853035</c:v>
                </c:pt>
                <c:pt idx="21">
                  <c:v>0.155831053853035</c:v>
                </c:pt>
                <c:pt idx="22">
                  <c:v>0.155831053853035</c:v>
                </c:pt>
                <c:pt idx="23">
                  <c:v>0.155831053853035</c:v>
                </c:pt>
                <c:pt idx="24">
                  <c:v>0.155831053853035</c:v>
                </c:pt>
                <c:pt idx="25">
                  <c:v>0.15925480670362019</c:v>
                </c:pt>
                <c:pt idx="26">
                  <c:v>0.19477567985541211</c:v>
                </c:pt>
                <c:pt idx="27">
                  <c:v>0.20691186189651489</c:v>
                </c:pt>
                <c:pt idx="28">
                  <c:v>0.20393173754952271</c:v>
                </c:pt>
                <c:pt idx="29">
                  <c:v>0.19641384372467191</c:v>
                </c:pt>
                <c:pt idx="30">
                  <c:v>0.189087534040949</c:v>
                </c:pt>
                <c:pt idx="31">
                  <c:v>0.18277080671747301</c:v>
                </c:pt>
                <c:pt idx="32">
                  <c:v>0.18221811950206759</c:v>
                </c:pt>
                <c:pt idx="33">
                  <c:v>0.1843483154451841</c:v>
                </c:pt>
                <c:pt idx="34">
                  <c:v>0.19611184181101121</c:v>
                </c:pt>
                <c:pt idx="35">
                  <c:v>0.2115528191534996</c:v>
                </c:pt>
                <c:pt idx="36">
                  <c:v>0.21455225348472601</c:v>
                </c:pt>
                <c:pt idx="37">
                  <c:v>0.2174158603163841</c:v>
                </c:pt>
                <c:pt idx="38">
                  <c:v>0.23899285575859699</c:v>
                </c:pt>
                <c:pt idx="39">
                  <c:v>0.24589639902114871</c:v>
                </c:pt>
                <c:pt idx="40">
                  <c:v>0.24712988727407659</c:v>
                </c:pt>
                <c:pt idx="41">
                  <c:v>0.25399857162973422</c:v>
                </c:pt>
                <c:pt idx="42">
                  <c:v>0.25931305457734799</c:v>
                </c:pt>
                <c:pt idx="43">
                  <c:v>0.26105219125747681</c:v>
                </c:pt>
                <c:pt idx="44">
                  <c:v>0.2614506962397391</c:v>
                </c:pt>
                <c:pt idx="45">
                  <c:v>0.26605153655317781</c:v>
                </c:pt>
                <c:pt idx="46">
                  <c:v>0.26729714870452881</c:v>
                </c:pt>
                <c:pt idx="47">
                  <c:v>0.27601457510975141</c:v>
                </c:pt>
                <c:pt idx="48">
                  <c:v>0.31904682038669191</c:v>
                </c:pt>
                <c:pt idx="49">
                  <c:v>0.34800853788613673</c:v>
                </c:pt>
                <c:pt idx="50">
                  <c:v>0.35345563292503362</c:v>
                </c:pt>
                <c:pt idx="51">
                  <c:v>0.35288351236972459</c:v>
                </c:pt>
                <c:pt idx="52">
                  <c:v>0.34715707654353423</c:v>
                </c:pt>
                <c:pt idx="53">
                  <c:v>0.34515869617462158</c:v>
                </c:pt>
                <c:pt idx="54">
                  <c:v>0.34364872312514932</c:v>
                </c:pt>
                <c:pt idx="55">
                  <c:v>0.32059779763221741</c:v>
                </c:pt>
                <c:pt idx="56">
                  <c:v>0.3277935227934296</c:v>
                </c:pt>
                <c:pt idx="57">
                  <c:v>0.36598805680783708</c:v>
                </c:pt>
                <c:pt idx="58">
                  <c:v>0.37835484743118292</c:v>
                </c:pt>
                <c:pt idx="59">
                  <c:v>0.37607014599195848</c:v>
                </c:pt>
                <c:pt idx="60">
                  <c:v>0.354951720320478</c:v>
                </c:pt>
                <c:pt idx="61">
                  <c:v>0.35013589262962341</c:v>
                </c:pt>
                <c:pt idx="62">
                  <c:v>0.35005979345471622</c:v>
                </c:pt>
                <c:pt idx="63">
                  <c:v>0.34949442744255071</c:v>
                </c:pt>
                <c:pt idx="64">
                  <c:v>0.34735311069133468</c:v>
                </c:pt>
                <c:pt idx="65">
                  <c:v>0.32435453172127021</c:v>
                </c:pt>
                <c:pt idx="66">
                  <c:v>0.31480341393867928</c:v>
                </c:pt>
                <c:pt idx="67">
                  <c:v>0.31143674254417419</c:v>
                </c:pt>
                <c:pt idx="68">
                  <c:v>0.3119978877085664</c:v>
                </c:pt>
                <c:pt idx="69">
                  <c:v>0.31626855623888911</c:v>
                </c:pt>
                <c:pt idx="70">
                  <c:v>0.32054899658917002</c:v>
                </c:pt>
                <c:pt idx="71">
                  <c:v>0.32274976372718811</c:v>
                </c:pt>
                <c:pt idx="72">
                  <c:v>0.32027399653747468</c:v>
                </c:pt>
                <c:pt idx="73">
                  <c:v>0.3080569089866525</c:v>
                </c:pt>
                <c:pt idx="74">
                  <c:v>0.29819912977916729</c:v>
                </c:pt>
                <c:pt idx="75">
                  <c:v>0.29509282112121582</c:v>
                </c:pt>
                <c:pt idx="76">
                  <c:v>0.31629286160500703</c:v>
                </c:pt>
                <c:pt idx="77">
                  <c:v>0.34689471125602722</c:v>
                </c:pt>
                <c:pt idx="78">
                  <c:v>0.3701789239617313</c:v>
                </c:pt>
                <c:pt idx="79">
                  <c:v>0.39161479367137048</c:v>
                </c:pt>
                <c:pt idx="80">
                  <c:v>0.41553981203518392</c:v>
                </c:pt>
                <c:pt idx="81">
                  <c:v>0.41972827911376948</c:v>
                </c:pt>
                <c:pt idx="82">
                  <c:v>0.4083516834228576</c:v>
                </c:pt>
                <c:pt idx="83">
                  <c:v>0.38660070229108889</c:v>
                </c:pt>
                <c:pt idx="84">
                  <c:v>0.37137103080749512</c:v>
                </c:pt>
                <c:pt idx="85">
                  <c:v>0.36823713338391961</c:v>
                </c:pt>
                <c:pt idx="86">
                  <c:v>0.33595570294321669</c:v>
                </c:pt>
                <c:pt idx="87">
                  <c:v>0.32731461524963379</c:v>
                </c:pt>
                <c:pt idx="88">
                  <c:v>0.32635865232127709</c:v>
                </c:pt>
                <c:pt idx="89">
                  <c:v>0.31397428972571589</c:v>
                </c:pt>
                <c:pt idx="90">
                  <c:v>0.30974429845809942</c:v>
                </c:pt>
                <c:pt idx="91">
                  <c:v>0.3112783242204889</c:v>
                </c:pt>
                <c:pt idx="92">
                  <c:v>0.32726906225795049</c:v>
                </c:pt>
                <c:pt idx="93">
                  <c:v>0.33734912070782402</c:v>
                </c:pt>
                <c:pt idx="94">
                  <c:v>0.34136256575584412</c:v>
                </c:pt>
                <c:pt idx="95">
                  <c:v>0.3480097299307009</c:v>
                </c:pt>
                <c:pt idx="96">
                  <c:v>0.44590450603112441</c:v>
                </c:pt>
                <c:pt idx="97">
                  <c:v>0.47036898136138922</c:v>
                </c:pt>
                <c:pt idx="98">
                  <c:v>0.48020278135961031</c:v>
                </c:pt>
                <c:pt idx="99">
                  <c:v>0.55588118382242668</c:v>
                </c:pt>
                <c:pt idx="100">
                  <c:v>0.61234426498413086</c:v>
                </c:pt>
                <c:pt idx="101">
                  <c:v>0.60628537923047621</c:v>
                </c:pt>
                <c:pt idx="102">
                  <c:v>0.55557747669731405</c:v>
                </c:pt>
                <c:pt idx="103">
                  <c:v>0.54769158363342285</c:v>
                </c:pt>
                <c:pt idx="104">
                  <c:v>0.55411823316713893</c:v>
                </c:pt>
                <c:pt idx="105">
                  <c:v>0.61230876120206357</c:v>
                </c:pt>
                <c:pt idx="106">
                  <c:v>0.64395499229431152</c:v>
                </c:pt>
                <c:pt idx="107">
                  <c:v>0.63830765204476181</c:v>
                </c:pt>
                <c:pt idx="108">
                  <c:v>0.61868132876507342</c:v>
                </c:pt>
                <c:pt idx="109">
                  <c:v>0.58719311069059477</c:v>
                </c:pt>
                <c:pt idx="110">
                  <c:v>0.57974934577941895</c:v>
                </c:pt>
                <c:pt idx="111">
                  <c:v>0.77359227618534276</c:v>
                </c:pt>
                <c:pt idx="112">
                  <c:v>1.6694187221794179</c:v>
                </c:pt>
                <c:pt idx="113">
                  <c:v>1.895752906799316</c:v>
                </c:pt>
                <c:pt idx="114">
                  <c:v>1.8810729255838681</c:v>
                </c:pt>
                <c:pt idx="115">
                  <c:v>1.7671304700985599</c:v>
                </c:pt>
                <c:pt idx="116">
                  <c:v>1.701844960120442</c:v>
                </c:pt>
                <c:pt idx="117">
                  <c:v>1.6812382936477659</c:v>
                </c:pt>
                <c:pt idx="118">
                  <c:v>1.6749572860041499</c:v>
                </c:pt>
                <c:pt idx="119">
                  <c:v>1.583766904036402</c:v>
                </c:pt>
                <c:pt idx="120">
                  <c:v>1.5458018779754641</c:v>
                </c:pt>
                <c:pt idx="121">
                  <c:v>1.5921761210114049</c:v>
                </c:pt>
                <c:pt idx="122">
                  <c:v>2.038046348137466</c:v>
                </c:pt>
                <c:pt idx="123">
                  <c:v>2.2703135013580318</c:v>
                </c:pt>
                <c:pt idx="124">
                  <c:v>2.2615101082005431</c:v>
                </c:pt>
                <c:pt idx="125">
                  <c:v>2.252973707724049</c:v>
                </c:pt>
                <c:pt idx="126">
                  <c:v>2.0840907096862789</c:v>
                </c:pt>
                <c:pt idx="127">
                  <c:v>2.067887356239404</c:v>
                </c:pt>
                <c:pt idx="128">
                  <c:v>1.9894331078209391</c:v>
                </c:pt>
                <c:pt idx="129">
                  <c:v>1.9331402785502301</c:v>
                </c:pt>
                <c:pt idx="130">
                  <c:v>1.8799318075180049</c:v>
                </c:pt>
                <c:pt idx="131">
                  <c:v>1.8481437790333439</c:v>
                </c:pt>
                <c:pt idx="132">
                  <c:v>1.7091127267843449</c:v>
                </c:pt>
                <c:pt idx="133">
                  <c:v>1.698155879974365</c:v>
                </c:pt>
                <c:pt idx="134">
                  <c:v>1.673938163735549</c:v>
                </c:pt>
                <c:pt idx="135">
                  <c:v>1.501805349122834</c:v>
                </c:pt>
                <c:pt idx="136">
                  <c:v>1.471902012825012</c:v>
                </c:pt>
                <c:pt idx="137">
                  <c:v>1.46107684745533</c:v>
                </c:pt>
                <c:pt idx="138">
                  <c:v>1.39615212991046</c:v>
                </c:pt>
                <c:pt idx="139">
                  <c:v>1.356678247451782</c:v>
                </c:pt>
                <c:pt idx="140">
                  <c:v>1.356046041701954</c:v>
                </c:pt>
                <c:pt idx="141">
                  <c:v>1.3489909478871049</c:v>
                </c:pt>
                <c:pt idx="142">
                  <c:v>1.347923755645752</c:v>
                </c:pt>
                <c:pt idx="143">
                  <c:v>1.356135689452814</c:v>
                </c:pt>
                <c:pt idx="144">
                  <c:v>1.423240627573763</c:v>
                </c:pt>
                <c:pt idx="145">
                  <c:v>1.4703905582427981</c:v>
                </c:pt>
                <c:pt idx="146">
                  <c:v>1.4692626965664399</c:v>
                </c:pt>
                <c:pt idx="147">
                  <c:v>1.4679529743305531</c:v>
                </c:pt>
                <c:pt idx="148">
                  <c:v>1.4402729272842409</c:v>
                </c:pt>
                <c:pt idx="149">
                  <c:v>1.4713869919187039</c:v>
                </c:pt>
                <c:pt idx="150">
                  <c:v>1.6106725468714831</c:v>
                </c:pt>
                <c:pt idx="151">
                  <c:v>1.7902901545545971</c:v>
                </c:pt>
                <c:pt idx="152">
                  <c:v>1.8944234848022461</c:v>
                </c:pt>
                <c:pt idx="153">
                  <c:v>1.9150327078053091</c:v>
                </c:pt>
                <c:pt idx="154">
                  <c:v>2.52669941133794</c:v>
                </c:pt>
                <c:pt idx="155">
                  <c:v>2.9963476657867432</c:v>
                </c:pt>
                <c:pt idx="156">
                  <c:v>3.0949573400688228</c:v>
                </c:pt>
                <c:pt idx="157">
                  <c:v>4.2897263985309602</c:v>
                </c:pt>
                <c:pt idx="158">
                  <c:v>4.7068352699279794</c:v>
                </c:pt>
                <c:pt idx="159">
                  <c:v>4.7970038964515664</c:v>
                </c:pt>
                <c:pt idx="160">
                  <c:v>5.6288737088866982</c:v>
                </c:pt>
                <c:pt idx="161">
                  <c:v>5.9690341949462891</c:v>
                </c:pt>
                <c:pt idx="162">
                  <c:v>6.0491924039291014</c:v>
                </c:pt>
                <c:pt idx="163">
                  <c:v>6.7660763616874826</c:v>
                </c:pt>
                <c:pt idx="164">
                  <c:v>6.8176803588867188</c:v>
                </c:pt>
                <c:pt idx="165">
                  <c:v>6.8598564984584041</c:v>
                </c:pt>
                <c:pt idx="166">
                  <c:v>7.4848520924199269</c:v>
                </c:pt>
                <c:pt idx="167">
                  <c:v>7.6217732429504386</c:v>
                </c:pt>
                <c:pt idx="168">
                  <c:v>7.6718366078453037</c:v>
                </c:pt>
                <c:pt idx="169">
                  <c:v>8.0196386073275026</c:v>
                </c:pt>
                <c:pt idx="170">
                  <c:v>8.2117557525634766</c:v>
                </c:pt>
                <c:pt idx="171">
                  <c:v>8.2166857011992374</c:v>
                </c:pt>
                <c:pt idx="172">
                  <c:v>8.2265932099150021</c:v>
                </c:pt>
                <c:pt idx="173">
                  <c:v>8.4284505844116211</c:v>
                </c:pt>
                <c:pt idx="174">
                  <c:v>8.460290054394326</c:v>
                </c:pt>
                <c:pt idx="175">
                  <c:v>8.5009130615604569</c:v>
                </c:pt>
                <c:pt idx="176">
                  <c:v>8.6082301306781108</c:v>
                </c:pt>
                <c:pt idx="177">
                  <c:v>8.6716117858886719</c:v>
                </c:pt>
                <c:pt idx="178">
                  <c:v>8.6671928362945927</c:v>
                </c:pt>
                <c:pt idx="179">
                  <c:v>8.6029795959786046</c:v>
                </c:pt>
                <c:pt idx="180">
                  <c:v>8.5474213111461719</c:v>
                </c:pt>
                <c:pt idx="181">
                  <c:v>8.5340118408203125</c:v>
                </c:pt>
                <c:pt idx="182">
                  <c:v>8.5100055865044926</c:v>
                </c:pt>
                <c:pt idx="183">
                  <c:v>8.4741941319260476</c:v>
                </c:pt>
                <c:pt idx="184">
                  <c:v>8.4555168151855469</c:v>
                </c:pt>
                <c:pt idx="185">
                  <c:v>8.4348470086770693</c:v>
                </c:pt>
                <c:pt idx="186">
                  <c:v>8.3089681922490879</c:v>
                </c:pt>
                <c:pt idx="187">
                  <c:v>8.2330161237750907</c:v>
                </c:pt>
                <c:pt idx="188">
                  <c:v>8.2179298400878906</c:v>
                </c:pt>
                <c:pt idx="189">
                  <c:v>8.2118597197459735</c:v>
                </c:pt>
                <c:pt idx="190">
                  <c:v>8.1806450060017717</c:v>
                </c:pt>
                <c:pt idx="191">
                  <c:v>8.1386560257776743</c:v>
                </c:pt>
                <c:pt idx="192">
                  <c:v>8.1196613311767578</c:v>
                </c:pt>
                <c:pt idx="193">
                  <c:v>8.2101571952947108</c:v>
                </c:pt>
                <c:pt idx="194">
                  <c:v>8.8881131862795435</c:v>
                </c:pt>
                <c:pt idx="195">
                  <c:v>8.9478894984309534</c:v>
                </c:pt>
                <c:pt idx="196">
                  <c:v>9.5919055938720703</c:v>
                </c:pt>
                <c:pt idx="197">
                  <c:v>9.5993367562413567</c:v>
                </c:pt>
                <c:pt idx="198">
                  <c:v>9.692031669632911</c:v>
                </c:pt>
                <c:pt idx="199">
                  <c:v>9.7087249755859375</c:v>
                </c:pt>
                <c:pt idx="200">
                  <c:v>9.7452109838512726</c:v>
                </c:pt>
                <c:pt idx="201">
                  <c:v>9.9364700317382813</c:v>
                </c:pt>
                <c:pt idx="202">
                  <c:v>9.9820440497745953</c:v>
                </c:pt>
                <c:pt idx="203">
                  <c:v>10.04796745890792</c:v>
                </c:pt>
                <c:pt idx="204">
                  <c:v>10.0900996102959</c:v>
                </c:pt>
                <c:pt idx="205">
                  <c:v>10.10506629943848</c:v>
                </c:pt>
                <c:pt idx="206">
                  <c:v>10.12041309440824</c:v>
                </c:pt>
                <c:pt idx="207">
                  <c:v>10.299867818070769</c:v>
                </c:pt>
                <c:pt idx="208">
                  <c:v>10.36408519744873</c:v>
                </c:pt>
                <c:pt idx="209">
                  <c:v>10.367868561900339</c:v>
                </c:pt>
                <c:pt idx="210">
                  <c:v>10.401912255040889</c:v>
                </c:pt>
                <c:pt idx="211">
                  <c:v>10.41585636138916</c:v>
                </c:pt>
                <c:pt idx="212">
                  <c:v>10.41249002187398</c:v>
                </c:pt>
                <c:pt idx="213">
                  <c:v>10.39418293286357</c:v>
                </c:pt>
                <c:pt idx="214">
                  <c:v>10.378801825596129</c:v>
                </c:pt>
                <c:pt idx="215">
                  <c:v>10.376486778259279</c:v>
                </c:pt>
                <c:pt idx="216">
                  <c:v>10.367957652536891</c:v>
                </c:pt>
                <c:pt idx="217">
                  <c:v>10.30600904952937</c:v>
                </c:pt>
                <c:pt idx="218">
                  <c:v>10.27865409851074</c:v>
                </c:pt>
                <c:pt idx="219">
                  <c:v>10.27114801236983</c:v>
                </c:pt>
                <c:pt idx="220">
                  <c:v>10.181644277875071</c:v>
                </c:pt>
                <c:pt idx="221">
                  <c:v>10.123621551322</c:v>
                </c:pt>
                <c:pt idx="222">
                  <c:v>10.11322689056396</c:v>
                </c:pt>
                <c:pt idx="223">
                  <c:v>10.104024107697221</c:v>
                </c:pt>
                <c:pt idx="224">
                  <c:v>10.014347418154911</c:v>
                </c:pt>
                <c:pt idx="225">
                  <c:v>9.98779296875</c:v>
                </c:pt>
                <c:pt idx="226">
                  <c:v>9.9656727699413246</c:v>
                </c:pt>
                <c:pt idx="227">
                  <c:v>9.9065891006698124</c:v>
                </c:pt>
                <c:pt idx="228">
                  <c:v>9.8501558303833008</c:v>
                </c:pt>
                <c:pt idx="229">
                  <c:v>9.8459514973182447</c:v>
                </c:pt>
                <c:pt idx="230">
                  <c:v>9.8358520671750966</c:v>
                </c:pt>
                <c:pt idx="231">
                  <c:v>9.7946221344937126</c:v>
                </c:pt>
                <c:pt idx="232">
                  <c:v>9.7445627260929175</c:v>
                </c:pt>
                <c:pt idx="233">
                  <c:v>9.7417449951171875</c:v>
                </c:pt>
                <c:pt idx="234">
                  <c:v>9.604548032970996</c:v>
                </c:pt>
                <c:pt idx="235">
                  <c:v>9.4732639490941448</c:v>
                </c:pt>
                <c:pt idx="236">
                  <c:v>9.4487590789794922</c:v>
                </c:pt>
                <c:pt idx="237">
                  <c:v>9.4389830553027831</c:v>
                </c:pt>
                <c:pt idx="238">
                  <c:v>9.3900112901899018</c:v>
                </c:pt>
                <c:pt idx="239">
                  <c:v>9.3626709473075991</c:v>
                </c:pt>
                <c:pt idx="240">
                  <c:v>9.3579740524291992</c:v>
                </c:pt>
                <c:pt idx="241">
                  <c:v>9.3556099562242441</c:v>
                </c:pt>
                <c:pt idx="242">
                  <c:v>9.3367340035618351</c:v>
                </c:pt>
                <c:pt idx="243">
                  <c:v>9.3336095809936523</c:v>
                </c:pt>
                <c:pt idx="244">
                  <c:v>9.3380846771401096</c:v>
                </c:pt>
                <c:pt idx="245">
                  <c:v>9.3848287885320616</c:v>
                </c:pt>
                <c:pt idx="246">
                  <c:v>9.4086694717407227</c:v>
                </c:pt>
                <c:pt idx="247">
                  <c:v>9.4088162201043879</c:v>
                </c:pt>
                <c:pt idx="248">
                  <c:v>9.4097110032694005</c:v>
                </c:pt>
                <c:pt idx="249">
                  <c:v>9.4103639194620605</c:v>
                </c:pt>
                <c:pt idx="250">
                  <c:v>9.4104757308959961</c:v>
                </c:pt>
                <c:pt idx="251">
                  <c:v>9.4083427382896634</c:v>
                </c:pt>
                <c:pt idx="252">
                  <c:v>9.392247200012207</c:v>
                </c:pt>
                <c:pt idx="253">
                  <c:v>9.3938618268166252</c:v>
                </c:pt>
                <c:pt idx="254">
                  <c:v>9.4093942642211914</c:v>
                </c:pt>
                <c:pt idx="255">
                  <c:v>9.3939187033039584</c:v>
                </c:pt>
                <c:pt idx="256">
                  <c:v>9.3830462873791909</c:v>
                </c:pt>
                <c:pt idx="257">
                  <c:v>9.3590360395179708</c:v>
                </c:pt>
                <c:pt idx="258">
                  <c:v>9.351649284362793</c:v>
                </c:pt>
                <c:pt idx="259">
                  <c:v>9.3330460426244901</c:v>
                </c:pt>
                <c:pt idx="260">
                  <c:v>9.210139274597168</c:v>
                </c:pt>
                <c:pt idx="261">
                  <c:v>9.1977520107835087</c:v>
                </c:pt>
                <c:pt idx="262">
                  <c:v>9.1825334600533814</c:v>
                </c:pt>
                <c:pt idx="263">
                  <c:v>9.173205643063298</c:v>
                </c:pt>
                <c:pt idx="264">
                  <c:v>9.1695213317871094</c:v>
                </c:pt>
                <c:pt idx="265">
                  <c:v>9.1773938794542058</c:v>
                </c:pt>
                <c:pt idx="266">
                  <c:v>9.2158968366769578</c:v>
                </c:pt>
                <c:pt idx="267">
                  <c:v>9.2232112884521484</c:v>
                </c:pt>
                <c:pt idx="268">
                  <c:v>9.1843009188988898</c:v>
                </c:pt>
                <c:pt idx="269">
                  <c:v>9.0275708708202327</c:v>
                </c:pt>
                <c:pt idx="270">
                  <c:v>8.9434528350830078</c:v>
                </c:pt>
                <c:pt idx="271">
                  <c:v>8.9405018015887272</c:v>
                </c:pt>
                <c:pt idx="272">
                  <c:v>8.9099928997453279</c:v>
                </c:pt>
                <c:pt idx="273">
                  <c:v>8.8874776293652573</c:v>
                </c:pt>
                <c:pt idx="274">
                  <c:v>8.8807859420776367</c:v>
                </c:pt>
                <c:pt idx="275">
                  <c:v>8.8861555277661175</c:v>
                </c:pt>
                <c:pt idx="276">
                  <c:v>8.8950117953873811</c:v>
                </c:pt>
                <c:pt idx="277">
                  <c:v>8.8968420028686523</c:v>
                </c:pt>
                <c:pt idx="278">
                  <c:v>8.9013290293670071</c:v>
                </c:pt>
                <c:pt idx="279">
                  <c:v>8.9225656138410994</c:v>
                </c:pt>
                <c:pt idx="280">
                  <c:v>8.9460902489873995</c:v>
                </c:pt>
                <c:pt idx="281">
                  <c:v>8.9514236450195313</c:v>
                </c:pt>
                <c:pt idx="282">
                  <c:v>8.9546741052687704</c:v>
                </c:pt>
                <c:pt idx="283">
                  <c:v>8.9776347020747558</c:v>
                </c:pt>
                <c:pt idx="284">
                  <c:v>8.9837493896484375</c:v>
                </c:pt>
                <c:pt idx="285">
                  <c:v>8.980944853514524</c:v>
                </c:pt>
                <c:pt idx="286">
                  <c:v>8.9747809084161698</c:v>
                </c:pt>
                <c:pt idx="287">
                  <c:v>8.9683380126953125</c:v>
                </c:pt>
                <c:pt idx="288">
                  <c:v>8.9713029591198943</c:v>
                </c:pt>
                <c:pt idx="289">
                  <c:v>8.9733696079676033</c:v>
                </c:pt>
                <c:pt idx="290">
                  <c:v>9.0162156671138725</c:v>
                </c:pt>
                <c:pt idx="291">
                  <c:v>9.0198631286621094</c:v>
                </c:pt>
                <c:pt idx="292">
                  <c:v>9.0237451287542232</c:v>
                </c:pt>
                <c:pt idx="293">
                  <c:v>9.0828842166835457</c:v>
                </c:pt>
                <c:pt idx="294">
                  <c:v>9.0969371795654297</c:v>
                </c:pt>
                <c:pt idx="295">
                  <c:v>9.0944753494170971</c:v>
                </c:pt>
                <c:pt idx="296">
                  <c:v>9.0833546514093442</c:v>
                </c:pt>
                <c:pt idx="297">
                  <c:v>9.0743951797485352</c:v>
                </c:pt>
                <c:pt idx="298">
                  <c:v>9.0717915792070762</c:v>
                </c:pt>
                <c:pt idx="299">
                  <c:v>9.0323811124702846</c:v>
                </c:pt>
                <c:pt idx="300">
                  <c:v>9.0229921340942383</c:v>
                </c:pt>
                <c:pt idx="301">
                  <c:v>9.0188730078275601</c:v>
                </c:pt>
                <c:pt idx="302">
                  <c:v>8.980362893357217</c:v>
                </c:pt>
                <c:pt idx="303">
                  <c:v>8.9609518051147461</c:v>
                </c:pt>
                <c:pt idx="304">
                  <c:v>8.9539638606888996</c:v>
                </c:pt>
                <c:pt idx="305">
                  <c:v>8.9368040993345659</c:v>
                </c:pt>
                <c:pt idx="306">
                  <c:v>8.8453060150681839</c:v>
                </c:pt>
                <c:pt idx="307">
                  <c:v>8.8376550674438477</c:v>
                </c:pt>
                <c:pt idx="308">
                  <c:v>8.8239014787089474</c:v>
                </c:pt>
                <c:pt idx="309">
                  <c:v>8.7359220290824009</c:v>
                </c:pt>
                <c:pt idx="310">
                  <c:v>8.7020664215087891</c:v>
                </c:pt>
                <c:pt idx="311">
                  <c:v>8.7016953547741185</c:v>
                </c:pt>
                <c:pt idx="312">
                  <c:v>8.6983990112204594</c:v>
                </c:pt>
                <c:pt idx="313">
                  <c:v>8.6952254320742952</c:v>
                </c:pt>
                <c:pt idx="314">
                  <c:v>8.6930787823059461</c:v>
                </c:pt>
                <c:pt idx="315">
                  <c:v>8.6922607421875</c:v>
                </c:pt>
                <c:pt idx="316">
                  <c:v>8.7020597834717535</c:v>
                </c:pt>
                <c:pt idx="317">
                  <c:v>8.778089137465436</c:v>
                </c:pt>
                <c:pt idx="318">
                  <c:v>8.798675537109375</c:v>
                </c:pt>
                <c:pt idx="319">
                  <c:v>8.7991381997105655</c:v>
                </c:pt>
                <c:pt idx="320">
                  <c:v>8.8047398623320969</c:v>
                </c:pt>
                <c:pt idx="321">
                  <c:v>8.8075408935546875</c:v>
                </c:pt>
                <c:pt idx="322">
                  <c:v>8.8098746505087639</c:v>
                </c:pt>
                <c:pt idx="323">
                  <c:v>8.8432474136352539</c:v>
                </c:pt>
                <c:pt idx="324">
                  <c:v>8.8526799874890205</c:v>
                </c:pt>
                <c:pt idx="325">
                  <c:v>8.8581585476811568</c:v>
                </c:pt>
                <c:pt idx="326">
                  <c:v>8.8596429824829102</c:v>
                </c:pt>
                <c:pt idx="327">
                  <c:v>8.8670845584066278</c:v>
                </c:pt>
                <c:pt idx="328">
                  <c:v>8.9016265869140625</c:v>
                </c:pt>
                <c:pt idx="329">
                  <c:v>8.8900559982260461</c:v>
                </c:pt>
                <c:pt idx="330">
                  <c:v>8.8888764591516498</c:v>
                </c:pt>
                <c:pt idx="331">
                  <c:v>8.8664844726911323</c:v>
                </c:pt>
                <c:pt idx="332">
                  <c:v>8.8627223968505859</c:v>
                </c:pt>
                <c:pt idx="333">
                  <c:v>8.9161073774037671</c:v>
                </c:pt>
                <c:pt idx="334">
                  <c:v>9.0228128620850008</c:v>
                </c:pt>
                <c:pt idx="335">
                  <c:v>9.0807771682739258</c:v>
                </c:pt>
                <c:pt idx="336">
                  <c:v>9.0661758167859308</c:v>
                </c:pt>
                <c:pt idx="337">
                  <c:v>8.9536264013910536</c:v>
                </c:pt>
                <c:pt idx="338">
                  <c:v>8.9248552322387695</c:v>
                </c:pt>
                <c:pt idx="339">
                  <c:v>8.9259286537975893</c:v>
                </c:pt>
                <c:pt idx="340">
                  <c:v>8.9318089455646472</c:v>
                </c:pt>
                <c:pt idx="341">
                  <c:v>8.9373731674637433</c:v>
                </c:pt>
                <c:pt idx="342">
                  <c:v>8.9410800933837891</c:v>
                </c:pt>
                <c:pt idx="343">
                  <c:v>8.9155292069929271</c:v>
                </c:pt>
                <c:pt idx="344">
                  <c:v>8.8528592412572138</c:v>
                </c:pt>
                <c:pt idx="345">
                  <c:v>8.7911443710327148</c:v>
                </c:pt>
                <c:pt idx="346">
                  <c:v>8.735729980036627</c:v>
                </c:pt>
                <c:pt idx="347">
                  <c:v>8.7135992050170898</c:v>
                </c:pt>
                <c:pt idx="348">
                  <c:v>8.7136289722245905</c:v>
                </c:pt>
                <c:pt idx="349">
                  <c:v>8.7139631829101116</c:v>
                </c:pt>
                <c:pt idx="350">
                  <c:v>8.7145610938013824</c:v>
                </c:pt>
                <c:pt idx="351">
                  <c:v>8.7148027420043945</c:v>
                </c:pt>
                <c:pt idx="352">
                  <c:v>8.7100979255349937</c:v>
                </c:pt>
                <c:pt idx="353">
                  <c:v>8.7063592424753118</c:v>
                </c:pt>
                <c:pt idx="354">
                  <c:v>8.6343727111816406</c:v>
                </c:pt>
                <c:pt idx="355">
                  <c:v>8.6674475506896211</c:v>
                </c:pt>
                <c:pt idx="356">
                  <c:v>8.7621498107910156</c:v>
                </c:pt>
                <c:pt idx="357">
                  <c:v>8.7571303970756631</c:v>
                </c:pt>
                <c:pt idx="358">
                  <c:v>8.7541680894901468</c:v>
                </c:pt>
                <c:pt idx="359">
                  <c:v>8.6829001397824168</c:v>
                </c:pt>
                <c:pt idx="360">
                  <c:v>8.6523955360127474</c:v>
                </c:pt>
                <c:pt idx="361">
                  <c:v>8.6471624374389648</c:v>
                </c:pt>
                <c:pt idx="362">
                  <c:v>8.6477662227635168</c:v>
                </c:pt>
                <c:pt idx="363">
                  <c:v>8.6587836006615131</c:v>
                </c:pt>
                <c:pt idx="364">
                  <c:v>8.6605453491210938</c:v>
                </c:pt>
                <c:pt idx="365">
                  <c:v>8.6522761213884518</c:v>
                </c:pt>
                <c:pt idx="366">
                  <c:v>8.5539655440524314</c:v>
                </c:pt>
                <c:pt idx="367">
                  <c:v>8.5232839584350586</c:v>
                </c:pt>
                <c:pt idx="368">
                  <c:v>8.5173145204158818</c:v>
                </c:pt>
                <c:pt idx="369">
                  <c:v>8.4659902358777206</c:v>
                </c:pt>
                <c:pt idx="370">
                  <c:v>8.4625282287597656</c:v>
                </c:pt>
                <c:pt idx="371">
                  <c:v>8.4551703025120837</c:v>
                </c:pt>
                <c:pt idx="372">
                  <c:v>8.4472707338565911</c:v>
                </c:pt>
                <c:pt idx="373">
                  <c:v>8.4402084350585938</c:v>
                </c:pt>
                <c:pt idx="374">
                  <c:v>8.4404144853277803</c:v>
                </c:pt>
                <c:pt idx="375">
                  <c:v>8.4407297434691593</c:v>
                </c:pt>
                <c:pt idx="376">
                  <c:v>8.441391911152909</c:v>
                </c:pt>
                <c:pt idx="377">
                  <c:v>8.441899299621582</c:v>
                </c:pt>
                <c:pt idx="378">
                  <c:v>8.4402534071391742</c:v>
                </c:pt>
                <c:pt idx="379">
                  <c:v>8.4378632545056185</c:v>
                </c:pt>
                <c:pt idx="380">
                  <c:v>8.3860437029447201</c:v>
                </c:pt>
                <c:pt idx="381">
                  <c:v>8.3739480972290039</c:v>
                </c:pt>
                <c:pt idx="382">
                  <c:v>8.4457729527948562</c:v>
                </c:pt>
                <c:pt idx="383">
                  <c:v>8.7311690163857669</c:v>
                </c:pt>
                <c:pt idx="384">
                  <c:v>8.8412685394287109</c:v>
                </c:pt>
                <c:pt idx="385">
                  <c:v>8.7929743398875662</c:v>
                </c:pt>
                <c:pt idx="386">
                  <c:v>8.6585718547445598</c:v>
                </c:pt>
                <c:pt idx="387">
                  <c:v>8.5081415176391602</c:v>
                </c:pt>
                <c:pt idx="388">
                  <c:v>8.508913809961145</c:v>
                </c:pt>
                <c:pt idx="389">
                  <c:v>8.5133990799312631</c:v>
                </c:pt>
                <c:pt idx="390">
                  <c:v>8.5247167207918064</c:v>
                </c:pt>
                <c:pt idx="391">
                  <c:v>8.5365149576706951</c:v>
                </c:pt>
                <c:pt idx="392">
                  <c:v>8.5442733764648438</c:v>
                </c:pt>
                <c:pt idx="393">
                  <c:v>8.5447940700351257</c:v>
                </c:pt>
                <c:pt idx="394">
                  <c:v>8.5502466786583078</c:v>
                </c:pt>
                <c:pt idx="395">
                  <c:v>8.5535879135131836</c:v>
                </c:pt>
                <c:pt idx="396">
                  <c:v>8.5640534888639479</c:v>
                </c:pt>
                <c:pt idx="397">
                  <c:v>8.6189050149274351</c:v>
                </c:pt>
                <c:pt idx="398">
                  <c:v>8.6377525329589844</c:v>
                </c:pt>
                <c:pt idx="399">
                  <c:v>8.6397125528160963</c:v>
                </c:pt>
                <c:pt idx="400">
                  <c:v>8.6514568355473234</c:v>
                </c:pt>
                <c:pt idx="401">
                  <c:v>8.6615599381719619</c:v>
                </c:pt>
                <c:pt idx="402">
                  <c:v>8.6689615249633789</c:v>
                </c:pt>
                <c:pt idx="403">
                  <c:v>8.6694818252146888</c:v>
                </c:pt>
                <c:pt idx="404">
                  <c:v>8.6731636868914368</c:v>
                </c:pt>
                <c:pt idx="405">
                  <c:v>8.6754646301269531</c:v>
                </c:pt>
                <c:pt idx="406">
                  <c:v>8.676238655858139</c:v>
                </c:pt>
                <c:pt idx="407">
                  <c:v>8.6773263360016575</c:v>
                </c:pt>
                <c:pt idx="408">
                  <c:v>8.704705027448254</c:v>
                </c:pt>
                <c:pt idx="409">
                  <c:v>8.7066802978515625</c:v>
                </c:pt>
                <c:pt idx="410">
                  <c:v>8.7016650075060458</c:v>
                </c:pt>
                <c:pt idx="411">
                  <c:v>8.6645727157592773</c:v>
                </c:pt>
                <c:pt idx="412">
                  <c:v>8.7475174975095502</c:v>
                </c:pt>
                <c:pt idx="413">
                  <c:v>9.598603835006676</c:v>
                </c:pt>
                <c:pt idx="414">
                  <c:v>9.7546930313110352</c:v>
                </c:pt>
                <c:pt idx="415">
                  <c:v>9.7100168221002949</c:v>
                </c:pt>
                <c:pt idx="416">
                  <c:v>9.4993384561913192</c:v>
                </c:pt>
                <c:pt idx="417">
                  <c:v>9.3170757293701172</c:v>
                </c:pt>
                <c:pt idx="418">
                  <c:v>9.2918252052977977</c:v>
                </c:pt>
                <c:pt idx="419">
                  <c:v>9.0608197068959839</c:v>
                </c:pt>
                <c:pt idx="420">
                  <c:v>9.0020484924316406</c:v>
                </c:pt>
                <c:pt idx="421">
                  <c:v>8.9486968118016854</c:v>
                </c:pt>
                <c:pt idx="422">
                  <c:v>8.8177357559729526</c:v>
                </c:pt>
                <c:pt idx="423">
                  <c:v>8.6983698876777531</c:v>
                </c:pt>
                <c:pt idx="424">
                  <c:v>8.6509170532226563</c:v>
                </c:pt>
                <c:pt idx="425">
                  <c:v>8.5875208501675964</c:v>
                </c:pt>
                <c:pt idx="426">
                  <c:v>8.4438772201538086</c:v>
                </c:pt>
                <c:pt idx="427">
                  <c:v>8.4251068350348568</c:v>
                </c:pt>
                <c:pt idx="428">
                  <c:v>8.2330453639153003</c:v>
                </c:pt>
                <c:pt idx="429">
                  <c:v>8.1482382179603352</c:v>
                </c:pt>
                <c:pt idx="430">
                  <c:v>8.1341733932495117</c:v>
                </c:pt>
                <c:pt idx="431">
                  <c:v>8.1022032135975692</c:v>
                </c:pt>
                <c:pt idx="432">
                  <c:v>8.0873635278391696</c:v>
                </c:pt>
                <c:pt idx="433">
                  <c:v>8.0364089225559763</c:v>
                </c:pt>
                <c:pt idx="434">
                  <c:v>8.0166177749633789</c:v>
                </c:pt>
                <c:pt idx="435">
                  <c:v>7.9351298930455334</c:v>
                </c:pt>
                <c:pt idx="436">
                  <c:v>7.5633285119764322</c:v>
                </c:pt>
                <c:pt idx="437">
                  <c:v>7.352813720703125</c:v>
                </c:pt>
                <c:pt idx="438">
                  <c:v>7.3051667208894759</c:v>
                </c:pt>
                <c:pt idx="439">
                  <c:v>6.9909988743586791</c:v>
                </c:pt>
                <c:pt idx="440">
                  <c:v>6.8241481781005859</c:v>
                </c:pt>
                <c:pt idx="441">
                  <c:v>6.803710720249704</c:v>
                </c:pt>
                <c:pt idx="442">
                  <c:v>6.7313224838374399</c:v>
                </c:pt>
                <c:pt idx="443">
                  <c:v>6.6441800789085441</c:v>
                </c:pt>
                <c:pt idx="444">
                  <c:v>6.5780811309814453</c:v>
                </c:pt>
                <c:pt idx="445">
                  <c:v>6.5765835405955588</c:v>
                </c:pt>
                <c:pt idx="446">
                  <c:v>6.5752989728586186</c:v>
                </c:pt>
                <c:pt idx="447">
                  <c:v>6.5479909099966536</c:v>
                </c:pt>
                <c:pt idx="448">
                  <c:v>6.5458292961120614</c:v>
                </c:pt>
                <c:pt idx="449">
                  <c:v>6.5468479933677841</c:v>
                </c:pt>
                <c:pt idx="450">
                  <c:v>6.5546045470553729</c:v>
                </c:pt>
                <c:pt idx="451">
                  <c:v>6.555997371673584</c:v>
                </c:pt>
                <c:pt idx="452">
                  <c:v>6.5771246169285522</c:v>
                </c:pt>
                <c:pt idx="453">
                  <c:v>6.707280158996582</c:v>
                </c:pt>
                <c:pt idx="454">
                  <c:v>6.70206290756217</c:v>
                </c:pt>
                <c:pt idx="455">
                  <c:v>6.7006970674942101</c:v>
                </c:pt>
                <c:pt idx="456">
                  <c:v>6.6926178731180714</c:v>
                </c:pt>
                <c:pt idx="457">
                  <c:v>6.6911840438842773</c:v>
                </c:pt>
                <c:pt idx="458">
                  <c:v>6.6824380745261109</c:v>
                </c:pt>
                <c:pt idx="459">
                  <c:v>6.5728969573974609</c:v>
                </c:pt>
                <c:pt idx="460">
                  <c:v>6.5599629084127793</c:v>
                </c:pt>
                <c:pt idx="461">
                  <c:v>6.4177528896501768</c:v>
                </c:pt>
                <c:pt idx="462">
                  <c:v>6.3665439784124667</c:v>
                </c:pt>
                <c:pt idx="463">
                  <c:v>6.3478431701660156</c:v>
                </c:pt>
                <c:pt idx="464">
                  <c:v>6.3403725399768547</c:v>
                </c:pt>
                <c:pt idx="465">
                  <c:v>6.2982757001638658</c:v>
                </c:pt>
                <c:pt idx="466">
                  <c:v>6.2905220985412598</c:v>
                </c:pt>
                <c:pt idx="467">
                  <c:v>6.2924941451566374</c:v>
                </c:pt>
                <c:pt idx="468">
                  <c:v>6.3049410866475046</c:v>
                </c:pt>
                <c:pt idx="469">
                  <c:v>6.3083968162536621</c:v>
                </c:pt>
                <c:pt idx="470">
                  <c:v>6.3093838311256807</c:v>
                </c:pt>
                <c:pt idx="471">
                  <c:v>6.3099574968120322</c:v>
                </c:pt>
                <c:pt idx="472">
                  <c:v>6.3104910545826183</c:v>
                </c:pt>
                <c:pt idx="473">
                  <c:v>6.3107810020446777</c:v>
                </c:pt>
                <c:pt idx="474">
                  <c:v>6.3317381101603916</c:v>
                </c:pt>
                <c:pt idx="475">
                  <c:v>6.4949398280870616</c:v>
                </c:pt>
                <c:pt idx="476">
                  <c:v>6.5118484497070313</c:v>
                </c:pt>
                <c:pt idx="477">
                  <c:v>6.5100166639174004</c:v>
                </c:pt>
                <c:pt idx="478">
                  <c:v>6.4913746215352148</c:v>
                </c:pt>
                <c:pt idx="479">
                  <c:v>6.4800734519958496</c:v>
                </c:pt>
                <c:pt idx="480">
                  <c:v>6.4742458511187673</c:v>
                </c:pt>
                <c:pt idx="481">
                  <c:v>6.4611537173053568</c:v>
                </c:pt>
                <c:pt idx="482">
                  <c:v>6.3948516713984311</c:v>
                </c:pt>
                <c:pt idx="483">
                  <c:v>6.3818192481994629</c:v>
                </c:pt>
                <c:pt idx="484">
                  <c:v>6.3858630689689146</c:v>
                </c:pt>
                <c:pt idx="485">
                  <c:v>6.3963725206820081</c:v>
                </c:pt>
                <c:pt idx="486">
                  <c:v>6.3998374938964844</c:v>
                </c:pt>
                <c:pt idx="487">
                  <c:v>6.399474985318836</c:v>
                </c:pt>
                <c:pt idx="488">
                  <c:v>6.3944906374724644</c:v>
                </c:pt>
                <c:pt idx="489">
                  <c:v>6.3917703141386566</c:v>
                </c:pt>
                <c:pt idx="490">
                  <c:v>6.3912825584411621</c:v>
                </c:pt>
                <c:pt idx="491">
                  <c:v>6.4127667618120219</c:v>
                </c:pt>
                <c:pt idx="492">
                  <c:v>6.4467564403659301</c:v>
                </c:pt>
                <c:pt idx="493">
                  <c:v>6.4623970985412598</c:v>
                </c:pt>
                <c:pt idx="494">
                  <c:v>6.4454506951584341</c:v>
                </c:pt>
                <c:pt idx="495">
                  <c:v>6.418583869934082</c:v>
                </c:pt>
                <c:pt idx="496">
                  <c:v>6.3297052790066974</c:v>
                </c:pt>
                <c:pt idx="497">
                  <c:v>6.2426385879516602</c:v>
                </c:pt>
                <c:pt idx="498">
                  <c:v>6.2399723669180167</c:v>
                </c:pt>
                <c:pt idx="499">
                  <c:v>6.2254388483424714</c:v>
                </c:pt>
                <c:pt idx="500">
                  <c:v>6.2140483512099696</c:v>
                </c:pt>
                <c:pt idx="501">
                  <c:v>6.2030973434448242</c:v>
                </c:pt>
                <c:pt idx="502">
                  <c:v>6.2085090956449269</c:v>
                </c:pt>
                <c:pt idx="503">
                  <c:v>6.2439044805938018</c:v>
                </c:pt>
                <c:pt idx="504">
                  <c:v>6.2708750745151667</c:v>
                </c:pt>
                <c:pt idx="505">
                  <c:v>6.2756514549255371</c:v>
                </c:pt>
                <c:pt idx="506">
                  <c:v>6.2842053839830356</c:v>
                </c:pt>
                <c:pt idx="507">
                  <c:v>6.4386978149414063</c:v>
                </c:pt>
                <c:pt idx="508">
                  <c:v>6.4261719587875579</c:v>
                </c:pt>
                <c:pt idx="509">
                  <c:v>6.4043485351876006</c:v>
                </c:pt>
                <c:pt idx="510">
                  <c:v>6.3793509761462621</c:v>
                </c:pt>
                <c:pt idx="511">
                  <c:v>6.3605289459228516</c:v>
                </c:pt>
                <c:pt idx="512">
                  <c:v>6.3644648404428343</c:v>
                </c:pt>
                <c:pt idx="513">
                  <c:v>6.3926467895507813</c:v>
                </c:pt>
                <c:pt idx="514">
                  <c:v>6.3840746342564314</c:v>
                </c:pt>
                <c:pt idx="515">
                  <c:v>6.324717837857861</c:v>
                </c:pt>
                <c:pt idx="516">
                  <c:v>6.3199977874755859</c:v>
                </c:pt>
                <c:pt idx="517">
                  <c:v>6.3359349587853693</c:v>
                </c:pt>
                <c:pt idx="518">
                  <c:v>6.361249830411337</c:v>
                </c:pt>
                <c:pt idx="519">
                  <c:v>6.3802200248042027</c:v>
                </c:pt>
                <c:pt idx="520">
                  <c:v>6.3834242820739746</c:v>
                </c:pt>
                <c:pt idx="521">
                  <c:v>6.3938746186023314</c:v>
                </c:pt>
                <c:pt idx="522">
                  <c:v>6.5594151701734056</c:v>
                </c:pt>
                <c:pt idx="523">
                  <c:v>6.6015491485595703</c:v>
                </c:pt>
                <c:pt idx="524">
                  <c:v>6.6169871883147042</c:v>
                </c:pt>
                <c:pt idx="525">
                  <c:v>6.7711023667922658</c:v>
                </c:pt>
                <c:pt idx="526">
                  <c:v>6.8192062377929688</c:v>
                </c:pt>
                <c:pt idx="527">
                  <c:v>6.8283563247429413</c:v>
                </c:pt>
                <c:pt idx="528">
                  <c:v>6.9160607848523554</c:v>
                </c:pt>
                <c:pt idx="529">
                  <c:v>7.0061589440744436</c:v>
                </c:pt>
                <c:pt idx="530">
                  <c:v>7.0170741081237793</c:v>
                </c:pt>
                <c:pt idx="531">
                  <c:v>7.050498069560355</c:v>
                </c:pt>
                <c:pt idx="532">
                  <c:v>7.1695667897160957</c:v>
                </c:pt>
                <c:pt idx="533">
                  <c:v>7.2251648902893066</c:v>
                </c:pt>
                <c:pt idx="534">
                  <c:v>7.2331056038564157</c:v>
                </c:pt>
                <c:pt idx="535">
                  <c:v>7.3049815099520998</c:v>
                </c:pt>
                <c:pt idx="536">
                  <c:v>7.3586927061758276</c:v>
                </c:pt>
                <c:pt idx="537">
                  <c:v>7.3678684234619141</c:v>
                </c:pt>
                <c:pt idx="538">
                  <c:v>7.371265171919382</c:v>
                </c:pt>
                <c:pt idx="539">
                  <c:v>7.4141321711421719</c:v>
                </c:pt>
                <c:pt idx="540">
                  <c:v>7.421210765838623</c:v>
                </c:pt>
                <c:pt idx="541">
                  <c:v>7.4302307152232654</c:v>
                </c:pt>
                <c:pt idx="542">
                  <c:v>7.507997989654541</c:v>
                </c:pt>
                <c:pt idx="543">
                  <c:v>7.5508706244561807</c:v>
                </c:pt>
                <c:pt idx="544">
                  <c:v>7.5678483303577213</c:v>
                </c:pt>
                <c:pt idx="545">
                  <c:v>7.6387747495365907</c:v>
                </c:pt>
                <c:pt idx="546">
                  <c:v>7.658329963684082</c:v>
                </c:pt>
                <c:pt idx="547">
                  <c:v>7.6510432606555847</c:v>
                </c:pt>
                <c:pt idx="548">
                  <c:v>7.603920970241643</c:v>
                </c:pt>
                <c:pt idx="549">
                  <c:v>7.5608558995054338</c:v>
                </c:pt>
                <c:pt idx="550">
                  <c:v>7.5274558067321777</c:v>
                </c:pt>
                <c:pt idx="551">
                  <c:v>7.5261710313832024</c:v>
                </c:pt>
                <c:pt idx="552">
                  <c:v>7.5111980839658026</c:v>
                </c:pt>
                <c:pt idx="553">
                  <c:v>7.5010871887207031</c:v>
                </c:pt>
                <c:pt idx="554">
                  <c:v>7.4806987176197257</c:v>
                </c:pt>
                <c:pt idx="555">
                  <c:v>7.3161916017445678</c:v>
                </c:pt>
                <c:pt idx="556">
                  <c:v>7.2898578643798828</c:v>
                </c:pt>
                <c:pt idx="557">
                  <c:v>7.299207111074324</c:v>
                </c:pt>
                <c:pt idx="558">
                  <c:v>7.4191131591796884</c:v>
                </c:pt>
                <c:pt idx="559">
                  <c:v>7.4400361065845058</c:v>
                </c:pt>
                <c:pt idx="560">
                  <c:v>7.4537788231745772</c:v>
                </c:pt>
                <c:pt idx="561">
                  <c:v>7.483482706157619</c:v>
                </c:pt>
                <c:pt idx="562">
                  <c:v>7.4896550178527832</c:v>
                </c:pt>
                <c:pt idx="563">
                  <c:v>7.4810852958382128</c:v>
                </c:pt>
                <c:pt idx="564">
                  <c:v>7.4149010945485774</c:v>
                </c:pt>
                <c:pt idx="565">
                  <c:v>7.4126443862915039</c:v>
                </c:pt>
                <c:pt idx="566">
                  <c:v>7.3445889883316067</c:v>
                </c:pt>
                <c:pt idx="567">
                  <c:v>7.2642147844781144</c:v>
                </c:pt>
                <c:pt idx="568">
                  <c:v>7.1827201843261719</c:v>
                </c:pt>
                <c:pt idx="569">
                  <c:v>7.1391373429582714</c:v>
                </c:pt>
                <c:pt idx="570">
                  <c:v>6.8647990730063864</c:v>
                </c:pt>
                <c:pt idx="571">
                  <c:v>6.773003101348877</c:v>
                </c:pt>
                <c:pt idx="572">
                  <c:v>6.7429436497546833</c:v>
                </c:pt>
                <c:pt idx="573">
                  <c:v>6.5260822538981778</c:v>
                </c:pt>
                <c:pt idx="574">
                  <c:v>6.377988338470459</c:v>
                </c:pt>
                <c:pt idx="575">
                  <c:v>6.3525596314167547</c:v>
                </c:pt>
                <c:pt idx="576">
                  <c:v>6.1702046394348136</c:v>
                </c:pt>
                <c:pt idx="577">
                  <c:v>6.1817904634260818</c:v>
                </c:pt>
                <c:pt idx="578">
                  <c:v>6.2608020224705134</c:v>
                </c:pt>
                <c:pt idx="579">
                  <c:v>6.33181075077764</c:v>
                </c:pt>
                <c:pt idx="580">
                  <c:v>6.3793344497680664</c:v>
                </c:pt>
                <c:pt idx="581">
                  <c:v>6.3864385607921044</c:v>
                </c:pt>
                <c:pt idx="582">
                  <c:v>6.4157633994126391</c:v>
                </c:pt>
                <c:pt idx="583">
                  <c:v>6.4324197769165039</c:v>
                </c:pt>
                <c:pt idx="584">
                  <c:v>6.4180746269838176</c:v>
                </c:pt>
                <c:pt idx="585">
                  <c:v>6.2973187847384953</c:v>
                </c:pt>
                <c:pt idx="586">
                  <c:v>6.1923120025346279</c:v>
                </c:pt>
                <c:pt idx="587">
                  <c:v>6.1773672103881836</c:v>
                </c:pt>
                <c:pt idx="588">
                  <c:v>6.1584390847879131</c:v>
                </c:pt>
                <c:pt idx="589">
                  <c:v>5.9708080453986412</c:v>
                </c:pt>
                <c:pt idx="590">
                  <c:v>5.7447481155395508</c:v>
                </c:pt>
                <c:pt idx="591">
                  <c:v>5.6759922525648117</c:v>
                </c:pt>
                <c:pt idx="592">
                  <c:v>5.6184917351267307</c:v>
                </c:pt>
                <c:pt idx="593">
                  <c:v>5.5641169548034668</c:v>
                </c:pt>
                <c:pt idx="594">
                  <c:v>5.5504311690850434</c:v>
                </c:pt>
                <c:pt idx="595">
                  <c:v>5.53269596165838</c:v>
                </c:pt>
                <c:pt idx="596">
                  <c:v>5.5260224342346191</c:v>
                </c:pt>
                <c:pt idx="597">
                  <c:v>5.5285990565294441</c:v>
                </c:pt>
                <c:pt idx="598">
                  <c:v>5.5461150088890152</c:v>
                </c:pt>
                <c:pt idx="599">
                  <c:v>5.5534772872924796</c:v>
                </c:pt>
                <c:pt idx="600">
                  <c:v>5.520965432978107</c:v>
                </c:pt>
                <c:pt idx="601">
                  <c:v>5.243385362200554</c:v>
                </c:pt>
                <c:pt idx="602">
                  <c:v>5.1780219078063956</c:v>
                </c:pt>
                <c:pt idx="603">
                  <c:v>5.1700795676025351</c:v>
                </c:pt>
                <c:pt idx="604">
                  <c:v>5.0775373514677344</c:v>
                </c:pt>
                <c:pt idx="605">
                  <c:v>5.0414361953735352</c:v>
                </c:pt>
                <c:pt idx="606">
                  <c:v>5.0549378221319872</c:v>
                </c:pt>
                <c:pt idx="607">
                  <c:v>5.1474253297073886</c:v>
                </c:pt>
                <c:pt idx="608">
                  <c:v>5.1976699829101563</c:v>
                </c:pt>
                <c:pt idx="609">
                  <c:v>5.2135589490672629</c:v>
                </c:pt>
                <c:pt idx="610">
                  <c:v>5.2207982374246944</c:v>
                </c:pt>
                <c:pt idx="611">
                  <c:v>5.343595027923584</c:v>
                </c:pt>
                <c:pt idx="612">
                  <c:v>5.3559220171333992</c:v>
                </c:pt>
                <c:pt idx="613">
                  <c:v>5.3640941023196769</c:v>
                </c:pt>
                <c:pt idx="614">
                  <c:v>5.3712725639343262</c:v>
                </c:pt>
                <c:pt idx="615">
                  <c:v>5.3899542424910667</c:v>
                </c:pt>
                <c:pt idx="616">
                  <c:v>5.4031418853437216</c:v>
                </c:pt>
                <c:pt idx="617">
                  <c:v>5.4054899215698242</c:v>
                </c:pt>
                <c:pt idx="618">
                  <c:v>5.4007982368958984</c:v>
                </c:pt>
                <c:pt idx="619">
                  <c:v>5.3156004431952386</c:v>
                </c:pt>
                <c:pt idx="620">
                  <c:v>5.2952151298522949</c:v>
                </c:pt>
                <c:pt idx="621">
                  <c:v>5.2749585442572009</c:v>
                </c:pt>
                <c:pt idx="622">
                  <c:v>5.1384134868861517</c:v>
                </c:pt>
                <c:pt idx="623">
                  <c:v>5.066615104675293</c:v>
                </c:pt>
                <c:pt idx="624">
                  <c:v>5.0578718130349474</c:v>
                </c:pt>
                <c:pt idx="625">
                  <c:v>4.9619511892389268</c:v>
                </c:pt>
                <c:pt idx="626">
                  <c:v>4.8089659672042879</c:v>
                </c:pt>
                <c:pt idx="627">
                  <c:v>4.7583198547363281</c:v>
                </c:pt>
                <c:pt idx="628">
                  <c:v>4.7567377516843727</c:v>
                </c:pt>
                <c:pt idx="629">
                  <c:v>4.7501702718460619</c:v>
                </c:pt>
                <c:pt idx="630">
                  <c:v>4.7476744651794434</c:v>
                </c:pt>
                <c:pt idx="631">
                  <c:v>4.7406089370413831</c:v>
                </c:pt>
                <c:pt idx="632">
                  <c:v>4.7051810382719843</c:v>
                </c:pt>
                <c:pt idx="633">
                  <c:v>4.6794285774230957</c:v>
                </c:pt>
                <c:pt idx="634">
                  <c:v>4.6522268917836236</c:v>
                </c:pt>
                <c:pt idx="635">
                  <c:v>4.6015791861387321</c:v>
                </c:pt>
                <c:pt idx="636">
                  <c:v>4.3958690995003344</c:v>
                </c:pt>
                <c:pt idx="637">
                  <c:v>4.3205294609069824</c:v>
                </c:pt>
                <c:pt idx="638">
                  <c:v>4.3160342906411131</c:v>
                </c:pt>
                <c:pt idx="639">
                  <c:v>4.275196802175703</c:v>
                </c:pt>
                <c:pt idx="640">
                  <c:v>4.2561278343200684</c:v>
                </c:pt>
                <c:pt idx="641">
                  <c:v>4.2453905839827586</c:v>
                </c:pt>
                <c:pt idx="642">
                  <c:v>4.168124243066206</c:v>
                </c:pt>
                <c:pt idx="643">
                  <c:v>4.1309175491333008</c:v>
                </c:pt>
                <c:pt idx="644">
                  <c:v>4.0735443011985506</c:v>
                </c:pt>
                <c:pt idx="645">
                  <c:v>3.9627218732366871</c:v>
                </c:pt>
                <c:pt idx="646">
                  <c:v>3.8609288748892729</c:v>
                </c:pt>
                <c:pt idx="647">
                  <c:v>3.7488999366760249</c:v>
                </c:pt>
                <c:pt idx="648">
                  <c:v>3.7195036547114131</c:v>
                </c:pt>
                <c:pt idx="649">
                  <c:v>3.472021907943367</c:v>
                </c:pt>
                <c:pt idx="650">
                  <c:v>3.4261960983276372</c:v>
                </c:pt>
                <c:pt idx="651">
                  <c:v>3.423762791520125</c:v>
                </c:pt>
                <c:pt idx="652">
                  <c:v>3.4091869729956841</c:v>
                </c:pt>
                <c:pt idx="653">
                  <c:v>3.389478532223245</c:v>
                </c:pt>
                <c:pt idx="654">
                  <c:v>3.3820657730102539</c:v>
                </c:pt>
                <c:pt idx="655">
                  <c:v>3.3598658396505758</c:v>
                </c:pt>
                <c:pt idx="656">
                  <c:v>3.1472270488739009</c:v>
                </c:pt>
                <c:pt idx="657">
                  <c:v>3.1165418750231759</c:v>
                </c:pt>
                <c:pt idx="658">
                  <c:v>3.09189366872761</c:v>
                </c:pt>
                <c:pt idx="659">
                  <c:v>3.0756022930145259</c:v>
                </c:pt>
                <c:pt idx="660">
                  <c:v>2.9992215777834699</c:v>
                </c:pt>
                <c:pt idx="661">
                  <c:v>2.954485177993774</c:v>
                </c:pt>
                <c:pt idx="662">
                  <c:v>2.956336178105158</c:v>
                </c:pt>
                <c:pt idx="663">
                  <c:v>2.9785195969817408</c:v>
                </c:pt>
                <c:pt idx="664">
                  <c:v>2.995372196513451</c:v>
                </c:pt>
                <c:pt idx="665">
                  <c:v>3.0223913865272278</c:v>
                </c:pt>
                <c:pt idx="666">
                  <c:v>3.043553077732692</c:v>
                </c:pt>
                <c:pt idx="667">
                  <c:v>3.0467550754547119</c:v>
                </c:pt>
                <c:pt idx="668">
                  <c:v>3.0444982692118101</c:v>
                </c:pt>
                <c:pt idx="669">
                  <c:v>3.0229575305392098</c:v>
                </c:pt>
                <c:pt idx="670">
                  <c:v>3.0192031860351558</c:v>
                </c:pt>
                <c:pt idx="671">
                  <c:v>3.0181401438909159</c:v>
                </c:pt>
                <c:pt idx="672">
                  <c:v>3.002722318342693</c:v>
                </c:pt>
                <c:pt idx="673">
                  <c:v>2.996772289276123</c:v>
                </c:pt>
                <c:pt idx="674">
                  <c:v>2.957964461179476</c:v>
                </c:pt>
                <c:pt idx="675">
                  <c:v>2.747732325377739</c:v>
                </c:pt>
                <c:pt idx="676">
                  <c:v>2.6310381889343262</c:v>
                </c:pt>
                <c:pt idx="677">
                  <c:v>2.6181035103149402</c:v>
                </c:pt>
                <c:pt idx="678">
                  <c:v>2.3514346478002741</c:v>
                </c:pt>
                <c:pt idx="679">
                  <c:v>2.297987699508667</c:v>
                </c:pt>
                <c:pt idx="680">
                  <c:v>2.2813922614288531</c:v>
                </c:pt>
                <c:pt idx="681">
                  <c:v>2.1391670101022728</c:v>
                </c:pt>
                <c:pt idx="682">
                  <c:v>2.0542819499969478</c:v>
                </c:pt>
                <c:pt idx="683">
                  <c:v>2.0495175018814451</c:v>
                </c:pt>
                <c:pt idx="684">
                  <c:v>2.0333207703372782</c:v>
                </c:pt>
                <c:pt idx="685">
                  <c:v>2.001087061919482</c:v>
                </c:pt>
                <c:pt idx="686">
                  <c:v>1.9974989891052251</c:v>
                </c:pt>
                <c:pt idx="687">
                  <c:v>1.9748963864642251</c:v>
                </c:pt>
                <c:pt idx="688">
                  <c:v>1.7799427531060219</c:v>
                </c:pt>
                <c:pt idx="689">
                  <c:v>1.729996919631958</c:v>
                </c:pt>
                <c:pt idx="690">
                  <c:v>1.7175644723950969</c:v>
                </c:pt>
                <c:pt idx="691">
                  <c:v>1.627120822811319</c:v>
                </c:pt>
                <c:pt idx="692">
                  <c:v>1.535356998443604</c:v>
                </c:pt>
                <c:pt idx="693">
                  <c:v>1.5310994577462069</c:v>
                </c:pt>
                <c:pt idx="694">
                  <c:v>1.4080213382106761</c:v>
                </c:pt>
                <c:pt idx="695">
                  <c:v>1.3164799213409419</c:v>
                </c:pt>
                <c:pt idx="696">
                  <c:v>1.2732578325869071</c:v>
                </c:pt>
                <c:pt idx="697">
                  <c:v>1.204448974400318</c:v>
                </c:pt>
                <c:pt idx="698">
                  <c:v>1.159872770309448</c:v>
                </c:pt>
                <c:pt idx="699">
                  <c:v>1.149000733719701</c:v>
                </c:pt>
                <c:pt idx="700">
                  <c:v>1.034052419501349</c:v>
                </c:pt>
                <c:pt idx="701">
                  <c:v>1.024837732315063</c:v>
                </c:pt>
                <c:pt idx="702">
                  <c:v>1.0173727112743129</c:v>
                </c:pt>
                <c:pt idx="703">
                  <c:v>0.96604026685123912</c:v>
                </c:pt>
                <c:pt idx="704">
                  <c:v>0.9461631178855896</c:v>
                </c:pt>
                <c:pt idx="705">
                  <c:v>0.94183556728342621</c:v>
                </c:pt>
                <c:pt idx="706">
                  <c:v>0.90616025154523427</c:v>
                </c:pt>
                <c:pt idx="707">
                  <c:v>0.86774807276649779</c:v>
                </c:pt>
                <c:pt idx="708">
                  <c:v>0.84107627410421237</c:v>
                </c:pt>
                <c:pt idx="709">
                  <c:v>0.8340800404548645</c:v>
                </c:pt>
                <c:pt idx="710">
                  <c:v>0.78837022169701865</c:v>
                </c:pt>
                <c:pt idx="711">
                  <c:v>0.74571496248245239</c:v>
                </c:pt>
                <c:pt idx="712">
                  <c:v>0.74156791907145148</c:v>
                </c:pt>
                <c:pt idx="713">
                  <c:v>0.71795677209478781</c:v>
                </c:pt>
                <c:pt idx="714">
                  <c:v>0.68656635352011519</c:v>
                </c:pt>
                <c:pt idx="715">
                  <c:v>0.66258490085601807</c:v>
                </c:pt>
                <c:pt idx="716">
                  <c:v>0.65800911340153423</c:v>
                </c:pt>
                <c:pt idx="717">
                  <c:v>0.62018694902571325</c:v>
                </c:pt>
                <c:pt idx="718">
                  <c:v>0.61680811643600464</c:v>
                </c:pt>
                <c:pt idx="719">
                  <c:v>0.61598799263055892</c:v>
                </c:pt>
                <c:pt idx="720">
                  <c:v>0.6060547316556445</c:v>
                </c:pt>
                <c:pt idx="721">
                  <c:v>0.60288083553314209</c:v>
                </c:pt>
                <c:pt idx="722">
                  <c:v>0.60214588499560762</c:v>
                </c:pt>
                <c:pt idx="723">
                  <c:v>0.5932215875461474</c:v>
                </c:pt>
                <c:pt idx="724">
                  <c:v>0.58819478750228882</c:v>
                </c:pt>
                <c:pt idx="725">
                  <c:v>0.58467801573519906</c:v>
                </c:pt>
                <c:pt idx="726">
                  <c:v>0.55741684682983095</c:v>
                </c:pt>
                <c:pt idx="727">
                  <c:v>0.55289632081985474</c:v>
                </c:pt>
                <c:pt idx="728">
                  <c:v>0.54797178045416639</c:v>
                </c:pt>
                <c:pt idx="729">
                  <c:v>0.49337291717529302</c:v>
                </c:pt>
                <c:pt idx="730">
                  <c:v>0.49562917029426029</c:v>
                </c:pt>
                <c:pt idx="731">
                  <c:v>0.51159320637222327</c:v>
                </c:pt>
                <c:pt idx="732">
                  <c:v>0.52224613981172985</c:v>
                </c:pt>
                <c:pt idx="733">
                  <c:v>0.52506792545318604</c:v>
                </c:pt>
                <c:pt idx="734">
                  <c:v>0.52631290574710921</c:v>
                </c:pt>
                <c:pt idx="735">
                  <c:v>0.54346560491706497</c:v>
                </c:pt>
                <c:pt idx="736">
                  <c:v>0.55032289028167725</c:v>
                </c:pt>
                <c:pt idx="737">
                  <c:v>0.55225875755302434</c:v>
                </c:pt>
                <c:pt idx="738">
                  <c:v>0.5694370716839442</c:v>
                </c:pt>
                <c:pt idx="739">
                  <c:v>0.58125990629196167</c:v>
                </c:pt>
                <c:pt idx="740">
                  <c:v>0.5808643282878202</c:v>
                </c:pt>
                <c:pt idx="741">
                  <c:v>0.57339953298326718</c:v>
                </c:pt>
                <c:pt idx="742">
                  <c:v>0.57166290283203125</c:v>
                </c:pt>
                <c:pt idx="743">
                  <c:v>0.57240156173712908</c:v>
                </c:pt>
                <c:pt idx="744">
                  <c:v>0.57347137975953211</c:v>
                </c:pt>
                <c:pt idx="745">
                  <c:v>0.57441978484745426</c:v>
                </c:pt>
                <c:pt idx="746">
                  <c:v>0.57548510326989866</c:v>
                </c:pt>
                <c:pt idx="747">
                  <c:v>0.57564550638198853</c:v>
                </c:pt>
                <c:pt idx="748">
                  <c:v>0.57419958551775052</c:v>
                </c:pt>
                <c:pt idx="749">
                  <c:v>0.5585625171661377</c:v>
                </c:pt>
                <c:pt idx="750">
                  <c:v>0.53440077244377526</c:v>
                </c:pt>
                <c:pt idx="751">
                  <c:v>0.51057887077331543</c:v>
                </c:pt>
                <c:pt idx="752">
                  <c:v>0.50608383947516011</c:v>
                </c:pt>
                <c:pt idx="753">
                  <c:v>0.48639579172014752</c:v>
                </c:pt>
                <c:pt idx="754">
                  <c:v>0.47584039640123871</c:v>
                </c:pt>
                <c:pt idx="755">
                  <c:v>0.47190803289413452</c:v>
                </c:pt>
                <c:pt idx="756">
                  <c:v>0.47963430142609448</c:v>
                </c:pt>
                <c:pt idx="757">
                  <c:v>0.49142231270496223</c:v>
                </c:pt>
                <c:pt idx="758">
                  <c:v>0.50221306085586548</c:v>
                </c:pt>
                <c:pt idx="759">
                  <c:v>0.49801212331245442</c:v>
                </c:pt>
                <c:pt idx="760">
                  <c:v>0.48461868831209848</c:v>
                </c:pt>
                <c:pt idx="761">
                  <c:v>0.45117974281311041</c:v>
                </c:pt>
                <c:pt idx="762">
                  <c:v>0.4492415223175274</c:v>
                </c:pt>
                <c:pt idx="763">
                  <c:v>0.4360040759668648</c:v>
                </c:pt>
                <c:pt idx="764">
                  <c:v>0.42973476648330688</c:v>
                </c:pt>
                <c:pt idx="765">
                  <c:v>0.42942799524996039</c:v>
                </c:pt>
                <c:pt idx="766">
                  <c:v>0.42591390013694758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EE8-4862-B440-06AADE365F7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velocity_serial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Sheet1!$D$2:$D$768</c:f>
              <c:numCache>
                <c:formatCode>General</c:formatCode>
                <c:ptCount val="76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1.0113667633300171E-2</c:v>
                </c:pt>
                <c:pt idx="82">
                  <c:v>0.05</c:v>
                </c:pt>
                <c:pt idx="83">
                  <c:v>0.26</c:v>
                </c:pt>
                <c:pt idx="84">
                  <c:v>0.66</c:v>
                </c:pt>
                <c:pt idx="85">
                  <c:v>1.26</c:v>
                </c:pt>
                <c:pt idx="86">
                  <c:v>2</c:v>
                </c:pt>
                <c:pt idx="87">
                  <c:v>2.5965233367715319</c:v>
                </c:pt>
                <c:pt idx="88">
                  <c:v>2.79</c:v>
                </c:pt>
                <c:pt idx="89">
                  <c:v>3.57</c:v>
                </c:pt>
                <c:pt idx="90">
                  <c:v>4.1912865847567673</c:v>
                </c:pt>
                <c:pt idx="91">
                  <c:v>4.3099999999999996</c:v>
                </c:pt>
                <c:pt idx="92">
                  <c:v>4.99</c:v>
                </c:pt>
                <c:pt idx="93">
                  <c:v>5.59</c:v>
                </c:pt>
                <c:pt idx="94">
                  <c:v>5.9594314579194334</c:v>
                </c:pt>
                <c:pt idx="95">
                  <c:v>6.11</c:v>
                </c:pt>
                <c:pt idx="96">
                  <c:v>6.56</c:v>
                </c:pt>
                <c:pt idx="97">
                  <c:v>6.8396642923867352</c:v>
                </c:pt>
                <c:pt idx="98">
                  <c:v>6.94</c:v>
                </c:pt>
                <c:pt idx="99">
                  <c:v>7.27</c:v>
                </c:pt>
                <c:pt idx="100">
                  <c:v>7.5102831541771424</c:v>
                </c:pt>
                <c:pt idx="101">
                  <c:v>7.57</c:v>
                </c:pt>
                <c:pt idx="102">
                  <c:v>8.11</c:v>
                </c:pt>
                <c:pt idx="103">
                  <c:v>8.2628148236038594</c:v>
                </c:pt>
                <c:pt idx="104">
                  <c:v>8.34</c:v>
                </c:pt>
                <c:pt idx="105">
                  <c:v>8.5399999999999991</c:v>
                </c:pt>
                <c:pt idx="106">
                  <c:v>8.6703372299205359</c:v>
                </c:pt>
                <c:pt idx="107">
                  <c:v>8.73</c:v>
                </c:pt>
                <c:pt idx="108">
                  <c:v>9.0399999999999991</c:v>
                </c:pt>
                <c:pt idx="109">
                  <c:v>9.15</c:v>
                </c:pt>
                <c:pt idx="110">
                  <c:v>9.2200277777777782</c:v>
                </c:pt>
                <c:pt idx="111">
                  <c:v>9.26</c:v>
                </c:pt>
                <c:pt idx="112">
                  <c:v>9.36</c:v>
                </c:pt>
                <c:pt idx="113">
                  <c:v>9.4125555208007494</c:v>
                </c:pt>
                <c:pt idx="114">
                  <c:v>9.4499999999999993</c:v>
                </c:pt>
                <c:pt idx="115">
                  <c:v>9.52</c:v>
                </c:pt>
                <c:pt idx="116">
                  <c:v>9.59</c:v>
                </c:pt>
                <c:pt idx="117">
                  <c:v>9.642594679186228</c:v>
                </c:pt>
                <c:pt idx="118">
                  <c:v>9.66</c:v>
                </c:pt>
                <c:pt idx="119">
                  <c:v>9.73</c:v>
                </c:pt>
                <c:pt idx="120">
                  <c:v>9.7619773581315705</c:v>
                </c:pt>
                <c:pt idx="121">
                  <c:v>9.77</c:v>
                </c:pt>
                <c:pt idx="122">
                  <c:v>9.7899999999999991</c:v>
                </c:pt>
                <c:pt idx="123">
                  <c:v>9.8079663107745976</c:v>
                </c:pt>
                <c:pt idx="124">
                  <c:v>9.81</c:v>
                </c:pt>
                <c:pt idx="125">
                  <c:v>9.83</c:v>
                </c:pt>
                <c:pt idx="126">
                  <c:v>9.83</c:v>
                </c:pt>
                <c:pt idx="127">
                  <c:v>9.83</c:v>
                </c:pt>
                <c:pt idx="128">
                  <c:v>9.82</c:v>
                </c:pt>
                <c:pt idx="129">
                  <c:v>9.81</c:v>
                </c:pt>
                <c:pt idx="130">
                  <c:v>9.81</c:v>
                </c:pt>
                <c:pt idx="131">
                  <c:v>9.81</c:v>
                </c:pt>
                <c:pt idx="132">
                  <c:v>9.83</c:v>
                </c:pt>
                <c:pt idx="133">
                  <c:v>9.8261830985915495</c:v>
                </c:pt>
                <c:pt idx="134">
                  <c:v>9.82</c:v>
                </c:pt>
                <c:pt idx="135">
                  <c:v>9.81</c:v>
                </c:pt>
                <c:pt idx="136">
                  <c:v>9.8043183662428994</c:v>
                </c:pt>
                <c:pt idx="137">
                  <c:v>9.8000000000000007</c:v>
                </c:pt>
                <c:pt idx="138">
                  <c:v>9.77</c:v>
                </c:pt>
                <c:pt idx="139">
                  <c:v>9.75</c:v>
                </c:pt>
                <c:pt idx="140">
                  <c:v>9.7100000000000009</c:v>
                </c:pt>
                <c:pt idx="141">
                  <c:v>9.68</c:v>
                </c:pt>
                <c:pt idx="142">
                  <c:v>9.6611111527086226</c:v>
                </c:pt>
                <c:pt idx="143">
                  <c:v>9.65</c:v>
                </c:pt>
                <c:pt idx="144">
                  <c:v>9.61</c:v>
                </c:pt>
                <c:pt idx="145">
                  <c:v>9.5913614214697045</c:v>
                </c:pt>
                <c:pt idx="146">
                  <c:v>9.59</c:v>
                </c:pt>
                <c:pt idx="147">
                  <c:v>9.59</c:v>
                </c:pt>
                <c:pt idx="148">
                  <c:v>9.6</c:v>
                </c:pt>
                <c:pt idx="149">
                  <c:v>9.59</c:v>
                </c:pt>
                <c:pt idx="150">
                  <c:v>9.58</c:v>
                </c:pt>
                <c:pt idx="151">
                  <c:v>9.57</c:v>
                </c:pt>
                <c:pt idx="152">
                  <c:v>9.57</c:v>
                </c:pt>
                <c:pt idx="153">
                  <c:v>9.57</c:v>
                </c:pt>
                <c:pt idx="154">
                  <c:v>9.59</c:v>
                </c:pt>
                <c:pt idx="155">
                  <c:v>9.61</c:v>
                </c:pt>
                <c:pt idx="156">
                  <c:v>9.6199999999999992</c:v>
                </c:pt>
                <c:pt idx="157">
                  <c:v>9.6199999999999992</c:v>
                </c:pt>
                <c:pt idx="158">
                  <c:v>9.6279040184344797</c:v>
                </c:pt>
                <c:pt idx="159">
                  <c:v>9.6300000000000008</c:v>
                </c:pt>
                <c:pt idx="160">
                  <c:v>9.66</c:v>
                </c:pt>
                <c:pt idx="161">
                  <c:v>9.6672045590881819</c:v>
                </c:pt>
                <c:pt idx="162">
                  <c:v>9.67</c:v>
                </c:pt>
                <c:pt idx="163">
                  <c:v>9.6999999999999993</c:v>
                </c:pt>
                <c:pt idx="164">
                  <c:v>9.705644781936698</c:v>
                </c:pt>
                <c:pt idx="165">
                  <c:v>9.7100000000000009</c:v>
                </c:pt>
                <c:pt idx="166">
                  <c:v>9.73</c:v>
                </c:pt>
                <c:pt idx="167">
                  <c:v>9.7363107378524294</c:v>
                </c:pt>
                <c:pt idx="168">
                  <c:v>9.74</c:v>
                </c:pt>
                <c:pt idx="169">
                  <c:v>9.76</c:v>
                </c:pt>
                <c:pt idx="170">
                  <c:v>9.76</c:v>
                </c:pt>
                <c:pt idx="171">
                  <c:v>9.76</c:v>
                </c:pt>
                <c:pt idx="172">
                  <c:v>9.76</c:v>
                </c:pt>
                <c:pt idx="173">
                  <c:v>9.7520020407988266</c:v>
                </c:pt>
                <c:pt idx="174">
                  <c:v>9.75</c:v>
                </c:pt>
                <c:pt idx="175">
                  <c:v>9.74</c:v>
                </c:pt>
                <c:pt idx="176">
                  <c:v>9.7200000000000006</c:v>
                </c:pt>
                <c:pt idx="177">
                  <c:v>9.710859783677483</c:v>
                </c:pt>
                <c:pt idx="178">
                  <c:v>9.7100000000000009</c:v>
                </c:pt>
                <c:pt idx="179">
                  <c:v>9.6999999999999993</c:v>
                </c:pt>
                <c:pt idx="180">
                  <c:v>9.6999999999999993</c:v>
                </c:pt>
                <c:pt idx="181">
                  <c:v>9.6999999999999993</c:v>
                </c:pt>
                <c:pt idx="182">
                  <c:v>9.6999999999999993</c:v>
                </c:pt>
                <c:pt idx="183">
                  <c:v>9.6999999999999993</c:v>
                </c:pt>
                <c:pt idx="184">
                  <c:v>9.692672593899438</c:v>
                </c:pt>
                <c:pt idx="185">
                  <c:v>9.69</c:v>
                </c:pt>
                <c:pt idx="186">
                  <c:v>9.69</c:v>
                </c:pt>
                <c:pt idx="187">
                  <c:v>9.68</c:v>
                </c:pt>
                <c:pt idx="188">
                  <c:v>9.6682694276407624</c:v>
                </c:pt>
                <c:pt idx="189">
                  <c:v>9.65</c:v>
                </c:pt>
                <c:pt idx="190">
                  <c:v>9.64</c:v>
                </c:pt>
                <c:pt idx="191">
                  <c:v>9.65</c:v>
                </c:pt>
                <c:pt idx="192">
                  <c:v>9.6582646162539607</c:v>
                </c:pt>
                <c:pt idx="193">
                  <c:v>9.66</c:v>
                </c:pt>
                <c:pt idx="194">
                  <c:v>9.66</c:v>
                </c:pt>
                <c:pt idx="195">
                  <c:v>9.66</c:v>
                </c:pt>
                <c:pt idx="196">
                  <c:v>9.6778205856229711</c:v>
                </c:pt>
                <c:pt idx="197">
                  <c:v>9.68</c:v>
                </c:pt>
                <c:pt idx="198">
                  <c:v>9.69</c:v>
                </c:pt>
                <c:pt idx="199">
                  <c:v>9.7009785483397</c:v>
                </c:pt>
                <c:pt idx="200">
                  <c:v>9.7100000000000009</c:v>
                </c:pt>
                <c:pt idx="201">
                  <c:v>9.74</c:v>
                </c:pt>
                <c:pt idx="202">
                  <c:v>9.76</c:v>
                </c:pt>
                <c:pt idx="203">
                  <c:v>9.77</c:v>
                </c:pt>
                <c:pt idx="204">
                  <c:v>9.7799999999999994</c:v>
                </c:pt>
                <c:pt idx="205">
                  <c:v>9.7799999999999994</c:v>
                </c:pt>
                <c:pt idx="206">
                  <c:v>9.7799999999999994</c:v>
                </c:pt>
                <c:pt idx="207">
                  <c:v>9.7899999999999991</c:v>
                </c:pt>
                <c:pt idx="208">
                  <c:v>9.7899999999999991</c:v>
                </c:pt>
                <c:pt idx="209">
                  <c:v>9.7899999999999991</c:v>
                </c:pt>
                <c:pt idx="210">
                  <c:v>9.7899999999999991</c:v>
                </c:pt>
                <c:pt idx="211">
                  <c:v>9.7973493609911699</c:v>
                </c:pt>
                <c:pt idx="212">
                  <c:v>9.8000000000000007</c:v>
                </c:pt>
                <c:pt idx="213">
                  <c:v>9.82</c:v>
                </c:pt>
                <c:pt idx="214">
                  <c:v>9.85</c:v>
                </c:pt>
                <c:pt idx="215">
                  <c:v>9.8540273250239689</c:v>
                </c:pt>
                <c:pt idx="216">
                  <c:v>9.86</c:v>
                </c:pt>
                <c:pt idx="217">
                  <c:v>9.8699999999999992</c:v>
                </c:pt>
                <c:pt idx="218">
                  <c:v>9.8699999999999992</c:v>
                </c:pt>
                <c:pt idx="219">
                  <c:v>9.8699999999999992</c:v>
                </c:pt>
                <c:pt idx="220">
                  <c:v>9.85</c:v>
                </c:pt>
                <c:pt idx="221">
                  <c:v>9.84</c:v>
                </c:pt>
                <c:pt idx="222">
                  <c:v>9.84</c:v>
                </c:pt>
                <c:pt idx="223">
                  <c:v>9.84</c:v>
                </c:pt>
                <c:pt idx="224">
                  <c:v>9.84</c:v>
                </c:pt>
                <c:pt idx="225">
                  <c:v>9.84</c:v>
                </c:pt>
                <c:pt idx="226">
                  <c:v>9.84</c:v>
                </c:pt>
                <c:pt idx="227">
                  <c:v>9.84</c:v>
                </c:pt>
                <c:pt idx="228">
                  <c:v>9.84</c:v>
                </c:pt>
                <c:pt idx="229">
                  <c:v>9.84</c:v>
                </c:pt>
                <c:pt idx="230">
                  <c:v>9.82</c:v>
                </c:pt>
                <c:pt idx="231">
                  <c:v>9.81</c:v>
                </c:pt>
                <c:pt idx="232">
                  <c:v>9.81</c:v>
                </c:pt>
                <c:pt idx="233">
                  <c:v>9.8092906088164717</c:v>
                </c:pt>
                <c:pt idx="234">
                  <c:v>9.8000000000000007</c:v>
                </c:pt>
                <c:pt idx="235">
                  <c:v>9.8000000000000007</c:v>
                </c:pt>
                <c:pt idx="236">
                  <c:v>9.8037530352806748</c:v>
                </c:pt>
                <c:pt idx="237">
                  <c:v>9.81</c:v>
                </c:pt>
                <c:pt idx="238">
                  <c:v>9.81</c:v>
                </c:pt>
                <c:pt idx="239">
                  <c:v>9.82</c:v>
                </c:pt>
                <c:pt idx="240">
                  <c:v>9.82</c:v>
                </c:pt>
                <c:pt idx="241">
                  <c:v>9.82</c:v>
                </c:pt>
                <c:pt idx="242">
                  <c:v>9.81</c:v>
                </c:pt>
                <c:pt idx="243">
                  <c:v>9.7961970674005006</c:v>
                </c:pt>
                <c:pt idx="244">
                  <c:v>9.7899999999999991</c:v>
                </c:pt>
                <c:pt idx="245">
                  <c:v>9.7899999999999991</c:v>
                </c:pt>
                <c:pt idx="246">
                  <c:v>9.7978407273011054</c:v>
                </c:pt>
                <c:pt idx="247">
                  <c:v>9.8000000000000007</c:v>
                </c:pt>
                <c:pt idx="248">
                  <c:v>9.81</c:v>
                </c:pt>
                <c:pt idx="249">
                  <c:v>9.81</c:v>
                </c:pt>
                <c:pt idx="250">
                  <c:v>9.81</c:v>
                </c:pt>
                <c:pt idx="251">
                  <c:v>9.81</c:v>
                </c:pt>
                <c:pt idx="252">
                  <c:v>9.8187623035566585</c:v>
                </c:pt>
                <c:pt idx="253">
                  <c:v>9.82</c:v>
                </c:pt>
                <c:pt idx="254">
                  <c:v>9.85</c:v>
                </c:pt>
                <c:pt idx="255">
                  <c:v>9.85</c:v>
                </c:pt>
                <c:pt idx="256">
                  <c:v>9.85</c:v>
                </c:pt>
                <c:pt idx="257">
                  <c:v>9.84</c:v>
                </c:pt>
                <c:pt idx="258">
                  <c:v>9.84</c:v>
                </c:pt>
                <c:pt idx="259">
                  <c:v>9.84</c:v>
                </c:pt>
                <c:pt idx="260">
                  <c:v>9.84</c:v>
                </c:pt>
                <c:pt idx="261">
                  <c:v>9.83</c:v>
                </c:pt>
                <c:pt idx="262">
                  <c:v>9.83</c:v>
                </c:pt>
                <c:pt idx="263">
                  <c:v>9.83</c:v>
                </c:pt>
                <c:pt idx="264">
                  <c:v>9.83</c:v>
                </c:pt>
                <c:pt idx="265">
                  <c:v>9.83</c:v>
                </c:pt>
                <c:pt idx="266">
                  <c:v>9.84</c:v>
                </c:pt>
                <c:pt idx="267">
                  <c:v>9.8353645818964335</c:v>
                </c:pt>
                <c:pt idx="268">
                  <c:v>9.83</c:v>
                </c:pt>
                <c:pt idx="269">
                  <c:v>9.81</c:v>
                </c:pt>
                <c:pt idx="270">
                  <c:v>9.81</c:v>
                </c:pt>
                <c:pt idx="271">
                  <c:v>9.81</c:v>
                </c:pt>
                <c:pt idx="272">
                  <c:v>9.8000000000000007</c:v>
                </c:pt>
                <c:pt idx="273">
                  <c:v>9.8000000000000007</c:v>
                </c:pt>
                <c:pt idx="274">
                  <c:v>9.8000000000000007</c:v>
                </c:pt>
                <c:pt idx="275">
                  <c:v>9.8000000000000007</c:v>
                </c:pt>
                <c:pt idx="276">
                  <c:v>9.7799999999999994</c:v>
                </c:pt>
                <c:pt idx="277">
                  <c:v>9.7712034508686525</c:v>
                </c:pt>
                <c:pt idx="278">
                  <c:v>9.76</c:v>
                </c:pt>
                <c:pt idx="279">
                  <c:v>9.74</c:v>
                </c:pt>
                <c:pt idx="280">
                  <c:v>9.7100000000000009</c:v>
                </c:pt>
                <c:pt idx="281">
                  <c:v>9.7100000000000009</c:v>
                </c:pt>
                <c:pt idx="282">
                  <c:v>9.7100000000000009</c:v>
                </c:pt>
                <c:pt idx="283">
                  <c:v>9.73</c:v>
                </c:pt>
                <c:pt idx="284">
                  <c:v>9.7349433748584371</c:v>
                </c:pt>
                <c:pt idx="285">
                  <c:v>9.74</c:v>
                </c:pt>
                <c:pt idx="286">
                  <c:v>9.74</c:v>
                </c:pt>
                <c:pt idx="287">
                  <c:v>9.7310625320906787</c:v>
                </c:pt>
                <c:pt idx="288">
                  <c:v>9.73</c:v>
                </c:pt>
                <c:pt idx="289">
                  <c:v>9.73</c:v>
                </c:pt>
                <c:pt idx="290">
                  <c:v>9.73</c:v>
                </c:pt>
                <c:pt idx="291">
                  <c:v>9.7190683148991557</c:v>
                </c:pt>
                <c:pt idx="292">
                  <c:v>9.7100000000000009</c:v>
                </c:pt>
                <c:pt idx="293">
                  <c:v>9.6999999999999993</c:v>
                </c:pt>
                <c:pt idx="294">
                  <c:v>9.693726718885987</c:v>
                </c:pt>
                <c:pt idx="295">
                  <c:v>9.69</c:v>
                </c:pt>
                <c:pt idx="296">
                  <c:v>9.69</c:v>
                </c:pt>
                <c:pt idx="297">
                  <c:v>9.6811359758178543</c:v>
                </c:pt>
                <c:pt idx="298">
                  <c:v>9.68</c:v>
                </c:pt>
                <c:pt idx="299">
                  <c:v>9.64</c:v>
                </c:pt>
                <c:pt idx="300">
                  <c:v>9.6104576618810427</c:v>
                </c:pt>
                <c:pt idx="301">
                  <c:v>9.6</c:v>
                </c:pt>
                <c:pt idx="302">
                  <c:v>9.59</c:v>
                </c:pt>
                <c:pt idx="303">
                  <c:v>9.5815431800812512</c:v>
                </c:pt>
                <c:pt idx="304">
                  <c:v>9.58</c:v>
                </c:pt>
                <c:pt idx="305">
                  <c:v>9.57</c:v>
                </c:pt>
                <c:pt idx="306">
                  <c:v>9.57</c:v>
                </c:pt>
                <c:pt idx="307">
                  <c:v>9.57</c:v>
                </c:pt>
                <c:pt idx="308">
                  <c:v>9.57</c:v>
                </c:pt>
                <c:pt idx="309">
                  <c:v>9.59</c:v>
                </c:pt>
                <c:pt idx="310">
                  <c:v>9.5981505553669297</c:v>
                </c:pt>
                <c:pt idx="311">
                  <c:v>9.6</c:v>
                </c:pt>
                <c:pt idx="312">
                  <c:v>9.6</c:v>
                </c:pt>
                <c:pt idx="313">
                  <c:v>9.61</c:v>
                </c:pt>
                <c:pt idx="314">
                  <c:v>9.6199999999999992</c:v>
                </c:pt>
                <c:pt idx="315">
                  <c:v>9.6199999999999992</c:v>
                </c:pt>
                <c:pt idx="316">
                  <c:v>9.6199999999999992</c:v>
                </c:pt>
                <c:pt idx="317">
                  <c:v>9.6199999999999992</c:v>
                </c:pt>
                <c:pt idx="318">
                  <c:v>9.6278402339254061</c:v>
                </c:pt>
                <c:pt idx="319">
                  <c:v>9.6300000000000008</c:v>
                </c:pt>
                <c:pt idx="320">
                  <c:v>9.64</c:v>
                </c:pt>
                <c:pt idx="321">
                  <c:v>9.6574897538852014</c:v>
                </c:pt>
                <c:pt idx="322">
                  <c:v>9.66</c:v>
                </c:pt>
                <c:pt idx="323">
                  <c:v>9.69</c:v>
                </c:pt>
                <c:pt idx="324">
                  <c:v>9.6999999999999993</c:v>
                </c:pt>
                <c:pt idx="325">
                  <c:v>9.6999999999999993</c:v>
                </c:pt>
                <c:pt idx="326">
                  <c:v>9.6999999999999993</c:v>
                </c:pt>
                <c:pt idx="327">
                  <c:v>9.6999999999999993</c:v>
                </c:pt>
                <c:pt idx="328">
                  <c:v>9.6999999999999993</c:v>
                </c:pt>
                <c:pt idx="329">
                  <c:v>9.7100000000000009</c:v>
                </c:pt>
                <c:pt idx="330">
                  <c:v>9.7200000000000006</c:v>
                </c:pt>
                <c:pt idx="331">
                  <c:v>9.73</c:v>
                </c:pt>
                <c:pt idx="332">
                  <c:v>9.7332061826161631</c:v>
                </c:pt>
                <c:pt idx="333">
                  <c:v>9.74</c:v>
                </c:pt>
                <c:pt idx="334">
                  <c:v>9.75</c:v>
                </c:pt>
                <c:pt idx="335">
                  <c:v>9.7581694456772112</c:v>
                </c:pt>
                <c:pt idx="336">
                  <c:v>9.76</c:v>
                </c:pt>
                <c:pt idx="337">
                  <c:v>9.77</c:v>
                </c:pt>
                <c:pt idx="338">
                  <c:v>9.7758352136752134</c:v>
                </c:pt>
                <c:pt idx="339">
                  <c:v>9.7799999999999994</c:v>
                </c:pt>
                <c:pt idx="340">
                  <c:v>9.7799999999999994</c:v>
                </c:pt>
                <c:pt idx="341">
                  <c:v>9.7799999999999994</c:v>
                </c:pt>
                <c:pt idx="342">
                  <c:v>9.7799999999999994</c:v>
                </c:pt>
                <c:pt idx="343">
                  <c:v>9.7799999999999994</c:v>
                </c:pt>
                <c:pt idx="344">
                  <c:v>9.8000000000000007</c:v>
                </c:pt>
                <c:pt idx="345">
                  <c:v>9.81</c:v>
                </c:pt>
                <c:pt idx="346">
                  <c:v>9.82</c:v>
                </c:pt>
                <c:pt idx="347">
                  <c:v>9.8365373221028172</c:v>
                </c:pt>
                <c:pt idx="348">
                  <c:v>9.84</c:v>
                </c:pt>
                <c:pt idx="349">
                  <c:v>9.86</c:v>
                </c:pt>
                <c:pt idx="350">
                  <c:v>9.86</c:v>
                </c:pt>
                <c:pt idx="351">
                  <c:v>9.8511245002017525</c:v>
                </c:pt>
                <c:pt idx="352">
                  <c:v>9.85</c:v>
                </c:pt>
                <c:pt idx="353">
                  <c:v>9.86</c:v>
                </c:pt>
                <c:pt idx="354">
                  <c:v>9.8800000000000008</c:v>
                </c:pt>
                <c:pt idx="355">
                  <c:v>9.89</c:v>
                </c:pt>
                <c:pt idx="356">
                  <c:v>9.89</c:v>
                </c:pt>
                <c:pt idx="357">
                  <c:v>9.89</c:v>
                </c:pt>
                <c:pt idx="358">
                  <c:v>9.8800000000000008</c:v>
                </c:pt>
                <c:pt idx="359">
                  <c:v>9.89</c:v>
                </c:pt>
                <c:pt idx="360">
                  <c:v>9.9</c:v>
                </c:pt>
                <c:pt idx="361">
                  <c:v>9.9</c:v>
                </c:pt>
                <c:pt idx="362">
                  <c:v>9.9</c:v>
                </c:pt>
                <c:pt idx="363">
                  <c:v>9.9</c:v>
                </c:pt>
                <c:pt idx="364">
                  <c:v>9.907120210240759</c:v>
                </c:pt>
                <c:pt idx="365">
                  <c:v>9.91</c:v>
                </c:pt>
                <c:pt idx="366">
                  <c:v>9.91</c:v>
                </c:pt>
                <c:pt idx="367">
                  <c:v>9.91</c:v>
                </c:pt>
                <c:pt idx="368">
                  <c:v>9.91</c:v>
                </c:pt>
                <c:pt idx="369">
                  <c:v>9.91</c:v>
                </c:pt>
                <c:pt idx="370">
                  <c:v>9.9077351327752794</c:v>
                </c:pt>
                <c:pt idx="371">
                  <c:v>9.89</c:v>
                </c:pt>
                <c:pt idx="372">
                  <c:v>9.89</c:v>
                </c:pt>
                <c:pt idx="373">
                  <c:v>9.89</c:v>
                </c:pt>
                <c:pt idx="374">
                  <c:v>9.89</c:v>
                </c:pt>
                <c:pt idx="375">
                  <c:v>9.89</c:v>
                </c:pt>
                <c:pt idx="376">
                  <c:v>9.9</c:v>
                </c:pt>
                <c:pt idx="377">
                  <c:v>9.9094621507419181</c:v>
                </c:pt>
                <c:pt idx="378">
                  <c:v>9.91</c:v>
                </c:pt>
                <c:pt idx="379">
                  <c:v>9.91</c:v>
                </c:pt>
                <c:pt idx="380">
                  <c:v>9.91</c:v>
                </c:pt>
                <c:pt idx="381">
                  <c:v>9.9042720843024643</c:v>
                </c:pt>
                <c:pt idx="382">
                  <c:v>9.9</c:v>
                </c:pt>
                <c:pt idx="383">
                  <c:v>9.89</c:v>
                </c:pt>
                <c:pt idx="384">
                  <c:v>9.89</c:v>
                </c:pt>
                <c:pt idx="385">
                  <c:v>9.89</c:v>
                </c:pt>
                <c:pt idx="386">
                  <c:v>9.9</c:v>
                </c:pt>
                <c:pt idx="387">
                  <c:v>9.9093532389557648</c:v>
                </c:pt>
                <c:pt idx="388">
                  <c:v>9.91</c:v>
                </c:pt>
                <c:pt idx="389">
                  <c:v>9.9</c:v>
                </c:pt>
                <c:pt idx="390">
                  <c:v>9.9</c:v>
                </c:pt>
                <c:pt idx="391">
                  <c:v>9.9</c:v>
                </c:pt>
                <c:pt idx="392">
                  <c:v>9.9087577109987102</c:v>
                </c:pt>
                <c:pt idx="393">
                  <c:v>9.91</c:v>
                </c:pt>
                <c:pt idx="394">
                  <c:v>9.91</c:v>
                </c:pt>
                <c:pt idx="395">
                  <c:v>9.91</c:v>
                </c:pt>
                <c:pt idx="396">
                  <c:v>9.91</c:v>
                </c:pt>
                <c:pt idx="397">
                  <c:v>9.91</c:v>
                </c:pt>
                <c:pt idx="398">
                  <c:v>9.91</c:v>
                </c:pt>
                <c:pt idx="399">
                  <c:v>9.91</c:v>
                </c:pt>
                <c:pt idx="400">
                  <c:v>9.89</c:v>
                </c:pt>
                <c:pt idx="401">
                  <c:v>9.8800000000000008</c:v>
                </c:pt>
                <c:pt idx="402">
                  <c:v>9.8719264505479742</c:v>
                </c:pt>
                <c:pt idx="403">
                  <c:v>9.8699999999999992</c:v>
                </c:pt>
                <c:pt idx="404">
                  <c:v>9.8699999999999992</c:v>
                </c:pt>
                <c:pt idx="405">
                  <c:v>9.8699999999999992</c:v>
                </c:pt>
                <c:pt idx="406">
                  <c:v>9.8699999999999992</c:v>
                </c:pt>
                <c:pt idx="407">
                  <c:v>9.85</c:v>
                </c:pt>
                <c:pt idx="408">
                  <c:v>9.83</c:v>
                </c:pt>
                <c:pt idx="409">
                  <c:v>9.82214345833723</c:v>
                </c:pt>
                <c:pt idx="410">
                  <c:v>9.81</c:v>
                </c:pt>
                <c:pt idx="411">
                  <c:v>9.81</c:v>
                </c:pt>
                <c:pt idx="412">
                  <c:v>9.8000000000000007</c:v>
                </c:pt>
                <c:pt idx="413">
                  <c:v>9.7899999999999991</c:v>
                </c:pt>
                <c:pt idx="414">
                  <c:v>9.7787689105650646</c:v>
                </c:pt>
                <c:pt idx="415">
                  <c:v>9.77</c:v>
                </c:pt>
                <c:pt idx="416">
                  <c:v>9.76</c:v>
                </c:pt>
                <c:pt idx="417">
                  <c:v>9.7518581468022223</c:v>
                </c:pt>
                <c:pt idx="418">
                  <c:v>9.75</c:v>
                </c:pt>
                <c:pt idx="419">
                  <c:v>9.73</c:v>
                </c:pt>
                <c:pt idx="420">
                  <c:v>9.7242268780671957</c:v>
                </c:pt>
                <c:pt idx="421">
                  <c:v>9.7200000000000006</c:v>
                </c:pt>
                <c:pt idx="422">
                  <c:v>9.7200000000000006</c:v>
                </c:pt>
                <c:pt idx="423">
                  <c:v>9.7200000000000006</c:v>
                </c:pt>
                <c:pt idx="424">
                  <c:v>9.7157284093589826</c:v>
                </c:pt>
                <c:pt idx="425">
                  <c:v>9.7100000000000009</c:v>
                </c:pt>
                <c:pt idx="426">
                  <c:v>9.6846921650892774</c:v>
                </c:pt>
                <c:pt idx="427">
                  <c:v>9.68</c:v>
                </c:pt>
                <c:pt idx="428">
                  <c:v>9.61</c:v>
                </c:pt>
                <c:pt idx="429">
                  <c:v>9.57</c:v>
                </c:pt>
                <c:pt idx="430">
                  <c:v>9.5646428798980576</c:v>
                </c:pt>
                <c:pt idx="431">
                  <c:v>9.5299999999999994</c:v>
                </c:pt>
                <c:pt idx="432">
                  <c:v>9.49</c:v>
                </c:pt>
                <c:pt idx="433">
                  <c:v>9.4499999999999993</c:v>
                </c:pt>
                <c:pt idx="434">
                  <c:v>9.4287219740391102</c:v>
                </c:pt>
                <c:pt idx="435">
                  <c:v>9.42</c:v>
                </c:pt>
                <c:pt idx="436">
                  <c:v>9.41</c:v>
                </c:pt>
                <c:pt idx="437">
                  <c:v>9.41</c:v>
                </c:pt>
                <c:pt idx="438">
                  <c:v>9.41</c:v>
                </c:pt>
                <c:pt idx="439">
                  <c:v>9.42</c:v>
                </c:pt>
                <c:pt idx="440">
                  <c:v>9.4343194233687395</c:v>
                </c:pt>
                <c:pt idx="441">
                  <c:v>9.44</c:v>
                </c:pt>
                <c:pt idx="442">
                  <c:v>9.4600000000000009</c:v>
                </c:pt>
                <c:pt idx="443">
                  <c:v>9.48</c:v>
                </c:pt>
                <c:pt idx="444">
                  <c:v>9.48</c:v>
                </c:pt>
                <c:pt idx="445">
                  <c:v>9.48</c:v>
                </c:pt>
                <c:pt idx="446">
                  <c:v>9.48</c:v>
                </c:pt>
                <c:pt idx="447">
                  <c:v>9.49</c:v>
                </c:pt>
                <c:pt idx="448">
                  <c:v>9.4940603102498429</c:v>
                </c:pt>
                <c:pt idx="449">
                  <c:v>9.5</c:v>
                </c:pt>
                <c:pt idx="450">
                  <c:v>9.5</c:v>
                </c:pt>
                <c:pt idx="451">
                  <c:v>9.4943732002946497</c:v>
                </c:pt>
                <c:pt idx="452">
                  <c:v>9.49</c:v>
                </c:pt>
                <c:pt idx="453">
                  <c:v>9.4700000000000006</c:v>
                </c:pt>
                <c:pt idx="454">
                  <c:v>9.4499999999999993</c:v>
                </c:pt>
                <c:pt idx="455">
                  <c:v>9.43</c:v>
                </c:pt>
                <c:pt idx="456">
                  <c:v>9.4</c:v>
                </c:pt>
                <c:pt idx="457">
                  <c:v>9.3924634561922709</c:v>
                </c:pt>
                <c:pt idx="458">
                  <c:v>9.39</c:v>
                </c:pt>
                <c:pt idx="459">
                  <c:v>9.3728909222009484</c:v>
                </c:pt>
                <c:pt idx="460">
                  <c:v>9.3699999999999992</c:v>
                </c:pt>
                <c:pt idx="461">
                  <c:v>9.3699999999999992</c:v>
                </c:pt>
                <c:pt idx="462">
                  <c:v>9.3800000000000008</c:v>
                </c:pt>
                <c:pt idx="463">
                  <c:v>9.3901820053905105</c:v>
                </c:pt>
                <c:pt idx="464">
                  <c:v>9.4</c:v>
                </c:pt>
                <c:pt idx="465">
                  <c:v>9.4</c:v>
                </c:pt>
                <c:pt idx="466">
                  <c:v>9.3942241142543264</c:v>
                </c:pt>
                <c:pt idx="467">
                  <c:v>9.39</c:v>
                </c:pt>
                <c:pt idx="468">
                  <c:v>9.36</c:v>
                </c:pt>
                <c:pt idx="469">
                  <c:v>9.35</c:v>
                </c:pt>
                <c:pt idx="470">
                  <c:v>9.34</c:v>
                </c:pt>
                <c:pt idx="471">
                  <c:v>9.34</c:v>
                </c:pt>
                <c:pt idx="472">
                  <c:v>9.33</c:v>
                </c:pt>
                <c:pt idx="473">
                  <c:v>9.33</c:v>
                </c:pt>
                <c:pt idx="474">
                  <c:v>9.33</c:v>
                </c:pt>
                <c:pt idx="475">
                  <c:v>9.35</c:v>
                </c:pt>
                <c:pt idx="476">
                  <c:v>9.3645328180874383</c:v>
                </c:pt>
                <c:pt idx="477">
                  <c:v>9.3800000000000008</c:v>
                </c:pt>
                <c:pt idx="478">
                  <c:v>9.41</c:v>
                </c:pt>
                <c:pt idx="479">
                  <c:v>9.4452029873611636</c:v>
                </c:pt>
                <c:pt idx="480">
                  <c:v>9.4499999999999993</c:v>
                </c:pt>
                <c:pt idx="481">
                  <c:v>9.49</c:v>
                </c:pt>
                <c:pt idx="482">
                  <c:v>9.51</c:v>
                </c:pt>
                <c:pt idx="483">
                  <c:v>9.5172726485925097</c:v>
                </c:pt>
                <c:pt idx="484">
                  <c:v>9.5299999999999994</c:v>
                </c:pt>
                <c:pt idx="485">
                  <c:v>9.5399999999999991</c:v>
                </c:pt>
                <c:pt idx="486">
                  <c:v>9.5319861990014942</c:v>
                </c:pt>
                <c:pt idx="487">
                  <c:v>9.5299999999999994</c:v>
                </c:pt>
                <c:pt idx="488">
                  <c:v>9.52</c:v>
                </c:pt>
                <c:pt idx="489">
                  <c:v>9.49</c:v>
                </c:pt>
                <c:pt idx="490">
                  <c:v>9.488271564312452</c:v>
                </c:pt>
                <c:pt idx="491">
                  <c:v>9.48</c:v>
                </c:pt>
                <c:pt idx="492">
                  <c:v>9.48</c:v>
                </c:pt>
                <c:pt idx="493">
                  <c:v>9.4890867898763247</c:v>
                </c:pt>
                <c:pt idx="494">
                  <c:v>9.5</c:v>
                </c:pt>
                <c:pt idx="495">
                  <c:v>9.51</c:v>
                </c:pt>
                <c:pt idx="496">
                  <c:v>9.5500000000000007</c:v>
                </c:pt>
                <c:pt idx="497">
                  <c:v>9.5669527705466724</c:v>
                </c:pt>
                <c:pt idx="498">
                  <c:v>9.57</c:v>
                </c:pt>
                <c:pt idx="499">
                  <c:v>9.57</c:v>
                </c:pt>
                <c:pt idx="500">
                  <c:v>9.57</c:v>
                </c:pt>
                <c:pt idx="501">
                  <c:v>9.57</c:v>
                </c:pt>
                <c:pt idx="502">
                  <c:v>9.57</c:v>
                </c:pt>
                <c:pt idx="503">
                  <c:v>9.5500000000000007</c:v>
                </c:pt>
                <c:pt idx="504">
                  <c:v>9.52</c:v>
                </c:pt>
                <c:pt idx="505">
                  <c:v>9.5021996890898812</c:v>
                </c:pt>
                <c:pt idx="506">
                  <c:v>9.49</c:v>
                </c:pt>
                <c:pt idx="507">
                  <c:v>9.4600000000000009</c:v>
                </c:pt>
                <c:pt idx="508">
                  <c:v>9.44</c:v>
                </c:pt>
                <c:pt idx="509">
                  <c:v>9.43</c:v>
                </c:pt>
                <c:pt idx="510">
                  <c:v>9.42</c:v>
                </c:pt>
                <c:pt idx="511">
                  <c:v>9.4</c:v>
                </c:pt>
                <c:pt idx="512">
                  <c:v>9.3800000000000008</c:v>
                </c:pt>
                <c:pt idx="513">
                  <c:v>9.3628474924189398</c:v>
                </c:pt>
                <c:pt idx="514">
                  <c:v>9.36</c:v>
                </c:pt>
                <c:pt idx="515">
                  <c:v>9.32</c:v>
                </c:pt>
                <c:pt idx="516">
                  <c:v>9.316694923588301</c:v>
                </c:pt>
                <c:pt idx="517">
                  <c:v>9.3000000000000007</c:v>
                </c:pt>
                <c:pt idx="518">
                  <c:v>9.2899999999999991</c:v>
                </c:pt>
                <c:pt idx="519">
                  <c:v>9.27</c:v>
                </c:pt>
                <c:pt idx="520">
                  <c:v>9.2526858302333448</c:v>
                </c:pt>
                <c:pt idx="521">
                  <c:v>9.24</c:v>
                </c:pt>
                <c:pt idx="522">
                  <c:v>9.2200000000000006</c:v>
                </c:pt>
                <c:pt idx="523">
                  <c:v>9.1972896270046238</c:v>
                </c:pt>
                <c:pt idx="524">
                  <c:v>9.19</c:v>
                </c:pt>
                <c:pt idx="525">
                  <c:v>9.17</c:v>
                </c:pt>
                <c:pt idx="526">
                  <c:v>9.1465522693452392</c:v>
                </c:pt>
                <c:pt idx="527">
                  <c:v>9.14</c:v>
                </c:pt>
                <c:pt idx="528">
                  <c:v>9.1199999999999992</c:v>
                </c:pt>
                <c:pt idx="529">
                  <c:v>9.11</c:v>
                </c:pt>
                <c:pt idx="530">
                  <c:v>9.1127025114962859</c:v>
                </c:pt>
                <c:pt idx="531">
                  <c:v>9.1199999999999992</c:v>
                </c:pt>
                <c:pt idx="532">
                  <c:v>9.1199999999999992</c:v>
                </c:pt>
                <c:pt idx="533">
                  <c:v>9.1199999999999992</c:v>
                </c:pt>
                <c:pt idx="534">
                  <c:v>9.1199999999999992</c:v>
                </c:pt>
                <c:pt idx="535">
                  <c:v>9.1199999999999992</c:v>
                </c:pt>
                <c:pt idx="536">
                  <c:v>9.1199999999999992</c:v>
                </c:pt>
                <c:pt idx="537">
                  <c:v>9.1199999999999992</c:v>
                </c:pt>
                <c:pt idx="538">
                  <c:v>9.1199999999999992</c:v>
                </c:pt>
                <c:pt idx="539">
                  <c:v>9.1199999999999992</c:v>
                </c:pt>
                <c:pt idx="540">
                  <c:v>9.1320663292774853</c:v>
                </c:pt>
                <c:pt idx="541">
                  <c:v>9.14</c:v>
                </c:pt>
                <c:pt idx="542">
                  <c:v>9.17</c:v>
                </c:pt>
                <c:pt idx="543">
                  <c:v>9.19</c:v>
                </c:pt>
                <c:pt idx="544">
                  <c:v>9.1999999999999993</c:v>
                </c:pt>
                <c:pt idx="545">
                  <c:v>9.2200000000000006</c:v>
                </c:pt>
                <c:pt idx="546">
                  <c:v>9.2339171277086223</c:v>
                </c:pt>
                <c:pt idx="547">
                  <c:v>9.24</c:v>
                </c:pt>
                <c:pt idx="548">
                  <c:v>9.27</c:v>
                </c:pt>
                <c:pt idx="549">
                  <c:v>9.33</c:v>
                </c:pt>
                <c:pt idx="550">
                  <c:v>9.3745169304379843</c:v>
                </c:pt>
                <c:pt idx="551">
                  <c:v>9.3800000000000008</c:v>
                </c:pt>
                <c:pt idx="552">
                  <c:v>9.42</c:v>
                </c:pt>
                <c:pt idx="553">
                  <c:v>9.4700000000000006</c:v>
                </c:pt>
                <c:pt idx="554">
                  <c:v>9.49</c:v>
                </c:pt>
                <c:pt idx="555">
                  <c:v>9.51</c:v>
                </c:pt>
                <c:pt idx="556">
                  <c:v>9.5172288897492141</c:v>
                </c:pt>
                <c:pt idx="557">
                  <c:v>9.52</c:v>
                </c:pt>
                <c:pt idx="558">
                  <c:v>9.52</c:v>
                </c:pt>
                <c:pt idx="559">
                  <c:v>9.51</c:v>
                </c:pt>
                <c:pt idx="560">
                  <c:v>9.49</c:v>
                </c:pt>
                <c:pt idx="561">
                  <c:v>9.4700000000000006</c:v>
                </c:pt>
                <c:pt idx="562">
                  <c:v>9.4581585803816637</c:v>
                </c:pt>
                <c:pt idx="563">
                  <c:v>9.4499999999999993</c:v>
                </c:pt>
                <c:pt idx="564">
                  <c:v>9.44</c:v>
                </c:pt>
                <c:pt idx="565">
                  <c:v>9.44</c:v>
                </c:pt>
                <c:pt idx="566">
                  <c:v>9.44</c:v>
                </c:pt>
                <c:pt idx="567">
                  <c:v>9.44</c:v>
                </c:pt>
                <c:pt idx="568">
                  <c:v>9.4600000000000009</c:v>
                </c:pt>
                <c:pt idx="569">
                  <c:v>9.51</c:v>
                </c:pt>
                <c:pt idx="570">
                  <c:v>9.57</c:v>
                </c:pt>
                <c:pt idx="571">
                  <c:v>9.6007038199278014</c:v>
                </c:pt>
                <c:pt idx="572">
                  <c:v>9.61</c:v>
                </c:pt>
                <c:pt idx="573">
                  <c:v>9.64</c:v>
                </c:pt>
                <c:pt idx="574">
                  <c:v>9.65</c:v>
                </c:pt>
                <c:pt idx="575">
                  <c:v>9.66</c:v>
                </c:pt>
                <c:pt idx="576">
                  <c:v>9.6688869685447631</c:v>
                </c:pt>
                <c:pt idx="577">
                  <c:v>9.67</c:v>
                </c:pt>
                <c:pt idx="578">
                  <c:v>9.68</c:v>
                </c:pt>
                <c:pt idx="579">
                  <c:v>9.69</c:v>
                </c:pt>
                <c:pt idx="580">
                  <c:v>9.6974068379160627</c:v>
                </c:pt>
                <c:pt idx="581">
                  <c:v>9.6999999999999993</c:v>
                </c:pt>
                <c:pt idx="582">
                  <c:v>9.7100000000000009</c:v>
                </c:pt>
                <c:pt idx="583">
                  <c:v>9.7180653676329438</c:v>
                </c:pt>
                <c:pt idx="584">
                  <c:v>9.7200000000000006</c:v>
                </c:pt>
                <c:pt idx="585">
                  <c:v>9.73</c:v>
                </c:pt>
                <c:pt idx="586">
                  <c:v>9.75</c:v>
                </c:pt>
                <c:pt idx="587">
                  <c:v>9.7666768151432919</c:v>
                </c:pt>
                <c:pt idx="588">
                  <c:v>9.7799999999999994</c:v>
                </c:pt>
                <c:pt idx="589">
                  <c:v>9.7899999999999991</c:v>
                </c:pt>
                <c:pt idx="590">
                  <c:v>9.7899999999999991</c:v>
                </c:pt>
                <c:pt idx="591">
                  <c:v>9.7799999999999994</c:v>
                </c:pt>
                <c:pt idx="592">
                  <c:v>9.7799999999999994</c:v>
                </c:pt>
                <c:pt idx="593">
                  <c:v>9.77</c:v>
                </c:pt>
                <c:pt idx="594">
                  <c:v>9.75</c:v>
                </c:pt>
                <c:pt idx="595">
                  <c:v>9.73</c:v>
                </c:pt>
                <c:pt idx="596">
                  <c:v>9.7368180712142109</c:v>
                </c:pt>
                <c:pt idx="597">
                  <c:v>9.74</c:v>
                </c:pt>
                <c:pt idx="598">
                  <c:v>9.76</c:v>
                </c:pt>
                <c:pt idx="599">
                  <c:v>9.7818533922537032</c:v>
                </c:pt>
                <c:pt idx="600">
                  <c:v>9.7899999999999991</c:v>
                </c:pt>
                <c:pt idx="601">
                  <c:v>9.86</c:v>
                </c:pt>
                <c:pt idx="602">
                  <c:v>9.8754605404410647</c:v>
                </c:pt>
                <c:pt idx="603">
                  <c:v>9.8800000000000008</c:v>
                </c:pt>
                <c:pt idx="604">
                  <c:v>9.9</c:v>
                </c:pt>
                <c:pt idx="605">
                  <c:v>9.9074718439700558</c:v>
                </c:pt>
                <c:pt idx="606">
                  <c:v>9.91</c:v>
                </c:pt>
                <c:pt idx="607">
                  <c:v>9.93</c:v>
                </c:pt>
                <c:pt idx="608">
                  <c:v>9.93</c:v>
                </c:pt>
                <c:pt idx="609">
                  <c:v>9.93</c:v>
                </c:pt>
                <c:pt idx="610">
                  <c:v>9.92</c:v>
                </c:pt>
                <c:pt idx="611">
                  <c:v>9.9</c:v>
                </c:pt>
                <c:pt idx="612">
                  <c:v>9.8800000000000008</c:v>
                </c:pt>
                <c:pt idx="613">
                  <c:v>9.86</c:v>
                </c:pt>
                <c:pt idx="614">
                  <c:v>9.84</c:v>
                </c:pt>
                <c:pt idx="615">
                  <c:v>9.81</c:v>
                </c:pt>
                <c:pt idx="616">
                  <c:v>9.8000000000000007</c:v>
                </c:pt>
                <c:pt idx="617">
                  <c:v>9.8000000000000007</c:v>
                </c:pt>
                <c:pt idx="618">
                  <c:v>9.8000000000000007</c:v>
                </c:pt>
                <c:pt idx="619">
                  <c:v>9.82</c:v>
                </c:pt>
                <c:pt idx="620">
                  <c:v>9.83382339242171</c:v>
                </c:pt>
                <c:pt idx="621">
                  <c:v>9.84</c:v>
                </c:pt>
                <c:pt idx="622">
                  <c:v>9.8699999999999992</c:v>
                </c:pt>
                <c:pt idx="623">
                  <c:v>9.8786839245348634</c:v>
                </c:pt>
                <c:pt idx="624">
                  <c:v>9.8800000000000008</c:v>
                </c:pt>
                <c:pt idx="625">
                  <c:v>9.8800000000000008</c:v>
                </c:pt>
                <c:pt idx="626">
                  <c:v>9.8699999999999992</c:v>
                </c:pt>
                <c:pt idx="627">
                  <c:v>9.8768697116891264</c:v>
                </c:pt>
                <c:pt idx="628">
                  <c:v>9.8800000000000008</c:v>
                </c:pt>
                <c:pt idx="629">
                  <c:v>9.89</c:v>
                </c:pt>
                <c:pt idx="630">
                  <c:v>9.8965552117729647</c:v>
                </c:pt>
                <c:pt idx="631">
                  <c:v>9.9</c:v>
                </c:pt>
                <c:pt idx="632">
                  <c:v>9.93</c:v>
                </c:pt>
                <c:pt idx="633">
                  <c:v>9.9379911962799312</c:v>
                </c:pt>
                <c:pt idx="634">
                  <c:v>9.94</c:v>
                </c:pt>
                <c:pt idx="635">
                  <c:v>9.9499999999999993</c:v>
                </c:pt>
                <c:pt idx="636">
                  <c:v>9.94</c:v>
                </c:pt>
                <c:pt idx="637">
                  <c:v>9.9319358629952994</c:v>
                </c:pt>
                <c:pt idx="638">
                  <c:v>9.93</c:v>
                </c:pt>
                <c:pt idx="639">
                  <c:v>9.9499999999999993</c:v>
                </c:pt>
                <c:pt idx="640">
                  <c:v>9.9656778166998645</c:v>
                </c:pt>
                <c:pt idx="641">
                  <c:v>9.9700000000000006</c:v>
                </c:pt>
                <c:pt idx="642">
                  <c:v>9.99</c:v>
                </c:pt>
                <c:pt idx="643">
                  <c:v>9.9952512603153192</c:v>
                </c:pt>
                <c:pt idx="644">
                  <c:v>10</c:v>
                </c:pt>
                <c:pt idx="645">
                  <c:v>9.99</c:v>
                </c:pt>
                <c:pt idx="646">
                  <c:v>9.9700000000000006</c:v>
                </c:pt>
                <c:pt idx="647">
                  <c:v>9.9700000000000006</c:v>
                </c:pt>
                <c:pt idx="648">
                  <c:v>9.9700000000000006</c:v>
                </c:pt>
                <c:pt idx="649">
                  <c:v>9.99</c:v>
                </c:pt>
                <c:pt idx="650">
                  <c:v>9.9943791681515037</c:v>
                </c:pt>
                <c:pt idx="651">
                  <c:v>10</c:v>
                </c:pt>
                <c:pt idx="652">
                  <c:v>10</c:v>
                </c:pt>
                <c:pt idx="653">
                  <c:v>10</c:v>
                </c:pt>
                <c:pt idx="654">
                  <c:v>10.008333539803269</c:v>
                </c:pt>
                <c:pt idx="655">
                  <c:v>10.01</c:v>
                </c:pt>
                <c:pt idx="656">
                  <c:v>10.02</c:v>
                </c:pt>
                <c:pt idx="657">
                  <c:v>10.039999999999999</c:v>
                </c:pt>
                <c:pt idx="658">
                  <c:v>10.050000000000001</c:v>
                </c:pt>
                <c:pt idx="659">
                  <c:v>10.050000000000001</c:v>
                </c:pt>
                <c:pt idx="660">
                  <c:v>10.039999999999999</c:v>
                </c:pt>
                <c:pt idx="661">
                  <c:v>10.02188496914658</c:v>
                </c:pt>
                <c:pt idx="662">
                  <c:v>10.02</c:v>
                </c:pt>
                <c:pt idx="663">
                  <c:v>10.02</c:v>
                </c:pt>
                <c:pt idx="664">
                  <c:v>10.01</c:v>
                </c:pt>
                <c:pt idx="665">
                  <c:v>9.98</c:v>
                </c:pt>
                <c:pt idx="666">
                  <c:v>9.9499999999999993</c:v>
                </c:pt>
                <c:pt idx="667">
                  <c:v>9.9363788165360702</c:v>
                </c:pt>
                <c:pt idx="668">
                  <c:v>9.92</c:v>
                </c:pt>
                <c:pt idx="669">
                  <c:v>9.89</c:v>
                </c:pt>
                <c:pt idx="670">
                  <c:v>9.8679020028925795</c:v>
                </c:pt>
                <c:pt idx="671">
                  <c:v>9.86</c:v>
                </c:pt>
                <c:pt idx="672">
                  <c:v>9.82</c:v>
                </c:pt>
                <c:pt idx="673">
                  <c:v>9.7836390167974567</c:v>
                </c:pt>
                <c:pt idx="674">
                  <c:v>9.77</c:v>
                </c:pt>
                <c:pt idx="675">
                  <c:v>9.69</c:v>
                </c:pt>
                <c:pt idx="676">
                  <c:v>9.6383137700079473</c:v>
                </c:pt>
                <c:pt idx="677">
                  <c:v>9.6300000000000008</c:v>
                </c:pt>
                <c:pt idx="678">
                  <c:v>9.58</c:v>
                </c:pt>
                <c:pt idx="679">
                  <c:v>9.5651597716706878</c:v>
                </c:pt>
                <c:pt idx="680">
                  <c:v>9.56</c:v>
                </c:pt>
                <c:pt idx="681">
                  <c:v>9.5399999999999991</c:v>
                </c:pt>
                <c:pt idx="682">
                  <c:v>9.531991714581622</c:v>
                </c:pt>
                <c:pt idx="683">
                  <c:v>9.5299999999999994</c:v>
                </c:pt>
                <c:pt idx="684">
                  <c:v>9.51</c:v>
                </c:pt>
                <c:pt idx="685">
                  <c:v>9.49</c:v>
                </c:pt>
                <c:pt idx="686">
                  <c:v>9.4857616428679545</c:v>
                </c:pt>
                <c:pt idx="687">
                  <c:v>9.48</c:v>
                </c:pt>
                <c:pt idx="688">
                  <c:v>9.49</c:v>
                </c:pt>
                <c:pt idx="689">
                  <c:v>9.49</c:v>
                </c:pt>
                <c:pt idx="690">
                  <c:v>9.49</c:v>
                </c:pt>
                <c:pt idx="691">
                  <c:v>9.48</c:v>
                </c:pt>
                <c:pt idx="692">
                  <c:v>9.48</c:v>
                </c:pt>
                <c:pt idx="693">
                  <c:v>9.48</c:v>
                </c:pt>
                <c:pt idx="694">
                  <c:v>9.48</c:v>
                </c:pt>
                <c:pt idx="695">
                  <c:v>9.48</c:v>
                </c:pt>
                <c:pt idx="696">
                  <c:v>9.5</c:v>
                </c:pt>
                <c:pt idx="697">
                  <c:v>9.52</c:v>
                </c:pt>
                <c:pt idx="698">
                  <c:v>9.5500000000000007</c:v>
                </c:pt>
                <c:pt idx="699">
                  <c:v>9.56</c:v>
                </c:pt>
                <c:pt idx="700">
                  <c:v>9.56</c:v>
                </c:pt>
                <c:pt idx="701">
                  <c:v>9.5560037103986311</c:v>
                </c:pt>
                <c:pt idx="702">
                  <c:v>9.5500000000000007</c:v>
                </c:pt>
                <c:pt idx="703">
                  <c:v>9.5299999999999994</c:v>
                </c:pt>
                <c:pt idx="704">
                  <c:v>9.5138692490460066</c:v>
                </c:pt>
                <c:pt idx="705">
                  <c:v>9.51</c:v>
                </c:pt>
                <c:pt idx="706">
                  <c:v>9.51</c:v>
                </c:pt>
                <c:pt idx="707">
                  <c:v>9.51</c:v>
                </c:pt>
                <c:pt idx="708">
                  <c:v>9.51</c:v>
                </c:pt>
                <c:pt idx="709">
                  <c:v>9.5058987915407851</c:v>
                </c:pt>
                <c:pt idx="710">
                  <c:v>9.49</c:v>
                </c:pt>
                <c:pt idx="711">
                  <c:v>9.4646846137323699</c:v>
                </c:pt>
                <c:pt idx="712">
                  <c:v>9.4600000000000009</c:v>
                </c:pt>
                <c:pt idx="713">
                  <c:v>9.42</c:v>
                </c:pt>
                <c:pt idx="714">
                  <c:v>9.39</c:v>
                </c:pt>
                <c:pt idx="715">
                  <c:v>9.3699999999999992</c:v>
                </c:pt>
                <c:pt idx="716">
                  <c:v>9.3699999999999992</c:v>
                </c:pt>
                <c:pt idx="717">
                  <c:v>9.36</c:v>
                </c:pt>
                <c:pt idx="718">
                  <c:v>9.3403371575743392</c:v>
                </c:pt>
                <c:pt idx="719">
                  <c:v>9.32</c:v>
                </c:pt>
                <c:pt idx="720">
                  <c:v>9.2100000000000009</c:v>
                </c:pt>
                <c:pt idx="721">
                  <c:v>9.0579532604598558</c:v>
                </c:pt>
                <c:pt idx="722">
                  <c:v>9.0299999999999994</c:v>
                </c:pt>
                <c:pt idx="723">
                  <c:v>8.7899999999999991</c:v>
                </c:pt>
                <c:pt idx="724">
                  <c:v>8.5685003885003876</c:v>
                </c:pt>
                <c:pt idx="725">
                  <c:v>8.5</c:v>
                </c:pt>
                <c:pt idx="726">
                  <c:v>7.84</c:v>
                </c:pt>
                <c:pt idx="727">
                  <c:v>7.6122172162194488</c:v>
                </c:pt>
                <c:pt idx="728">
                  <c:v>7.5</c:v>
                </c:pt>
                <c:pt idx="729">
                  <c:v>7.14</c:v>
                </c:pt>
                <c:pt idx="730">
                  <c:v>6.77</c:v>
                </c:pt>
                <c:pt idx="731">
                  <c:v>6.41</c:v>
                </c:pt>
                <c:pt idx="732">
                  <c:v>6.05</c:v>
                </c:pt>
                <c:pt idx="733">
                  <c:v>5.7712371224026544</c:v>
                </c:pt>
                <c:pt idx="734">
                  <c:v>5.67</c:v>
                </c:pt>
                <c:pt idx="735">
                  <c:v>5.25</c:v>
                </c:pt>
                <c:pt idx="736">
                  <c:v>4.8890916899291383</c:v>
                </c:pt>
                <c:pt idx="737">
                  <c:v>4.8</c:v>
                </c:pt>
                <c:pt idx="738">
                  <c:v>4.32</c:v>
                </c:pt>
                <c:pt idx="739">
                  <c:v>3.8619039347749031</c:v>
                </c:pt>
                <c:pt idx="740">
                  <c:v>3.81</c:v>
                </c:pt>
                <c:pt idx="741">
                  <c:v>2.75</c:v>
                </c:pt>
                <c:pt idx="742">
                  <c:v>2.5450248631743548</c:v>
                </c:pt>
                <c:pt idx="743">
                  <c:v>2.23</c:v>
                </c:pt>
                <c:pt idx="744">
                  <c:v>1.73</c:v>
                </c:pt>
                <c:pt idx="745">
                  <c:v>1.23</c:v>
                </c:pt>
                <c:pt idx="746">
                  <c:v>0.75</c:v>
                </c:pt>
                <c:pt idx="747">
                  <c:v>0.55742634111984968</c:v>
                </c:pt>
                <c:pt idx="748">
                  <c:v>0.36</c:v>
                </c:pt>
                <c:pt idx="749">
                  <c:v>0.1</c:v>
                </c:pt>
                <c:pt idx="750">
                  <c:v>-0.03</c:v>
                </c:pt>
                <c:pt idx="751">
                  <c:v>-0.08</c:v>
                </c:pt>
                <c:pt idx="752">
                  <c:v>-7.0000000000000007E-2</c:v>
                </c:pt>
                <c:pt idx="753">
                  <c:v>-0.05</c:v>
                </c:pt>
                <c:pt idx="754">
                  <c:v>-0.02</c:v>
                </c:pt>
                <c:pt idx="755">
                  <c:v>-1.6230028928510651E-2</c:v>
                </c:pt>
                <c:pt idx="756">
                  <c:v>-0.01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EE8-4862-B440-06AADE365F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28590400"/>
        <c:axId val="2128580416"/>
      </c:lineChart>
      <c:catAx>
        <c:axId val="2128590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8580416"/>
        <c:crosses val="autoZero"/>
        <c:auto val="1"/>
        <c:lblAlgn val="ctr"/>
        <c:lblOffset val="100"/>
        <c:noMultiLvlLbl val="0"/>
      </c:catAx>
      <c:valAx>
        <c:axId val="2128580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8590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Slip</a:t>
            </a:r>
            <a:r>
              <a:rPr lang="en-US" baseline="0" dirty="0" smtClean="0"/>
              <a:t> </a:t>
            </a:r>
            <a:r>
              <a:rPr lang="en-US" dirty="0" smtClean="0"/>
              <a:t>ratio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Sheet1!$E$1</c:f>
              <c:strCache>
                <c:ptCount val="1"/>
                <c:pt idx="0">
                  <c:v>slip_ratio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Sheet1!$E$2:$E$768</c:f>
              <c:numCache>
                <c:formatCode>General</c:formatCode>
                <c:ptCount val="767"/>
                <c:pt idx="0">
                  <c:v>-1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  <c:pt idx="4">
                  <c:v>-1</c:v>
                </c:pt>
                <c:pt idx="5">
                  <c:v>-1</c:v>
                </c:pt>
                <c:pt idx="6">
                  <c:v>-1</c:v>
                </c:pt>
                <c:pt idx="7">
                  <c:v>-1</c:v>
                </c:pt>
                <c:pt idx="8">
                  <c:v>-1</c:v>
                </c:pt>
                <c:pt idx="9">
                  <c:v>-1</c:v>
                </c:pt>
                <c:pt idx="10">
                  <c:v>-1</c:v>
                </c:pt>
                <c:pt idx="11">
                  <c:v>-1</c:v>
                </c:pt>
                <c:pt idx="12">
                  <c:v>-1</c:v>
                </c:pt>
                <c:pt idx="13">
                  <c:v>-1</c:v>
                </c:pt>
                <c:pt idx="14">
                  <c:v>-1</c:v>
                </c:pt>
                <c:pt idx="15">
                  <c:v>-1</c:v>
                </c:pt>
                <c:pt idx="16">
                  <c:v>-1</c:v>
                </c:pt>
                <c:pt idx="17">
                  <c:v>-1</c:v>
                </c:pt>
                <c:pt idx="18">
                  <c:v>-1</c:v>
                </c:pt>
                <c:pt idx="19">
                  <c:v>-1</c:v>
                </c:pt>
                <c:pt idx="20">
                  <c:v>-1</c:v>
                </c:pt>
                <c:pt idx="21">
                  <c:v>-1</c:v>
                </c:pt>
                <c:pt idx="22">
                  <c:v>-1</c:v>
                </c:pt>
                <c:pt idx="23">
                  <c:v>-1</c:v>
                </c:pt>
                <c:pt idx="24">
                  <c:v>-1</c:v>
                </c:pt>
                <c:pt idx="25">
                  <c:v>-1</c:v>
                </c:pt>
                <c:pt idx="26">
                  <c:v>-1</c:v>
                </c:pt>
                <c:pt idx="27">
                  <c:v>-1</c:v>
                </c:pt>
                <c:pt idx="28">
                  <c:v>-1</c:v>
                </c:pt>
                <c:pt idx="29">
                  <c:v>-1</c:v>
                </c:pt>
                <c:pt idx="30">
                  <c:v>-1</c:v>
                </c:pt>
                <c:pt idx="31">
                  <c:v>-1</c:v>
                </c:pt>
                <c:pt idx="32">
                  <c:v>-1</c:v>
                </c:pt>
                <c:pt idx="33">
                  <c:v>-1</c:v>
                </c:pt>
                <c:pt idx="34">
                  <c:v>-1</c:v>
                </c:pt>
                <c:pt idx="35">
                  <c:v>-1</c:v>
                </c:pt>
                <c:pt idx="36">
                  <c:v>-1</c:v>
                </c:pt>
                <c:pt idx="37">
                  <c:v>-1</c:v>
                </c:pt>
                <c:pt idx="38">
                  <c:v>-1</c:v>
                </c:pt>
                <c:pt idx="39">
                  <c:v>-1</c:v>
                </c:pt>
                <c:pt idx="40">
                  <c:v>-1</c:v>
                </c:pt>
                <c:pt idx="41">
                  <c:v>-1</c:v>
                </c:pt>
                <c:pt idx="42">
                  <c:v>-1</c:v>
                </c:pt>
                <c:pt idx="43">
                  <c:v>-1</c:v>
                </c:pt>
                <c:pt idx="44">
                  <c:v>-1</c:v>
                </c:pt>
                <c:pt idx="45">
                  <c:v>-1</c:v>
                </c:pt>
                <c:pt idx="46">
                  <c:v>-1</c:v>
                </c:pt>
                <c:pt idx="47">
                  <c:v>-1</c:v>
                </c:pt>
                <c:pt idx="48">
                  <c:v>-1</c:v>
                </c:pt>
                <c:pt idx="49">
                  <c:v>-1</c:v>
                </c:pt>
                <c:pt idx="50">
                  <c:v>-1</c:v>
                </c:pt>
                <c:pt idx="51">
                  <c:v>-1</c:v>
                </c:pt>
                <c:pt idx="52">
                  <c:v>-1</c:v>
                </c:pt>
                <c:pt idx="53">
                  <c:v>-1</c:v>
                </c:pt>
                <c:pt idx="54">
                  <c:v>-1</c:v>
                </c:pt>
                <c:pt idx="55">
                  <c:v>-1</c:v>
                </c:pt>
                <c:pt idx="56">
                  <c:v>-1</c:v>
                </c:pt>
                <c:pt idx="57">
                  <c:v>-1</c:v>
                </c:pt>
                <c:pt idx="58">
                  <c:v>-1</c:v>
                </c:pt>
                <c:pt idx="59">
                  <c:v>-1</c:v>
                </c:pt>
                <c:pt idx="60">
                  <c:v>-1</c:v>
                </c:pt>
                <c:pt idx="61">
                  <c:v>-1</c:v>
                </c:pt>
                <c:pt idx="62">
                  <c:v>-1</c:v>
                </c:pt>
                <c:pt idx="63">
                  <c:v>-1</c:v>
                </c:pt>
                <c:pt idx="64">
                  <c:v>-1</c:v>
                </c:pt>
                <c:pt idx="65">
                  <c:v>-1</c:v>
                </c:pt>
                <c:pt idx="66">
                  <c:v>-1</c:v>
                </c:pt>
                <c:pt idx="67">
                  <c:v>-1</c:v>
                </c:pt>
                <c:pt idx="68">
                  <c:v>-1</c:v>
                </c:pt>
                <c:pt idx="69">
                  <c:v>-1</c:v>
                </c:pt>
                <c:pt idx="70">
                  <c:v>-1</c:v>
                </c:pt>
                <c:pt idx="71">
                  <c:v>-1</c:v>
                </c:pt>
                <c:pt idx="72">
                  <c:v>-1</c:v>
                </c:pt>
                <c:pt idx="73">
                  <c:v>-1</c:v>
                </c:pt>
                <c:pt idx="74">
                  <c:v>-1</c:v>
                </c:pt>
                <c:pt idx="75">
                  <c:v>-1</c:v>
                </c:pt>
                <c:pt idx="76">
                  <c:v>-1</c:v>
                </c:pt>
                <c:pt idx="77">
                  <c:v>-1</c:v>
                </c:pt>
                <c:pt idx="78">
                  <c:v>-1</c:v>
                </c:pt>
                <c:pt idx="79">
                  <c:v>-1</c:v>
                </c:pt>
                <c:pt idx="80">
                  <c:v>-1</c:v>
                </c:pt>
                <c:pt idx="81">
                  <c:v>-0.44788506575439041</c:v>
                </c:pt>
                <c:pt idx="82">
                  <c:v>0.62882403708587187</c:v>
                </c:pt>
                <c:pt idx="83">
                  <c:v>0.92684965156126997</c:v>
                </c:pt>
                <c:pt idx="84">
                  <c:v>0.97069487934601473</c:v>
                </c:pt>
                <c:pt idx="85">
                  <c:v>0.97748181580419646</c:v>
                </c:pt>
                <c:pt idx="86">
                  <c:v>0.93929785640917984</c:v>
                </c:pt>
                <c:pt idx="87">
                  <c:v>0.94365276543562393</c:v>
                </c:pt>
                <c:pt idx="88">
                  <c:v>0.93972517114867782</c:v>
                </c:pt>
                <c:pt idx="89">
                  <c:v>0.87356914243915951</c:v>
                </c:pt>
                <c:pt idx="90">
                  <c:v>0.86923233820694756</c:v>
                </c:pt>
                <c:pt idx="91">
                  <c:v>0.87789931634103624</c:v>
                </c:pt>
                <c:pt idx="92">
                  <c:v>0.94014249981844467</c:v>
                </c:pt>
                <c:pt idx="93">
                  <c:v>0.97222914268705751</c:v>
                </c:pt>
                <c:pt idx="94">
                  <c:v>0.98353474675145791</c:v>
                </c:pt>
                <c:pt idx="95">
                  <c:v>0.94871681924048046</c:v>
                </c:pt>
                <c:pt idx="96">
                  <c:v>0.46907000289129441</c:v>
                </c:pt>
                <c:pt idx="97">
                  <c:v>0.37497042848382922</c:v>
                </c:pt>
                <c:pt idx="98">
                  <c:v>0.35788767721601272</c:v>
                </c:pt>
                <c:pt idx="99">
                  <c:v>0.19515206887190889</c:v>
                </c:pt>
                <c:pt idx="100">
                  <c:v>8.2320601836453067E-2</c:v>
                </c:pt>
                <c:pt idx="101">
                  <c:v>7.0458936074456899E-2</c:v>
                </c:pt>
                <c:pt idx="102">
                  <c:v>-1.6583092332465209E-2</c:v>
                </c:pt>
                <c:pt idx="103">
                  <c:v>-2.0407549060832191E-2</c:v>
                </c:pt>
                <c:pt idx="104">
                  <c:v>1.0441505797719131E-2</c:v>
                </c:pt>
                <c:pt idx="105">
                  <c:v>0.22661805465852061</c:v>
                </c:pt>
                <c:pt idx="106">
                  <c:v>0.34162790058271708</c:v>
                </c:pt>
                <c:pt idx="107">
                  <c:v>0.36246565715549572</c:v>
                </c:pt>
                <c:pt idx="108">
                  <c:v>0.43916170454389231</c:v>
                </c:pt>
                <c:pt idx="109">
                  <c:v>0.53282087751249008</c:v>
                </c:pt>
                <c:pt idx="110">
                  <c:v>0.55676013603772723</c:v>
                </c:pt>
                <c:pt idx="111">
                  <c:v>0.51448780385932746</c:v>
                </c:pt>
                <c:pt idx="112">
                  <c:v>0.31765681237322219</c:v>
                </c:pt>
                <c:pt idx="113">
                  <c:v>0.27071101241563728</c:v>
                </c:pt>
                <c:pt idx="114">
                  <c:v>0.28362134891947999</c:v>
                </c:pt>
                <c:pt idx="115">
                  <c:v>0.36609454728190233</c:v>
                </c:pt>
                <c:pt idx="116">
                  <c:v>0.41463518807883781</c:v>
                </c:pt>
                <c:pt idx="117">
                  <c:v>0.43161325765058989</c:v>
                </c:pt>
                <c:pt idx="118">
                  <c:v>0.45096235606565349</c:v>
                </c:pt>
                <c:pt idx="119">
                  <c:v>0.71904825864888577</c:v>
                </c:pt>
                <c:pt idx="120">
                  <c:v>0.82957532215534935</c:v>
                </c:pt>
                <c:pt idx="121">
                  <c:v>0.82694180550577501</c:v>
                </c:pt>
                <c:pt idx="122">
                  <c:v>0.80068407801898112</c:v>
                </c:pt>
                <c:pt idx="123">
                  <c:v>0.78721197362904161</c:v>
                </c:pt>
                <c:pt idx="124">
                  <c:v>0.78206065441395722</c:v>
                </c:pt>
                <c:pt idx="125">
                  <c:v>0.77747645838634527</c:v>
                </c:pt>
                <c:pt idx="126">
                  <c:v>0.67801084338296791</c:v>
                </c:pt>
                <c:pt idx="127">
                  <c:v>0.63860045720489866</c:v>
                </c:pt>
                <c:pt idx="128">
                  <c:v>0.44721883691426789</c:v>
                </c:pt>
                <c:pt idx="129">
                  <c:v>0.30945874208277069</c:v>
                </c:pt>
                <c:pt idx="130">
                  <c:v>0.17977931744684941</c:v>
                </c:pt>
                <c:pt idx="131">
                  <c:v>0.16501390557501791</c:v>
                </c:pt>
                <c:pt idx="132">
                  <c:v>0.1022647839245447</c:v>
                </c:pt>
                <c:pt idx="133">
                  <c:v>9.6835036427958127E-2</c:v>
                </c:pt>
                <c:pt idx="134">
                  <c:v>9.8607868499414705E-2</c:v>
                </c:pt>
                <c:pt idx="135">
                  <c:v>0.1143487445144067</c:v>
                </c:pt>
                <c:pt idx="136">
                  <c:v>0.116731352632476</c:v>
                </c:pt>
                <c:pt idx="137">
                  <c:v>0.14623207188143611</c:v>
                </c:pt>
                <c:pt idx="138">
                  <c:v>0.32342797208245072</c:v>
                </c:pt>
                <c:pt idx="139">
                  <c:v>0.43159247748267088</c:v>
                </c:pt>
                <c:pt idx="140">
                  <c:v>0.41237306292752718</c:v>
                </c:pt>
                <c:pt idx="141">
                  <c:v>0.22161964569751141</c:v>
                </c:pt>
                <c:pt idx="142">
                  <c:v>0.19146299416202239</c:v>
                </c:pt>
                <c:pt idx="143">
                  <c:v>0.1828130191010201</c:v>
                </c:pt>
                <c:pt idx="144">
                  <c:v>0.1160720959165225</c:v>
                </c:pt>
                <c:pt idx="145">
                  <c:v>6.9763668144502911E-2</c:v>
                </c:pt>
                <c:pt idx="146">
                  <c:v>6.7930562757684318E-2</c:v>
                </c:pt>
                <c:pt idx="147">
                  <c:v>6.5955233149423156E-2</c:v>
                </c:pt>
                <c:pt idx="148">
                  <c:v>2.522449809280088E-2</c:v>
                </c:pt>
                <c:pt idx="149">
                  <c:v>1.7263866034854702E-2</c:v>
                </c:pt>
                <c:pt idx="150">
                  <c:v>-1.4662612367845541E-2</c:v>
                </c:pt>
                <c:pt idx="151">
                  <c:v>-5.3131588613194253E-2</c:v>
                </c:pt>
                <c:pt idx="152">
                  <c:v>-7.3561523887965649E-2</c:v>
                </c:pt>
                <c:pt idx="153">
                  <c:v>-7.2510268722808913E-2</c:v>
                </c:pt>
                <c:pt idx="154">
                  <c:v>-3.8179875808336837E-2</c:v>
                </c:pt>
                <c:pt idx="155">
                  <c:v>-9.6731766694202522E-3</c:v>
                </c:pt>
                <c:pt idx="156">
                  <c:v>-6.1988936000558744E-3</c:v>
                </c:pt>
                <c:pt idx="157">
                  <c:v>2.3815893127788111E-2</c:v>
                </c:pt>
                <c:pt idx="158">
                  <c:v>3.5100714567581487E-2</c:v>
                </c:pt>
                <c:pt idx="159">
                  <c:v>2.6302369501984949E-2</c:v>
                </c:pt>
                <c:pt idx="160">
                  <c:v>-5.080484555222798E-2</c:v>
                </c:pt>
                <c:pt idx="161">
                  <c:v>-7.9691496514573468E-2</c:v>
                </c:pt>
                <c:pt idx="162">
                  <c:v>-7.4646457038008457E-2</c:v>
                </c:pt>
                <c:pt idx="163">
                  <c:v>-2.6582749678037199E-2</c:v>
                </c:pt>
                <c:pt idx="164">
                  <c:v>-2.2590748843021591E-2</c:v>
                </c:pt>
                <c:pt idx="165">
                  <c:v>-1.501951548788257E-2</c:v>
                </c:pt>
                <c:pt idx="166">
                  <c:v>9.63518667523518E-2</c:v>
                </c:pt>
                <c:pt idx="167">
                  <c:v>0.12091375611867181</c:v>
                </c:pt>
                <c:pt idx="168">
                  <c:v>0.1166997209790063</c:v>
                </c:pt>
                <c:pt idx="169">
                  <c:v>8.6985340693196134E-2</c:v>
                </c:pt>
                <c:pt idx="170">
                  <c:v>6.9572036749116217E-2</c:v>
                </c:pt>
                <c:pt idx="171">
                  <c:v>7.0775505705518785E-2</c:v>
                </c:pt>
                <c:pt idx="172">
                  <c:v>7.3194066233354796E-2</c:v>
                </c:pt>
                <c:pt idx="173">
                  <c:v>0.1217505629130894</c:v>
                </c:pt>
                <c:pt idx="174">
                  <c:v>0.1168666117088103</c:v>
                </c:pt>
                <c:pt idx="175">
                  <c:v>0.10995254555431851</c:v>
                </c:pt>
                <c:pt idx="176">
                  <c:v>9.2218395298774833E-2</c:v>
                </c:pt>
                <c:pt idx="177">
                  <c:v>8.1962908958783276E-2</c:v>
                </c:pt>
                <c:pt idx="178">
                  <c:v>8.2646944488426077E-2</c:v>
                </c:pt>
                <c:pt idx="179">
                  <c:v>9.2833868226384383E-2</c:v>
                </c:pt>
                <c:pt idx="180">
                  <c:v>0.10246600725783089</c:v>
                </c:pt>
                <c:pt idx="181">
                  <c:v>0.10479080693273619</c:v>
                </c:pt>
                <c:pt idx="182">
                  <c:v>0.12566935907701271</c:v>
                </c:pt>
                <c:pt idx="183">
                  <c:v>0.1568150476939037</c:v>
                </c:pt>
                <c:pt idx="184">
                  <c:v>0.17243380767230759</c:v>
                </c:pt>
                <c:pt idx="185">
                  <c:v>0.16560358665612929</c:v>
                </c:pt>
                <c:pt idx="186">
                  <c:v>0.12539768433277129</c:v>
                </c:pt>
                <c:pt idx="187">
                  <c:v>0.1002098919824551</c:v>
                </c:pt>
                <c:pt idx="188">
                  <c:v>9.4288756646735569E-2</c:v>
                </c:pt>
                <c:pt idx="189">
                  <c:v>8.6924872363657174E-2</c:v>
                </c:pt>
                <c:pt idx="190">
                  <c:v>5.6897437474066302E-2</c:v>
                </c:pt>
                <c:pt idx="191">
                  <c:v>1.8797495319319402E-2</c:v>
                </c:pt>
                <c:pt idx="192">
                  <c:v>1.9747352523920431E-3</c:v>
                </c:pt>
                <c:pt idx="193">
                  <c:v>3.323638723860693E-3</c:v>
                </c:pt>
                <c:pt idx="194">
                  <c:v>1.208586653905864E-2</c:v>
                </c:pt>
                <c:pt idx="195">
                  <c:v>1.2858444216648141E-2</c:v>
                </c:pt>
                <c:pt idx="196">
                  <c:v>2.2984396511940671E-2</c:v>
                </c:pt>
                <c:pt idx="197">
                  <c:v>2.223393336474451E-2</c:v>
                </c:pt>
                <c:pt idx="198">
                  <c:v>1.1150456891106801E-2</c:v>
                </c:pt>
                <c:pt idx="199">
                  <c:v>1.009427075927144E-2</c:v>
                </c:pt>
                <c:pt idx="200">
                  <c:v>4.6841074840954754E-3</c:v>
                </c:pt>
                <c:pt idx="201">
                  <c:v>-2.470341311014581E-2</c:v>
                </c:pt>
                <c:pt idx="202">
                  <c:v>-4.1625831116868014E-3</c:v>
                </c:pt>
                <c:pt idx="203">
                  <c:v>2.4372904611342311E-2</c:v>
                </c:pt>
                <c:pt idx="204">
                  <c:v>4.2943970732349353E-2</c:v>
                </c:pt>
                <c:pt idx="205">
                  <c:v>4.9186637894908847E-2</c:v>
                </c:pt>
                <c:pt idx="206">
                  <c:v>5.1589926343628002E-2</c:v>
                </c:pt>
                <c:pt idx="207">
                  <c:v>8.0632355087921187E-2</c:v>
                </c:pt>
                <c:pt idx="208">
                  <c:v>9.0678442428789724E-2</c:v>
                </c:pt>
                <c:pt idx="209">
                  <c:v>7.7652029233228684E-2</c:v>
                </c:pt>
                <c:pt idx="210">
                  <c:v>-3.8057347033253787E-2</c:v>
                </c:pt>
                <c:pt idx="211">
                  <c:v>-7.9831775406582733E-2</c:v>
                </c:pt>
                <c:pt idx="212">
                  <c:v>-6.2820424636637354E-2</c:v>
                </c:pt>
                <c:pt idx="213">
                  <c:v>4.060592878745424E-2</c:v>
                </c:pt>
                <c:pt idx="214">
                  <c:v>0.13186608430365759</c:v>
                </c:pt>
                <c:pt idx="215">
                  <c:v>0.14551144092713611</c:v>
                </c:pt>
                <c:pt idx="216">
                  <c:v>0.1410368251189684</c:v>
                </c:pt>
                <c:pt idx="217">
                  <c:v>0.1056844264869287</c:v>
                </c:pt>
                <c:pt idx="218">
                  <c:v>8.9689400556380694E-2</c:v>
                </c:pt>
                <c:pt idx="219">
                  <c:v>9.2206113117757893E-2</c:v>
                </c:pt>
                <c:pt idx="220">
                  <c:v>0.1204334807818055</c:v>
                </c:pt>
                <c:pt idx="221">
                  <c:v>0.1390533409385076</c:v>
                </c:pt>
                <c:pt idx="222">
                  <c:v>0.14254918818087639</c:v>
                </c:pt>
                <c:pt idx="223">
                  <c:v>0.143537021991747</c:v>
                </c:pt>
                <c:pt idx="224">
                  <c:v>0.15316298701336109</c:v>
                </c:pt>
                <c:pt idx="225">
                  <c:v>0.15601336209349029</c:v>
                </c:pt>
                <c:pt idx="226">
                  <c:v>0.1519913469558998</c:v>
                </c:pt>
                <c:pt idx="227">
                  <c:v>0.14124843210916629</c:v>
                </c:pt>
                <c:pt idx="228">
                  <c:v>0.13098742725476761</c:v>
                </c:pt>
                <c:pt idx="229">
                  <c:v>0.12964354474041509</c:v>
                </c:pt>
                <c:pt idx="230">
                  <c:v>0.1246361452581058</c:v>
                </c:pt>
                <c:pt idx="231">
                  <c:v>0.11052469635468649</c:v>
                </c:pt>
                <c:pt idx="232">
                  <c:v>9.4474660984006267E-2</c:v>
                </c:pt>
                <c:pt idx="233">
                  <c:v>9.3505689379034265E-2</c:v>
                </c:pt>
                <c:pt idx="234">
                  <c:v>0.1150872652941461</c:v>
                </c:pt>
                <c:pt idx="235">
                  <c:v>0.13656106294356879</c:v>
                </c:pt>
                <c:pt idx="236">
                  <c:v>0.14089826508661471</c:v>
                </c:pt>
                <c:pt idx="237">
                  <c:v>0.1376184504359122</c:v>
                </c:pt>
                <c:pt idx="238">
                  <c:v>0.1184481405128017</c:v>
                </c:pt>
                <c:pt idx="239">
                  <c:v>0.1086541982234896</c:v>
                </c:pt>
                <c:pt idx="240">
                  <c:v>0.10681744108572611</c:v>
                </c:pt>
                <c:pt idx="241">
                  <c:v>0.1018965772151275</c:v>
                </c:pt>
                <c:pt idx="242">
                  <c:v>6.16507516186195E-2</c:v>
                </c:pt>
                <c:pt idx="243">
                  <c:v>5.3809324137492932E-2</c:v>
                </c:pt>
                <c:pt idx="244">
                  <c:v>5.8005005492056373E-2</c:v>
                </c:pt>
                <c:pt idx="245">
                  <c:v>0.1080866651328742</c:v>
                </c:pt>
                <c:pt idx="246">
                  <c:v>0.13432289604931441</c:v>
                </c:pt>
                <c:pt idx="247">
                  <c:v>0.12931195823749089</c:v>
                </c:pt>
                <c:pt idx="248">
                  <c:v>9.8515153208733511E-2</c:v>
                </c:pt>
                <c:pt idx="249">
                  <c:v>7.5395329038990683E-2</c:v>
                </c:pt>
                <c:pt idx="250">
                  <c:v>7.1436075582255953E-2</c:v>
                </c:pt>
                <c:pt idx="251">
                  <c:v>8.5154043911286517E-2</c:v>
                </c:pt>
                <c:pt idx="252">
                  <c:v>0.18939371351100989</c:v>
                </c:pt>
                <c:pt idx="253">
                  <c:v>0.18219641948178741</c:v>
                </c:pt>
                <c:pt idx="254">
                  <c:v>0.114681470707029</c:v>
                </c:pt>
                <c:pt idx="255">
                  <c:v>0.1306913377720427</c:v>
                </c:pt>
                <c:pt idx="256">
                  <c:v>0.14193913257328031</c:v>
                </c:pt>
                <c:pt idx="257">
                  <c:v>0.1659315835255134</c:v>
                </c:pt>
                <c:pt idx="258">
                  <c:v>0.1735811383700829</c:v>
                </c:pt>
                <c:pt idx="259">
                  <c:v>0.17246639478526729</c:v>
                </c:pt>
                <c:pt idx="260">
                  <c:v>0.16510157455037361</c:v>
                </c:pt>
                <c:pt idx="261">
                  <c:v>0.1677762409380805</c:v>
                </c:pt>
                <c:pt idx="262">
                  <c:v>0.17210570606668779</c:v>
                </c:pt>
                <c:pt idx="263">
                  <c:v>0.17475933972082131</c:v>
                </c:pt>
                <c:pt idx="264">
                  <c:v>0.1758074748209407</c:v>
                </c:pt>
                <c:pt idx="265">
                  <c:v>0.17669255834430769</c:v>
                </c:pt>
                <c:pt idx="266">
                  <c:v>0.181853609133448</c:v>
                </c:pt>
                <c:pt idx="267">
                  <c:v>0.18228990602529591</c:v>
                </c:pt>
                <c:pt idx="268">
                  <c:v>0.18486877749261771</c:v>
                </c:pt>
                <c:pt idx="269">
                  <c:v>0.19541691456294169</c:v>
                </c:pt>
                <c:pt idx="270">
                  <c:v>0.20197008721636919</c:v>
                </c:pt>
                <c:pt idx="271">
                  <c:v>0.19802650120325249</c:v>
                </c:pt>
                <c:pt idx="272">
                  <c:v>0.15639627289549071</c:v>
                </c:pt>
                <c:pt idx="273">
                  <c:v>0.12627749976421229</c:v>
                </c:pt>
                <c:pt idx="274">
                  <c:v>0.11732600116441461</c:v>
                </c:pt>
                <c:pt idx="275">
                  <c:v>0.1240708757985578</c:v>
                </c:pt>
                <c:pt idx="276">
                  <c:v>0.13342694481111611</c:v>
                </c:pt>
                <c:pt idx="277">
                  <c:v>0.13495255628766181</c:v>
                </c:pt>
                <c:pt idx="278">
                  <c:v>0.13665914445142599</c:v>
                </c:pt>
                <c:pt idx="279">
                  <c:v>0.14768936977841771</c:v>
                </c:pt>
                <c:pt idx="280">
                  <c:v>0.15928229718502099</c:v>
                </c:pt>
                <c:pt idx="281">
                  <c:v>0.16250760083360011</c:v>
                </c:pt>
                <c:pt idx="282">
                  <c:v>0.16311189459378869</c:v>
                </c:pt>
                <c:pt idx="283">
                  <c:v>0.16909195214743719</c:v>
                </c:pt>
                <c:pt idx="284">
                  <c:v>0.17064775489674</c:v>
                </c:pt>
                <c:pt idx="285">
                  <c:v>0.16689818733770501</c:v>
                </c:pt>
                <c:pt idx="286">
                  <c:v>0.15771088533017669</c:v>
                </c:pt>
                <c:pt idx="287">
                  <c:v>0.14732539198763089</c:v>
                </c:pt>
                <c:pt idx="288">
                  <c:v>0.14892650581279579</c:v>
                </c:pt>
                <c:pt idx="289">
                  <c:v>0.15010742863599549</c:v>
                </c:pt>
                <c:pt idx="290">
                  <c:v>0.17459048930983151</c:v>
                </c:pt>
                <c:pt idx="291">
                  <c:v>0.17574866993632651</c:v>
                </c:pt>
                <c:pt idx="292">
                  <c:v>0.17320761303362109</c:v>
                </c:pt>
                <c:pt idx="293">
                  <c:v>0.14534349088936641</c:v>
                </c:pt>
                <c:pt idx="294">
                  <c:v>0.1383675611820748</c:v>
                </c:pt>
                <c:pt idx="295">
                  <c:v>0.13954974803904449</c:v>
                </c:pt>
                <c:pt idx="296">
                  <c:v>0.14638690051338341</c:v>
                </c:pt>
                <c:pt idx="297">
                  <c:v>0.15111877982945271</c:v>
                </c:pt>
                <c:pt idx="298">
                  <c:v>0.15744997345901179</c:v>
                </c:pt>
                <c:pt idx="299">
                  <c:v>0.25170045245282002</c:v>
                </c:pt>
                <c:pt idx="300">
                  <c:v>0.27275848909835693</c:v>
                </c:pt>
                <c:pt idx="301">
                  <c:v>0.26763754723694411</c:v>
                </c:pt>
                <c:pt idx="302">
                  <c:v>0.22636196564911321</c:v>
                </c:pt>
                <c:pt idx="303">
                  <c:v>0.20524102159552371</c:v>
                </c:pt>
                <c:pt idx="304">
                  <c:v>0.20215725121719799</c:v>
                </c:pt>
                <c:pt idx="305">
                  <c:v>0.1940577712865193</c:v>
                </c:pt>
                <c:pt idx="306">
                  <c:v>0.15531564020656821</c:v>
                </c:pt>
                <c:pt idx="307">
                  <c:v>0.15207607493998909</c:v>
                </c:pt>
                <c:pt idx="308">
                  <c:v>0.15454413004397849</c:v>
                </c:pt>
                <c:pt idx="309">
                  <c:v>0.17206215107446071</c:v>
                </c:pt>
                <c:pt idx="310">
                  <c:v>0.1788227245552845</c:v>
                </c:pt>
                <c:pt idx="311">
                  <c:v>0.18065760492585059</c:v>
                </c:pt>
                <c:pt idx="312">
                  <c:v>0.19555226769293291</c:v>
                </c:pt>
                <c:pt idx="313">
                  <c:v>0.21071438699214409</c:v>
                </c:pt>
                <c:pt idx="314">
                  <c:v>0.22121440897528979</c:v>
                </c:pt>
                <c:pt idx="315">
                  <c:v>0.22490307189450351</c:v>
                </c:pt>
                <c:pt idx="316">
                  <c:v>0.22193835087134781</c:v>
                </c:pt>
                <c:pt idx="317">
                  <c:v>0.19893550624365669</c:v>
                </c:pt>
                <c:pt idx="318">
                  <c:v>0.1933644491733916</c:v>
                </c:pt>
                <c:pt idx="319">
                  <c:v>0.19579017677038771</c:v>
                </c:pt>
                <c:pt idx="320">
                  <c:v>0.22377525806971091</c:v>
                </c:pt>
                <c:pt idx="321">
                  <c:v>0.23873280572188299</c:v>
                </c:pt>
                <c:pt idx="322">
                  <c:v>0.2336464005798253</c:v>
                </c:pt>
                <c:pt idx="323">
                  <c:v>0.1606884114902758</c:v>
                </c:pt>
                <c:pt idx="324">
                  <c:v>0.18366727386021409</c:v>
                </c:pt>
                <c:pt idx="325">
                  <c:v>0.19651113286418809</c:v>
                </c:pt>
                <c:pt idx="326">
                  <c:v>0.19999122081168921</c:v>
                </c:pt>
                <c:pt idx="327">
                  <c:v>0.21326773966248491</c:v>
                </c:pt>
                <c:pt idx="328">
                  <c:v>0.27489418778647279</c:v>
                </c:pt>
                <c:pt idx="329">
                  <c:v>0.27856828652603871</c:v>
                </c:pt>
                <c:pt idx="330">
                  <c:v>0.27960861433767192</c:v>
                </c:pt>
                <c:pt idx="331">
                  <c:v>0.28600248115724169</c:v>
                </c:pt>
                <c:pt idx="332">
                  <c:v>0.28718720536807901</c:v>
                </c:pt>
                <c:pt idx="333">
                  <c:v>0.25238593644457818</c:v>
                </c:pt>
                <c:pt idx="334">
                  <c:v>0.18267077949056679</c:v>
                </c:pt>
                <c:pt idx="335">
                  <c:v>0.1451000567025045</c:v>
                </c:pt>
                <c:pt idx="336">
                  <c:v>0.14595749003019601</c:v>
                </c:pt>
                <c:pt idx="337">
                  <c:v>0.15219942079633739</c:v>
                </c:pt>
                <c:pt idx="338">
                  <c:v>0.15407682950012999</c:v>
                </c:pt>
                <c:pt idx="339">
                  <c:v>0.1563024509139157</c:v>
                </c:pt>
                <c:pt idx="340">
                  <c:v>0.166521196495478</c:v>
                </c:pt>
                <c:pt idx="341">
                  <c:v>0.17619067722852161</c:v>
                </c:pt>
                <c:pt idx="342">
                  <c:v>0.18263255704796511</c:v>
                </c:pt>
                <c:pt idx="343">
                  <c:v>0.19848830456514871</c:v>
                </c:pt>
                <c:pt idx="344">
                  <c:v>0.23893487776435729</c:v>
                </c:pt>
                <c:pt idx="345">
                  <c:v>0.27789107828102783</c:v>
                </c:pt>
                <c:pt idx="346">
                  <c:v>0.24669374838980471</c:v>
                </c:pt>
                <c:pt idx="347">
                  <c:v>0.2352287457054488</c:v>
                </c:pt>
                <c:pt idx="348">
                  <c:v>0.23682444883747261</c:v>
                </c:pt>
                <c:pt idx="349">
                  <c:v>0.25323642678359171</c:v>
                </c:pt>
                <c:pt idx="350">
                  <c:v>0.2798283960933039</c:v>
                </c:pt>
                <c:pt idx="351">
                  <c:v>0.28993648723321358</c:v>
                </c:pt>
                <c:pt idx="352">
                  <c:v>0.28471753192955812</c:v>
                </c:pt>
                <c:pt idx="353">
                  <c:v>0.28136428418344023</c:v>
                </c:pt>
                <c:pt idx="354">
                  <c:v>0.204444856258998</c:v>
                </c:pt>
                <c:pt idx="355">
                  <c:v>0.22125557228035089</c:v>
                </c:pt>
                <c:pt idx="356">
                  <c:v>0.26708599765310581</c:v>
                </c:pt>
                <c:pt idx="357">
                  <c:v>0.26853827214698872</c:v>
                </c:pt>
                <c:pt idx="358">
                  <c:v>0.26865588266140789</c:v>
                </c:pt>
                <c:pt idx="359">
                  <c:v>0.29001542375368378</c:v>
                </c:pt>
                <c:pt idx="360">
                  <c:v>0.2995496075297932</c:v>
                </c:pt>
                <c:pt idx="361">
                  <c:v>0.30106217838986249</c:v>
                </c:pt>
                <c:pt idx="362">
                  <c:v>0.30190311064830089</c:v>
                </c:pt>
                <c:pt idx="363">
                  <c:v>0.31724775070678579</c:v>
                </c:pt>
                <c:pt idx="364">
                  <c:v>0.32019038379422049</c:v>
                </c:pt>
                <c:pt idx="365">
                  <c:v>0.31919634477435999</c:v>
                </c:pt>
                <c:pt idx="366">
                  <c:v>0.30502988426300132</c:v>
                </c:pt>
                <c:pt idx="367">
                  <c:v>0.30060869701283632</c:v>
                </c:pt>
                <c:pt idx="368">
                  <c:v>0.2879431718251792</c:v>
                </c:pt>
                <c:pt idx="369">
                  <c:v>0.17904698821989831</c:v>
                </c:pt>
                <c:pt idx="370">
                  <c:v>0.17151220437489281</c:v>
                </c:pt>
                <c:pt idx="371">
                  <c:v>0.1865670668911153</c:v>
                </c:pt>
                <c:pt idx="372">
                  <c:v>0.20432521226211461</c:v>
                </c:pt>
                <c:pt idx="373">
                  <c:v>0.22020118399900751</c:v>
                </c:pt>
                <c:pt idx="374">
                  <c:v>0.22822415410684799</c:v>
                </c:pt>
                <c:pt idx="375">
                  <c:v>0.24049934624567459</c:v>
                </c:pt>
                <c:pt idx="376">
                  <c:v>0.26702326885886801</c:v>
                </c:pt>
                <c:pt idx="377">
                  <c:v>0.2874405202026683</c:v>
                </c:pt>
                <c:pt idx="378">
                  <c:v>0.28815658786626042</c:v>
                </c:pt>
                <c:pt idx="379">
                  <c:v>0.28914029525811591</c:v>
                </c:pt>
                <c:pt idx="380">
                  <c:v>0.31046750055765659</c:v>
                </c:pt>
                <c:pt idx="381">
                  <c:v>0.31504975309778988</c:v>
                </c:pt>
                <c:pt idx="382">
                  <c:v>0.30807916154741349</c:v>
                </c:pt>
                <c:pt idx="383">
                  <c:v>0.28082953751577672</c:v>
                </c:pt>
                <c:pt idx="384">
                  <c:v>0.27058712871767848</c:v>
                </c:pt>
                <c:pt idx="385">
                  <c:v>0.26185555561745788</c:v>
                </c:pt>
                <c:pt idx="386">
                  <c:v>0.23832578271090979</c:v>
                </c:pt>
                <c:pt idx="387">
                  <c:v>0.21190008128419099</c:v>
                </c:pt>
                <c:pt idx="388">
                  <c:v>0.21268118464620731</c:v>
                </c:pt>
                <c:pt idx="389">
                  <c:v>0.2161279199029924</c:v>
                </c:pt>
                <c:pt idx="390">
                  <c:v>0.22683173699051459</c:v>
                </c:pt>
                <c:pt idx="391">
                  <c:v>0.23799008448209821</c:v>
                </c:pt>
                <c:pt idx="392">
                  <c:v>0.2459947236262652</c:v>
                </c:pt>
                <c:pt idx="393">
                  <c:v>0.24512012428051189</c:v>
                </c:pt>
                <c:pt idx="394">
                  <c:v>0.23497168305338961</c:v>
                </c:pt>
                <c:pt idx="395">
                  <c:v>0.22875294851840711</c:v>
                </c:pt>
                <c:pt idx="396">
                  <c:v>0.22815549695285139</c:v>
                </c:pt>
                <c:pt idx="397">
                  <c:v>0.2250241707694938</c:v>
                </c:pt>
                <c:pt idx="398">
                  <c:v>0.2239482166267561</c:v>
                </c:pt>
                <c:pt idx="399">
                  <c:v>0.2221221216881594</c:v>
                </c:pt>
                <c:pt idx="400">
                  <c:v>0.2095851199541654</c:v>
                </c:pt>
                <c:pt idx="401">
                  <c:v>0.19934374928034729</c:v>
                </c:pt>
                <c:pt idx="402">
                  <c:v>0.19176650508357079</c:v>
                </c:pt>
                <c:pt idx="403">
                  <c:v>0.20109831270545081</c:v>
                </c:pt>
                <c:pt idx="404">
                  <c:v>0.26825040306359238</c:v>
                </c:pt>
                <c:pt idx="405">
                  <c:v>0.31021644134150239</c:v>
                </c:pt>
                <c:pt idx="406">
                  <c:v>0.30983909668396897</c:v>
                </c:pt>
                <c:pt idx="407">
                  <c:v>0.30790642402415452</c:v>
                </c:pt>
                <c:pt idx="408">
                  <c:v>0.29309662227005701</c:v>
                </c:pt>
                <c:pt idx="409">
                  <c:v>0.29156352966847521</c:v>
                </c:pt>
                <c:pt idx="410">
                  <c:v>0.28993221522010842</c:v>
                </c:pt>
                <c:pt idx="411">
                  <c:v>0.28435304734039191</c:v>
                </c:pt>
                <c:pt idx="412">
                  <c:v>0.28788779675392268</c:v>
                </c:pt>
                <c:pt idx="413">
                  <c:v>0.3309677725385135</c:v>
                </c:pt>
                <c:pt idx="414">
                  <c:v>0.33824287310654011</c:v>
                </c:pt>
                <c:pt idx="415">
                  <c:v>0.34588501904660779</c:v>
                </c:pt>
                <c:pt idx="416">
                  <c:v>0.38409334203410439</c:v>
                </c:pt>
                <c:pt idx="417">
                  <c:v>0.4172419107891413</c:v>
                </c:pt>
                <c:pt idx="418">
                  <c:v>0.42322017108176552</c:v>
                </c:pt>
                <c:pt idx="419">
                  <c:v>0.47785753064265762</c:v>
                </c:pt>
                <c:pt idx="420">
                  <c:v>0.49175815310534532</c:v>
                </c:pt>
                <c:pt idx="421">
                  <c:v>0.47673758786994103</c:v>
                </c:pt>
                <c:pt idx="422">
                  <c:v>0.44040949923139849</c:v>
                </c:pt>
                <c:pt idx="423">
                  <c:v>0.4072978706147552</c:v>
                </c:pt>
                <c:pt idx="424">
                  <c:v>0.39386826538558611</c:v>
                </c:pt>
                <c:pt idx="425">
                  <c:v>0.34984444762082451</c:v>
                </c:pt>
                <c:pt idx="426">
                  <c:v>0.24894762974468479</c:v>
                </c:pt>
                <c:pt idx="427">
                  <c:v>0.25329756222987199</c:v>
                </c:pt>
                <c:pt idx="428">
                  <c:v>0.2964441204853579</c:v>
                </c:pt>
                <c:pt idx="429">
                  <c:v>0.31504669690147508</c:v>
                </c:pt>
                <c:pt idx="430">
                  <c:v>0.31823789422989529</c:v>
                </c:pt>
                <c:pt idx="431">
                  <c:v>0.34466025263019551</c:v>
                </c:pt>
                <c:pt idx="432">
                  <c:v>0.35536946092783878</c:v>
                </c:pt>
                <c:pt idx="433">
                  <c:v>0.39909316365792008</c:v>
                </c:pt>
                <c:pt idx="434">
                  <c:v>0.41582021717406059</c:v>
                </c:pt>
                <c:pt idx="435">
                  <c:v>0.42301817329265301</c:v>
                </c:pt>
                <c:pt idx="436">
                  <c:v>0.45775225943313091</c:v>
                </c:pt>
                <c:pt idx="437">
                  <c:v>0.47776594989923571</c:v>
                </c:pt>
                <c:pt idx="438">
                  <c:v>0.48666059961088581</c:v>
                </c:pt>
                <c:pt idx="439">
                  <c:v>0.54579153217777765</c:v>
                </c:pt>
                <c:pt idx="440">
                  <c:v>0.5775480050242201</c:v>
                </c:pt>
                <c:pt idx="441">
                  <c:v>0.58053257373193834</c:v>
                </c:pt>
                <c:pt idx="442">
                  <c:v>0.59106970574725004</c:v>
                </c:pt>
                <c:pt idx="443">
                  <c:v>0.60352515333391776</c:v>
                </c:pt>
                <c:pt idx="444">
                  <c:v>0.61231842632509392</c:v>
                </c:pt>
                <c:pt idx="445">
                  <c:v>0.59985282550336227</c:v>
                </c:pt>
                <c:pt idx="446">
                  <c:v>0.58916037662809939</c:v>
                </c:pt>
                <c:pt idx="447">
                  <c:v>0.3625267295814979</c:v>
                </c:pt>
                <c:pt idx="448">
                  <c:v>0.3448332223802536</c:v>
                </c:pt>
                <c:pt idx="449">
                  <c:v>0.33470526113955129</c:v>
                </c:pt>
                <c:pt idx="450">
                  <c:v>0.25447004533670392</c:v>
                </c:pt>
                <c:pt idx="451">
                  <c:v>0.23961203793524311</c:v>
                </c:pt>
                <c:pt idx="452">
                  <c:v>0.241519544630733</c:v>
                </c:pt>
                <c:pt idx="453">
                  <c:v>0.2538570402853158</c:v>
                </c:pt>
                <c:pt idx="454">
                  <c:v>0.27564204731445818</c:v>
                </c:pt>
                <c:pt idx="455">
                  <c:v>0.28023530628491949</c:v>
                </c:pt>
                <c:pt idx="456">
                  <c:v>0.31431127080694149</c:v>
                </c:pt>
                <c:pt idx="457">
                  <c:v>0.3202214488872937</c:v>
                </c:pt>
                <c:pt idx="458">
                  <c:v>0.33228703426008482</c:v>
                </c:pt>
                <c:pt idx="459">
                  <c:v>0.48470027696918028</c:v>
                </c:pt>
                <c:pt idx="460">
                  <c:v>0.4853562301810434</c:v>
                </c:pt>
                <c:pt idx="461">
                  <c:v>0.4943164875819232</c:v>
                </c:pt>
                <c:pt idx="462">
                  <c:v>0.49807868694843571</c:v>
                </c:pt>
                <c:pt idx="463">
                  <c:v>0.49979868599588367</c:v>
                </c:pt>
                <c:pt idx="464">
                  <c:v>0.47699009475352327</c:v>
                </c:pt>
                <c:pt idx="465">
                  <c:v>0.34552021479481659</c:v>
                </c:pt>
                <c:pt idx="466">
                  <c:v>0.3208881657085132</c:v>
                </c:pt>
                <c:pt idx="467">
                  <c:v>0.309738492214084</c:v>
                </c:pt>
                <c:pt idx="468">
                  <c:v>0.2388617094970775</c:v>
                </c:pt>
                <c:pt idx="469">
                  <c:v>0.2189634994962176</c:v>
                </c:pt>
                <c:pt idx="470">
                  <c:v>0.27083623449984712</c:v>
                </c:pt>
                <c:pt idx="471">
                  <c:v>0.30147135866900759</c:v>
                </c:pt>
                <c:pt idx="472">
                  <c:v>0.32924647236829019</c:v>
                </c:pt>
                <c:pt idx="473">
                  <c:v>0.3447469583842242</c:v>
                </c:pt>
                <c:pt idx="474">
                  <c:v>0.36381084129025432</c:v>
                </c:pt>
                <c:pt idx="475">
                  <c:v>0.51331250140995521</c:v>
                </c:pt>
                <c:pt idx="476">
                  <c:v>0.52939220095854655</c:v>
                </c:pt>
                <c:pt idx="477">
                  <c:v>0.53818320136927689</c:v>
                </c:pt>
                <c:pt idx="478">
                  <c:v>0.62096384306038777</c:v>
                </c:pt>
                <c:pt idx="479">
                  <c:v>0.67148352096038344</c:v>
                </c:pt>
                <c:pt idx="480">
                  <c:v>0.66640860006067182</c:v>
                </c:pt>
                <c:pt idx="481">
                  <c:v>0.65608848493682981</c:v>
                </c:pt>
                <c:pt idx="482">
                  <c:v>0.59755209026381106</c:v>
                </c:pt>
                <c:pt idx="483">
                  <c:v>0.58622036138470457</c:v>
                </c:pt>
                <c:pt idx="484">
                  <c:v>0.52434705243073454</c:v>
                </c:pt>
                <c:pt idx="485">
                  <c:v>0.36277752166297927</c:v>
                </c:pt>
                <c:pt idx="486">
                  <c:v>0.30876290146850621</c:v>
                </c:pt>
                <c:pt idx="487">
                  <c:v>0.30887299779807359</c:v>
                </c:pt>
                <c:pt idx="488">
                  <c:v>0.31164530418064701</c:v>
                </c:pt>
                <c:pt idx="489">
                  <c:v>0.3113845649973051</c:v>
                </c:pt>
                <c:pt idx="490">
                  <c:v>0.31160260063601808</c:v>
                </c:pt>
                <c:pt idx="491">
                  <c:v>0.3516781325784239</c:v>
                </c:pt>
                <c:pt idx="492">
                  <c:v>0.4160310055531129</c:v>
                </c:pt>
                <c:pt idx="493">
                  <c:v>0.44617441649498851</c:v>
                </c:pt>
                <c:pt idx="494">
                  <c:v>0.5217230797203426</c:v>
                </c:pt>
                <c:pt idx="495">
                  <c:v>0.64086730222065691</c:v>
                </c:pt>
                <c:pt idx="496">
                  <c:v>0.62944785948967863</c:v>
                </c:pt>
                <c:pt idx="497">
                  <c:v>0.61746671836149059</c:v>
                </c:pt>
                <c:pt idx="498">
                  <c:v>0.58664252172705655</c:v>
                </c:pt>
                <c:pt idx="499">
                  <c:v>0.41795647768453542</c:v>
                </c:pt>
                <c:pt idx="500">
                  <c:v>0.28575050904922172</c:v>
                </c:pt>
                <c:pt idx="501">
                  <c:v>0.1586455572387408</c:v>
                </c:pt>
                <c:pt idx="502">
                  <c:v>0.15614499901382289</c:v>
                </c:pt>
                <c:pt idx="503">
                  <c:v>0.13798869472925249</c:v>
                </c:pt>
                <c:pt idx="504">
                  <c:v>0.1227447680131787</c:v>
                </c:pt>
                <c:pt idx="505">
                  <c:v>0.1188786953927317</c:v>
                </c:pt>
                <c:pt idx="506">
                  <c:v>0.12737532453424319</c:v>
                </c:pt>
                <c:pt idx="507">
                  <c:v>0.29907492402300462</c:v>
                </c:pt>
                <c:pt idx="508">
                  <c:v>0.2973340962332488</c:v>
                </c:pt>
                <c:pt idx="509">
                  <c:v>0.29614278242333419</c:v>
                </c:pt>
                <c:pt idx="510">
                  <c:v>0.29488397590848459</c:v>
                </c:pt>
                <c:pt idx="511">
                  <c:v>0.29299768874454057</c:v>
                </c:pt>
                <c:pt idx="512">
                  <c:v>0.29675356657966617</c:v>
                </c:pt>
                <c:pt idx="513">
                  <c:v>0.33322109390357102</c:v>
                </c:pt>
                <c:pt idx="514">
                  <c:v>0.3290875796014025</c:v>
                </c:pt>
                <c:pt idx="515">
                  <c:v>0.29887390964901261</c:v>
                </c:pt>
                <c:pt idx="516">
                  <c:v>0.29645079964799459</c:v>
                </c:pt>
                <c:pt idx="517">
                  <c:v>0.28262701909472487</c:v>
                </c:pt>
                <c:pt idx="518">
                  <c:v>0.26188155359157622</c:v>
                </c:pt>
                <c:pt idx="519">
                  <c:v>0.24528941501414581</c:v>
                </c:pt>
                <c:pt idx="520">
                  <c:v>0.24133882292848741</c:v>
                </c:pt>
                <c:pt idx="521">
                  <c:v>0.2327525635021204</c:v>
                </c:pt>
                <c:pt idx="522">
                  <c:v>0.1113161518311384</c:v>
                </c:pt>
                <c:pt idx="523">
                  <c:v>7.8561670905513803E-2</c:v>
                </c:pt>
                <c:pt idx="524">
                  <c:v>8.1801271050681579E-2</c:v>
                </c:pt>
                <c:pt idx="525">
                  <c:v>0.1195218634757219</c:v>
                </c:pt>
                <c:pt idx="526">
                  <c:v>0.1296952692985042</c:v>
                </c:pt>
                <c:pt idx="527">
                  <c:v>0.129965511620319</c:v>
                </c:pt>
                <c:pt idx="528">
                  <c:v>0.1366468021832998</c:v>
                </c:pt>
                <c:pt idx="529">
                  <c:v>0.14453247534443209</c:v>
                </c:pt>
                <c:pt idx="530">
                  <c:v>0.1458560005853278</c:v>
                </c:pt>
                <c:pt idx="531">
                  <c:v>0.16539081578226161</c:v>
                </c:pt>
                <c:pt idx="532">
                  <c:v>0.23254645150461009</c:v>
                </c:pt>
                <c:pt idx="533">
                  <c:v>0.26390418999432708</c:v>
                </c:pt>
                <c:pt idx="534">
                  <c:v>0.26788881964949018</c:v>
                </c:pt>
                <c:pt idx="535">
                  <c:v>0.3039559645603544</c:v>
                </c:pt>
                <c:pt idx="536">
                  <c:v>0.33090810475262128</c:v>
                </c:pt>
                <c:pt idx="537">
                  <c:v>0.33551245609920222</c:v>
                </c:pt>
                <c:pt idx="538">
                  <c:v>0.33304074987661142</c:v>
                </c:pt>
                <c:pt idx="539">
                  <c:v>0.30184779283269969</c:v>
                </c:pt>
                <c:pt idx="540">
                  <c:v>0.29762620813491769</c:v>
                </c:pt>
                <c:pt idx="541">
                  <c:v>0.30292396696726348</c:v>
                </c:pt>
                <c:pt idx="542">
                  <c:v>0.34549151019043761</c:v>
                </c:pt>
                <c:pt idx="543">
                  <c:v>0.3975353780328062</c:v>
                </c:pt>
                <c:pt idx="544">
                  <c:v>0.4182139227081072</c:v>
                </c:pt>
                <c:pt idx="545">
                  <c:v>0.50294586883298631</c:v>
                </c:pt>
                <c:pt idx="546">
                  <c:v>0.52667393443367405</c:v>
                </c:pt>
                <c:pt idx="547">
                  <c:v>0.5349085254472018</c:v>
                </c:pt>
                <c:pt idx="548">
                  <c:v>0.58748495478072482</c:v>
                </c:pt>
                <c:pt idx="549">
                  <c:v>0.636511682117196</c:v>
                </c:pt>
                <c:pt idx="550">
                  <c:v>0.67403331986495507</c:v>
                </c:pt>
                <c:pt idx="551">
                  <c:v>0.6819999172637764</c:v>
                </c:pt>
                <c:pt idx="552">
                  <c:v>0.77358861862673867</c:v>
                </c:pt>
                <c:pt idx="553">
                  <c:v>0.83539825478466601</c:v>
                </c:pt>
                <c:pt idx="554">
                  <c:v>0.78949501104820741</c:v>
                </c:pt>
                <c:pt idx="555">
                  <c:v>0.4175470660441376</c:v>
                </c:pt>
                <c:pt idx="556">
                  <c:v>0.35842372779334181</c:v>
                </c:pt>
                <c:pt idx="557">
                  <c:v>0.34474815448751922</c:v>
                </c:pt>
                <c:pt idx="558">
                  <c:v>0.16696092803384011</c:v>
                </c:pt>
                <c:pt idx="559">
                  <c:v>0.22478109436399629</c:v>
                </c:pt>
                <c:pt idx="560">
                  <c:v>0.26178167334326857</c:v>
                </c:pt>
                <c:pt idx="561">
                  <c:v>0.3439042781944453</c:v>
                </c:pt>
                <c:pt idx="562">
                  <c:v>0.36049324431741242</c:v>
                </c:pt>
                <c:pt idx="563">
                  <c:v>0.37237523350599611</c:v>
                </c:pt>
                <c:pt idx="564">
                  <c:v>0.46784101860847421</c:v>
                </c:pt>
                <c:pt idx="565">
                  <c:v>0.47111882220791218</c:v>
                </c:pt>
                <c:pt idx="566">
                  <c:v>0.51316585162921735</c:v>
                </c:pt>
                <c:pt idx="567">
                  <c:v>0.56282387458476912</c:v>
                </c:pt>
                <c:pt idx="568">
                  <c:v>0.61399193166391308</c:v>
                </c:pt>
                <c:pt idx="569">
                  <c:v>0.6379570659537448</c:v>
                </c:pt>
                <c:pt idx="570">
                  <c:v>0.77743824241387915</c:v>
                </c:pt>
                <c:pt idx="571">
                  <c:v>0.823915281737997</c:v>
                </c:pt>
                <c:pt idx="572">
                  <c:v>0.79584315972085795</c:v>
                </c:pt>
                <c:pt idx="573">
                  <c:v>0.59335975059253221</c:v>
                </c:pt>
                <c:pt idx="574">
                  <c:v>0.45521576915507561</c:v>
                </c:pt>
                <c:pt idx="575">
                  <c:v>0.44805264805026329</c:v>
                </c:pt>
                <c:pt idx="576">
                  <c:v>0.39319825858024599</c:v>
                </c:pt>
                <c:pt idx="577">
                  <c:v>0.40035056528224122</c:v>
                </c:pt>
                <c:pt idx="578">
                  <c:v>0.4492202392638992</c:v>
                </c:pt>
                <c:pt idx="579">
                  <c:v>0.49310698031639322</c:v>
                </c:pt>
                <c:pt idx="580">
                  <c:v>0.52246347477808186</c:v>
                </c:pt>
                <c:pt idx="581">
                  <c:v>0.53107094099121321</c:v>
                </c:pt>
                <c:pt idx="582">
                  <c:v>0.56652134239739471</c:v>
                </c:pt>
                <c:pt idx="583">
                  <c:v>0.58672598347455895</c:v>
                </c:pt>
                <c:pt idx="584">
                  <c:v>0.59507668846273531</c:v>
                </c:pt>
                <c:pt idx="585">
                  <c:v>0.66502417362116617</c:v>
                </c:pt>
                <c:pt idx="586">
                  <c:v>0.72605027906413977</c:v>
                </c:pt>
                <c:pt idx="587">
                  <c:v>0.7350909641408846</c:v>
                </c:pt>
                <c:pt idx="588">
                  <c:v>0.71923489868525714</c:v>
                </c:pt>
                <c:pt idx="589">
                  <c:v>0.55893025664174067</c:v>
                </c:pt>
                <c:pt idx="590">
                  <c:v>0.36544794449979873</c:v>
                </c:pt>
                <c:pt idx="591">
                  <c:v>0.36413579009972258</c:v>
                </c:pt>
                <c:pt idx="592">
                  <c:v>0.36358104885715947</c:v>
                </c:pt>
                <c:pt idx="593">
                  <c:v>0.36240452532207618</c:v>
                </c:pt>
                <c:pt idx="594">
                  <c:v>0.45942412497428908</c:v>
                </c:pt>
                <c:pt idx="595">
                  <c:v>0.58599602414486729</c:v>
                </c:pt>
                <c:pt idx="596">
                  <c:v>0.63429774997105381</c:v>
                </c:pt>
                <c:pt idx="597">
                  <c:v>0.626019311097881</c:v>
                </c:pt>
                <c:pt idx="598">
                  <c:v>0.5698134248841259</c:v>
                </c:pt>
                <c:pt idx="599">
                  <c:v>0.54688150698106608</c:v>
                </c:pt>
                <c:pt idx="600">
                  <c:v>0.55394982191853148</c:v>
                </c:pt>
                <c:pt idx="601">
                  <c:v>0.61383963223482629</c:v>
                </c:pt>
                <c:pt idx="602">
                  <c:v>0.62778021181189836</c:v>
                </c:pt>
                <c:pt idx="603">
                  <c:v>0.62459823573749951</c:v>
                </c:pt>
                <c:pt idx="604">
                  <c:v>0.58636725541066914</c:v>
                </c:pt>
                <c:pt idx="605">
                  <c:v>0.57148073577950942</c:v>
                </c:pt>
                <c:pt idx="606">
                  <c:v>0.56478842429960197</c:v>
                </c:pt>
                <c:pt idx="607">
                  <c:v>0.5191669594329843</c:v>
                </c:pt>
                <c:pt idx="608">
                  <c:v>0.4939064983361583</c:v>
                </c:pt>
                <c:pt idx="609">
                  <c:v>0.49829521908701241</c:v>
                </c:pt>
                <c:pt idx="610">
                  <c:v>0.4997910612389348</c:v>
                </c:pt>
                <c:pt idx="611">
                  <c:v>0.53280124851876165</c:v>
                </c:pt>
                <c:pt idx="612">
                  <c:v>0.5295093237230204</c:v>
                </c:pt>
                <c:pt idx="613">
                  <c:v>0.52699644529065537</c:v>
                </c:pt>
                <c:pt idx="614">
                  <c:v>0.52466323562741601</c:v>
                </c:pt>
                <c:pt idx="615">
                  <c:v>0.56542660398857414</c:v>
                </c:pt>
                <c:pt idx="616">
                  <c:v>0.59481510591067743</c:v>
                </c:pt>
                <c:pt idx="617">
                  <c:v>0.60012663021962864</c:v>
                </c:pt>
                <c:pt idx="618">
                  <c:v>0.61040989947097879</c:v>
                </c:pt>
                <c:pt idx="619">
                  <c:v>0.79756019779383913</c:v>
                </c:pt>
                <c:pt idx="620">
                  <c:v>0.8423717690646203</c:v>
                </c:pt>
                <c:pt idx="621">
                  <c:v>0.81980244265445357</c:v>
                </c:pt>
                <c:pt idx="622">
                  <c:v>0.66801292053015282</c:v>
                </c:pt>
                <c:pt idx="623">
                  <c:v>0.58827291529992454</c:v>
                </c:pt>
                <c:pt idx="624">
                  <c:v>0.59031222975829667</c:v>
                </c:pt>
                <c:pt idx="625">
                  <c:v>0.61208338891330427</c:v>
                </c:pt>
                <c:pt idx="626">
                  <c:v>0.64644868729498128</c:v>
                </c:pt>
                <c:pt idx="627">
                  <c:v>0.65819341517692742</c:v>
                </c:pt>
                <c:pt idx="628">
                  <c:v>0.67512144914929417</c:v>
                </c:pt>
                <c:pt idx="629">
                  <c:v>0.74519988913243573</c:v>
                </c:pt>
                <c:pt idx="630">
                  <c:v>0.77185783002036357</c:v>
                </c:pt>
                <c:pt idx="631">
                  <c:v>0.77018544875375428</c:v>
                </c:pt>
                <c:pt idx="632">
                  <c:v>0.76212260596747805</c:v>
                </c:pt>
                <c:pt idx="633">
                  <c:v>0.75595345276420933</c:v>
                </c:pt>
                <c:pt idx="634">
                  <c:v>0.74375088209684181</c:v>
                </c:pt>
                <c:pt idx="635">
                  <c:v>0.72121915076039866</c:v>
                </c:pt>
                <c:pt idx="636">
                  <c:v>0.62828496188321614</c:v>
                </c:pt>
                <c:pt idx="637">
                  <c:v>0.59402192953385946</c:v>
                </c:pt>
                <c:pt idx="638">
                  <c:v>0.61577336322606702</c:v>
                </c:pt>
                <c:pt idx="639">
                  <c:v>0.81447234473587837</c:v>
                </c:pt>
                <c:pt idx="640">
                  <c:v>0.90704020277833963</c:v>
                </c:pt>
                <c:pt idx="641">
                  <c:v>0.90073677109398664</c:v>
                </c:pt>
                <c:pt idx="642">
                  <c:v>0.8553767534708655</c:v>
                </c:pt>
                <c:pt idx="643">
                  <c:v>0.83352598627863494</c:v>
                </c:pt>
                <c:pt idx="644">
                  <c:v>0.79825074855789302</c:v>
                </c:pt>
                <c:pt idx="645">
                  <c:v>0.72968992665445642</c:v>
                </c:pt>
                <c:pt idx="646">
                  <c:v>0.66623249801475903</c:v>
                </c:pt>
                <c:pt idx="647">
                  <c:v>0.59699079059247462</c:v>
                </c:pt>
                <c:pt idx="648">
                  <c:v>0.62352194197330046</c:v>
                </c:pt>
                <c:pt idx="649">
                  <c:v>0.84718923654813305</c:v>
                </c:pt>
                <c:pt idx="650">
                  <c:v>0.88851466803744361</c:v>
                </c:pt>
                <c:pt idx="651">
                  <c:v>0.87954451562237868</c:v>
                </c:pt>
                <c:pt idx="652">
                  <c:v>0.82543679157045824</c:v>
                </c:pt>
                <c:pt idx="653">
                  <c:v>0.75227596886808235</c:v>
                </c:pt>
                <c:pt idx="654">
                  <c:v>0.72498782673589812</c:v>
                </c:pt>
                <c:pt idx="655">
                  <c:v>0.73653877911675736</c:v>
                </c:pt>
                <c:pt idx="656">
                  <c:v>0.84689229500321017</c:v>
                </c:pt>
                <c:pt idx="657">
                  <c:v>0.7943507412549724</c:v>
                </c:pt>
                <c:pt idx="658">
                  <c:v>0.75214802889913046</c:v>
                </c:pt>
                <c:pt idx="659">
                  <c:v>0.72411865118501439</c:v>
                </c:pt>
                <c:pt idx="660">
                  <c:v>0.79605974616108222</c:v>
                </c:pt>
                <c:pt idx="661">
                  <c:v>0.83806461085078676</c:v>
                </c:pt>
                <c:pt idx="662">
                  <c:v>0.83764401568752134</c:v>
                </c:pt>
                <c:pt idx="663">
                  <c:v>0.83296845873228664</c:v>
                </c:pt>
                <c:pt idx="664">
                  <c:v>0.82924605530103057</c:v>
                </c:pt>
                <c:pt idx="665">
                  <c:v>0.82301515887802079</c:v>
                </c:pt>
                <c:pt idx="666">
                  <c:v>0.81798994852461493</c:v>
                </c:pt>
                <c:pt idx="667">
                  <c:v>0.81705988338921887</c:v>
                </c:pt>
                <c:pt idx="668">
                  <c:v>0.82532681578218381</c:v>
                </c:pt>
                <c:pt idx="669">
                  <c:v>0.90683419683308841</c:v>
                </c:pt>
                <c:pt idx="670">
                  <c:v>0.92095588593297129</c:v>
                </c:pt>
                <c:pt idx="671">
                  <c:v>0.92394068971000998</c:v>
                </c:pt>
                <c:pt idx="672">
                  <c:v>0.96801979756408718</c:v>
                </c:pt>
                <c:pt idx="673">
                  <c:v>0.98509512895612061</c:v>
                </c:pt>
                <c:pt idx="674">
                  <c:v>0.94586009689197859</c:v>
                </c:pt>
                <c:pt idx="675">
                  <c:v>0.73122559051054292</c:v>
                </c:pt>
                <c:pt idx="676">
                  <c:v>0.61025704221162069</c:v>
                </c:pt>
                <c:pt idx="677">
                  <c:v>0.60988927317125463</c:v>
                </c:pt>
                <c:pt idx="678">
                  <c:v>0.60720461614559018</c:v>
                </c:pt>
                <c:pt idx="679">
                  <c:v>0.606465004264513</c:v>
                </c:pt>
                <c:pt idx="680">
                  <c:v>0.61876346024646833</c:v>
                </c:pt>
                <c:pt idx="681">
                  <c:v>0.72540881281485847</c:v>
                </c:pt>
                <c:pt idx="682">
                  <c:v>0.78935872317352362</c:v>
                </c:pt>
                <c:pt idx="683">
                  <c:v>0.79943246249941957</c:v>
                </c:pt>
                <c:pt idx="684">
                  <c:v>0.83347830558597646</c:v>
                </c:pt>
                <c:pt idx="685">
                  <c:v>0.90186725280925961</c:v>
                </c:pt>
                <c:pt idx="686">
                  <c:v>0.90947855761004881</c:v>
                </c:pt>
                <c:pt idx="687">
                  <c:v>0.90437555249029689</c:v>
                </c:pt>
                <c:pt idx="688">
                  <c:v>0.86098190891592019</c:v>
                </c:pt>
                <c:pt idx="689">
                  <c:v>0.84983892907312242</c:v>
                </c:pt>
                <c:pt idx="690">
                  <c:v>0.84815930080107405</c:v>
                </c:pt>
                <c:pt idx="691">
                  <c:v>0.83576727118819905</c:v>
                </c:pt>
                <c:pt idx="692">
                  <c:v>0.82335686684277309</c:v>
                </c:pt>
                <c:pt idx="693">
                  <c:v>0.82512366671161308</c:v>
                </c:pt>
                <c:pt idx="694">
                  <c:v>0.87619878751677838</c:v>
                </c:pt>
                <c:pt idx="695">
                  <c:v>0.91418676574509272</c:v>
                </c:pt>
                <c:pt idx="696">
                  <c:v>0.9192776318693</c:v>
                </c:pt>
                <c:pt idx="697">
                  <c:v>0.9272477631829491</c:v>
                </c:pt>
                <c:pt idx="698">
                  <c:v>0.93251383068770588</c:v>
                </c:pt>
                <c:pt idx="699">
                  <c:v>0.92287787197791382</c:v>
                </c:pt>
                <c:pt idx="700">
                  <c:v>0.82025205225365305</c:v>
                </c:pt>
                <c:pt idx="701">
                  <c:v>0.81194657190030828</c:v>
                </c:pt>
                <c:pt idx="702">
                  <c:v>0.81843953432146654</c:v>
                </c:pt>
                <c:pt idx="703">
                  <c:v>0.86361503537436868</c:v>
                </c:pt>
                <c:pt idx="704">
                  <c:v>0.88105428148173426</c:v>
                </c:pt>
                <c:pt idx="705">
                  <c:v>0.88479886260442087</c:v>
                </c:pt>
                <c:pt idx="706">
                  <c:v>0.91606726620919665</c:v>
                </c:pt>
                <c:pt idx="707">
                  <c:v>0.94973445273689727</c:v>
                </c:pt>
                <c:pt idx="708">
                  <c:v>0.97311152868369377</c:v>
                </c:pt>
                <c:pt idx="709">
                  <c:v>0.9792345741466093</c:v>
                </c:pt>
                <c:pt idx="710">
                  <c:v>0.86527218088419389</c:v>
                </c:pt>
                <c:pt idx="711">
                  <c:v>0.7583130702463543</c:v>
                </c:pt>
                <c:pt idx="712">
                  <c:v>0.76616770434337567</c:v>
                </c:pt>
                <c:pt idx="713">
                  <c:v>0.81076926812266681</c:v>
                </c:pt>
                <c:pt idx="714">
                  <c:v>0.87097506360526078</c:v>
                </c:pt>
                <c:pt idx="715">
                  <c:v>0.91725634346687146</c:v>
                </c:pt>
                <c:pt idx="716">
                  <c:v>0.9135505656442614</c:v>
                </c:pt>
                <c:pt idx="717">
                  <c:v>0.88279456887656749</c:v>
                </c:pt>
                <c:pt idx="718">
                  <c:v>0.87980273930027308</c:v>
                </c:pt>
                <c:pt idx="719">
                  <c:v>0.87396099726035115</c:v>
                </c:pt>
                <c:pt idx="720">
                  <c:v>0.80407064385824911</c:v>
                </c:pt>
                <c:pt idx="721">
                  <c:v>0.77856447508066984</c:v>
                </c:pt>
                <c:pt idx="722">
                  <c:v>0.78696600592404875</c:v>
                </c:pt>
                <c:pt idx="723">
                  <c:v>0.89450306166688909</c:v>
                </c:pt>
                <c:pt idx="724">
                  <c:v>0.95727530955005924</c:v>
                </c:pt>
                <c:pt idx="725">
                  <c:v>0.9407770602777985</c:v>
                </c:pt>
                <c:pt idx="726">
                  <c:v>0.80002842448065004</c:v>
                </c:pt>
                <c:pt idx="727">
                  <c:v>0.77085834037556955</c:v>
                </c:pt>
                <c:pt idx="728">
                  <c:v>0.78234578520762932</c:v>
                </c:pt>
                <c:pt idx="729">
                  <c:v>0.94508421054736114</c:v>
                </c:pt>
                <c:pt idx="730">
                  <c:v>0.93703419935660204</c:v>
                </c:pt>
                <c:pt idx="731">
                  <c:v>0.89576974717973967</c:v>
                </c:pt>
                <c:pt idx="732">
                  <c:v>0.86289321433727662</c:v>
                </c:pt>
                <c:pt idx="733">
                  <c:v>0.84886377751617292</c:v>
                </c:pt>
                <c:pt idx="734">
                  <c:v>0.84690358719871817</c:v>
                </c:pt>
                <c:pt idx="735">
                  <c:v>0.84564195570109513</c:v>
                </c:pt>
                <c:pt idx="736">
                  <c:v>0.83896360104134815</c:v>
                </c:pt>
                <c:pt idx="737">
                  <c:v>0.82060569370739689</c:v>
                </c:pt>
                <c:pt idx="738">
                  <c:v>0.64914021199196492</c:v>
                </c:pt>
                <c:pt idx="739">
                  <c:v>0.49085935210662618</c:v>
                </c:pt>
                <c:pt idx="740">
                  <c:v>0.49955235814898707</c:v>
                </c:pt>
                <c:pt idx="741">
                  <c:v>0.71526460066182218</c:v>
                </c:pt>
                <c:pt idx="742">
                  <c:v>0.79504889431761494</c:v>
                </c:pt>
                <c:pt idx="743">
                  <c:v>0.76010683355473974</c:v>
                </c:pt>
                <c:pt idx="744">
                  <c:v>0.67959206105288894</c:v>
                </c:pt>
                <c:pt idx="745">
                  <c:v>0.53540294881708961</c:v>
                </c:pt>
                <c:pt idx="746">
                  <c:v>0.21237735147028389</c:v>
                </c:pt>
                <c:pt idx="747">
                  <c:v>-6.0966857726439692E-2</c:v>
                </c:pt>
                <c:pt idx="748">
                  <c:v>-0.36877495881698102</c:v>
                </c:pt>
                <c:pt idx="749">
                  <c:v>-0.68589372679649541</c:v>
                </c:pt>
                <c:pt idx="750">
                  <c:v>-1.0816290594094009</c:v>
                </c:pt>
                <c:pt idx="751">
                  <c:v>-1.192318129937245</c:v>
                </c:pt>
                <c:pt idx="752">
                  <c:v>-1.180458850668068</c:v>
                </c:pt>
                <c:pt idx="753">
                  <c:v>-1.1887344950383301</c:v>
                </c:pt>
                <c:pt idx="754">
                  <c:v>-1.100507483570047</c:v>
                </c:pt>
                <c:pt idx="755">
                  <c:v>-1.0930474749358139</c:v>
                </c:pt>
                <c:pt idx="756">
                  <c:v>-1.0530916506246271</c:v>
                </c:pt>
                <c:pt idx="757">
                  <c:v>-1</c:v>
                </c:pt>
                <c:pt idx="758">
                  <c:v>-1</c:v>
                </c:pt>
                <c:pt idx="759">
                  <c:v>-1</c:v>
                </c:pt>
                <c:pt idx="760">
                  <c:v>-1</c:v>
                </c:pt>
                <c:pt idx="761">
                  <c:v>-1</c:v>
                </c:pt>
                <c:pt idx="762">
                  <c:v>-1</c:v>
                </c:pt>
                <c:pt idx="763">
                  <c:v>-1</c:v>
                </c:pt>
                <c:pt idx="764">
                  <c:v>-1</c:v>
                </c:pt>
                <c:pt idx="765">
                  <c:v>-1</c:v>
                </c:pt>
                <c:pt idx="766">
                  <c:v>-1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653-432E-BAB0-4E55F07019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27882832"/>
        <c:axId val="2127873680"/>
      </c:lineChart>
      <c:catAx>
        <c:axId val="2127882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7873680"/>
        <c:crosses val="autoZero"/>
        <c:auto val="1"/>
        <c:lblAlgn val="ctr"/>
        <c:lblOffset val="100"/>
        <c:noMultiLvlLbl val="0"/>
      </c:catAx>
      <c:valAx>
        <c:axId val="2127873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7882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Velocities (cm/s)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velocity_cam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Sheet1!$B$2:$B$1451</c:f>
              <c:numCache>
                <c:formatCode>General</c:formatCode>
                <c:ptCount val="1450"/>
                <c:pt idx="0">
                  <c:v>4.121123892255241E-3</c:v>
                </c:pt>
                <c:pt idx="1">
                  <c:v>4.121123892255241E-3</c:v>
                </c:pt>
                <c:pt idx="2">
                  <c:v>4.121123892255241E-3</c:v>
                </c:pt>
                <c:pt idx="3">
                  <c:v>4.121123892255241E-3</c:v>
                </c:pt>
                <c:pt idx="4">
                  <c:v>4.121123892255241E-3</c:v>
                </c:pt>
                <c:pt idx="5">
                  <c:v>4.121123892255241E-3</c:v>
                </c:pt>
                <c:pt idx="6">
                  <c:v>4.121123892255241E-3</c:v>
                </c:pt>
                <c:pt idx="7">
                  <c:v>4.121123892255241E-3</c:v>
                </c:pt>
                <c:pt idx="8">
                  <c:v>4.121123892255241E-3</c:v>
                </c:pt>
                <c:pt idx="9">
                  <c:v>4.121123892255241E-3</c:v>
                </c:pt>
                <c:pt idx="10">
                  <c:v>4.121123892255241E-3</c:v>
                </c:pt>
                <c:pt idx="11">
                  <c:v>4.121123892255241E-3</c:v>
                </c:pt>
                <c:pt idx="12">
                  <c:v>4.121123892255241E-3</c:v>
                </c:pt>
                <c:pt idx="13">
                  <c:v>4.121123892255241E-3</c:v>
                </c:pt>
                <c:pt idx="14">
                  <c:v>4.121123892255241E-3</c:v>
                </c:pt>
                <c:pt idx="15">
                  <c:v>4.121123892255241E-3</c:v>
                </c:pt>
                <c:pt idx="16">
                  <c:v>4.121123892255241E-3</c:v>
                </c:pt>
                <c:pt idx="17">
                  <c:v>4.121123892255241E-3</c:v>
                </c:pt>
                <c:pt idx="18">
                  <c:v>4.121123892255241E-3</c:v>
                </c:pt>
                <c:pt idx="19">
                  <c:v>4.121123892255241E-3</c:v>
                </c:pt>
                <c:pt idx="20">
                  <c:v>4.121123892255241E-3</c:v>
                </c:pt>
                <c:pt idx="21">
                  <c:v>4.121123892255241E-3</c:v>
                </c:pt>
                <c:pt idx="22">
                  <c:v>4.121123892255241E-3</c:v>
                </c:pt>
                <c:pt idx="23">
                  <c:v>4.121123892255241E-3</c:v>
                </c:pt>
                <c:pt idx="24">
                  <c:v>4.121123892255241E-3</c:v>
                </c:pt>
                <c:pt idx="25">
                  <c:v>4.121123892255241E-3</c:v>
                </c:pt>
                <c:pt idx="26">
                  <c:v>4.121123892255241E-3</c:v>
                </c:pt>
                <c:pt idx="27">
                  <c:v>4.121123892255241E-3</c:v>
                </c:pt>
                <c:pt idx="28">
                  <c:v>4.121123892255241E-3</c:v>
                </c:pt>
                <c:pt idx="29">
                  <c:v>4.121123892255241E-3</c:v>
                </c:pt>
                <c:pt idx="30">
                  <c:v>4.121123892255241E-3</c:v>
                </c:pt>
                <c:pt idx="31">
                  <c:v>4.121123892255241E-3</c:v>
                </c:pt>
                <c:pt idx="32">
                  <c:v>1.026071637791588E-2</c:v>
                </c:pt>
                <c:pt idx="33">
                  <c:v>1.262691186358266E-2</c:v>
                </c:pt>
                <c:pt idx="34">
                  <c:v>1.1952161534903661E-2</c:v>
                </c:pt>
                <c:pt idx="35">
                  <c:v>7.7292659805430174E-3</c:v>
                </c:pt>
                <c:pt idx="36">
                  <c:v>6.0239943181138863E-3</c:v>
                </c:pt>
                <c:pt idx="37">
                  <c:v>6.1543105216380727E-3</c:v>
                </c:pt>
                <c:pt idx="38">
                  <c:v>6.936540515578328E-3</c:v>
                </c:pt>
                <c:pt idx="39">
                  <c:v>7.4719600582110789E-3</c:v>
                </c:pt>
                <c:pt idx="40">
                  <c:v>7.871536991971833E-3</c:v>
                </c:pt>
                <c:pt idx="41">
                  <c:v>7.835205579989981E-3</c:v>
                </c:pt>
                <c:pt idx="42">
                  <c:v>7.5925741861471554E-3</c:v>
                </c:pt>
                <c:pt idx="43">
                  <c:v>7.3371526714247071E-3</c:v>
                </c:pt>
                <c:pt idx="44">
                  <c:v>7.1373691161140803E-3</c:v>
                </c:pt>
                <c:pt idx="45">
                  <c:v>7.0510161948818531E-3</c:v>
                </c:pt>
                <c:pt idx="46">
                  <c:v>8.481191336968499E-3</c:v>
                </c:pt>
                <c:pt idx="47">
                  <c:v>1.1244679687421859E-2</c:v>
                </c:pt>
                <c:pt idx="48">
                  <c:v>1.3016004772251301E-2</c:v>
                </c:pt>
                <c:pt idx="49">
                  <c:v>1.4868712738263141E-2</c:v>
                </c:pt>
                <c:pt idx="50">
                  <c:v>3.0859436264460149E-2</c:v>
                </c:pt>
                <c:pt idx="51">
                  <c:v>3.106397066338179E-2</c:v>
                </c:pt>
                <c:pt idx="52">
                  <c:v>3.1561099436707547E-2</c:v>
                </c:pt>
                <c:pt idx="53">
                  <c:v>3.1617418656424388E-2</c:v>
                </c:pt>
                <c:pt idx="54">
                  <c:v>2.954602516514496E-2</c:v>
                </c:pt>
                <c:pt idx="55">
                  <c:v>1.8360768475484391E-2</c:v>
                </c:pt>
                <c:pt idx="56">
                  <c:v>6.9319860359387843E-3</c:v>
                </c:pt>
                <c:pt idx="57">
                  <c:v>5.5239613802030079E-3</c:v>
                </c:pt>
                <c:pt idx="58">
                  <c:v>5.9095410725000068E-3</c:v>
                </c:pt>
                <c:pt idx="59">
                  <c:v>9.0493379279684844E-3</c:v>
                </c:pt>
                <c:pt idx="60">
                  <c:v>1.017481559577915E-2</c:v>
                </c:pt>
                <c:pt idx="61">
                  <c:v>1.0146366277767041E-2</c:v>
                </c:pt>
                <c:pt idx="62">
                  <c:v>9.8185170314862725E-3</c:v>
                </c:pt>
                <c:pt idx="63">
                  <c:v>9.5468570485225269E-3</c:v>
                </c:pt>
                <c:pt idx="64">
                  <c:v>1.3561506875910029E-2</c:v>
                </c:pt>
                <c:pt idx="65">
                  <c:v>4.4620065766317621E-2</c:v>
                </c:pt>
                <c:pt idx="66">
                  <c:v>5.356827125051096E-2</c:v>
                </c:pt>
                <c:pt idx="67">
                  <c:v>5.3102753186315417E-2</c:v>
                </c:pt>
                <c:pt idx="68">
                  <c:v>4.9115388274280157E-2</c:v>
                </c:pt>
                <c:pt idx="69">
                  <c:v>4.8839148230818689E-2</c:v>
                </c:pt>
                <c:pt idx="70">
                  <c:v>4.4110426896817607E-2</c:v>
                </c:pt>
                <c:pt idx="71">
                  <c:v>2.6765795912646731E-2</c:v>
                </c:pt>
                <c:pt idx="72">
                  <c:v>1.940421574771933E-2</c:v>
                </c:pt>
                <c:pt idx="73">
                  <c:v>2.8608276477313632E-2</c:v>
                </c:pt>
                <c:pt idx="74">
                  <c:v>0.1207895722483681</c:v>
                </c:pt>
                <c:pt idx="75">
                  <c:v>0.2028026774456822</c:v>
                </c:pt>
                <c:pt idx="76">
                  <c:v>0.25029376473210319</c:v>
                </c:pt>
                <c:pt idx="77">
                  <c:v>1.1562610473608781</c:v>
                </c:pt>
                <c:pt idx="78">
                  <c:v>2.1199664568565471</c:v>
                </c:pt>
                <c:pt idx="79">
                  <c:v>2.5086373847200671</c:v>
                </c:pt>
                <c:pt idx="80">
                  <c:v>2.590824830181452</c:v>
                </c:pt>
                <c:pt idx="81">
                  <c:v>2.715390703480852</c:v>
                </c:pt>
                <c:pt idx="82">
                  <c:v>2.8727598616835359</c:v>
                </c:pt>
                <c:pt idx="83">
                  <c:v>2.9867281207549232</c:v>
                </c:pt>
                <c:pt idx="84">
                  <c:v>3.027186708376377</c:v>
                </c:pt>
                <c:pt idx="85">
                  <c:v>2.840686546605828</c:v>
                </c:pt>
                <c:pt idx="86">
                  <c:v>1.1946456264303129</c:v>
                </c:pt>
                <c:pt idx="87">
                  <c:v>0.68023488595105874</c:v>
                </c:pt>
                <c:pt idx="88">
                  <c:v>0.95227229261355528</c:v>
                </c:pt>
                <c:pt idx="89">
                  <c:v>2.5990960872379021</c:v>
                </c:pt>
                <c:pt idx="90">
                  <c:v>3.296443386661577</c:v>
                </c:pt>
                <c:pt idx="91">
                  <c:v>3.555421743058834</c:v>
                </c:pt>
                <c:pt idx="92">
                  <c:v>4.4032252262937881</c:v>
                </c:pt>
                <c:pt idx="93">
                  <c:v>6.2066507740549977</c:v>
                </c:pt>
                <c:pt idx="94">
                  <c:v>6.573251400347317</c:v>
                </c:pt>
                <c:pt idx="95">
                  <c:v>6.3986080111837094</c:v>
                </c:pt>
                <c:pt idx="96">
                  <c:v>4.7850180989789592</c:v>
                </c:pt>
                <c:pt idx="97">
                  <c:v>4.1684583753530253</c:v>
                </c:pt>
                <c:pt idx="98">
                  <c:v>4.3933509091187997</c:v>
                </c:pt>
                <c:pt idx="99">
                  <c:v>5.6721395848230793</c:v>
                </c:pt>
                <c:pt idx="100">
                  <c:v>5.9699923036356379</c:v>
                </c:pt>
                <c:pt idx="101">
                  <c:v>6.0965152566527987</c:v>
                </c:pt>
                <c:pt idx="102">
                  <c:v>6.6484326065567068</c:v>
                </c:pt>
                <c:pt idx="103">
                  <c:v>7.1351348046857783</c:v>
                </c:pt>
                <c:pt idx="104">
                  <c:v>7.4101207291913536</c:v>
                </c:pt>
                <c:pt idx="105">
                  <c:v>7.4753565185173052</c:v>
                </c:pt>
                <c:pt idx="106">
                  <c:v>7.890068927246956</c:v>
                </c:pt>
                <c:pt idx="107">
                  <c:v>8.1903737390221263</c:v>
                </c:pt>
                <c:pt idx="108">
                  <c:v>7.8454223112704824</c:v>
                </c:pt>
                <c:pt idx="109">
                  <c:v>4.3990433800033486</c:v>
                </c:pt>
                <c:pt idx="110">
                  <c:v>4.1331090117669786</c:v>
                </c:pt>
                <c:pt idx="111">
                  <c:v>3.9263148898763158</c:v>
                </c:pt>
                <c:pt idx="112">
                  <c:v>1.5262337514112909</c:v>
                </c:pt>
                <c:pt idx="113">
                  <c:v>0.82445873364503908</c:v>
                </c:pt>
                <c:pt idx="114">
                  <c:v>0.80761894220558017</c:v>
                </c:pt>
                <c:pt idx="115">
                  <c:v>0.70618447397625272</c:v>
                </c:pt>
                <c:pt idx="116">
                  <c:v>0.67941199671316588</c:v>
                </c:pt>
                <c:pt idx="117">
                  <c:v>1.5432895123281749</c:v>
                </c:pt>
                <c:pt idx="118">
                  <c:v>3.4015804252952102</c:v>
                </c:pt>
                <c:pt idx="119">
                  <c:v>6.1927075983167041</c:v>
                </c:pt>
                <c:pt idx="120">
                  <c:v>7.47901957446068</c:v>
                </c:pt>
                <c:pt idx="121">
                  <c:v>7.488660809752532</c:v>
                </c:pt>
                <c:pt idx="122">
                  <c:v>7.5428331085354809</c:v>
                </c:pt>
                <c:pt idx="123">
                  <c:v>7.5503962734891434</c:v>
                </c:pt>
                <c:pt idx="124">
                  <c:v>7.1825814050281567</c:v>
                </c:pt>
                <c:pt idx="125">
                  <c:v>6.405237720850236</c:v>
                </c:pt>
                <c:pt idx="126">
                  <c:v>5.5657130833290864</c:v>
                </c:pt>
                <c:pt idx="127">
                  <c:v>4.8947173213772741</c:v>
                </c:pt>
                <c:pt idx="128">
                  <c:v>4.5884670059532606</c:v>
                </c:pt>
                <c:pt idx="129">
                  <c:v>4.7090645326231231</c:v>
                </c:pt>
                <c:pt idx="130">
                  <c:v>5.0587886221318872</c:v>
                </c:pt>
                <c:pt idx="131">
                  <c:v>5.2738112931759584</c:v>
                </c:pt>
                <c:pt idx="132">
                  <c:v>5.1908172459778594</c:v>
                </c:pt>
                <c:pt idx="133">
                  <c:v>4.9305603828451092</c:v>
                </c:pt>
                <c:pt idx="134">
                  <c:v>4.3781998330868888</c:v>
                </c:pt>
                <c:pt idx="135">
                  <c:v>4.3130561359448496</c:v>
                </c:pt>
                <c:pt idx="136">
                  <c:v>4.2548554378308134</c:v>
                </c:pt>
                <c:pt idx="137">
                  <c:v>3.579885350653083</c:v>
                </c:pt>
                <c:pt idx="138">
                  <c:v>3.3529168084777701</c:v>
                </c:pt>
                <c:pt idx="139">
                  <c:v>3.391818494679542</c:v>
                </c:pt>
                <c:pt idx="140">
                  <c:v>3.888673862148802</c:v>
                </c:pt>
                <c:pt idx="141">
                  <c:v>4.2262217724547657</c:v>
                </c:pt>
                <c:pt idx="142">
                  <c:v>4.3476682180445048</c:v>
                </c:pt>
                <c:pt idx="143">
                  <c:v>5.4139333144552904</c:v>
                </c:pt>
                <c:pt idx="144">
                  <c:v>5.7809675817842674</c:v>
                </c:pt>
                <c:pt idx="145">
                  <c:v>5.9199349909655634</c:v>
                </c:pt>
                <c:pt idx="146">
                  <c:v>6.6383356720740139</c:v>
                </c:pt>
                <c:pt idx="147">
                  <c:v>6.9072977367365436</c:v>
                </c:pt>
                <c:pt idx="148">
                  <c:v>6.6316833841796843</c:v>
                </c:pt>
                <c:pt idx="149">
                  <c:v>5.5452866843329396</c:v>
                </c:pt>
                <c:pt idx="150">
                  <c:v>5.4719971526066029</c:v>
                </c:pt>
                <c:pt idx="151">
                  <c:v>5.8405834421451326</c:v>
                </c:pt>
                <c:pt idx="152">
                  <c:v>6.2993788164175823</c:v>
                </c:pt>
                <c:pt idx="153">
                  <c:v>6.4055386776392522</c:v>
                </c:pt>
                <c:pt idx="154">
                  <c:v>6.1692623977764081</c:v>
                </c:pt>
                <c:pt idx="155">
                  <c:v>5.7212715949810793</c:v>
                </c:pt>
                <c:pt idx="156">
                  <c:v>5.4197409266981884</c:v>
                </c:pt>
                <c:pt idx="157">
                  <c:v>5.3119282134272572</c:v>
                </c:pt>
                <c:pt idx="158">
                  <c:v>5.5096156821492563</c:v>
                </c:pt>
                <c:pt idx="159">
                  <c:v>7.6071448096284469</c:v>
                </c:pt>
                <c:pt idx="160">
                  <c:v>8.233867245967641</c:v>
                </c:pt>
                <c:pt idx="161">
                  <c:v>8.2062524703057349</c:v>
                </c:pt>
                <c:pt idx="162">
                  <c:v>8.0275925627975138</c:v>
                </c:pt>
                <c:pt idx="163">
                  <c:v>7.8984821382012571</c:v>
                </c:pt>
                <c:pt idx="164">
                  <c:v>7.8787159705270682</c:v>
                </c:pt>
                <c:pt idx="165">
                  <c:v>7.7755421730903729</c:v>
                </c:pt>
                <c:pt idx="166">
                  <c:v>7.1199212993011676</c:v>
                </c:pt>
                <c:pt idx="167">
                  <c:v>6.263918696170883</c:v>
                </c:pt>
                <c:pt idx="168">
                  <c:v>5.9307122230929847</c:v>
                </c:pt>
                <c:pt idx="169">
                  <c:v>6.0366240316796373</c:v>
                </c:pt>
                <c:pt idx="170">
                  <c:v>7.0741439326361366</c:v>
                </c:pt>
                <c:pt idx="171">
                  <c:v>7.6491973156648667</c:v>
                </c:pt>
                <c:pt idx="172">
                  <c:v>7.5506726204902019</c:v>
                </c:pt>
                <c:pt idx="173">
                  <c:v>6.6295515909421567</c:v>
                </c:pt>
                <c:pt idx="174">
                  <c:v>5.9110678746897714</c:v>
                </c:pt>
                <c:pt idx="175">
                  <c:v>5.9446533557874854</c:v>
                </c:pt>
                <c:pt idx="176">
                  <c:v>6.1344240564802917</c:v>
                </c:pt>
                <c:pt idx="177">
                  <c:v>7.4398297419601924</c:v>
                </c:pt>
                <c:pt idx="178">
                  <c:v>7.5727503553796396</c:v>
                </c:pt>
                <c:pt idx="179">
                  <c:v>7.6909108656349634</c:v>
                </c:pt>
                <c:pt idx="180">
                  <c:v>7.8175057205555003</c:v>
                </c:pt>
                <c:pt idx="181">
                  <c:v>7.7662475988328392</c:v>
                </c:pt>
                <c:pt idx="182">
                  <c:v>7.5845044527766907</c:v>
                </c:pt>
                <c:pt idx="183">
                  <c:v>7.5468154996402337</c:v>
                </c:pt>
                <c:pt idx="184">
                  <c:v>7.1727747242898294</c:v>
                </c:pt>
                <c:pt idx="185">
                  <c:v>7.0104371326104342</c:v>
                </c:pt>
                <c:pt idx="186">
                  <c:v>7.0102583857623264</c:v>
                </c:pt>
                <c:pt idx="187">
                  <c:v>7.0086741518420741</c:v>
                </c:pt>
                <c:pt idx="188">
                  <c:v>7.4405437159949583</c:v>
                </c:pt>
                <c:pt idx="189">
                  <c:v>8.7967448157413255</c:v>
                </c:pt>
                <c:pt idx="190">
                  <c:v>9.3167305368089188</c:v>
                </c:pt>
                <c:pt idx="191">
                  <c:v>9.2091607341634099</c:v>
                </c:pt>
                <c:pt idx="192">
                  <c:v>8.4034245367918974</c:v>
                </c:pt>
                <c:pt idx="193">
                  <c:v>7.8130644327356036</c:v>
                </c:pt>
                <c:pt idx="194">
                  <c:v>7.8004518442653943</c:v>
                </c:pt>
                <c:pt idx="195">
                  <c:v>7.6238908130235012</c:v>
                </c:pt>
                <c:pt idx="196">
                  <c:v>7.575972481424853</c:v>
                </c:pt>
                <c:pt idx="197">
                  <c:v>7.478859139051683</c:v>
                </c:pt>
                <c:pt idx="198">
                  <c:v>6.5972551452235368</c:v>
                </c:pt>
                <c:pt idx="199">
                  <c:v>6.1183114413863269</c:v>
                </c:pt>
                <c:pt idx="200">
                  <c:v>6.1640622466276174</c:v>
                </c:pt>
                <c:pt idx="201">
                  <c:v>6.517385817192249</c:v>
                </c:pt>
                <c:pt idx="202">
                  <c:v>6.7854231197869828</c:v>
                </c:pt>
                <c:pt idx="203">
                  <c:v>7.055131156886393</c:v>
                </c:pt>
                <c:pt idx="204">
                  <c:v>6.7778626216102866</c:v>
                </c:pt>
                <c:pt idx="205">
                  <c:v>4.9119970035050393</c:v>
                </c:pt>
                <c:pt idx="206">
                  <c:v>4.3156967477545383</c:v>
                </c:pt>
                <c:pt idx="207">
                  <c:v>4.7483917735428216</c:v>
                </c:pt>
                <c:pt idx="208">
                  <c:v>8.1057187480199531</c:v>
                </c:pt>
                <c:pt idx="209">
                  <c:v>10.54147141669066</c:v>
                </c:pt>
                <c:pt idx="210">
                  <c:v>10.351370162482031</c:v>
                </c:pt>
                <c:pt idx="211">
                  <c:v>8.6197883568980362</c:v>
                </c:pt>
                <c:pt idx="212">
                  <c:v>8.349737526428834</c:v>
                </c:pt>
                <c:pt idx="213">
                  <c:v>8.2392654409041608</c:v>
                </c:pt>
                <c:pt idx="214">
                  <c:v>6.9163902589965032</c:v>
                </c:pt>
                <c:pt idx="215">
                  <c:v>6.3121588586463124</c:v>
                </c:pt>
                <c:pt idx="216">
                  <c:v>6.2941149369751059</c:v>
                </c:pt>
                <c:pt idx="217">
                  <c:v>6.016696500664426</c:v>
                </c:pt>
                <c:pt idx="218">
                  <c:v>5.9957466944553506</c:v>
                </c:pt>
                <c:pt idx="219">
                  <c:v>6.0298958137737131</c:v>
                </c:pt>
                <c:pt idx="220">
                  <c:v>6.3881424326310361</c:v>
                </c:pt>
                <c:pt idx="221">
                  <c:v>6.5204814129361122</c:v>
                </c:pt>
                <c:pt idx="222">
                  <c:v>6.681851565967567</c:v>
                </c:pt>
                <c:pt idx="223">
                  <c:v>7.4302638922169457</c:v>
                </c:pt>
                <c:pt idx="224">
                  <c:v>7.7279247784004239</c:v>
                </c:pt>
                <c:pt idx="225">
                  <c:v>7.4876159774437596</c:v>
                </c:pt>
                <c:pt idx="226">
                  <c:v>7.1224646562808518</c:v>
                </c:pt>
                <c:pt idx="227">
                  <c:v>6.6278228503848826</c:v>
                </c:pt>
                <c:pt idx="228">
                  <c:v>6.6373381926399544</c:v>
                </c:pt>
                <c:pt idx="229">
                  <c:v>6.6910813802114566</c:v>
                </c:pt>
                <c:pt idx="230">
                  <c:v>6.7402763026290122</c:v>
                </c:pt>
                <c:pt idx="231">
                  <c:v>6.7805181011641613</c:v>
                </c:pt>
                <c:pt idx="232">
                  <c:v>6.7598583151445917</c:v>
                </c:pt>
                <c:pt idx="233">
                  <c:v>5.7805428609323997</c:v>
                </c:pt>
                <c:pt idx="234">
                  <c:v>5.0776941674210088</c:v>
                </c:pt>
                <c:pt idx="235">
                  <c:v>5.3025557779768144</c:v>
                </c:pt>
                <c:pt idx="236">
                  <c:v>7.9819090544787468</c:v>
                </c:pt>
                <c:pt idx="237">
                  <c:v>8.933333699620178</c:v>
                </c:pt>
                <c:pt idx="238">
                  <c:v>8.8959472478053687</c:v>
                </c:pt>
                <c:pt idx="239">
                  <c:v>8.5515681362393146</c:v>
                </c:pt>
                <c:pt idx="240">
                  <c:v>8.2044440116003123</c:v>
                </c:pt>
                <c:pt idx="241">
                  <c:v>7.858937670331299</c:v>
                </c:pt>
                <c:pt idx="242">
                  <c:v>7.7893410494529034</c:v>
                </c:pt>
                <c:pt idx="243">
                  <c:v>6.8659407456516623</c:v>
                </c:pt>
                <c:pt idx="244">
                  <c:v>6.6183201924967454</c:v>
                </c:pt>
                <c:pt idx="245">
                  <c:v>6.5556344475165096</c:v>
                </c:pt>
                <c:pt idx="246">
                  <c:v>5.7148639962039054</c:v>
                </c:pt>
                <c:pt idx="247">
                  <c:v>5.4002481121001482</c:v>
                </c:pt>
                <c:pt idx="248">
                  <c:v>5.3798553665810864</c:v>
                </c:pt>
                <c:pt idx="249">
                  <c:v>5.1649204053097453</c:v>
                </c:pt>
                <c:pt idx="250">
                  <c:v>5.1406700804800511</c:v>
                </c:pt>
                <c:pt idx="251">
                  <c:v>6.5391486894376269</c:v>
                </c:pt>
                <c:pt idx="252">
                  <c:v>7.8078726530477516</c:v>
                </c:pt>
                <c:pt idx="253">
                  <c:v>7.7527302853906876</c:v>
                </c:pt>
                <c:pt idx="254">
                  <c:v>7.7370649526063824</c:v>
                </c:pt>
                <c:pt idx="255">
                  <c:v>7.3688107552822437</c:v>
                </c:pt>
                <c:pt idx="256">
                  <c:v>7.2014254857130133</c:v>
                </c:pt>
                <c:pt idx="257">
                  <c:v>7.1736776376129887</c:v>
                </c:pt>
                <c:pt idx="258">
                  <c:v>6.9812357400654097</c:v>
                </c:pt>
                <c:pt idx="259">
                  <c:v>5.2587961635240124</c:v>
                </c:pt>
                <c:pt idx="260">
                  <c:v>5.1194491215228739</c:v>
                </c:pt>
                <c:pt idx="261">
                  <c:v>5.1179790076084384</c:v>
                </c:pt>
                <c:pt idx="262">
                  <c:v>5.1073212342185634</c:v>
                </c:pt>
                <c:pt idx="263">
                  <c:v>5.1031936444666499</c:v>
                </c:pt>
                <c:pt idx="264">
                  <c:v>5.2254122586049068</c:v>
                </c:pt>
                <c:pt idx="265">
                  <c:v>6.587855566548197</c:v>
                </c:pt>
                <c:pt idx="266">
                  <c:v>7.4205102569260379</c:v>
                </c:pt>
                <c:pt idx="267">
                  <c:v>7.4265387209045697</c:v>
                </c:pt>
                <c:pt idx="268">
                  <c:v>7.4764379192890802</c:v>
                </c:pt>
                <c:pt idx="269">
                  <c:v>7.48422260169085</c:v>
                </c:pt>
                <c:pt idx="270">
                  <c:v>7.0533321895131156</c:v>
                </c:pt>
                <c:pt idx="271">
                  <c:v>6.156845756645426</c:v>
                </c:pt>
                <c:pt idx="272">
                  <c:v>5.6569948496317162</c:v>
                </c:pt>
                <c:pt idx="273">
                  <c:v>5.3700890248383946</c:v>
                </c:pt>
                <c:pt idx="274">
                  <c:v>4.9083385345413939</c:v>
                </c:pt>
                <c:pt idx="275">
                  <c:v>4.4901843938587458</c:v>
                </c:pt>
                <c:pt idx="276">
                  <c:v>4.4187343483827073</c:v>
                </c:pt>
                <c:pt idx="277">
                  <c:v>4.3487595748725969</c:v>
                </c:pt>
                <c:pt idx="278">
                  <c:v>3.740376788961242</c:v>
                </c:pt>
                <c:pt idx="279">
                  <c:v>3.5862771000175591</c:v>
                </c:pt>
                <c:pt idx="280">
                  <c:v>3.8499318764412451</c:v>
                </c:pt>
                <c:pt idx="281">
                  <c:v>4.7440661233862089</c:v>
                </c:pt>
                <c:pt idx="282">
                  <c:v>5.7946183023731166</c:v>
                </c:pt>
                <c:pt idx="283">
                  <c:v>6.6312713026890959</c:v>
                </c:pt>
                <c:pt idx="284">
                  <c:v>6.7584043386972832</c:v>
                </c:pt>
                <c:pt idx="285">
                  <c:v>6.8216259389635061</c:v>
                </c:pt>
                <c:pt idx="286">
                  <c:v>7.3440614532898527</c:v>
                </c:pt>
                <c:pt idx="287">
                  <c:v>7.450947121446494</c:v>
                </c:pt>
                <c:pt idx="288">
                  <c:v>7.2734558104796161</c:v>
                </c:pt>
                <c:pt idx="289">
                  <c:v>6.1126157867666064</c:v>
                </c:pt>
                <c:pt idx="290">
                  <c:v>5.6383160121079214</c:v>
                </c:pt>
                <c:pt idx="291">
                  <c:v>5.5865872279030677</c:v>
                </c:pt>
                <c:pt idx="292">
                  <c:v>5.1089623466194416</c:v>
                </c:pt>
                <c:pt idx="293">
                  <c:v>4.7184043909289812</c:v>
                </c:pt>
                <c:pt idx="294">
                  <c:v>4.6414190571518894</c:v>
                </c:pt>
                <c:pt idx="295">
                  <c:v>4.0672079758404518</c:v>
                </c:pt>
                <c:pt idx="296">
                  <c:v>3.9102545391461518</c:v>
                </c:pt>
                <c:pt idx="297">
                  <c:v>4.0881924906585283</c:v>
                </c:pt>
                <c:pt idx="298">
                  <c:v>5.1267973612786646</c:v>
                </c:pt>
                <c:pt idx="299">
                  <c:v>5.7717391679164551</c:v>
                </c:pt>
                <c:pt idx="300">
                  <c:v>5.8748857463994364</c:v>
                </c:pt>
                <c:pt idx="301">
                  <c:v>6.7840103236151048</c:v>
                </c:pt>
                <c:pt idx="302">
                  <c:v>7.0286298829150091</c:v>
                </c:pt>
                <c:pt idx="303">
                  <c:v>6.8321388115319843</c:v>
                </c:pt>
                <c:pt idx="304">
                  <c:v>6.1545103624873949</c:v>
                </c:pt>
                <c:pt idx="305">
                  <c:v>5.5554459666993443</c:v>
                </c:pt>
                <c:pt idx="306">
                  <c:v>5.5439339305025257</c:v>
                </c:pt>
                <c:pt idx="307">
                  <c:v>5.4019235618395589</c:v>
                </c:pt>
                <c:pt idx="308">
                  <c:v>5.2723536539726323</c:v>
                </c:pt>
                <c:pt idx="309">
                  <c:v>5.2498248843097581</c:v>
                </c:pt>
                <c:pt idx="310">
                  <c:v>5.2206763305399564</c:v>
                </c:pt>
                <c:pt idx="311">
                  <c:v>4.8965882871442448</c:v>
                </c:pt>
                <c:pt idx="312">
                  <c:v>4.8125465688062397</c:v>
                </c:pt>
                <c:pt idx="313">
                  <c:v>4.9038714511675634</c:v>
                </c:pt>
                <c:pt idx="314">
                  <c:v>5.9302759050352929</c:v>
                </c:pt>
                <c:pt idx="315">
                  <c:v>6.4253828951371528</c:v>
                </c:pt>
                <c:pt idx="316">
                  <c:v>6.4124633257963266</c:v>
                </c:pt>
                <c:pt idx="317">
                  <c:v>6.2790979620474099</c:v>
                </c:pt>
                <c:pt idx="318">
                  <c:v>6.1911583728743116</c:v>
                </c:pt>
                <c:pt idx="319">
                  <c:v>6.1341929054536877</c:v>
                </c:pt>
                <c:pt idx="320">
                  <c:v>5.9513887912123797</c:v>
                </c:pt>
                <c:pt idx="321">
                  <c:v>4.9663094120015554</c:v>
                </c:pt>
                <c:pt idx="322">
                  <c:v>4.3313669785815563</c:v>
                </c:pt>
                <c:pt idx="323">
                  <c:v>3.6622835896061141</c:v>
                </c:pt>
                <c:pt idx="324">
                  <c:v>3.7201370901024182</c:v>
                </c:pt>
                <c:pt idx="325">
                  <c:v>4.0092148248961399</c:v>
                </c:pt>
                <c:pt idx="326">
                  <c:v>4.2781771847832566</c:v>
                </c:pt>
                <c:pt idx="327">
                  <c:v>4.3643676170386101</c:v>
                </c:pt>
                <c:pt idx="328">
                  <c:v>4.3230403625929554</c:v>
                </c:pt>
                <c:pt idx="329">
                  <c:v>4.0352113171611608</c:v>
                </c:pt>
                <c:pt idx="330">
                  <c:v>4.1786609590555797</c:v>
                </c:pt>
                <c:pt idx="331">
                  <c:v>5.1676048717698997</c:v>
                </c:pt>
                <c:pt idx="332">
                  <c:v>5.6846567037420606</c:v>
                </c:pt>
                <c:pt idx="333">
                  <c:v>5.748046875</c:v>
                </c:pt>
                <c:pt idx="334">
                  <c:v>5.8197643671375214</c:v>
                </c:pt>
                <c:pt idx="335">
                  <c:v>6.5037178855736641</c:v>
                </c:pt>
                <c:pt idx="336">
                  <c:v>6.5675613503845138</c:v>
                </c:pt>
                <c:pt idx="337">
                  <c:v>6.4299416096157724</c:v>
                </c:pt>
                <c:pt idx="338">
                  <c:v>5.0098671010705171</c:v>
                </c:pt>
                <c:pt idx="339">
                  <c:v>4.3184097266399668</c:v>
                </c:pt>
                <c:pt idx="340">
                  <c:v>4.2932403937228569</c:v>
                </c:pt>
                <c:pt idx="341">
                  <c:v>4.2663056548269784</c:v>
                </c:pt>
                <c:pt idx="342">
                  <c:v>3.6632309480428251</c:v>
                </c:pt>
                <c:pt idx="343">
                  <c:v>3.791368991257658</c:v>
                </c:pt>
                <c:pt idx="344">
                  <c:v>4.9856930573631084</c:v>
                </c:pt>
                <c:pt idx="345">
                  <c:v>5.3209563326478548</c:v>
                </c:pt>
                <c:pt idx="346">
                  <c:v>5.4050937928290317</c:v>
                </c:pt>
                <c:pt idx="347">
                  <c:v>6.2676591013782774</c:v>
                </c:pt>
                <c:pt idx="348">
                  <c:v>6.6987213394967036</c:v>
                </c:pt>
                <c:pt idx="349">
                  <c:v>6.5388418528338246</c:v>
                </c:pt>
                <c:pt idx="350">
                  <c:v>4.2967587415541608</c:v>
                </c:pt>
                <c:pt idx="351">
                  <c:v>4.1384250770710196</c:v>
                </c:pt>
                <c:pt idx="352">
                  <c:v>4.078438138102495</c:v>
                </c:pt>
                <c:pt idx="353">
                  <c:v>3.4981979090440039</c:v>
                </c:pt>
                <c:pt idx="354">
                  <c:v>3.381966730385638</c:v>
                </c:pt>
                <c:pt idx="355">
                  <c:v>2.9474439323854278</c:v>
                </c:pt>
                <c:pt idx="356">
                  <c:v>2.3898632309912871</c:v>
                </c:pt>
                <c:pt idx="357">
                  <c:v>2.3112497816400341</c:v>
                </c:pt>
                <c:pt idx="358">
                  <c:v>2.4866228794656142</c:v>
                </c:pt>
                <c:pt idx="359">
                  <c:v>3.4877209532675488</c:v>
                </c:pt>
                <c:pt idx="360">
                  <c:v>4.4564337902169084</c:v>
                </c:pt>
                <c:pt idx="361">
                  <c:v>5.3056169421047379</c:v>
                </c:pt>
                <c:pt idx="362">
                  <c:v>5.8821445607694018</c:v>
                </c:pt>
                <c:pt idx="363">
                  <c:v>5.9826338578335072</c:v>
                </c:pt>
                <c:pt idx="364">
                  <c:v>6.7920757421785254</c:v>
                </c:pt>
                <c:pt idx="365">
                  <c:v>7.4657821823952712</c:v>
                </c:pt>
                <c:pt idx="366">
                  <c:v>7.3088269422654024</c:v>
                </c:pt>
                <c:pt idx="367">
                  <c:v>5.4773784936314369</c:v>
                </c:pt>
                <c:pt idx="368">
                  <c:v>5.3360951345904981</c:v>
                </c:pt>
                <c:pt idx="369">
                  <c:v>4.8441406582047248</c:v>
                </c:pt>
                <c:pt idx="370">
                  <c:v>3.2464368247354791</c:v>
                </c:pt>
                <c:pt idx="371">
                  <c:v>2.61610394722207</c:v>
                </c:pt>
                <c:pt idx="372">
                  <c:v>2.8703250164706802</c:v>
                </c:pt>
                <c:pt idx="373">
                  <c:v>3.4620570404860622</c:v>
                </c:pt>
                <c:pt idx="374">
                  <c:v>3.8014191487193951</c:v>
                </c:pt>
                <c:pt idx="375">
                  <c:v>4.0808328854932068</c:v>
                </c:pt>
                <c:pt idx="376">
                  <c:v>4.5251781277448613</c:v>
                </c:pt>
                <c:pt idx="377">
                  <c:v>4.7356918064825893</c:v>
                </c:pt>
                <c:pt idx="378">
                  <c:v>4.7805848426232309</c:v>
                </c:pt>
                <c:pt idx="379">
                  <c:v>5.2952574404753037</c:v>
                </c:pt>
                <c:pt idx="380">
                  <c:v>5.6486990249471143</c:v>
                </c:pt>
                <c:pt idx="381">
                  <c:v>5.474973350201136</c:v>
                </c:pt>
                <c:pt idx="382">
                  <c:v>3.8356589231592442</c:v>
                </c:pt>
                <c:pt idx="383">
                  <c:v>3.4451439225871048</c:v>
                </c:pt>
                <c:pt idx="384">
                  <c:v>3.425703219147008</c:v>
                </c:pt>
                <c:pt idx="385">
                  <c:v>3.2747346773311361</c:v>
                </c:pt>
                <c:pt idx="386">
                  <c:v>3.1758240418876702</c:v>
                </c:pt>
                <c:pt idx="387">
                  <c:v>3.180289005554783</c:v>
                </c:pt>
                <c:pt idx="388">
                  <c:v>3.2151315955096811</c:v>
                </c:pt>
                <c:pt idx="389">
                  <c:v>3.2457846711310032</c:v>
                </c:pt>
                <c:pt idx="390">
                  <c:v>3.2506896534368561</c:v>
                </c:pt>
                <c:pt idx="391">
                  <c:v>3.3154625055210079</c:v>
                </c:pt>
                <c:pt idx="392">
                  <c:v>3.6783889455412639</c:v>
                </c:pt>
                <c:pt idx="393">
                  <c:v>3.745650072569787</c:v>
                </c:pt>
                <c:pt idx="394">
                  <c:v>4.1217083193883006</c:v>
                </c:pt>
                <c:pt idx="395">
                  <c:v>4.484495111044855</c:v>
                </c:pt>
                <c:pt idx="396">
                  <c:v>4.8089047167931396</c:v>
                </c:pt>
                <c:pt idx="397">
                  <c:v>4.7887805551644096</c:v>
                </c:pt>
                <c:pt idx="398">
                  <c:v>4.7755954621281536</c:v>
                </c:pt>
                <c:pt idx="399">
                  <c:v>4.5858250205674924</c:v>
                </c:pt>
                <c:pt idx="400">
                  <c:v>4.3045698756780526</c:v>
                </c:pt>
                <c:pt idx="401">
                  <c:v>4.2561603105368642</c:v>
                </c:pt>
                <c:pt idx="402">
                  <c:v>4.2138459838864168</c:v>
                </c:pt>
                <c:pt idx="403">
                  <c:v>3.6223480018006282</c:v>
                </c:pt>
                <c:pt idx="404">
                  <c:v>3.3815639385364511</c:v>
                </c:pt>
                <c:pt idx="405">
                  <c:v>3.356576892395132</c:v>
                </c:pt>
                <c:pt idx="406">
                  <c:v>3.0577536478008529</c:v>
                </c:pt>
                <c:pt idx="407">
                  <c:v>2.8545905643599609</c:v>
                </c:pt>
                <c:pt idx="408">
                  <c:v>2.816875868332287</c:v>
                </c:pt>
                <c:pt idx="409">
                  <c:v>3.0411852882472639</c:v>
                </c:pt>
                <c:pt idx="410">
                  <c:v>3.2175612245083189</c:v>
                </c:pt>
                <c:pt idx="411">
                  <c:v>3.5676104643577968</c:v>
                </c:pt>
                <c:pt idx="412">
                  <c:v>4.1535499929144262</c:v>
                </c:pt>
                <c:pt idx="413">
                  <c:v>4.4371200183922443</c:v>
                </c:pt>
                <c:pt idx="414">
                  <c:v>4.288571383538609</c:v>
                </c:pt>
                <c:pt idx="415">
                  <c:v>3.5487206569617409</c:v>
                </c:pt>
                <c:pt idx="416">
                  <c:v>3.254108912647002</c:v>
                </c:pt>
                <c:pt idx="417">
                  <c:v>3.140508670106517</c:v>
                </c:pt>
                <c:pt idx="418">
                  <c:v>2.8190001506057909</c:v>
                </c:pt>
                <c:pt idx="419">
                  <c:v>2.5046665507277561</c:v>
                </c:pt>
                <c:pt idx="420">
                  <c:v>2.5345605437276149</c:v>
                </c:pt>
                <c:pt idx="421">
                  <c:v>2.9058779852522401</c:v>
                </c:pt>
                <c:pt idx="422">
                  <c:v>3.236624507287249</c:v>
                </c:pt>
                <c:pt idx="423">
                  <c:v>3.5938601756856201</c:v>
                </c:pt>
                <c:pt idx="424">
                  <c:v>3.65272338852481</c:v>
                </c:pt>
                <c:pt idx="425">
                  <c:v>3.638127840079012</c:v>
                </c:pt>
                <c:pt idx="426">
                  <c:v>3.4051939282313901</c:v>
                </c:pt>
                <c:pt idx="427">
                  <c:v>3.3601726206079361</c:v>
                </c:pt>
                <c:pt idx="428">
                  <c:v>3.3461749591080698</c:v>
                </c:pt>
                <c:pt idx="429">
                  <c:v>3.142310777398194</c:v>
                </c:pt>
                <c:pt idx="430">
                  <c:v>3.085852049598178</c:v>
                </c:pt>
                <c:pt idx="431">
                  <c:v>3.06266827406382</c:v>
                </c:pt>
                <c:pt idx="432">
                  <c:v>2.8622927041872619</c:v>
                </c:pt>
                <c:pt idx="433">
                  <c:v>2.738816771805165</c:v>
                </c:pt>
                <c:pt idx="434">
                  <c:v>2.7166080148680471</c:v>
                </c:pt>
                <c:pt idx="435">
                  <c:v>2.7568319086611419</c:v>
                </c:pt>
                <c:pt idx="436">
                  <c:v>3.1179360468522672</c:v>
                </c:pt>
                <c:pt idx="437">
                  <c:v>3.7813311865703492</c:v>
                </c:pt>
                <c:pt idx="438">
                  <c:v>4.4354329197437847</c:v>
                </c:pt>
                <c:pt idx="439">
                  <c:v>4.4136278669254478</c:v>
                </c:pt>
                <c:pt idx="440">
                  <c:v>4.4076240532643149</c:v>
                </c:pt>
                <c:pt idx="441">
                  <c:v>4.3267167918106111</c:v>
                </c:pt>
                <c:pt idx="442">
                  <c:v>4.2463073125963966</c:v>
                </c:pt>
                <c:pt idx="443">
                  <c:v>4.1444688556543161</c:v>
                </c:pt>
                <c:pt idx="444">
                  <c:v>4.1137803980290446</c:v>
                </c:pt>
                <c:pt idx="445">
                  <c:v>4.120851741001724</c:v>
                </c:pt>
                <c:pt idx="446">
                  <c:v>4.18297936529612</c:v>
                </c:pt>
                <c:pt idx="447">
                  <c:v>4.2037972405462209</c:v>
                </c:pt>
                <c:pt idx="448">
                  <c:v>4.0662124184278472</c:v>
                </c:pt>
                <c:pt idx="449">
                  <c:v>3.2837207029943092</c:v>
                </c:pt>
                <c:pt idx="450">
                  <c:v>3.2041531681780349</c:v>
                </c:pt>
                <c:pt idx="451">
                  <c:v>3.077510858087376</c:v>
                </c:pt>
                <c:pt idx="452">
                  <c:v>3.0468756260015382</c:v>
                </c:pt>
                <c:pt idx="453">
                  <c:v>3.125047798818708</c:v>
                </c:pt>
                <c:pt idx="454">
                  <c:v>3.7771653610720608</c:v>
                </c:pt>
                <c:pt idx="455">
                  <c:v>4.1195767905635172</c:v>
                </c:pt>
                <c:pt idx="456">
                  <c:v>4.1673297909193501</c:v>
                </c:pt>
                <c:pt idx="457">
                  <c:v>4.7214213983318123</c:v>
                </c:pt>
                <c:pt idx="458">
                  <c:v>4.9704746156341129</c:v>
                </c:pt>
                <c:pt idx="459">
                  <c:v>4.8800648310158676</c:v>
                </c:pt>
                <c:pt idx="460">
                  <c:v>4.6523419522673004</c:v>
                </c:pt>
                <c:pt idx="461">
                  <c:v>4.3537804540206348</c:v>
                </c:pt>
                <c:pt idx="462">
                  <c:v>4.1927884996541422</c:v>
                </c:pt>
                <c:pt idx="463">
                  <c:v>4.089228280371624</c:v>
                </c:pt>
                <c:pt idx="464">
                  <c:v>3.2688991647786509</c:v>
                </c:pt>
                <c:pt idx="465">
                  <c:v>2.6569085595042399</c:v>
                </c:pt>
                <c:pt idx="466">
                  <c:v>2.7301362991319129</c:v>
                </c:pt>
                <c:pt idx="467">
                  <c:v>3.1578163538245279</c:v>
                </c:pt>
                <c:pt idx="468">
                  <c:v>3.6009157196995232</c:v>
                </c:pt>
                <c:pt idx="469">
                  <c:v>3.6510584563750381</c:v>
                </c:pt>
                <c:pt idx="470">
                  <c:v>3.4817568913522781</c:v>
                </c:pt>
                <c:pt idx="471">
                  <c:v>3.3845630371607269</c:v>
                </c:pt>
                <c:pt idx="472">
                  <c:v>3.3906028081034849</c:v>
                </c:pt>
                <c:pt idx="473">
                  <c:v>3.4085459256503978</c:v>
                </c:pt>
                <c:pt idx="474">
                  <c:v>3.4278118631558261</c:v>
                </c:pt>
                <c:pt idx="475">
                  <c:v>3.4482345904507952</c:v>
                </c:pt>
                <c:pt idx="476">
                  <c:v>3.4510808219189109</c:v>
                </c:pt>
                <c:pt idx="477">
                  <c:v>3.3796770479444649</c:v>
                </c:pt>
                <c:pt idx="478">
                  <c:v>3.1396614388325048</c:v>
                </c:pt>
                <c:pt idx="479">
                  <c:v>3.0865094777475708</c:v>
                </c:pt>
                <c:pt idx="480">
                  <c:v>3.1551058597687618</c:v>
                </c:pt>
                <c:pt idx="481">
                  <c:v>3.5030262460690431</c:v>
                </c:pt>
                <c:pt idx="482">
                  <c:v>3.8976726198156419</c:v>
                </c:pt>
                <c:pt idx="483">
                  <c:v>4.1713315917012403</c:v>
                </c:pt>
                <c:pt idx="484">
                  <c:v>3.9547500195987748</c:v>
                </c:pt>
                <c:pt idx="485">
                  <c:v>2.0103979422795928</c:v>
                </c:pt>
                <c:pt idx="486">
                  <c:v>1.9603833017669221</c:v>
                </c:pt>
                <c:pt idx="487">
                  <c:v>1.539793635554296</c:v>
                </c:pt>
                <c:pt idx="488">
                  <c:v>1.40520718373939</c:v>
                </c:pt>
                <c:pt idx="489">
                  <c:v>1.4388565649133189</c:v>
                </c:pt>
                <c:pt idx="490">
                  <c:v>1.7514335601601829</c:v>
                </c:pt>
                <c:pt idx="491">
                  <c:v>2.020633241900347</c:v>
                </c:pt>
                <c:pt idx="492">
                  <c:v>2.0269122604228378</c:v>
                </c:pt>
                <c:pt idx="493">
                  <c:v>2.0312696513254962</c:v>
                </c:pt>
                <c:pt idx="494">
                  <c:v>2.1183372496298198</c:v>
                </c:pt>
                <c:pt idx="495">
                  <c:v>2.137178863137569</c:v>
                </c:pt>
                <c:pt idx="496">
                  <c:v>2.2025212431684271</c:v>
                </c:pt>
                <c:pt idx="497">
                  <c:v>2.9383950445704969</c:v>
                </c:pt>
                <c:pt idx="498">
                  <c:v>3.2720214402911689</c:v>
                </c:pt>
                <c:pt idx="499">
                  <c:v>3.2744927766473899</c:v>
                </c:pt>
                <c:pt idx="500">
                  <c:v>3.32015824481894</c:v>
                </c:pt>
                <c:pt idx="501">
                  <c:v>3.323356400017254</c:v>
                </c:pt>
                <c:pt idx="502">
                  <c:v>3.2265648926476298</c:v>
                </c:pt>
                <c:pt idx="503">
                  <c:v>2.3778232057139652</c:v>
                </c:pt>
                <c:pt idx="504">
                  <c:v>2.4420891923880732</c:v>
                </c:pt>
                <c:pt idx="505">
                  <c:v>2.7921745971388181</c:v>
                </c:pt>
                <c:pt idx="506">
                  <c:v>3.2137854090895979</c:v>
                </c:pt>
                <c:pt idx="507">
                  <c:v>3.5166155288618111</c:v>
                </c:pt>
                <c:pt idx="508">
                  <c:v>3.5095501452935278</c:v>
                </c:pt>
                <c:pt idx="509">
                  <c:v>3.4262102096405331</c:v>
                </c:pt>
                <c:pt idx="510">
                  <c:v>3.412010152124147</c:v>
                </c:pt>
                <c:pt idx="511">
                  <c:v>3.3647158106540789</c:v>
                </c:pt>
                <c:pt idx="512">
                  <c:v>3.284721877576128</c:v>
                </c:pt>
                <c:pt idx="513">
                  <c:v>3.2310200120547599</c:v>
                </c:pt>
                <c:pt idx="514">
                  <c:v>3.2663819982431241</c:v>
                </c:pt>
                <c:pt idx="515">
                  <c:v>3.3915770152690961</c:v>
                </c:pt>
                <c:pt idx="516">
                  <c:v>3.4902833495608681</c:v>
                </c:pt>
                <c:pt idx="517">
                  <c:v>3.5036415501936919</c:v>
                </c:pt>
                <c:pt idx="518">
                  <c:v>3.4290215572133862</c:v>
                </c:pt>
                <c:pt idx="519">
                  <c:v>3.4158247478789292</c:v>
                </c:pt>
                <c:pt idx="520">
                  <c:v>3.301203091356776</c:v>
                </c:pt>
                <c:pt idx="521">
                  <c:v>3.2541669395404331</c:v>
                </c:pt>
                <c:pt idx="522">
                  <c:v>3.1003441523008251</c:v>
                </c:pt>
                <c:pt idx="523">
                  <c:v>2.2806599131198211</c:v>
                </c:pt>
                <c:pt idx="524">
                  <c:v>1.918415398266123</c:v>
                </c:pt>
                <c:pt idx="525">
                  <c:v>2.0279092418258902</c:v>
                </c:pt>
                <c:pt idx="526">
                  <c:v>2.8930548462500831</c:v>
                </c:pt>
                <c:pt idx="527">
                  <c:v>3.6132003113377178</c:v>
                </c:pt>
                <c:pt idx="528">
                  <c:v>3.829599400179728</c:v>
                </c:pt>
                <c:pt idx="529">
                  <c:v>3.8407837809194252</c:v>
                </c:pt>
                <c:pt idx="530">
                  <c:v>3.942359941048923</c:v>
                </c:pt>
                <c:pt idx="531">
                  <c:v>3.9716628791597861</c:v>
                </c:pt>
                <c:pt idx="532">
                  <c:v>3.94995660768071</c:v>
                </c:pt>
                <c:pt idx="533">
                  <c:v>3.8258452725661112</c:v>
                </c:pt>
                <c:pt idx="534">
                  <c:v>3.7508752117128572</c:v>
                </c:pt>
                <c:pt idx="535">
                  <c:v>3.737465062823357</c:v>
                </c:pt>
                <c:pt idx="536">
                  <c:v>3.714385647581913</c:v>
                </c:pt>
                <c:pt idx="537">
                  <c:v>3.3821823129005248</c:v>
                </c:pt>
                <c:pt idx="538">
                  <c:v>3.356575442542153</c:v>
                </c:pt>
                <c:pt idx="539">
                  <c:v>3.207515339315143</c:v>
                </c:pt>
                <c:pt idx="540">
                  <c:v>2.0724880031823338</c:v>
                </c:pt>
                <c:pt idx="541">
                  <c:v>1.5272957484514631</c:v>
                </c:pt>
                <c:pt idx="542">
                  <c:v>1.630417237444981</c:v>
                </c:pt>
                <c:pt idx="543">
                  <c:v>3.2137866763008311</c:v>
                </c:pt>
                <c:pt idx="544">
                  <c:v>4.4197734269301279</c:v>
                </c:pt>
                <c:pt idx="545">
                  <c:v>4.6092769289090283</c:v>
                </c:pt>
                <c:pt idx="546">
                  <c:v>4.5960693681405944</c:v>
                </c:pt>
                <c:pt idx="547">
                  <c:v>4.5351721952251367</c:v>
                </c:pt>
                <c:pt idx="548">
                  <c:v>4.5181343471753888</c:v>
                </c:pt>
                <c:pt idx="549">
                  <c:v>4.4869712480491044</c:v>
                </c:pt>
                <c:pt idx="550">
                  <c:v>4.0585533600783599</c:v>
                </c:pt>
                <c:pt idx="551">
                  <c:v>3.8246419202954729</c:v>
                </c:pt>
                <c:pt idx="552">
                  <c:v>3.758163600179524</c:v>
                </c:pt>
                <c:pt idx="553">
                  <c:v>3.6113467114967119</c:v>
                </c:pt>
                <c:pt idx="554">
                  <c:v>3.2049456734347421</c:v>
                </c:pt>
                <c:pt idx="555">
                  <c:v>3.1211258333965821</c:v>
                </c:pt>
                <c:pt idx="556">
                  <c:v>2.5242074226185589</c:v>
                </c:pt>
                <c:pt idx="557">
                  <c:v>1.50490750049044</c:v>
                </c:pt>
                <c:pt idx="558">
                  <c:v>0.97308646496356532</c:v>
                </c:pt>
                <c:pt idx="559">
                  <c:v>1.1805184329933529</c:v>
                </c:pt>
                <c:pt idx="560">
                  <c:v>2.4991271972817031</c:v>
                </c:pt>
                <c:pt idx="561">
                  <c:v>3.6145753594712722</c:v>
                </c:pt>
                <c:pt idx="562">
                  <c:v>3.5744704222139578</c:v>
                </c:pt>
                <c:pt idx="563">
                  <c:v>2.9859963917110748</c:v>
                </c:pt>
                <c:pt idx="564">
                  <c:v>2.3883830528234369</c:v>
                </c:pt>
                <c:pt idx="565">
                  <c:v>1.9067849206043701</c:v>
                </c:pt>
                <c:pt idx="566">
                  <c:v>2.4426850754212222</c:v>
                </c:pt>
                <c:pt idx="567">
                  <c:v>2.8393271787809229</c:v>
                </c:pt>
                <c:pt idx="568">
                  <c:v>3.237185998606507</c:v>
                </c:pt>
                <c:pt idx="569">
                  <c:v>3.302784184509457</c:v>
                </c:pt>
                <c:pt idx="570">
                  <c:v>3.1990833228756408</c:v>
                </c:pt>
                <c:pt idx="571">
                  <c:v>2.6872945307765579</c:v>
                </c:pt>
                <c:pt idx="572">
                  <c:v>2.768405246786628</c:v>
                </c:pt>
                <c:pt idx="573">
                  <c:v>3.1438253144318788</c:v>
                </c:pt>
                <c:pt idx="574">
                  <c:v>3.3185648548616391</c:v>
                </c:pt>
                <c:pt idx="575">
                  <c:v>3.361888189433146</c:v>
                </c:pt>
                <c:pt idx="576">
                  <c:v>3.6002887419168168</c:v>
                </c:pt>
                <c:pt idx="577">
                  <c:v>3.7972123062637189</c:v>
                </c:pt>
                <c:pt idx="578">
                  <c:v>3.8604430909889929</c:v>
                </c:pt>
                <c:pt idx="579">
                  <c:v>3.7339253914843611</c:v>
                </c:pt>
                <c:pt idx="580">
                  <c:v>2.6216949954348761</c:v>
                </c:pt>
                <c:pt idx="581">
                  <c:v>2.1226637844700309</c:v>
                </c:pt>
                <c:pt idx="582">
                  <c:v>2.0852497976082272</c:v>
                </c:pt>
                <c:pt idx="583">
                  <c:v>1.8763759544206859</c:v>
                </c:pt>
                <c:pt idx="584">
                  <c:v>1.625248963284539</c:v>
                </c:pt>
                <c:pt idx="585">
                  <c:v>1.7121110052829369</c:v>
                </c:pt>
                <c:pt idx="586">
                  <c:v>2.4035343861638561</c:v>
                </c:pt>
                <c:pt idx="587">
                  <c:v>2.5317742075711571</c:v>
                </c:pt>
                <c:pt idx="588">
                  <c:v>2.6220565167275809</c:v>
                </c:pt>
                <c:pt idx="589">
                  <c:v>3.610391806009901</c:v>
                </c:pt>
                <c:pt idx="590">
                  <c:v>3.9668781341689412</c:v>
                </c:pt>
                <c:pt idx="591">
                  <c:v>3.830278502606475</c:v>
                </c:pt>
                <c:pt idx="592">
                  <c:v>2.3631841194741678</c:v>
                </c:pt>
                <c:pt idx="593">
                  <c:v>1.383092905698698</c:v>
                </c:pt>
                <c:pt idx="594">
                  <c:v>1.433936204276139</c:v>
                </c:pt>
                <c:pt idx="595">
                  <c:v>1.859640895786808</c:v>
                </c:pt>
                <c:pt idx="596">
                  <c:v>2.68194617282925</c:v>
                </c:pt>
                <c:pt idx="597">
                  <c:v>2.9837679420318479</c:v>
                </c:pt>
                <c:pt idx="598">
                  <c:v>2.9383323381269579</c:v>
                </c:pt>
                <c:pt idx="599">
                  <c:v>2.5603624112683532</c:v>
                </c:pt>
                <c:pt idx="600">
                  <c:v>2.379818495553252</c:v>
                </c:pt>
                <c:pt idx="601">
                  <c:v>2.394451646199605</c:v>
                </c:pt>
                <c:pt idx="602">
                  <c:v>2.5380368690336361</c:v>
                </c:pt>
                <c:pt idx="603">
                  <c:v>2.7000027303328662</c:v>
                </c:pt>
                <c:pt idx="604">
                  <c:v>2.6891760884696732</c:v>
                </c:pt>
                <c:pt idx="605">
                  <c:v>2.621924421854783</c:v>
                </c:pt>
                <c:pt idx="606">
                  <c:v>2.5497657892714689</c:v>
                </c:pt>
                <c:pt idx="607">
                  <c:v>2.5445310117549118</c:v>
                </c:pt>
                <c:pt idx="608">
                  <c:v>2.540417277487875</c:v>
                </c:pt>
                <c:pt idx="609">
                  <c:v>2.4548135070959529</c:v>
                </c:pt>
                <c:pt idx="610">
                  <c:v>2.4098988241922021</c:v>
                </c:pt>
                <c:pt idx="611">
                  <c:v>2.4030882635396611</c:v>
                </c:pt>
                <c:pt idx="612">
                  <c:v>2.4831282968419979</c:v>
                </c:pt>
                <c:pt idx="613">
                  <c:v>3.3477516828397018</c:v>
                </c:pt>
                <c:pt idx="614">
                  <c:v>3.4933232857466399</c:v>
                </c:pt>
                <c:pt idx="615">
                  <c:v>3.6204184759094198</c:v>
                </c:pt>
                <c:pt idx="616">
                  <c:v>3.6600814697703719</c:v>
                </c:pt>
                <c:pt idx="617">
                  <c:v>3.2892151812993529</c:v>
                </c:pt>
                <c:pt idx="618">
                  <c:v>3.0461449325639829</c:v>
                </c:pt>
                <c:pt idx="619">
                  <c:v>2.209413003197819</c:v>
                </c:pt>
                <c:pt idx="620">
                  <c:v>2.0427031189344409</c:v>
                </c:pt>
                <c:pt idx="621">
                  <c:v>2.0155178716116349</c:v>
                </c:pt>
                <c:pt idx="622">
                  <c:v>1.9288633702916871</c:v>
                </c:pt>
                <c:pt idx="623">
                  <c:v>1.8878011501143459</c:v>
                </c:pt>
                <c:pt idx="624">
                  <c:v>1.929784003411126</c:v>
                </c:pt>
                <c:pt idx="625">
                  <c:v>2.0441062228279252</c:v>
                </c:pt>
                <c:pt idx="626">
                  <c:v>2.137698546886829</c:v>
                </c:pt>
                <c:pt idx="627">
                  <c:v>2.1766720237821628</c:v>
                </c:pt>
                <c:pt idx="628">
                  <c:v>2.9110150394975061</c:v>
                </c:pt>
                <c:pt idx="629">
                  <c:v>2.9007985247516501</c:v>
                </c:pt>
                <c:pt idx="630">
                  <c:v>2.8168489663308458</c:v>
                </c:pt>
                <c:pt idx="631">
                  <c:v>2.7886133339846619</c:v>
                </c:pt>
                <c:pt idx="632">
                  <c:v>2.7655305961715491</c:v>
                </c:pt>
                <c:pt idx="633">
                  <c:v>2.6044812140157561</c:v>
                </c:pt>
                <c:pt idx="634">
                  <c:v>2.498765926949607</c:v>
                </c:pt>
                <c:pt idx="635">
                  <c:v>2.4881022453677399</c:v>
                </c:pt>
                <c:pt idx="636">
                  <c:v>2.4024633081113538</c:v>
                </c:pt>
                <c:pt idx="637">
                  <c:v>2.3957773174427022</c:v>
                </c:pt>
                <c:pt idx="638">
                  <c:v>2.4191532516587082</c:v>
                </c:pt>
                <c:pt idx="639">
                  <c:v>2.5872419641197109</c:v>
                </c:pt>
                <c:pt idx="640">
                  <c:v>2.8025234175544158</c:v>
                </c:pt>
                <c:pt idx="641">
                  <c:v>2.9095319039784662</c:v>
                </c:pt>
                <c:pt idx="642">
                  <c:v>2.8328370044906581</c:v>
                </c:pt>
                <c:pt idx="643">
                  <c:v>2.787994087423153</c:v>
                </c:pt>
                <c:pt idx="644">
                  <c:v>1.826308882454087</c:v>
                </c:pt>
                <c:pt idx="645">
                  <c:v>1.6729556005119139</c:v>
                </c:pt>
                <c:pt idx="646">
                  <c:v>1.7357683080744339</c:v>
                </c:pt>
                <c:pt idx="647">
                  <c:v>2.4574265875583259</c:v>
                </c:pt>
                <c:pt idx="648">
                  <c:v>2.676966317040081</c:v>
                </c:pt>
                <c:pt idx="649">
                  <c:v>2.4888187614030381</c:v>
                </c:pt>
                <c:pt idx="650">
                  <c:v>2.1695864186844398</c:v>
                </c:pt>
                <c:pt idx="651">
                  <c:v>1.9301392918148439</c:v>
                </c:pt>
                <c:pt idx="652">
                  <c:v>1.8874387769054031</c:v>
                </c:pt>
                <c:pt idx="653">
                  <c:v>2.0030622484799872</c:v>
                </c:pt>
                <c:pt idx="654">
                  <c:v>3.2075232106392551</c:v>
                </c:pt>
                <c:pt idx="655">
                  <c:v>3.2952840270634232</c:v>
                </c:pt>
                <c:pt idx="656">
                  <c:v>3.9261555130591219</c:v>
                </c:pt>
                <c:pt idx="657">
                  <c:v>4.2019949035468374</c:v>
                </c:pt>
                <c:pt idx="658">
                  <c:v>4.15599063991802</c:v>
                </c:pt>
                <c:pt idx="659">
                  <c:v>3.558874939144355</c:v>
                </c:pt>
                <c:pt idx="660">
                  <c:v>3.1625643780489949</c:v>
                </c:pt>
                <c:pt idx="661">
                  <c:v>3.09142454969549</c:v>
                </c:pt>
                <c:pt idx="662">
                  <c:v>2.9077178777702972</c:v>
                </c:pt>
                <c:pt idx="663">
                  <c:v>2.7650146508092668</c:v>
                </c:pt>
                <c:pt idx="664">
                  <c:v>2.6954665872508681</c:v>
                </c:pt>
                <c:pt idx="665">
                  <c:v>2.866935909241715</c:v>
                </c:pt>
                <c:pt idx="666">
                  <c:v>3.147328889608549</c:v>
                </c:pt>
                <c:pt idx="667">
                  <c:v>3.3421836820904298</c:v>
                </c:pt>
                <c:pt idx="668">
                  <c:v>3.4183539989435561</c:v>
                </c:pt>
                <c:pt idx="669">
                  <c:v>3.5846933456751078</c:v>
                </c:pt>
                <c:pt idx="670">
                  <c:v>3.8020738762130821</c:v>
                </c:pt>
                <c:pt idx="671">
                  <c:v>3.8627554108451738</c:v>
                </c:pt>
                <c:pt idx="672">
                  <c:v>4.0129138041827757</c:v>
                </c:pt>
                <c:pt idx="673">
                  <c:v>4.2160470280189086</c:v>
                </c:pt>
                <c:pt idx="674">
                  <c:v>4.3338657687832294</c:v>
                </c:pt>
                <c:pt idx="675">
                  <c:v>4.0922187047880234</c:v>
                </c:pt>
                <c:pt idx="676">
                  <c:v>3.422334488906067</c:v>
                </c:pt>
                <c:pt idx="677">
                  <c:v>2.8418022444107351</c:v>
                </c:pt>
                <c:pt idx="678">
                  <c:v>2.8404595107578778</c:v>
                </c:pt>
                <c:pt idx="679">
                  <c:v>2.8306841083428962</c:v>
                </c:pt>
                <c:pt idx="680">
                  <c:v>2.8180827452313362</c:v>
                </c:pt>
                <c:pt idx="681">
                  <c:v>2.8143209708303472</c:v>
                </c:pt>
                <c:pt idx="682">
                  <c:v>2.832777930010784</c:v>
                </c:pt>
                <c:pt idx="683">
                  <c:v>2.9665226747947862</c:v>
                </c:pt>
                <c:pt idx="684">
                  <c:v>3.0301783918988918</c:v>
                </c:pt>
                <c:pt idx="685">
                  <c:v>3.1177280809213852</c:v>
                </c:pt>
                <c:pt idx="686">
                  <c:v>3.569580625201199</c:v>
                </c:pt>
                <c:pt idx="687">
                  <c:v>3.8305978689852731</c:v>
                </c:pt>
                <c:pt idx="688">
                  <c:v>3.8224875116889661</c:v>
                </c:pt>
                <c:pt idx="689">
                  <c:v>3.7919107835712289</c:v>
                </c:pt>
                <c:pt idx="690">
                  <c:v>3.7485388134283482</c:v>
                </c:pt>
                <c:pt idx="691">
                  <c:v>3.7128197529155411</c:v>
                </c:pt>
                <c:pt idx="692">
                  <c:v>3.4725723733020009</c:v>
                </c:pt>
                <c:pt idx="693">
                  <c:v>3.1194831101998708</c:v>
                </c:pt>
                <c:pt idx="694">
                  <c:v>2.816445613591291</c:v>
                </c:pt>
                <c:pt idx="695">
                  <c:v>2.794566667715384</c:v>
                </c:pt>
                <c:pt idx="696">
                  <c:v>2.495105564538902</c:v>
                </c:pt>
                <c:pt idx="697">
                  <c:v>2.4230334064921699</c:v>
                </c:pt>
                <c:pt idx="698">
                  <c:v>2.4254204253586988</c:v>
                </c:pt>
                <c:pt idx="699">
                  <c:v>2.456370667361091</c:v>
                </c:pt>
                <c:pt idx="700">
                  <c:v>2.4687498068507638</c:v>
                </c:pt>
                <c:pt idx="701">
                  <c:v>2.4995226134845669</c:v>
                </c:pt>
                <c:pt idx="702">
                  <c:v>2.732382135650024</c:v>
                </c:pt>
                <c:pt idx="703">
                  <c:v>2.973857621838722</c:v>
                </c:pt>
                <c:pt idx="704">
                  <c:v>2.9513807759620381</c:v>
                </c:pt>
                <c:pt idx="705">
                  <c:v>2.6601717976480739</c:v>
                </c:pt>
                <c:pt idx="706">
                  <c:v>2.5551549268061402</c:v>
                </c:pt>
                <c:pt idx="707">
                  <c:v>2.534945435147907</c:v>
                </c:pt>
                <c:pt idx="708">
                  <c:v>2.328642333149618</c:v>
                </c:pt>
                <c:pt idx="709">
                  <c:v>2.191011716309025</c:v>
                </c:pt>
                <c:pt idx="710">
                  <c:v>2.1499695898456901</c:v>
                </c:pt>
                <c:pt idx="711">
                  <c:v>2.1059235769825699</c:v>
                </c:pt>
                <c:pt idx="712">
                  <c:v>2.0544341500999681</c:v>
                </c:pt>
                <c:pt idx="713">
                  <c:v>1.983916344646165</c:v>
                </c:pt>
                <c:pt idx="714">
                  <c:v>1.9166369527912051</c:v>
                </c:pt>
                <c:pt idx="715">
                  <c:v>1.855673816792988</c:v>
                </c:pt>
                <c:pt idx="716">
                  <c:v>1.860784346278415</c:v>
                </c:pt>
                <c:pt idx="717">
                  <c:v>1.899309342480852</c:v>
                </c:pt>
                <c:pt idx="718">
                  <c:v>1.9296463892022231</c:v>
                </c:pt>
                <c:pt idx="719">
                  <c:v>1.9320709705704511</c:v>
                </c:pt>
                <c:pt idx="720">
                  <c:v>1.9796661571077441</c:v>
                </c:pt>
                <c:pt idx="721">
                  <c:v>2.1719738688701731</c:v>
                </c:pt>
                <c:pt idx="722">
                  <c:v>2.4063608641065368</c:v>
                </c:pt>
                <c:pt idx="723">
                  <c:v>2.527434216255446</c:v>
                </c:pt>
                <c:pt idx="724">
                  <c:v>2.538512256525304</c:v>
                </c:pt>
                <c:pt idx="725">
                  <c:v>2.585748071657608</c:v>
                </c:pt>
                <c:pt idx="726">
                  <c:v>2.625540087406748</c:v>
                </c:pt>
                <c:pt idx="727">
                  <c:v>2.5666828117056011</c:v>
                </c:pt>
                <c:pt idx="728">
                  <c:v>2.428836494322606</c:v>
                </c:pt>
                <c:pt idx="729">
                  <c:v>2.1127901084134879</c:v>
                </c:pt>
                <c:pt idx="730">
                  <c:v>2.0405718015130292</c:v>
                </c:pt>
                <c:pt idx="731">
                  <c:v>2.0967567819523181</c:v>
                </c:pt>
                <c:pt idx="732">
                  <c:v>2.262587938654598</c:v>
                </c:pt>
                <c:pt idx="733">
                  <c:v>2.2868247594854489</c:v>
                </c:pt>
                <c:pt idx="734">
                  <c:v>2.2934101770845858</c:v>
                </c:pt>
                <c:pt idx="735">
                  <c:v>2.4433724504421321</c:v>
                </c:pt>
                <c:pt idx="736">
                  <c:v>2.4625215966675822</c:v>
                </c:pt>
                <c:pt idx="737">
                  <c:v>2.5361899612339989</c:v>
                </c:pt>
                <c:pt idx="738">
                  <c:v>2.580811917105271</c:v>
                </c:pt>
                <c:pt idx="739">
                  <c:v>2.6101945515174232</c:v>
                </c:pt>
                <c:pt idx="740">
                  <c:v>2.5647251828234561</c:v>
                </c:pt>
                <c:pt idx="741">
                  <c:v>2.4644494343197532</c:v>
                </c:pt>
                <c:pt idx="742">
                  <c:v>2.394070205984796</c:v>
                </c:pt>
                <c:pt idx="743">
                  <c:v>2.370637870840699</c:v>
                </c:pt>
                <c:pt idx="744">
                  <c:v>2.3537825907009049</c:v>
                </c:pt>
                <c:pt idx="745">
                  <c:v>1.9390064731364101</c:v>
                </c:pt>
                <c:pt idx="746">
                  <c:v>1.9087340007878391</c:v>
                </c:pt>
                <c:pt idx="747">
                  <c:v>1.943230661488986</c:v>
                </c:pt>
                <c:pt idx="748">
                  <c:v>2.2996753688015441</c:v>
                </c:pt>
                <c:pt idx="749">
                  <c:v>2.426581455016668</c:v>
                </c:pt>
                <c:pt idx="750">
                  <c:v>2.4554190636240438</c:v>
                </c:pt>
                <c:pt idx="751">
                  <c:v>2.7765977163189062</c:v>
                </c:pt>
                <c:pt idx="752">
                  <c:v>2.9926964548585362</c:v>
                </c:pt>
                <c:pt idx="753">
                  <c:v>2.978274252478208</c:v>
                </c:pt>
                <c:pt idx="754">
                  <c:v>2.9590606074813461</c:v>
                </c:pt>
                <c:pt idx="755">
                  <c:v>2.5048390286134432</c:v>
                </c:pt>
                <c:pt idx="756">
                  <c:v>2.5129509668743748</c:v>
                </c:pt>
                <c:pt idx="757">
                  <c:v>2.5668203732317401</c:v>
                </c:pt>
                <c:pt idx="758">
                  <c:v>2.596384296350823</c:v>
                </c:pt>
                <c:pt idx="759">
                  <c:v>2.54662018417865</c:v>
                </c:pt>
                <c:pt idx="760">
                  <c:v>2.369378678105154</c:v>
                </c:pt>
                <c:pt idx="761">
                  <c:v>2.1199972512259531</c:v>
                </c:pt>
                <c:pt idx="762">
                  <c:v>1.873933954776895</c:v>
                </c:pt>
                <c:pt idx="763">
                  <c:v>1.804390490643478</c:v>
                </c:pt>
                <c:pt idx="764">
                  <c:v>1.858634084609406</c:v>
                </c:pt>
                <c:pt idx="765">
                  <c:v>2.1749809971950582</c:v>
                </c:pt>
                <c:pt idx="766">
                  <c:v>2.3496168838850302</c:v>
                </c:pt>
                <c:pt idx="767">
                  <c:v>2.318255235472849</c:v>
                </c:pt>
                <c:pt idx="768">
                  <c:v>2.0376221991429828</c:v>
                </c:pt>
                <c:pt idx="769">
                  <c:v>1.932341075447177</c:v>
                </c:pt>
                <c:pt idx="770">
                  <c:v>1.867131705195255</c:v>
                </c:pt>
                <c:pt idx="771">
                  <c:v>1.777998413402621</c:v>
                </c:pt>
                <c:pt idx="772">
                  <c:v>1.5803606325681501</c:v>
                </c:pt>
                <c:pt idx="773">
                  <c:v>1.5378896049048481</c:v>
                </c:pt>
                <c:pt idx="774">
                  <c:v>1.54039786773764</c:v>
                </c:pt>
                <c:pt idx="775">
                  <c:v>1.556275329124855</c:v>
                </c:pt>
                <c:pt idx="776">
                  <c:v>1.5617480948411979</c:v>
                </c:pt>
                <c:pt idx="777">
                  <c:v>1.6097295370319711</c:v>
                </c:pt>
                <c:pt idx="778">
                  <c:v>1.983142578631975</c:v>
                </c:pt>
                <c:pt idx="779">
                  <c:v>2.2029465406929698</c:v>
                </c:pt>
                <c:pt idx="780">
                  <c:v>2.1890146338188972</c:v>
                </c:pt>
                <c:pt idx="781">
                  <c:v>1.960110637027217</c:v>
                </c:pt>
                <c:pt idx="782">
                  <c:v>1.698480493334787</c:v>
                </c:pt>
                <c:pt idx="783">
                  <c:v>1.63011486853976</c:v>
                </c:pt>
                <c:pt idx="784">
                  <c:v>1.657457802127736</c:v>
                </c:pt>
                <c:pt idx="785">
                  <c:v>1.8259698773556889</c:v>
                </c:pt>
                <c:pt idx="786">
                  <c:v>1.929907597024684</c:v>
                </c:pt>
                <c:pt idx="787">
                  <c:v>1.9181180135869249</c:v>
                </c:pt>
                <c:pt idx="788">
                  <c:v>1.9059678924293559</c:v>
                </c:pt>
                <c:pt idx="789">
                  <c:v>1.6131365811309399</c:v>
                </c:pt>
                <c:pt idx="790">
                  <c:v>1.591512043750672</c:v>
                </c:pt>
                <c:pt idx="791">
                  <c:v>1.667318848459403</c:v>
                </c:pt>
                <c:pt idx="792">
                  <c:v>2.220290355677311</c:v>
                </c:pt>
                <c:pt idx="793">
                  <c:v>2.4186926822623098</c:v>
                </c:pt>
                <c:pt idx="794">
                  <c:v>2.4145353794975541</c:v>
                </c:pt>
                <c:pt idx="795">
                  <c:v>2.382528550798849</c:v>
                </c:pt>
                <c:pt idx="796">
                  <c:v>2.352212606909037</c:v>
                </c:pt>
                <c:pt idx="797">
                  <c:v>2.3611546126135279</c:v>
                </c:pt>
                <c:pt idx="798">
                  <c:v>2.372017493617502</c:v>
                </c:pt>
                <c:pt idx="799">
                  <c:v>2.603293087577939</c:v>
                </c:pt>
                <c:pt idx="800">
                  <c:v>2.640427802131974</c:v>
                </c:pt>
                <c:pt idx="801">
                  <c:v>2.6051751804667558</c:v>
                </c:pt>
                <c:pt idx="802">
                  <c:v>2.3427588176146368</c:v>
                </c:pt>
                <c:pt idx="803">
                  <c:v>2.1026442600483479</c:v>
                </c:pt>
                <c:pt idx="804">
                  <c:v>1.9036226785310399</c:v>
                </c:pt>
                <c:pt idx="805">
                  <c:v>1.873632440931827</c:v>
                </c:pt>
                <c:pt idx="806">
                  <c:v>1.8775695554144709</c:v>
                </c:pt>
                <c:pt idx="807">
                  <c:v>1.9174686989482239</c:v>
                </c:pt>
                <c:pt idx="808">
                  <c:v>1.930882998659033</c:v>
                </c:pt>
                <c:pt idx="809">
                  <c:v>1.960535796405162</c:v>
                </c:pt>
                <c:pt idx="810">
                  <c:v>2.2719041687107659</c:v>
                </c:pt>
                <c:pt idx="811">
                  <c:v>2.3570090045328058</c:v>
                </c:pt>
                <c:pt idx="812">
                  <c:v>2.3719942906974958</c:v>
                </c:pt>
                <c:pt idx="813">
                  <c:v>2.557122285343</c:v>
                </c:pt>
                <c:pt idx="814">
                  <c:v>2.6256261714505</c:v>
                </c:pt>
                <c:pt idx="815">
                  <c:v>2.6005469128563692</c:v>
                </c:pt>
                <c:pt idx="816">
                  <c:v>2.5386750362651052</c:v>
                </c:pt>
                <c:pt idx="817">
                  <c:v>2.4511402659958081</c:v>
                </c:pt>
                <c:pt idx="818">
                  <c:v>2.4070240113503321</c:v>
                </c:pt>
                <c:pt idx="819">
                  <c:v>2.3457848295028909</c:v>
                </c:pt>
                <c:pt idx="820">
                  <c:v>2.0362672050181709</c:v>
                </c:pt>
                <c:pt idx="821">
                  <c:v>1.7757646525488859</c:v>
                </c:pt>
                <c:pt idx="822">
                  <c:v>1.751336238502337</c:v>
                </c:pt>
                <c:pt idx="823">
                  <c:v>1.5318742352627379</c:v>
                </c:pt>
                <c:pt idx="824">
                  <c:v>1.3596976827844169</c:v>
                </c:pt>
                <c:pt idx="825">
                  <c:v>1.2938896656666461</c:v>
                </c:pt>
                <c:pt idx="826">
                  <c:v>1.471120937274768</c:v>
                </c:pt>
                <c:pt idx="827">
                  <c:v>1.6784847869327051</c:v>
                </c:pt>
                <c:pt idx="828">
                  <c:v>1.8333364038730691</c:v>
                </c:pt>
                <c:pt idx="829">
                  <c:v>1.8842225105521111</c:v>
                </c:pt>
                <c:pt idx="830">
                  <c:v>2.1223879849211751</c:v>
                </c:pt>
                <c:pt idx="831">
                  <c:v>2.3387685097920698</c:v>
                </c:pt>
                <c:pt idx="832">
                  <c:v>2.3474364554060938</c:v>
                </c:pt>
                <c:pt idx="833">
                  <c:v>2.3517873198042989</c:v>
                </c:pt>
                <c:pt idx="834">
                  <c:v>2.456131285401252</c:v>
                </c:pt>
                <c:pt idx="835">
                  <c:v>2.481930375683409</c:v>
                </c:pt>
                <c:pt idx="836">
                  <c:v>2.472297971590748</c:v>
                </c:pt>
                <c:pt idx="837">
                  <c:v>2.3420883160742521</c:v>
                </c:pt>
                <c:pt idx="838">
                  <c:v>2.277185032124581</c:v>
                </c:pt>
                <c:pt idx="839">
                  <c:v>2.3038252440734048</c:v>
                </c:pt>
                <c:pt idx="840">
                  <c:v>2.538600859040363</c:v>
                </c:pt>
                <c:pt idx="841">
                  <c:v>2.697439664602554</c:v>
                </c:pt>
                <c:pt idx="842">
                  <c:v>2.6836765754714529</c:v>
                </c:pt>
                <c:pt idx="843">
                  <c:v>2.598361467910721</c:v>
                </c:pt>
                <c:pt idx="844">
                  <c:v>2.506936983916551</c:v>
                </c:pt>
                <c:pt idx="845">
                  <c:v>2.460102145392622</c:v>
                </c:pt>
                <c:pt idx="846">
                  <c:v>2.4602499640239901</c:v>
                </c:pt>
                <c:pt idx="847">
                  <c:v>2.461342032736884</c:v>
                </c:pt>
                <c:pt idx="848">
                  <c:v>2.4622890091562799</c:v>
                </c:pt>
                <c:pt idx="849">
                  <c:v>2.4607492415197609</c:v>
                </c:pt>
                <c:pt idx="850">
                  <c:v>2.4346596150568089</c:v>
                </c:pt>
                <c:pt idx="851">
                  <c:v>2.4073779599121159</c:v>
                </c:pt>
                <c:pt idx="852">
                  <c:v>2.3944783788323409</c:v>
                </c:pt>
                <c:pt idx="853">
                  <c:v>2.37476941429976</c:v>
                </c:pt>
                <c:pt idx="854">
                  <c:v>2.174697797980842</c:v>
                </c:pt>
                <c:pt idx="855">
                  <c:v>2.2016556194192902</c:v>
                </c:pt>
                <c:pt idx="856">
                  <c:v>2.245975999408572</c:v>
                </c:pt>
                <c:pt idx="857">
                  <c:v>2.2525499517425169</c:v>
                </c:pt>
                <c:pt idx="858">
                  <c:v>2.2487247206322691</c:v>
                </c:pt>
                <c:pt idx="859">
                  <c:v>2.206268497729404</c:v>
                </c:pt>
                <c:pt idx="860">
                  <c:v>2.1935232887605638</c:v>
                </c:pt>
                <c:pt idx="861">
                  <c:v>2.151858948203679</c:v>
                </c:pt>
                <c:pt idx="862">
                  <c:v>1.872317438516794</c:v>
                </c:pt>
                <c:pt idx="863">
                  <c:v>1.7291313152452989</c:v>
                </c:pt>
                <c:pt idx="864">
                  <c:v>1.7556830525344189</c:v>
                </c:pt>
                <c:pt idx="865">
                  <c:v>1.854385724086218</c:v>
                </c:pt>
                <c:pt idx="866">
                  <c:v>1.963444782433611</c:v>
                </c:pt>
                <c:pt idx="867">
                  <c:v>1.9217944181401889</c:v>
                </c:pt>
                <c:pt idx="868">
                  <c:v>1.630604338990177</c:v>
                </c:pt>
                <c:pt idx="869">
                  <c:v>1.527324705663718</c:v>
                </c:pt>
                <c:pt idx="870">
                  <c:v>1.6892374537786099</c:v>
                </c:pt>
                <c:pt idx="871">
                  <c:v>2.5621913319121048</c:v>
                </c:pt>
                <c:pt idx="872">
                  <c:v>3.1855480725013079</c:v>
                </c:pt>
                <c:pt idx="873">
                  <c:v>3.199803524297995</c:v>
                </c:pt>
                <c:pt idx="874">
                  <c:v>3.4085227439285459</c:v>
                </c:pt>
                <c:pt idx="875">
                  <c:v>3.454104737638136</c:v>
                </c:pt>
                <c:pt idx="876">
                  <c:v>2.981209276903575</c:v>
                </c:pt>
                <c:pt idx="877">
                  <c:v>2.2766247822619539</c:v>
                </c:pt>
                <c:pt idx="878">
                  <c:v>1.5845318658284171</c:v>
                </c:pt>
                <c:pt idx="879">
                  <c:v>1.586484983138609</c:v>
                </c:pt>
                <c:pt idx="880">
                  <c:v>1.60067520294473</c:v>
                </c:pt>
                <c:pt idx="881">
                  <c:v>1.6046589017732209</c:v>
                </c:pt>
                <c:pt idx="882">
                  <c:v>1.621009592690601</c:v>
                </c:pt>
                <c:pt idx="883">
                  <c:v>1.808495473577558</c:v>
                </c:pt>
                <c:pt idx="884">
                  <c:v>1.9966216846043059</c:v>
                </c:pt>
                <c:pt idx="885">
                  <c:v>2.146545242682258</c:v>
                </c:pt>
                <c:pt idx="886">
                  <c:v>2.1620199744382562</c:v>
                </c:pt>
                <c:pt idx="887">
                  <c:v>2.315954154606743</c:v>
                </c:pt>
                <c:pt idx="888">
                  <c:v>2.2965466342708112</c:v>
                </c:pt>
                <c:pt idx="889">
                  <c:v>2.2468733868930761</c:v>
                </c:pt>
                <c:pt idx="890">
                  <c:v>2.182535463859169</c:v>
                </c:pt>
                <c:pt idx="891">
                  <c:v>2.1571110650880372</c:v>
                </c:pt>
                <c:pt idx="892">
                  <c:v>2.3160697468666309</c:v>
                </c:pt>
                <c:pt idx="893">
                  <c:v>3.2372364101222821</c:v>
                </c:pt>
                <c:pt idx="894">
                  <c:v>3.8549485246954669</c:v>
                </c:pt>
                <c:pt idx="895">
                  <c:v>3.8039513400092382</c:v>
                </c:pt>
                <c:pt idx="896">
                  <c:v>3.1765107707295721</c:v>
                </c:pt>
                <c:pt idx="897">
                  <c:v>2.7359534367173981</c:v>
                </c:pt>
                <c:pt idx="898">
                  <c:v>1.80551549189786</c:v>
                </c:pt>
                <c:pt idx="899">
                  <c:v>1.3498294722619639</c:v>
                </c:pt>
                <c:pt idx="900">
                  <c:v>1.3879558142026089</c:v>
                </c:pt>
                <c:pt idx="901">
                  <c:v>1.6255092897563801</c:v>
                </c:pt>
                <c:pt idx="902">
                  <c:v>1.833770362272642</c:v>
                </c:pt>
                <c:pt idx="903">
                  <c:v>2.03906928167275</c:v>
                </c:pt>
                <c:pt idx="904">
                  <c:v>2.0307619506625358</c:v>
                </c:pt>
                <c:pt idx="905">
                  <c:v>2.013801149850015</c:v>
                </c:pt>
                <c:pt idx="906">
                  <c:v>1.6472885540167459</c:v>
                </c:pt>
                <c:pt idx="907">
                  <c:v>1.5846746518730011</c:v>
                </c:pt>
                <c:pt idx="908">
                  <c:v>1.5992548626860861</c:v>
                </c:pt>
                <c:pt idx="909">
                  <c:v>1.791270449949437</c:v>
                </c:pt>
                <c:pt idx="910">
                  <c:v>1.8696060159337511</c:v>
                </c:pt>
                <c:pt idx="911">
                  <c:v>1.91033393689092</c:v>
                </c:pt>
                <c:pt idx="912">
                  <c:v>2.1046348519127012</c:v>
                </c:pt>
                <c:pt idx="913">
                  <c:v>2.2724442557200879</c:v>
                </c:pt>
                <c:pt idx="914">
                  <c:v>2.3171519970989749</c:v>
                </c:pt>
                <c:pt idx="915">
                  <c:v>2.9700532793792549</c:v>
                </c:pt>
                <c:pt idx="916">
                  <c:v>3.0703757087859831</c:v>
                </c:pt>
                <c:pt idx="917">
                  <c:v>3.0550459171885378</c:v>
                </c:pt>
                <c:pt idx="918">
                  <c:v>2.9651612355881531</c:v>
                </c:pt>
                <c:pt idx="919">
                  <c:v>2.9141145348697028</c:v>
                </c:pt>
                <c:pt idx="920">
                  <c:v>2.8728512997397289</c:v>
                </c:pt>
                <c:pt idx="921">
                  <c:v>2.656239620418738</c:v>
                </c:pt>
                <c:pt idx="922">
                  <c:v>2.3267900005785549</c:v>
                </c:pt>
                <c:pt idx="923">
                  <c:v>2.2448743080687392</c:v>
                </c:pt>
                <c:pt idx="924">
                  <c:v>2.335634456700125</c:v>
                </c:pt>
                <c:pt idx="925">
                  <c:v>2.4270889762408969</c:v>
                </c:pt>
                <c:pt idx="926">
                  <c:v>2.4257159046574448</c:v>
                </c:pt>
                <c:pt idx="927">
                  <c:v>2.4227880693279338</c:v>
                </c:pt>
                <c:pt idx="928">
                  <c:v>2.420673589201519</c:v>
                </c:pt>
                <c:pt idx="929">
                  <c:v>2.3847381070500382</c:v>
                </c:pt>
                <c:pt idx="930">
                  <c:v>2.068430742565964</c:v>
                </c:pt>
                <c:pt idx="931">
                  <c:v>1.979927726447654</c:v>
                </c:pt>
                <c:pt idx="932">
                  <c:v>1.9095058389923389</c:v>
                </c:pt>
                <c:pt idx="933">
                  <c:v>1.319721671659972</c:v>
                </c:pt>
                <c:pt idx="934">
                  <c:v>1.0884583120357869</c:v>
                </c:pt>
                <c:pt idx="935">
                  <c:v>1.066370224816817</c:v>
                </c:pt>
                <c:pt idx="936">
                  <c:v>0.89458766349268304</c:v>
                </c:pt>
                <c:pt idx="937">
                  <c:v>0.77909064372519377</c:v>
                </c:pt>
                <c:pt idx="938">
                  <c:v>0.81625610554102523</c:v>
                </c:pt>
                <c:pt idx="939">
                  <c:v>1.574635065711363</c:v>
                </c:pt>
                <c:pt idx="940">
                  <c:v>1.684539670803747</c:v>
                </c:pt>
                <c:pt idx="941">
                  <c:v>1.692286038469855</c:v>
                </c:pt>
                <c:pt idx="942">
                  <c:v>1.760526336745416</c:v>
                </c:pt>
                <c:pt idx="943">
                  <c:v>1.796637146175855</c:v>
                </c:pt>
                <c:pt idx="944">
                  <c:v>1.78061583620471</c:v>
                </c:pt>
                <c:pt idx="945">
                  <c:v>1.6322864571942</c:v>
                </c:pt>
                <c:pt idx="946">
                  <c:v>1.521949273746801</c:v>
                </c:pt>
                <c:pt idx="947">
                  <c:v>1.484909362981095</c:v>
                </c:pt>
                <c:pt idx="948">
                  <c:v>1.5142177766417779</c:v>
                </c:pt>
                <c:pt idx="949">
                  <c:v>1.9519457564106779</c:v>
                </c:pt>
                <c:pt idx="950">
                  <c:v>2.0669663360689108</c:v>
                </c:pt>
                <c:pt idx="951">
                  <c:v>2.0708301033211751</c:v>
                </c:pt>
                <c:pt idx="952">
                  <c:v>2.1051344725192811</c:v>
                </c:pt>
                <c:pt idx="953">
                  <c:v>2.1282346453548011</c:v>
                </c:pt>
                <c:pt idx="954">
                  <c:v>2.0393516575722308</c:v>
                </c:pt>
                <c:pt idx="955">
                  <c:v>1.758108521844582</c:v>
                </c:pt>
                <c:pt idx="956">
                  <c:v>1.48956150190771</c:v>
                </c:pt>
                <c:pt idx="957">
                  <c:v>1.31115944839714</c:v>
                </c:pt>
                <c:pt idx="958">
                  <c:v>1.60589308510998</c:v>
                </c:pt>
                <c:pt idx="959">
                  <c:v>2.1377266468313438</c:v>
                </c:pt>
                <c:pt idx="960">
                  <c:v>2.6989837896405509</c:v>
                </c:pt>
                <c:pt idx="961">
                  <c:v>2.7450326793233231</c:v>
                </c:pt>
                <c:pt idx="962">
                  <c:v>2.7891437592820112</c:v>
                </c:pt>
                <c:pt idx="963">
                  <c:v>2.810797851146686</c:v>
                </c:pt>
                <c:pt idx="964">
                  <c:v>2.814066980200574</c:v>
                </c:pt>
                <c:pt idx="965">
                  <c:v>2.352537519116741</c:v>
                </c:pt>
                <c:pt idx="966">
                  <c:v>1.494604706091305</c:v>
                </c:pt>
                <c:pt idx="967">
                  <c:v>1.2754659119331091</c:v>
                </c:pt>
                <c:pt idx="968">
                  <c:v>1.317772848432428</c:v>
                </c:pt>
                <c:pt idx="969">
                  <c:v>1.650091561753593</c:v>
                </c:pt>
                <c:pt idx="970">
                  <c:v>1.62587258777668</c:v>
                </c:pt>
                <c:pt idx="971">
                  <c:v>1.5568418007616049</c:v>
                </c:pt>
                <c:pt idx="972">
                  <c:v>1.4722526089623491</c:v>
                </c:pt>
                <c:pt idx="973">
                  <c:v>1.4413381834422001</c:v>
                </c:pt>
                <c:pt idx="974">
                  <c:v>1.407526352681185</c:v>
                </c:pt>
                <c:pt idx="975">
                  <c:v>1.313866491039535</c:v>
                </c:pt>
                <c:pt idx="976">
                  <c:v>1.294521079889658</c:v>
                </c:pt>
                <c:pt idx="977">
                  <c:v>1.300448575592523</c:v>
                </c:pt>
                <c:pt idx="978">
                  <c:v>1.379390783011702</c:v>
                </c:pt>
                <c:pt idx="979">
                  <c:v>1.4287883661947749</c:v>
                </c:pt>
                <c:pt idx="980">
                  <c:v>1.4295336314082181</c:v>
                </c:pt>
                <c:pt idx="981">
                  <c:v>1.439567608601257</c:v>
                </c:pt>
                <c:pt idx="982">
                  <c:v>1.441191287668635</c:v>
                </c:pt>
                <c:pt idx="983">
                  <c:v>1.408228222372039</c:v>
                </c:pt>
                <c:pt idx="984">
                  <c:v>1.155738275530513</c:v>
                </c:pt>
                <c:pt idx="985">
                  <c:v>1.064235616036999</c:v>
                </c:pt>
                <c:pt idx="986">
                  <c:v>1.092312137647619</c:v>
                </c:pt>
                <c:pt idx="987">
                  <c:v>1.552846383907162</c:v>
                </c:pt>
                <c:pt idx="988">
                  <c:v>1.5545644599598329</c:v>
                </c:pt>
                <c:pt idx="989">
                  <c:v>1.5824653236057651</c:v>
                </c:pt>
                <c:pt idx="990">
                  <c:v>1.5910899833537959</c:v>
                </c:pt>
                <c:pt idx="991">
                  <c:v>1.6158961983317781</c:v>
                </c:pt>
                <c:pt idx="992">
                  <c:v>2.005466937247387</c:v>
                </c:pt>
                <c:pt idx="993">
                  <c:v>2.184880895794687</c:v>
                </c:pt>
                <c:pt idx="994">
                  <c:v>2.201644317102498</c:v>
                </c:pt>
                <c:pt idx="995">
                  <c:v>2.3083405882354588</c:v>
                </c:pt>
                <c:pt idx="996">
                  <c:v>2.386529884531388</c:v>
                </c:pt>
                <c:pt idx="997">
                  <c:v>2.399790925614941</c:v>
                </c:pt>
                <c:pt idx="998">
                  <c:v>2.3684430007028152</c:v>
                </c:pt>
                <c:pt idx="999">
                  <c:v>2.0578526132057409</c:v>
                </c:pt>
                <c:pt idx="1000">
                  <c:v>1.609470134741964</c:v>
                </c:pt>
                <c:pt idx="1001">
                  <c:v>1.566529000436045</c:v>
                </c:pt>
                <c:pt idx="1002">
                  <c:v>1.5496876437730931</c:v>
                </c:pt>
                <c:pt idx="1003">
                  <c:v>1.3782255229337379</c:v>
                </c:pt>
                <c:pt idx="1004">
                  <c:v>1.25356442525448</c:v>
                </c:pt>
                <c:pt idx="1005">
                  <c:v>1.2110732956085359</c:v>
                </c:pt>
                <c:pt idx="1006">
                  <c:v>1.260142536890132</c:v>
                </c:pt>
                <c:pt idx="1007">
                  <c:v>1.490455547638883</c:v>
                </c:pt>
                <c:pt idx="1008">
                  <c:v>1.6075099026388331</c:v>
                </c:pt>
                <c:pt idx="1009">
                  <c:v>1.6002531613126441</c:v>
                </c:pt>
                <c:pt idx="1010">
                  <c:v>1.55269508232288</c:v>
                </c:pt>
                <c:pt idx="1011">
                  <c:v>1.5282909061418171</c:v>
                </c:pt>
                <c:pt idx="1012">
                  <c:v>1.558577655424902</c:v>
                </c:pt>
                <c:pt idx="1013">
                  <c:v>1.7807095975367739</c:v>
                </c:pt>
                <c:pt idx="1014">
                  <c:v>1.9922731446110029</c:v>
                </c:pt>
                <c:pt idx="1015">
                  <c:v>2.021627080183328</c:v>
                </c:pt>
                <c:pt idx="1016">
                  <c:v>2.0138001957995408</c:v>
                </c:pt>
                <c:pt idx="1017">
                  <c:v>1.8970707329776131</c:v>
                </c:pt>
                <c:pt idx="1018">
                  <c:v>1.8529267898236139</c:v>
                </c:pt>
                <c:pt idx="1019">
                  <c:v>1.8511436108815851</c:v>
                </c:pt>
                <c:pt idx="1020">
                  <c:v>1.8317180439017759</c:v>
                </c:pt>
                <c:pt idx="1021">
                  <c:v>1.7129304132656771</c:v>
                </c:pt>
                <c:pt idx="1022">
                  <c:v>1.5362498229156409</c:v>
                </c:pt>
                <c:pt idx="1023">
                  <c:v>1.2655999078381881</c:v>
                </c:pt>
                <c:pt idx="1024">
                  <c:v>1.169380941778569</c:v>
                </c:pt>
                <c:pt idx="1025">
                  <c:v>1.141294262428143</c:v>
                </c:pt>
                <c:pt idx="1026">
                  <c:v>1.0668329029142589</c:v>
                </c:pt>
                <c:pt idx="1027">
                  <c:v>1.0261104128248359</c:v>
                </c:pt>
                <c:pt idx="1028">
                  <c:v>0.96487793082057394</c:v>
                </c:pt>
                <c:pt idx="1029">
                  <c:v>0.78306424843277267</c:v>
                </c:pt>
                <c:pt idx="1030">
                  <c:v>0.62227011555830303</c:v>
                </c:pt>
                <c:pt idx="1031">
                  <c:v>0.57951952307615928</c:v>
                </c:pt>
                <c:pt idx="1032">
                  <c:v>0.6121530536803157</c:v>
                </c:pt>
                <c:pt idx="1033">
                  <c:v>1.0251577765855471</c:v>
                </c:pt>
                <c:pt idx="1034">
                  <c:v>1.091885803640859</c:v>
                </c:pt>
                <c:pt idx="1035">
                  <c:v>1.1299933259774251</c:v>
                </c:pt>
                <c:pt idx="1036">
                  <c:v>1.341591320923408</c:v>
                </c:pt>
                <c:pt idx="1037">
                  <c:v>1.4389401588649591</c:v>
                </c:pt>
                <c:pt idx="1038">
                  <c:v>1.692001037037252</c:v>
                </c:pt>
                <c:pt idx="1039">
                  <c:v>1.9511932784832109</c:v>
                </c:pt>
                <c:pt idx="1040">
                  <c:v>2.2736315309406829</c:v>
                </c:pt>
                <c:pt idx="1041">
                  <c:v>2.3382221391613349</c:v>
                </c:pt>
                <c:pt idx="1042">
                  <c:v>2.3315206574382721</c:v>
                </c:pt>
                <c:pt idx="1043">
                  <c:v>2.2560973850855039</c:v>
                </c:pt>
                <c:pt idx="1044">
                  <c:v>2.2352741273039278</c:v>
                </c:pt>
                <c:pt idx="1045">
                  <c:v>2.3165884216036381</c:v>
                </c:pt>
                <c:pt idx="1046">
                  <c:v>3.2091762345505188</c:v>
                </c:pt>
                <c:pt idx="1047">
                  <c:v>3.740874509204426</c:v>
                </c:pt>
                <c:pt idx="1048">
                  <c:v>3.8360112138490781</c:v>
                </c:pt>
                <c:pt idx="1049">
                  <c:v>3.7953911907269058</c:v>
                </c:pt>
                <c:pt idx="1050">
                  <c:v>3.3698948997159892</c:v>
                </c:pt>
                <c:pt idx="1051">
                  <c:v>3.25216050284754</c:v>
                </c:pt>
                <c:pt idx="1052">
                  <c:v>2.3424125029238989</c:v>
                </c:pt>
                <c:pt idx="1053">
                  <c:v>1.9091538371411689</c:v>
                </c:pt>
                <c:pt idx="1054">
                  <c:v>1.8709972674770881</c:v>
                </c:pt>
                <c:pt idx="1055">
                  <c:v>1.36792859662656</c:v>
                </c:pt>
                <c:pt idx="1056">
                  <c:v>0.90904121696602203</c:v>
                </c:pt>
                <c:pt idx="1057">
                  <c:v>0.92532722868147677</c:v>
                </c:pt>
                <c:pt idx="1058">
                  <c:v>1.0578765810100921</c:v>
                </c:pt>
                <c:pt idx="1059">
                  <c:v>1.0962841105183621</c:v>
                </c:pt>
                <c:pt idx="1060">
                  <c:v>1.1111477146258659</c:v>
                </c:pt>
                <c:pt idx="1061">
                  <c:v>1.2183278422434289</c:v>
                </c:pt>
                <c:pt idx="1062">
                  <c:v>1.285627655486469</c:v>
                </c:pt>
                <c:pt idx="1063">
                  <c:v>1.2886109096141041</c:v>
                </c:pt>
                <c:pt idx="1064">
                  <c:v>1.293085790805556</c:v>
                </c:pt>
                <c:pt idx="1065">
                  <c:v>1.4077755640241909</c:v>
                </c:pt>
                <c:pt idx="1066">
                  <c:v>1.4163039341460451</c:v>
                </c:pt>
                <c:pt idx="1067">
                  <c:v>1.3997408056838381</c:v>
                </c:pt>
                <c:pt idx="1068">
                  <c:v>1.225249523876184</c:v>
                </c:pt>
                <c:pt idx="1069">
                  <c:v>1.1749298460288149</c:v>
                </c:pt>
                <c:pt idx="1070">
                  <c:v>1.219244061639372</c:v>
                </c:pt>
                <c:pt idx="1071">
                  <c:v>1.341902428321978</c:v>
                </c:pt>
                <c:pt idx="1072">
                  <c:v>1.4154927307718399</c:v>
                </c:pt>
                <c:pt idx="1073">
                  <c:v>1.4478481543789601</c:v>
                </c:pt>
                <c:pt idx="1074">
                  <c:v>1.742632479783023</c:v>
                </c:pt>
                <c:pt idx="1075">
                  <c:v>1.8264378149606699</c:v>
                </c:pt>
                <c:pt idx="1076">
                  <c:v>2.3864802256428801</c:v>
                </c:pt>
                <c:pt idx="1077">
                  <c:v>2.811960084424673</c:v>
                </c:pt>
                <c:pt idx="1078">
                  <c:v>3.2235245342759979</c:v>
                </c:pt>
                <c:pt idx="1079">
                  <c:v>3.3218553974940499</c:v>
                </c:pt>
                <c:pt idx="1080">
                  <c:v>3.2240197481314992</c:v>
                </c:pt>
                <c:pt idx="1081">
                  <c:v>2.4607702252935071</c:v>
                </c:pt>
                <c:pt idx="1082">
                  <c:v>1.877581386231473</c:v>
                </c:pt>
                <c:pt idx="1083">
                  <c:v>1.626241356535687</c:v>
                </c:pt>
                <c:pt idx="1084">
                  <c:v>1.648732595041198</c:v>
                </c:pt>
                <c:pt idx="1085">
                  <c:v>1.8448247364431269</c:v>
                </c:pt>
                <c:pt idx="1086">
                  <c:v>1.9284855732653861</c:v>
                </c:pt>
                <c:pt idx="1087">
                  <c:v>1.8596430351562989</c:v>
                </c:pt>
                <c:pt idx="1088">
                  <c:v>1.2842616425920379</c:v>
                </c:pt>
                <c:pt idx="1089">
                  <c:v>1.036385666234354</c:v>
                </c:pt>
                <c:pt idx="1090">
                  <c:v>1.332813276699697</c:v>
                </c:pt>
                <c:pt idx="1091">
                  <c:v>2.5341210517320549</c:v>
                </c:pt>
                <c:pt idx="1092">
                  <c:v>3.338528558206439</c:v>
                </c:pt>
                <c:pt idx="1093">
                  <c:v>3.219185822802459</c:v>
                </c:pt>
                <c:pt idx="1094">
                  <c:v>2.4919256278404291</c:v>
                </c:pt>
                <c:pt idx="1095">
                  <c:v>1.827036441240852</c:v>
                </c:pt>
                <c:pt idx="1096">
                  <c:v>1.7348653426669429</c:v>
                </c:pt>
                <c:pt idx="1097">
                  <c:v>1.7989892607842779</c:v>
                </c:pt>
                <c:pt idx="1098">
                  <c:v>1.805339269250257</c:v>
                </c:pt>
                <c:pt idx="1099">
                  <c:v>1.944790435561957</c:v>
                </c:pt>
                <c:pt idx="1100">
                  <c:v>1.970715465072242</c:v>
                </c:pt>
                <c:pt idx="1101">
                  <c:v>1.9626874232023681</c:v>
                </c:pt>
                <c:pt idx="1102">
                  <c:v>1.9334784691443749</c:v>
                </c:pt>
                <c:pt idx="1103">
                  <c:v>1.921152863091393</c:v>
                </c:pt>
                <c:pt idx="1104">
                  <c:v>2.0114788824205769</c:v>
                </c:pt>
                <c:pt idx="1105">
                  <c:v>2.1397133236623991</c:v>
                </c:pt>
                <c:pt idx="1106">
                  <c:v>2.2629712578216288</c:v>
                </c:pt>
                <c:pt idx="1107">
                  <c:v>2.170255564554211</c:v>
                </c:pt>
                <c:pt idx="1108">
                  <c:v>1.27947246572093</c:v>
                </c:pt>
                <c:pt idx="1109">
                  <c:v>1.142073821582916</c:v>
                </c:pt>
                <c:pt idx="1110">
                  <c:v>1.150337580748094</c:v>
                </c:pt>
                <c:pt idx="1111">
                  <c:v>1.193250682313391</c:v>
                </c:pt>
                <c:pt idx="1112">
                  <c:v>1.2155609467015109</c:v>
                </c:pt>
                <c:pt idx="1113">
                  <c:v>1.246053980848147</c:v>
                </c:pt>
                <c:pt idx="1114">
                  <c:v>1.398075978313287</c:v>
                </c:pt>
                <c:pt idx="1115">
                  <c:v>1.5066330791893141</c:v>
                </c:pt>
                <c:pt idx="1116">
                  <c:v>1.5256216970718179</c:v>
                </c:pt>
                <c:pt idx="1117">
                  <c:v>1.547183540225765</c:v>
                </c:pt>
                <c:pt idx="1118">
                  <c:v>1.7398410225532981</c:v>
                </c:pt>
                <c:pt idx="1119">
                  <c:v>2.008582123571256</c:v>
                </c:pt>
                <c:pt idx="1120">
                  <c:v>2.1484522593598139</c:v>
                </c:pt>
                <c:pt idx="1121">
                  <c:v>2.2107650551625371</c:v>
                </c:pt>
                <c:pt idx="1122">
                  <c:v>3.8598338584142242</c:v>
                </c:pt>
                <c:pt idx="1123">
                  <c:v>5.0833077143456098</c:v>
                </c:pt>
                <c:pt idx="1124">
                  <c:v>5.0352952276723544</c:v>
                </c:pt>
                <c:pt idx="1125">
                  <c:v>4.9445773999700444</c:v>
                </c:pt>
                <c:pt idx="1126">
                  <c:v>2.786210901648658</c:v>
                </c:pt>
                <c:pt idx="1127">
                  <c:v>2.6259083765610529</c:v>
                </c:pt>
                <c:pt idx="1128">
                  <c:v>2.6532122115991639</c:v>
                </c:pt>
                <c:pt idx="1129">
                  <c:v>2.9293480433208812</c:v>
                </c:pt>
                <c:pt idx="1130">
                  <c:v>3.0109757868852061</c:v>
                </c:pt>
                <c:pt idx="1131">
                  <c:v>3.0063077264825702</c:v>
                </c:pt>
                <c:pt idx="1132">
                  <c:v>2.9885191600347651</c:v>
                </c:pt>
                <c:pt idx="1133">
                  <c:v>2.978242975482071</c:v>
                </c:pt>
                <c:pt idx="1134">
                  <c:v>2.946212420194338</c:v>
                </c:pt>
                <c:pt idx="1135">
                  <c:v>2.8285664309448859</c:v>
                </c:pt>
                <c:pt idx="1136">
                  <c:v>2.7878422137890762</c:v>
                </c:pt>
                <c:pt idx="1137">
                  <c:v>2.6567557503198209</c:v>
                </c:pt>
                <c:pt idx="1138">
                  <c:v>1.7211541934847541</c:v>
                </c:pt>
                <c:pt idx="1139">
                  <c:v>0.78606248623954944</c:v>
                </c:pt>
                <c:pt idx="1140">
                  <c:v>0.95208077538907687</c:v>
                </c:pt>
                <c:pt idx="1141">
                  <c:v>2.4557133885784732</c:v>
                </c:pt>
                <c:pt idx="1142">
                  <c:v>2.7184428775995961</c:v>
                </c:pt>
                <c:pt idx="1143">
                  <c:v>2.6023418794774651</c:v>
                </c:pt>
                <c:pt idx="1144">
                  <c:v>1.7334426421266911</c:v>
                </c:pt>
                <c:pt idx="1145">
                  <c:v>1.32879913275126</c:v>
                </c:pt>
                <c:pt idx="1146">
                  <c:v>1.3918493724109131</c:v>
                </c:pt>
                <c:pt idx="1147">
                  <c:v>2.027965904132834</c:v>
                </c:pt>
                <c:pt idx="1148">
                  <c:v>2.5721549529508798</c:v>
                </c:pt>
                <c:pt idx="1149">
                  <c:v>2.5034856942314621</c:v>
                </c:pt>
                <c:pt idx="1150">
                  <c:v>2.4105710758800409</c:v>
                </c:pt>
                <c:pt idx="1151">
                  <c:v>1.9209525942922641</c:v>
                </c:pt>
                <c:pt idx="1152">
                  <c:v>1.799909136386117</c:v>
                </c:pt>
                <c:pt idx="1153">
                  <c:v>1.7450714154830871</c:v>
                </c:pt>
                <c:pt idx="1154">
                  <c:v>1.6293694365903559</c:v>
                </c:pt>
                <c:pt idx="1155">
                  <c:v>1.5446000165415481</c:v>
                </c:pt>
                <c:pt idx="1156">
                  <c:v>1.411012998236042</c:v>
                </c:pt>
                <c:pt idx="1157">
                  <c:v>1.2805403628290479</c:v>
                </c:pt>
                <c:pt idx="1158">
                  <c:v>1.450412853607197</c:v>
                </c:pt>
                <c:pt idx="1159">
                  <c:v>1.55623254137083</c:v>
                </c:pt>
                <c:pt idx="1160">
                  <c:v>1.852589844122345</c:v>
                </c:pt>
                <c:pt idx="1161">
                  <c:v>2.0287883220444809</c:v>
                </c:pt>
                <c:pt idx="1162">
                  <c:v>1.948142544679389</c:v>
                </c:pt>
                <c:pt idx="1163">
                  <c:v>1.5023321819870481</c:v>
                </c:pt>
                <c:pt idx="1164">
                  <c:v>1.1253297568370151</c:v>
                </c:pt>
                <c:pt idx="1165">
                  <c:v>1.0589857325867069</c:v>
                </c:pt>
                <c:pt idx="1166">
                  <c:v>1.1278829070408889</c:v>
                </c:pt>
                <c:pt idx="1167">
                  <c:v>1.898254284143698</c:v>
                </c:pt>
                <c:pt idx="1168">
                  <c:v>2.074892556039976</c:v>
                </c:pt>
                <c:pt idx="1169">
                  <c:v>2.197713776768432</c:v>
                </c:pt>
                <c:pt idx="1170">
                  <c:v>3.9976224124512689</c:v>
                </c:pt>
                <c:pt idx="1171">
                  <c:v>4.8634677345646464</c:v>
                </c:pt>
                <c:pt idx="1172">
                  <c:v>4.6121956256972432</c:v>
                </c:pt>
                <c:pt idx="1173">
                  <c:v>1.924385601930074</c:v>
                </c:pt>
                <c:pt idx="1174">
                  <c:v>2.0743800512274939</c:v>
                </c:pt>
                <c:pt idx="1175">
                  <c:v>3.591044269002611</c:v>
                </c:pt>
                <c:pt idx="1176">
                  <c:v>4.0241468674570342</c:v>
                </c:pt>
                <c:pt idx="1177">
                  <c:v>3.9135032951011999</c:v>
                </c:pt>
                <c:pt idx="1178">
                  <c:v>3.0383741859374638</c:v>
                </c:pt>
                <c:pt idx="1179">
                  <c:v>2.3179222665413151</c:v>
                </c:pt>
                <c:pt idx="1180">
                  <c:v>2.363773341485917</c:v>
                </c:pt>
                <c:pt idx="1181">
                  <c:v>2.841671930562331</c:v>
                </c:pt>
                <c:pt idx="1182">
                  <c:v>3.3353354697174891</c:v>
                </c:pt>
                <c:pt idx="1183">
                  <c:v>3.5301195884093901</c:v>
                </c:pt>
                <c:pt idx="1184">
                  <c:v>3.4516083214565461</c:v>
                </c:pt>
                <c:pt idx="1185">
                  <c:v>2.3510951439170129</c:v>
                </c:pt>
                <c:pt idx="1186">
                  <c:v>1.912740570096968</c:v>
                </c:pt>
                <c:pt idx="1187">
                  <c:v>1.9381600318282679</c:v>
                </c:pt>
                <c:pt idx="1188">
                  <c:v>2.0792183659576922</c:v>
                </c:pt>
                <c:pt idx="1189">
                  <c:v>2.2018815998776602</c:v>
                </c:pt>
                <c:pt idx="1190">
                  <c:v>2.2198510460241301</c:v>
                </c:pt>
                <c:pt idx="1191">
                  <c:v>2.192504738711035</c:v>
                </c:pt>
                <c:pt idx="1192">
                  <c:v>1.8132406610726279</c:v>
                </c:pt>
                <c:pt idx="1193">
                  <c:v>1.7147916121149349</c:v>
                </c:pt>
                <c:pt idx="1194">
                  <c:v>1.767265466094746</c:v>
                </c:pt>
                <c:pt idx="1195">
                  <c:v>2.2668331860664401</c:v>
                </c:pt>
                <c:pt idx="1196">
                  <c:v>2.5165101383701551</c:v>
                </c:pt>
                <c:pt idx="1197">
                  <c:v>2.4471117886265792</c:v>
                </c:pt>
                <c:pt idx="1198">
                  <c:v>1.994392831728909</c:v>
                </c:pt>
                <c:pt idx="1199">
                  <c:v>1.490626317146472</c:v>
                </c:pt>
                <c:pt idx="1200">
                  <c:v>1.147480780247315</c:v>
                </c:pt>
                <c:pt idx="1201">
                  <c:v>1.1666844509461649</c:v>
                </c:pt>
                <c:pt idx="1202">
                  <c:v>1.1734941013893281</c:v>
                </c:pt>
                <c:pt idx="1203">
                  <c:v>1.3239925112359381</c:v>
                </c:pt>
                <c:pt idx="1204">
                  <c:v>1.395938878789921</c:v>
                </c:pt>
                <c:pt idx="1205">
                  <c:v>1.396472192041913</c:v>
                </c:pt>
                <c:pt idx="1206">
                  <c:v>1.3968709126255381</c:v>
                </c:pt>
                <c:pt idx="1207">
                  <c:v>1.405043868876704</c:v>
                </c:pt>
                <c:pt idx="1208">
                  <c:v>1.4896229185500851</c:v>
                </c:pt>
                <c:pt idx="1209">
                  <c:v>2.1814764542918739</c:v>
                </c:pt>
                <c:pt idx="1210">
                  <c:v>2.3438095085218742</c:v>
                </c:pt>
                <c:pt idx="1211">
                  <c:v>2.2699703089753238</c:v>
                </c:pt>
                <c:pt idx="1212">
                  <c:v>1.556469787614269</c:v>
                </c:pt>
                <c:pt idx="1213">
                  <c:v>1.091406737145197</c:v>
                </c:pt>
                <c:pt idx="1214">
                  <c:v>1.1592104587393901</c:v>
                </c:pt>
                <c:pt idx="1215">
                  <c:v>1.9184899020273489</c:v>
                </c:pt>
                <c:pt idx="1216">
                  <c:v>1.774911365220766</c:v>
                </c:pt>
                <c:pt idx="1217">
                  <c:v>1.5338614257170571</c:v>
                </c:pt>
                <c:pt idx="1218">
                  <c:v>1.40035244558474</c:v>
                </c:pt>
                <c:pt idx="1219">
                  <c:v>1.4515059919558091</c:v>
                </c:pt>
                <c:pt idx="1220">
                  <c:v>2.0645478406878421</c:v>
                </c:pt>
                <c:pt idx="1221">
                  <c:v>2.5052790560463372</c:v>
                </c:pt>
                <c:pt idx="1222">
                  <c:v>2.6281793504826161</c:v>
                </c:pt>
                <c:pt idx="1223">
                  <c:v>2.607824146846363</c:v>
                </c:pt>
                <c:pt idx="1224">
                  <c:v>2.4056226073761708</c:v>
                </c:pt>
                <c:pt idx="1225">
                  <c:v>2.3407447366684839</c:v>
                </c:pt>
                <c:pt idx="1226">
                  <c:v>2.04152430013127</c:v>
                </c:pt>
                <c:pt idx="1227">
                  <c:v>1.7162166178358449</c:v>
                </c:pt>
                <c:pt idx="1228">
                  <c:v>1.5301067210357551</c:v>
                </c:pt>
                <c:pt idx="1229">
                  <c:v>1.5737165031710321</c:v>
                </c:pt>
                <c:pt idx="1230">
                  <c:v>1.883533180601241</c:v>
                </c:pt>
                <c:pt idx="1231">
                  <c:v>2.2316355951760989</c:v>
                </c:pt>
                <c:pt idx="1232">
                  <c:v>1.375958514379144</c:v>
                </c:pt>
                <c:pt idx="1233">
                  <c:v>0.68590638387745573</c:v>
                </c:pt>
                <c:pt idx="1234">
                  <c:v>0.79025262831138665</c:v>
                </c:pt>
                <c:pt idx="1235">
                  <c:v>1.1069794015025141</c:v>
                </c:pt>
                <c:pt idx="1236">
                  <c:v>1.4228386570364571</c:v>
                </c:pt>
                <c:pt idx="1237">
                  <c:v>1.7349183255916141</c:v>
                </c:pt>
                <c:pt idx="1238">
                  <c:v>1.771545880142662</c:v>
                </c:pt>
                <c:pt idx="1239">
                  <c:v>1.857247968224387</c:v>
                </c:pt>
                <c:pt idx="1240">
                  <c:v>2.692514274011593</c:v>
                </c:pt>
                <c:pt idx="1241">
                  <c:v>2.848300018591905</c:v>
                </c:pt>
                <c:pt idx="1242">
                  <c:v>2.6076190153780949</c:v>
                </c:pt>
                <c:pt idx="1243">
                  <c:v>1.105740293195876</c:v>
                </c:pt>
                <c:pt idx="1244">
                  <c:v>0.50549197018336589</c:v>
                </c:pt>
                <c:pt idx="1245">
                  <c:v>0.7579282838128294</c:v>
                </c:pt>
                <c:pt idx="1246">
                  <c:v>1.422318291251657</c:v>
                </c:pt>
                <c:pt idx="1247">
                  <c:v>2.0018687551515688</c:v>
                </c:pt>
                <c:pt idx="1248">
                  <c:v>2.251485016632544</c:v>
                </c:pt>
                <c:pt idx="1249">
                  <c:v>2.3691669929384851</c:v>
                </c:pt>
                <c:pt idx="1250">
                  <c:v>2.5002247073708741</c:v>
                </c:pt>
                <c:pt idx="1251">
                  <c:v>2.6075830759802132</c:v>
                </c:pt>
                <c:pt idx="1252">
                  <c:v>2.5448548012320531</c:v>
                </c:pt>
                <c:pt idx="1253">
                  <c:v>1.295898713469027</c:v>
                </c:pt>
                <c:pt idx="1254">
                  <c:v>1.245541448385638</c:v>
                </c:pt>
                <c:pt idx="1255">
                  <c:v>0.96668073081311223</c:v>
                </c:pt>
                <c:pt idx="1256">
                  <c:v>0.25756540533786493</c:v>
                </c:pt>
                <c:pt idx="1257">
                  <c:v>2.5564920551271068E-2</c:v>
                </c:pt>
                <c:pt idx="1258">
                  <c:v>6.2123901177916323E-2</c:v>
                </c:pt>
                <c:pt idx="1259">
                  <c:v>0.26225741862549518</c:v>
                </c:pt>
                <c:pt idx="1260">
                  <c:v>0.39939820647536611</c:v>
                </c:pt>
                <c:pt idx="1261">
                  <c:v>0.38629654998565599</c:v>
                </c:pt>
                <c:pt idx="1262">
                  <c:v>0.15896474775347499</c:v>
                </c:pt>
                <c:pt idx="1263">
                  <c:v>0.10341266694135549</c:v>
                </c:pt>
                <c:pt idx="1264">
                  <c:v>0.10372342838428091</c:v>
                </c:pt>
                <c:pt idx="1265">
                  <c:v>0.10662516090988559</c:v>
                </c:pt>
                <c:pt idx="1266">
                  <c:v>0.10786182305018251</c:v>
                </c:pt>
                <c:pt idx="1267">
                  <c:v>0.10284346929139131</c:v>
                </c:pt>
                <c:pt idx="1268">
                  <c:v>0.1021335481372083</c:v>
                </c:pt>
                <c:pt idx="1269">
                  <c:v>8.8014865692281299E-2</c:v>
                </c:pt>
                <c:pt idx="1270">
                  <c:v>8.4397279592662855E-2</c:v>
                </c:pt>
                <c:pt idx="1271">
                  <c:v>8.8928222803415044E-2</c:v>
                </c:pt>
                <c:pt idx="1272">
                  <c:v>0.1300823287454001</c:v>
                </c:pt>
                <c:pt idx="1273">
                  <c:v>0.1469194880028642</c:v>
                </c:pt>
                <c:pt idx="1274">
                  <c:v>0.14419301740617019</c:v>
                </c:pt>
                <c:pt idx="1275">
                  <c:v>0.12216305466661249</c:v>
                </c:pt>
                <c:pt idx="1276">
                  <c:v>8.4058059566479978E-2</c:v>
                </c:pt>
                <c:pt idx="1277">
                  <c:v>7.8432099433790176E-2</c:v>
                </c:pt>
                <c:pt idx="1278">
                  <c:v>8.7601111918219121E-2</c:v>
                </c:pt>
                <c:pt idx="1279">
                  <c:v>0.14178524785429711</c:v>
                </c:pt>
                <c:pt idx="1280">
                  <c:v>0.15903538909431081</c:v>
                </c:pt>
                <c:pt idx="1281">
                  <c:v>0.15679587480174501</c:v>
                </c:pt>
                <c:pt idx="1282">
                  <c:v>0.14372965669192131</c:v>
                </c:pt>
                <c:pt idx="1283">
                  <c:v>0.13507470775704039</c:v>
                </c:pt>
                <c:pt idx="1284">
                  <c:v>0.13289012463681199</c:v>
                </c:pt>
                <c:pt idx="1285">
                  <c:v>0.2472038593163991</c:v>
                </c:pt>
                <c:pt idx="1286">
                  <c:v>0.35488298381492672</c:v>
                </c:pt>
                <c:pt idx="1287">
                  <c:v>0.34329717201056881</c:v>
                </c:pt>
                <c:pt idx="1288">
                  <c:v>0.17025954709434479</c:v>
                </c:pt>
                <c:pt idx="1289">
                  <c:v>9.7613182107816374E-2</c:v>
                </c:pt>
                <c:pt idx="1290">
                  <c:v>0.14001148984496059</c:v>
                </c:pt>
                <c:pt idx="1291">
                  <c:v>0.42982237510308158</c:v>
                </c:pt>
                <c:pt idx="1292">
                  <c:v>0.48512551399209619</c:v>
                </c:pt>
                <c:pt idx="1293">
                  <c:v>0.44214427314245341</c:v>
                </c:pt>
                <c:pt idx="1294">
                  <c:v>0.19831315481650669</c:v>
                </c:pt>
                <c:pt idx="1295">
                  <c:v>8.2349777553008346E-2</c:v>
                </c:pt>
                <c:pt idx="1296">
                  <c:v>9.3579518516950025E-2</c:v>
                </c:pt>
                <c:pt idx="1297">
                  <c:v>0.21610288158589519</c:v>
                </c:pt>
                <c:pt idx="1298">
                  <c:v>0.32194857892517759</c:v>
                </c:pt>
                <c:pt idx="1299">
                  <c:v>0.3574657517480922</c:v>
                </c:pt>
                <c:pt idx="1300">
                  <c:v>0.33775711444155138</c:v>
                </c:pt>
                <c:pt idx="1301">
                  <c:v>0.1164740722358249</c:v>
                </c:pt>
                <c:pt idx="1302">
                  <c:v>3.3039848592954058E-2</c:v>
                </c:pt>
                <c:pt idx="1303">
                  <c:v>4.4699709715504909E-2</c:v>
                </c:pt>
                <c:pt idx="1304">
                  <c:v>0.14715885908233289</c:v>
                </c:pt>
                <c:pt idx="1305">
                  <c:v>0.2197976693898907</c:v>
                </c:pt>
                <c:pt idx="1306">
                  <c:v>0.24586371615261951</c:v>
                </c:pt>
                <c:pt idx="1307">
                  <c:v>0.24433493278271889</c:v>
                </c:pt>
                <c:pt idx="1308">
                  <c:v>0.22865713624077491</c:v>
                </c:pt>
                <c:pt idx="1309">
                  <c:v>0.2229506403593238</c:v>
                </c:pt>
                <c:pt idx="1310">
                  <c:v>0.22314305378192359</c:v>
                </c:pt>
                <c:pt idx="1311">
                  <c:v>0.22508344791610219</c:v>
                </c:pt>
                <c:pt idx="1312">
                  <c:v>0.1705524999880168</c:v>
                </c:pt>
                <c:pt idx="1313">
                  <c:v>9.4052448003984684E-2</c:v>
                </c:pt>
                <c:pt idx="1314">
                  <c:v>6.2516497133488586E-2</c:v>
                </c:pt>
                <c:pt idx="1315">
                  <c:v>6.0742456086010192E-2</c:v>
                </c:pt>
                <c:pt idx="1316">
                  <c:v>4.9683221635840241E-2</c:v>
                </c:pt>
                <c:pt idx="1317">
                  <c:v>3.8594130722009262E-2</c:v>
                </c:pt>
                <c:pt idx="1318">
                  <c:v>2.7614791501412661E-2</c:v>
                </c:pt>
                <c:pt idx="1319">
                  <c:v>1.450280007763265E-2</c:v>
                </c:pt>
                <c:pt idx="1320">
                  <c:v>7.4883658720425322E-3</c:v>
                </c:pt>
                <c:pt idx="1321">
                  <c:v>2.9651931693411709E-2</c:v>
                </c:pt>
                <c:pt idx="1322">
                  <c:v>8.5453769017727679E-2</c:v>
                </c:pt>
                <c:pt idx="1323">
                  <c:v>7.8876249375829072E-2</c:v>
                </c:pt>
                <c:pt idx="1324">
                  <c:v>6.9197755448742501E-2</c:v>
                </c:pt>
                <c:pt idx="1325">
                  <c:v>5.381217179634732E-2</c:v>
                </c:pt>
                <c:pt idx="1326">
                  <c:v>4.4716875899596713E-2</c:v>
                </c:pt>
                <c:pt idx="1327">
                  <c:v>4.0639936356061411E-2</c:v>
                </c:pt>
                <c:pt idx="1328">
                  <c:v>4.1159552203273241E-2</c:v>
                </c:pt>
                <c:pt idx="1329">
                  <c:v>4.3475562938084002E-2</c:v>
                </c:pt>
                <c:pt idx="1330">
                  <c:v>4.4901960042746818E-2</c:v>
                </c:pt>
                <c:pt idx="1331">
                  <c:v>8.7166904994886607E-2</c:v>
                </c:pt>
                <c:pt idx="1332">
                  <c:v>0.13339414524197901</c:v>
                </c:pt>
                <c:pt idx="1333">
                  <c:v>0.1491304148600627</c:v>
                </c:pt>
                <c:pt idx="1334">
                  <c:v>0.1477062406550291</c:v>
                </c:pt>
                <c:pt idx="1335">
                  <c:v>0.14606303021189071</c:v>
                </c:pt>
                <c:pt idx="1336">
                  <c:v>0.14208626013190759</c:v>
                </c:pt>
                <c:pt idx="1337">
                  <c:v>0.14044733878288429</c:v>
                </c:pt>
                <c:pt idx="1338">
                  <c:v>0.13172454963782859</c:v>
                </c:pt>
                <c:pt idx="1339">
                  <c:v>7.263587289443961E-2</c:v>
                </c:pt>
                <c:pt idx="1340">
                  <c:v>3.976455214173593E-2</c:v>
                </c:pt>
                <c:pt idx="1341">
                  <c:v>5.0921565010292283E-2</c:v>
                </c:pt>
                <c:pt idx="1342">
                  <c:v>6.2036453057975109E-2</c:v>
                </c:pt>
                <c:pt idx="1343">
                  <c:v>6.6408911118761516E-2</c:v>
                </c:pt>
                <c:pt idx="1344">
                  <c:v>6.8007961827304203E-2</c:v>
                </c:pt>
                <c:pt idx="1345">
                  <c:v>7.1207038513179874E-2</c:v>
                </c:pt>
                <c:pt idx="1346">
                  <c:v>6.6941237786139918E-2</c:v>
                </c:pt>
                <c:pt idx="1347">
                  <c:v>6.0366051567704193E-2</c:v>
                </c:pt>
                <c:pt idx="1348">
                  <c:v>5.878063835416987E-2</c:v>
                </c:pt>
                <c:pt idx="1349">
                  <c:v>4.8449760963920827E-2</c:v>
                </c:pt>
                <c:pt idx="1350">
                  <c:v>1.966936217303715E-2</c:v>
                </c:pt>
                <c:pt idx="1351">
                  <c:v>3.3441869174645248E-3</c:v>
                </c:pt>
                <c:pt idx="1352">
                  <c:v>4.2275169366576019E-3</c:v>
                </c:pt>
                <c:pt idx="1353">
                  <c:v>4.2863019235686523E-3</c:v>
                </c:pt>
                <c:pt idx="1354">
                  <c:v>5.0161732106252018E-3</c:v>
                </c:pt>
                <c:pt idx="1355">
                  <c:v>6.0005922390939416E-3</c:v>
                </c:pt>
                <c:pt idx="1356">
                  <c:v>6.5397012215739911E-3</c:v>
                </c:pt>
                <c:pt idx="1357">
                  <c:v>6.6305301284124872E-3</c:v>
                </c:pt>
                <c:pt idx="1358">
                  <c:v>5.0516456032574167E-2</c:v>
                </c:pt>
                <c:pt idx="1359">
                  <c:v>4.8609480394057873E-2</c:v>
                </c:pt>
                <c:pt idx="1360">
                  <c:v>3.5672239090151277E-2</c:v>
                </c:pt>
                <c:pt idx="1361">
                  <c:v>3.68820774389556E-2</c:v>
                </c:pt>
                <c:pt idx="1362">
                  <c:v>3.8658177941673803E-2</c:v>
                </c:pt>
                <c:pt idx="1363">
                  <c:v>3.9876196030161952E-2</c:v>
                </c:pt>
                <c:pt idx="1364">
                  <c:v>4.007656388095935E-2</c:v>
                </c:pt>
                <c:pt idx="1365">
                  <c:v>3.0847770191006849E-2</c:v>
                </c:pt>
                <c:pt idx="1366">
                  <c:v>1.684989827963056E-2</c:v>
                </c:pt>
                <c:pt idx="1367">
                  <c:v>1.4947521175444029E-2</c:v>
                </c:pt>
                <c:pt idx="1368">
                  <c:v>1.7102651197994059E-2</c:v>
                </c:pt>
                <c:pt idx="1369">
                  <c:v>2.4501659227360011E-2</c:v>
                </c:pt>
                <c:pt idx="1370">
                  <c:v>2.723202166803243E-2</c:v>
                </c:pt>
                <c:pt idx="1371">
                  <c:v>2.6030857144768951E-2</c:v>
                </c:pt>
                <c:pt idx="1372">
                  <c:v>2.1178695370004049E-2</c:v>
                </c:pt>
                <c:pt idx="1373">
                  <c:v>2.0277456895011651E-2</c:v>
                </c:pt>
                <c:pt idx="1374">
                  <c:v>1.7406619566293531E-2</c:v>
                </c:pt>
                <c:pt idx="1375">
                  <c:v>1.4643760769059509E-2</c:v>
                </c:pt>
                <c:pt idx="1376">
                  <c:v>4.3740120472358359E-3</c:v>
                </c:pt>
                <c:pt idx="1377">
                  <c:v>4.4891575590444068E-3</c:v>
                </c:pt>
                <c:pt idx="1378">
                  <c:v>5.1254923136906409E-3</c:v>
                </c:pt>
                <c:pt idx="1379">
                  <c:v>5.4707962517513524E-3</c:v>
                </c:pt>
                <c:pt idx="1380">
                  <c:v>6.2570015437608739E-3</c:v>
                </c:pt>
                <c:pt idx="1381">
                  <c:v>8.5488893752354352E-3</c:v>
                </c:pt>
                <c:pt idx="1382">
                  <c:v>9.1842637424116198E-3</c:v>
                </c:pt>
                <c:pt idx="1383">
                  <c:v>1.3851807385292529E-2</c:v>
                </c:pt>
                <c:pt idx="1384">
                  <c:v>2.0269450727626471E-2</c:v>
                </c:pt>
                <c:pt idx="1385">
                  <c:v>2.418569449952911E-2</c:v>
                </c:pt>
                <c:pt idx="1386">
                  <c:v>2.4205980604875301E-2</c:v>
                </c:pt>
                <c:pt idx="1387">
                  <c:v>2.4262829415277021E-2</c:v>
                </c:pt>
                <c:pt idx="1388">
                  <c:v>2.4313326234574401E-2</c:v>
                </c:pt>
                <c:pt idx="1389">
                  <c:v>2.4345176789018302E-2</c:v>
                </c:pt>
                <c:pt idx="1390">
                  <c:v>2.1926836944044362E-2</c:v>
                </c:pt>
                <c:pt idx="1391">
                  <c:v>1.9804430482230909E-2</c:v>
                </c:pt>
                <c:pt idx="1392">
                  <c:v>1.4925590622177069E-2</c:v>
                </c:pt>
                <c:pt idx="1393">
                  <c:v>5.7526894436440226E-3</c:v>
                </c:pt>
                <c:pt idx="1394">
                  <c:v>2.7270511763908801E-3</c:v>
                </c:pt>
                <c:pt idx="1395">
                  <c:v>1.006658939313824E-2</c:v>
                </c:pt>
                <c:pt idx="1396">
                  <c:v>2.8636086541506761E-2</c:v>
                </c:pt>
                <c:pt idx="1397">
                  <c:v>2.3908702075286881E-2</c:v>
                </c:pt>
                <c:pt idx="1398">
                  <c:v>1.8551752523389461E-2</c:v>
                </c:pt>
                <c:pt idx="1399">
                  <c:v>2.5809603607742239E-2</c:v>
                </c:pt>
                <c:pt idx="1400">
                  <c:v>3.1187511360524969E-2</c:v>
                </c:pt>
                <c:pt idx="1401">
                  <c:v>3.189102428343786E-2</c:v>
                </c:pt>
                <c:pt idx="1402">
                  <c:v>3.1152387946673781E-2</c:v>
                </c:pt>
                <c:pt idx="1403">
                  <c:v>2.878306892785628E-2</c:v>
                </c:pt>
                <c:pt idx="1404">
                  <c:v>2.7521824429837961E-2</c:v>
                </c:pt>
                <c:pt idx="1405">
                  <c:v>2.6532519296827171E-2</c:v>
                </c:pt>
                <c:pt idx="1406">
                  <c:v>2.531028724457475E-2</c:v>
                </c:pt>
                <c:pt idx="1407">
                  <c:v>2.5490285164929821E-2</c:v>
                </c:pt>
                <c:pt idx="1408">
                  <c:v>2.5911163400813599E-2</c:v>
                </c:pt>
                <c:pt idx="1409">
                  <c:v>2.6327795206886169E-2</c:v>
                </c:pt>
                <c:pt idx="1410">
                  <c:v>2.7057857898709441E-2</c:v>
                </c:pt>
                <c:pt idx="1411">
                  <c:v>2.7379192214272902E-2</c:v>
                </c:pt>
                <c:pt idx="1412">
                  <c:v>2.74324500496512E-2</c:v>
                </c:pt>
                <c:pt idx="1413">
                  <c:v>1.5647219527831598E-2</c:v>
                </c:pt>
                <c:pt idx="1414">
                  <c:v>2.4505273191884419E-2</c:v>
                </c:pt>
                <c:pt idx="1415">
                  <c:v>1.7213530125347608E-2</c:v>
                </c:pt>
                <c:pt idx="1416">
                  <c:v>6.1857824542306322E-3</c:v>
                </c:pt>
                <c:pt idx="1417">
                  <c:v>9.4930958683109457E-3</c:v>
                </c:pt>
                <c:pt idx="1418">
                  <c:v>1.1995974120005869E-2</c:v>
                </c:pt>
                <c:pt idx="1419">
                  <c:v>1.4057867422860771E-2</c:v>
                </c:pt>
                <c:pt idx="1420">
                  <c:v>1.5630721929525731E-2</c:v>
                </c:pt>
                <c:pt idx="1421">
                  <c:v>1.6281748522994341E-2</c:v>
                </c:pt>
                <c:pt idx="1422">
                  <c:v>2.2389858233919709E-2</c:v>
                </c:pt>
                <c:pt idx="1423">
                  <c:v>2.367064500947913E-2</c:v>
                </c:pt>
                <c:pt idx="1424">
                  <c:v>2.143074526240734E-2</c:v>
                </c:pt>
                <c:pt idx="1425">
                  <c:v>1.6903193744206471E-2</c:v>
                </c:pt>
                <c:pt idx="1426">
                  <c:v>1.6540249681476719E-2</c:v>
                </c:pt>
                <c:pt idx="1427">
                  <c:v>1.1702811905054211E-2</c:v>
                </c:pt>
                <c:pt idx="1428">
                  <c:v>4.5949302940998318E-3</c:v>
                </c:pt>
                <c:pt idx="1429">
                  <c:v>9.8585239177570796E-4</c:v>
                </c:pt>
                <c:pt idx="1430">
                  <c:v>6.3968606722825203E-4</c:v>
                </c:pt>
                <c:pt idx="1431">
                  <c:v>3.9642414007774202E-3</c:v>
                </c:pt>
                <c:pt idx="1432">
                  <c:v>5.1692061206537968E-3</c:v>
                </c:pt>
                <c:pt idx="1433">
                  <c:v>1.179324749569465E-2</c:v>
                </c:pt>
                <c:pt idx="1434">
                  <c:v>1.1551913679871781E-2</c:v>
                </c:pt>
                <c:pt idx="1435">
                  <c:v>1.138884688577211E-2</c:v>
                </c:pt>
                <c:pt idx="1436">
                  <c:v>1.184701241511078E-2</c:v>
                </c:pt>
                <c:pt idx="1437">
                  <c:v>1.2220152745285911E-2</c:v>
                </c:pt>
                <c:pt idx="1438">
                  <c:v>1.2723678702381801E-2</c:v>
                </c:pt>
                <c:pt idx="1439">
                  <c:v>1.2919127158904311E-2</c:v>
                </c:pt>
                <c:pt idx="1440">
                  <c:v>1.157993192354359E-2</c:v>
                </c:pt>
                <c:pt idx="1441">
                  <c:v>9.8680752078158414E-3</c:v>
                </c:pt>
                <c:pt idx="1442">
                  <c:v>8.7891961955127405E-3</c:v>
                </c:pt>
                <c:pt idx="1443">
                  <c:v>8.7715830157030425E-3</c:v>
                </c:pt>
                <c:pt idx="1444">
                  <c:v>8.7425081746129851E-3</c:v>
                </c:pt>
                <c:pt idx="1445">
                  <c:v>8.71358423720788E-3</c:v>
                </c:pt>
                <c:pt idx="1446">
                  <c:v>8.6846524036797244E-3</c:v>
                </c:pt>
                <c:pt idx="1447">
                  <c:v>8.6487855807462852E-3</c:v>
                </c:pt>
                <c:pt idx="1448">
                  <c:v>8.6379222701237022E-3</c:v>
                </c:pt>
                <c:pt idx="1449">
                  <c:v>8.6379222701237022E-3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14E-4F86-9EAF-5A3F2D4AE3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velocity_aruco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Sheet1!$C$2:$C$1451</c:f>
              <c:numCache>
                <c:formatCode>General</c:formatCode>
                <c:ptCount val="1450"/>
                <c:pt idx="0">
                  <c:v>3.5834193229675293E-2</c:v>
                </c:pt>
                <c:pt idx="1">
                  <c:v>3.5834193229675293E-2</c:v>
                </c:pt>
                <c:pt idx="2">
                  <c:v>3.5834193229675293E-2</c:v>
                </c:pt>
                <c:pt idx="3">
                  <c:v>3.5834193229675293E-2</c:v>
                </c:pt>
                <c:pt idx="4">
                  <c:v>3.5834193229675293E-2</c:v>
                </c:pt>
                <c:pt idx="5">
                  <c:v>3.5834193229675293E-2</c:v>
                </c:pt>
                <c:pt idx="6">
                  <c:v>3.5834193229675293E-2</c:v>
                </c:pt>
                <c:pt idx="7">
                  <c:v>3.5834193229675293E-2</c:v>
                </c:pt>
                <c:pt idx="8">
                  <c:v>3.5834193229675293E-2</c:v>
                </c:pt>
                <c:pt idx="9">
                  <c:v>3.5834193229675293E-2</c:v>
                </c:pt>
                <c:pt idx="10">
                  <c:v>3.5834193229675293E-2</c:v>
                </c:pt>
                <c:pt idx="11">
                  <c:v>3.5834193229675293E-2</c:v>
                </c:pt>
                <c:pt idx="12">
                  <c:v>3.5834193229675293E-2</c:v>
                </c:pt>
                <c:pt idx="13">
                  <c:v>3.5834193229675293E-2</c:v>
                </c:pt>
                <c:pt idx="14">
                  <c:v>3.5834193229675293E-2</c:v>
                </c:pt>
                <c:pt idx="15">
                  <c:v>3.5834193229675293E-2</c:v>
                </c:pt>
                <c:pt idx="16">
                  <c:v>3.5834193229675293E-2</c:v>
                </c:pt>
                <c:pt idx="17">
                  <c:v>3.5834193229675293E-2</c:v>
                </c:pt>
                <c:pt idx="18">
                  <c:v>3.5834193229675293E-2</c:v>
                </c:pt>
                <c:pt idx="19">
                  <c:v>3.5834193229675293E-2</c:v>
                </c:pt>
                <c:pt idx="20">
                  <c:v>3.5834193229675293E-2</c:v>
                </c:pt>
                <c:pt idx="21">
                  <c:v>3.5834193229675293E-2</c:v>
                </c:pt>
                <c:pt idx="22">
                  <c:v>3.5834193229675293E-2</c:v>
                </c:pt>
                <c:pt idx="23">
                  <c:v>3.5834193229675293E-2</c:v>
                </c:pt>
                <c:pt idx="24">
                  <c:v>3.5834193229675293E-2</c:v>
                </c:pt>
                <c:pt idx="25">
                  <c:v>3.5834193229675293E-2</c:v>
                </c:pt>
                <c:pt idx="26">
                  <c:v>3.5834193229675293E-2</c:v>
                </c:pt>
                <c:pt idx="27">
                  <c:v>3.5834193229675293E-2</c:v>
                </c:pt>
                <c:pt idx="28">
                  <c:v>3.5834193229675293E-2</c:v>
                </c:pt>
                <c:pt idx="29">
                  <c:v>3.5834193229675293E-2</c:v>
                </c:pt>
                <c:pt idx="30">
                  <c:v>3.5834193229675293E-2</c:v>
                </c:pt>
                <c:pt idx="31">
                  <c:v>3.5834193229675293E-2</c:v>
                </c:pt>
                <c:pt idx="32">
                  <c:v>3.5834193229675293E-2</c:v>
                </c:pt>
                <c:pt idx="33">
                  <c:v>3.5834193229675293E-2</c:v>
                </c:pt>
                <c:pt idx="34">
                  <c:v>5.7257240724778502E-2</c:v>
                </c:pt>
                <c:pt idx="35">
                  <c:v>0.19133245074363331</c:v>
                </c:pt>
                <c:pt idx="36">
                  <c:v>0.2454741299152374</c:v>
                </c:pt>
                <c:pt idx="37">
                  <c:v>0.25448016888430219</c:v>
                </c:pt>
                <c:pt idx="38">
                  <c:v>0.3085394003358215</c:v>
                </c:pt>
                <c:pt idx="39">
                  <c:v>0.34554177713430212</c:v>
                </c:pt>
                <c:pt idx="40">
                  <c:v>0.37315618991851812</c:v>
                </c:pt>
                <c:pt idx="41">
                  <c:v>0.37119937532704061</c:v>
                </c:pt>
                <c:pt idx="42">
                  <c:v>0.35813121678535431</c:v>
                </c:pt>
                <c:pt idx="43">
                  <c:v>0.34437418066366893</c:v>
                </c:pt>
                <c:pt idx="44">
                  <c:v>0.33361381229801429</c:v>
                </c:pt>
                <c:pt idx="45">
                  <c:v>0.32896283268928528</c:v>
                </c:pt>
                <c:pt idx="46">
                  <c:v>0.32151787887740613</c:v>
                </c:pt>
                <c:pt idx="47">
                  <c:v>0.30713219804479591</c:v>
                </c:pt>
                <c:pt idx="48">
                  <c:v>0.29791134595870972</c:v>
                </c:pt>
                <c:pt idx="49">
                  <c:v>0.29546534316222772</c:v>
                </c:pt>
                <c:pt idx="50">
                  <c:v>0.27435389161109919</c:v>
                </c:pt>
                <c:pt idx="51">
                  <c:v>0.27254915801668522</c:v>
                </c:pt>
                <c:pt idx="52">
                  <c:v>0.26816268316110581</c:v>
                </c:pt>
                <c:pt idx="53">
                  <c:v>0.26766574382781982</c:v>
                </c:pt>
                <c:pt idx="54">
                  <c:v>0.26523386171088809</c:v>
                </c:pt>
                <c:pt idx="55">
                  <c:v>0.25210201311167502</c:v>
                </c:pt>
                <c:pt idx="56">
                  <c:v>0.23868425750413591</c:v>
                </c:pt>
                <c:pt idx="57">
                  <c:v>0.23703119158744809</c:v>
                </c:pt>
                <c:pt idx="58">
                  <c:v>0.23591709005317421</c:v>
                </c:pt>
                <c:pt idx="59">
                  <c:v>0.22684489936505151</c:v>
                </c:pt>
                <c:pt idx="60">
                  <c:v>0.2235929220914841</c:v>
                </c:pt>
                <c:pt idx="61">
                  <c:v>0.22393473582678039</c:v>
                </c:pt>
                <c:pt idx="62">
                  <c:v>0.2278737889681472</c:v>
                </c:pt>
                <c:pt idx="63">
                  <c:v>0.23113773763179779</c:v>
                </c:pt>
                <c:pt idx="64">
                  <c:v>0.2310486597536465</c:v>
                </c:pt>
                <c:pt idx="65">
                  <c:v>0.2303595260450173</c:v>
                </c:pt>
                <c:pt idx="66">
                  <c:v>0.2301609814167023</c:v>
                </c:pt>
                <c:pt idx="67">
                  <c:v>0.23078598642385881</c:v>
                </c:pt>
                <c:pt idx="68">
                  <c:v>0.23613942644489999</c:v>
                </c:pt>
                <c:pt idx="69">
                  <c:v>0.23651030659675601</c:v>
                </c:pt>
                <c:pt idx="70">
                  <c:v>0.23396648324365041</c:v>
                </c:pt>
                <c:pt idx="71">
                  <c:v>0.22463591072052799</c:v>
                </c:pt>
                <c:pt idx="72">
                  <c:v>0.22067573666572571</c:v>
                </c:pt>
                <c:pt idx="73">
                  <c:v>0.2195034356143338</c:v>
                </c:pt>
                <c:pt idx="74">
                  <c:v>0.20776250591755219</c:v>
                </c:pt>
                <c:pt idx="75">
                  <c:v>0.19731667637825009</c:v>
                </c:pt>
                <c:pt idx="76">
                  <c:v>0.19704254079612829</c:v>
                </c:pt>
                <c:pt idx="77">
                  <c:v>0.1918129728372204</c:v>
                </c:pt>
                <c:pt idx="78">
                  <c:v>0.18625011971000671</c:v>
                </c:pt>
                <c:pt idx="79">
                  <c:v>0.18400657176971441</c:v>
                </c:pt>
                <c:pt idx="80">
                  <c:v>0.1827419208423364</c:v>
                </c:pt>
                <c:pt idx="81">
                  <c:v>0.1808251761825726</c:v>
                </c:pt>
                <c:pt idx="82">
                  <c:v>0.17840367432490481</c:v>
                </c:pt>
                <c:pt idx="83">
                  <c:v>0.17664999937227471</c:v>
                </c:pt>
                <c:pt idx="84">
                  <c:v>0.17602744698524481</c:v>
                </c:pt>
                <c:pt idx="85">
                  <c:v>0.17693156997686621</c:v>
                </c:pt>
                <c:pt idx="86">
                  <c:v>0.18491131340953609</c:v>
                </c:pt>
                <c:pt idx="87">
                  <c:v>0.18740509450435641</c:v>
                </c:pt>
                <c:pt idx="88">
                  <c:v>0.1877461197755271</c:v>
                </c:pt>
                <c:pt idx="89">
                  <c:v>0.18981057310943561</c:v>
                </c:pt>
                <c:pt idx="90">
                  <c:v>0.19068476557731631</c:v>
                </c:pt>
                <c:pt idx="91">
                  <c:v>0.1906511435817482</c:v>
                </c:pt>
                <c:pt idx="92">
                  <c:v>0.1905410770674939</c:v>
                </c:pt>
                <c:pt idx="93">
                  <c:v>0.19030694643736029</c:v>
                </c:pt>
                <c:pt idx="94">
                  <c:v>0.1902593523263931</c:v>
                </c:pt>
                <c:pt idx="95">
                  <c:v>0.19339699038553329</c:v>
                </c:pt>
                <c:pt idx="96">
                  <c:v>0.22238669989944659</c:v>
                </c:pt>
                <c:pt idx="97">
                  <c:v>0.23346379399299619</c:v>
                </c:pt>
                <c:pt idx="98">
                  <c:v>0.23436055418915569</c:v>
                </c:pt>
                <c:pt idx="99">
                  <c:v>0.23945973095802731</c:v>
                </c:pt>
                <c:pt idx="100">
                  <c:v>0.24064742028713229</c:v>
                </c:pt>
                <c:pt idx="101">
                  <c:v>0.24763018846015861</c:v>
                </c:pt>
                <c:pt idx="102">
                  <c:v>0.27809036041431218</c:v>
                </c:pt>
                <c:pt idx="103">
                  <c:v>0.30495132546289638</c:v>
                </c:pt>
                <c:pt idx="104">
                  <c:v>0.32012772560119629</c:v>
                </c:pt>
                <c:pt idx="105">
                  <c:v>0.42786162852878151</c:v>
                </c:pt>
                <c:pt idx="106">
                  <c:v>1.112740080166859</c:v>
                </c:pt>
                <c:pt idx="107">
                  <c:v>1.6086796522140501</c:v>
                </c:pt>
                <c:pt idx="108">
                  <c:v>1.5950650040452561</c:v>
                </c:pt>
                <c:pt idx="109">
                  <c:v>1.45904226915943</c:v>
                </c:pt>
                <c:pt idx="110">
                  <c:v>1.448546290397644</c:v>
                </c:pt>
                <c:pt idx="111">
                  <c:v>1.4407567933846921</c:v>
                </c:pt>
                <c:pt idx="112">
                  <c:v>1.350350815265059</c:v>
                </c:pt>
                <c:pt idx="113">
                  <c:v>1.323916435241699</c:v>
                </c:pt>
                <c:pt idx="114">
                  <c:v>1.3283281016275981</c:v>
                </c:pt>
                <c:pt idx="115">
                  <c:v>1.35490177004075</c:v>
                </c:pt>
                <c:pt idx="116">
                  <c:v>1.361915588378906</c:v>
                </c:pt>
                <c:pt idx="117">
                  <c:v>1.434833665045457</c:v>
                </c:pt>
                <c:pt idx="118">
                  <c:v>1.5916880764767081</c:v>
                </c:pt>
                <c:pt idx="119">
                  <c:v>1.827281226558386</c:v>
                </c:pt>
                <c:pt idx="120">
                  <c:v>1.9358561038970949</c:v>
                </c:pt>
                <c:pt idx="121">
                  <c:v>1.9020192733181711</c:v>
                </c:pt>
                <c:pt idx="122">
                  <c:v>1.7118964477152621</c:v>
                </c:pt>
                <c:pt idx="123">
                  <c:v>1.6853528022766111</c:v>
                </c:pt>
                <c:pt idx="124">
                  <c:v>1.673107531355196</c:v>
                </c:pt>
                <c:pt idx="125">
                  <c:v>1.647228251238982</c:v>
                </c:pt>
                <c:pt idx="126">
                  <c:v>1.6192788464890751</c:v>
                </c:pt>
                <c:pt idx="127">
                  <c:v>1.5969400951313559</c:v>
                </c:pt>
                <c:pt idx="128">
                  <c:v>1.586744427680969</c:v>
                </c:pt>
                <c:pt idx="129">
                  <c:v>1.685206632888677</c:v>
                </c:pt>
                <c:pt idx="130">
                  <c:v>1.970739893960904</c:v>
                </c:pt>
                <c:pt idx="131">
                  <c:v>2.1462957859039311</c:v>
                </c:pt>
                <c:pt idx="132">
                  <c:v>2.1881704791521619</c:v>
                </c:pt>
                <c:pt idx="133">
                  <c:v>2.319483225997943</c:v>
                </c:pt>
                <c:pt idx="134">
                  <c:v>2.5981770524158891</c:v>
                </c:pt>
                <c:pt idx="135">
                  <c:v>2.6310453414916992</c:v>
                </c:pt>
                <c:pt idx="136">
                  <c:v>2.611424540344577</c:v>
                </c:pt>
                <c:pt idx="137">
                  <c:v>2.3838765161813531</c:v>
                </c:pt>
                <c:pt idx="138">
                  <c:v>2.307360172271729</c:v>
                </c:pt>
                <c:pt idx="139">
                  <c:v>2.3065768509489879</c:v>
                </c:pt>
                <c:pt idx="140">
                  <c:v>2.2965722099769179</c:v>
                </c:pt>
                <c:pt idx="141">
                  <c:v>2.2897753715515141</c:v>
                </c:pt>
                <c:pt idx="142">
                  <c:v>2.2696879630333151</c:v>
                </c:pt>
                <c:pt idx="143">
                  <c:v>2.093326254987498</c:v>
                </c:pt>
                <c:pt idx="144">
                  <c:v>2.0326182842254639</c:v>
                </c:pt>
                <c:pt idx="145">
                  <c:v>2.1304387667160611</c:v>
                </c:pt>
                <c:pt idx="146">
                  <c:v>2.6361278463471192</c:v>
                </c:pt>
                <c:pt idx="147">
                  <c:v>2.8254528045654301</c:v>
                </c:pt>
                <c:pt idx="148">
                  <c:v>2.8137637658735808</c:v>
                </c:pt>
                <c:pt idx="149">
                  <c:v>2.7676887594691668</c:v>
                </c:pt>
                <c:pt idx="150">
                  <c:v>2.7645804882049561</c:v>
                </c:pt>
                <c:pt idx="151">
                  <c:v>3.0670471949004492</c:v>
                </c:pt>
                <c:pt idx="152">
                  <c:v>3.443540650685402</c:v>
                </c:pt>
                <c:pt idx="153">
                  <c:v>3.5306568145751949</c:v>
                </c:pt>
                <c:pt idx="154">
                  <c:v>3.5447242873151441</c:v>
                </c:pt>
                <c:pt idx="155">
                  <c:v>3.5713968691321978</c:v>
                </c:pt>
                <c:pt idx="156">
                  <c:v>3.5893494730025082</c:v>
                </c:pt>
                <c:pt idx="157">
                  <c:v>3.5957684516906738</c:v>
                </c:pt>
                <c:pt idx="158">
                  <c:v>3.6090682019694751</c:v>
                </c:pt>
                <c:pt idx="159">
                  <c:v>3.7501829310837129</c:v>
                </c:pt>
                <c:pt idx="160">
                  <c:v>3.792346715927124</c:v>
                </c:pt>
                <c:pt idx="161">
                  <c:v>3.8003909909788351</c:v>
                </c:pt>
                <c:pt idx="162">
                  <c:v>3.852435210142704</c:v>
                </c:pt>
                <c:pt idx="163">
                  <c:v>3.890045501828983</c:v>
                </c:pt>
                <c:pt idx="164">
                  <c:v>3.8958034515380859</c:v>
                </c:pt>
                <c:pt idx="165">
                  <c:v>3.9857352244383848</c:v>
                </c:pt>
                <c:pt idx="166">
                  <c:v>4.5572092710972161</c:v>
                </c:pt>
                <c:pt idx="167">
                  <c:v>5.303346697646937</c:v>
                </c:pt>
                <c:pt idx="168">
                  <c:v>5.5937871932983398</c:v>
                </c:pt>
                <c:pt idx="169">
                  <c:v>5.5700896640349011</c:v>
                </c:pt>
                <c:pt idx="170">
                  <c:v>5.3379469167585087</c:v>
                </c:pt>
                <c:pt idx="171">
                  <c:v>5.2092800140380859</c:v>
                </c:pt>
                <c:pt idx="172">
                  <c:v>5.2557336820751148</c:v>
                </c:pt>
                <c:pt idx="173">
                  <c:v>5.6900354624835092</c:v>
                </c:pt>
                <c:pt idx="174">
                  <c:v>6.0287952423095703</c:v>
                </c:pt>
                <c:pt idx="175">
                  <c:v>6.0328726455767976</c:v>
                </c:pt>
                <c:pt idx="176">
                  <c:v>6.0559115198087214</c:v>
                </c:pt>
                <c:pt idx="177">
                  <c:v>6.2143926620483398</c:v>
                </c:pt>
                <c:pt idx="178">
                  <c:v>6.3991163898518479</c:v>
                </c:pt>
                <c:pt idx="179">
                  <c:v>6.5633275635142052</c:v>
                </c:pt>
                <c:pt idx="180">
                  <c:v>6.739260196685791</c:v>
                </c:pt>
                <c:pt idx="181">
                  <c:v>6.6507040289941433</c:v>
                </c:pt>
                <c:pt idx="182">
                  <c:v>6.3367152214050293</c:v>
                </c:pt>
                <c:pt idx="183">
                  <c:v>6.3426468405290404</c:v>
                </c:pt>
                <c:pt idx="184">
                  <c:v>6.4015146845945292</c:v>
                </c:pt>
                <c:pt idx="185">
                  <c:v>6.4270639419555664</c:v>
                </c:pt>
                <c:pt idx="186">
                  <c:v>6.426140339203684</c:v>
                </c:pt>
                <c:pt idx="187">
                  <c:v>6.4179544448852539</c:v>
                </c:pt>
                <c:pt idx="188">
                  <c:v>6.4501528437137461</c:v>
                </c:pt>
                <c:pt idx="189">
                  <c:v>6.5512655581207619</c:v>
                </c:pt>
                <c:pt idx="190">
                  <c:v>6.5900335311889648</c:v>
                </c:pt>
                <c:pt idx="191">
                  <c:v>6.6006633537271044</c:v>
                </c:pt>
                <c:pt idx="192">
                  <c:v>6.6802845167298832</c:v>
                </c:pt>
                <c:pt idx="193">
                  <c:v>6.7386226654052734</c:v>
                </c:pt>
                <c:pt idx="194">
                  <c:v>6.8231772420687822</c:v>
                </c:pt>
                <c:pt idx="195">
                  <c:v>8.0068393656045735</c:v>
                </c:pt>
                <c:pt idx="196">
                  <c:v>8.3280830383300781</c:v>
                </c:pt>
                <c:pt idx="197">
                  <c:v>8.2923051329911939</c:v>
                </c:pt>
                <c:pt idx="198">
                  <c:v>7.9675099661606481</c:v>
                </c:pt>
                <c:pt idx="199">
                  <c:v>7.7910604476928711</c:v>
                </c:pt>
                <c:pt idx="200">
                  <c:v>7.8672447178810527</c:v>
                </c:pt>
                <c:pt idx="201">
                  <c:v>8.4555993538658036</c:v>
                </c:pt>
                <c:pt idx="202">
                  <c:v>8.9019352418068287</c:v>
                </c:pt>
                <c:pt idx="203">
                  <c:v>9.3510532379150391</c:v>
                </c:pt>
                <c:pt idx="204">
                  <c:v>9.3194291413148687</c:v>
                </c:pt>
                <c:pt idx="205">
                  <c:v>9.1066162648334501</c:v>
                </c:pt>
                <c:pt idx="206">
                  <c:v>9.038604736328125</c:v>
                </c:pt>
                <c:pt idx="207">
                  <c:v>9.0253046724200363</c:v>
                </c:pt>
                <c:pt idx="208">
                  <c:v>8.9221080543411837</c:v>
                </c:pt>
                <c:pt idx="209">
                  <c:v>8.8472385406494141</c:v>
                </c:pt>
                <c:pt idx="210">
                  <c:v>8.8302408448960392</c:v>
                </c:pt>
                <c:pt idx="211">
                  <c:v>8.6754133513799125</c:v>
                </c:pt>
                <c:pt idx="212">
                  <c:v>8.6512670516967773</c:v>
                </c:pt>
                <c:pt idx="213">
                  <c:v>8.6220602710375136</c:v>
                </c:pt>
                <c:pt idx="214">
                  <c:v>8.2723164864962992</c:v>
                </c:pt>
                <c:pt idx="215">
                  <c:v>8.1125688552856445</c:v>
                </c:pt>
                <c:pt idx="216">
                  <c:v>8.1902477000178475</c:v>
                </c:pt>
                <c:pt idx="217">
                  <c:v>9.3845304082174152</c:v>
                </c:pt>
                <c:pt idx="218">
                  <c:v>9.4747190475463867</c:v>
                </c:pt>
                <c:pt idx="219">
                  <c:v>9.488000185971158</c:v>
                </c:pt>
                <c:pt idx="220">
                  <c:v>9.6273280231224909</c:v>
                </c:pt>
                <c:pt idx="221">
                  <c:v>9.6787967681884766</c:v>
                </c:pt>
                <c:pt idx="222">
                  <c:v>9.6201306808737339</c:v>
                </c:pt>
                <c:pt idx="223">
                  <c:v>9.3480455272417746</c:v>
                </c:pt>
                <c:pt idx="224">
                  <c:v>9.2398309707641602</c:v>
                </c:pt>
                <c:pt idx="225">
                  <c:v>9.113829415409203</c:v>
                </c:pt>
                <c:pt idx="226">
                  <c:v>8.922368951941861</c:v>
                </c:pt>
                <c:pt idx="227">
                  <c:v>8.6630125045776367</c:v>
                </c:pt>
                <c:pt idx="228">
                  <c:v>8.6585404072499959</c:v>
                </c:pt>
                <c:pt idx="229">
                  <c:v>8.6332817503278765</c:v>
                </c:pt>
                <c:pt idx="230">
                  <c:v>8.6101607237605169</c:v>
                </c:pt>
                <c:pt idx="231">
                  <c:v>8.59124755859375</c:v>
                </c:pt>
                <c:pt idx="232">
                  <c:v>8.5881513334613384</c:v>
                </c:pt>
                <c:pt idx="233">
                  <c:v>8.4413840281746779</c:v>
                </c:pt>
                <c:pt idx="234">
                  <c:v>8.3360500335693359</c:v>
                </c:pt>
                <c:pt idx="235">
                  <c:v>8.3351932311545323</c:v>
                </c:pt>
                <c:pt idx="236">
                  <c:v>8.324983945755644</c:v>
                </c:pt>
                <c:pt idx="237">
                  <c:v>8.3213586807250977</c:v>
                </c:pt>
                <c:pt idx="238">
                  <c:v>8.3159249999695533</c:v>
                </c:pt>
                <c:pt idx="239">
                  <c:v>8.2658735492355504</c:v>
                </c:pt>
                <c:pt idx="240">
                  <c:v>8.2154231431585245</c:v>
                </c:pt>
                <c:pt idx="241">
                  <c:v>8.1652078628540039</c:v>
                </c:pt>
                <c:pt idx="242">
                  <c:v>8.1462444831663952</c:v>
                </c:pt>
                <c:pt idx="243">
                  <c:v>7.8946404491827362</c:v>
                </c:pt>
                <c:pt idx="244">
                  <c:v>7.8271698951721191</c:v>
                </c:pt>
                <c:pt idx="245">
                  <c:v>7.8272557098400206</c:v>
                </c:pt>
                <c:pt idx="246">
                  <c:v>7.8284066961939924</c:v>
                </c:pt>
                <c:pt idx="247">
                  <c:v>7.8288373947143546</c:v>
                </c:pt>
                <c:pt idx="248">
                  <c:v>7.8318802662389002</c:v>
                </c:pt>
                <c:pt idx="249">
                  <c:v>7.8639514492323936</c:v>
                </c:pt>
                <c:pt idx="250">
                  <c:v>7.8675699234008789</c:v>
                </c:pt>
                <c:pt idx="251">
                  <c:v>7.679650982314385</c:v>
                </c:pt>
                <c:pt idx="252">
                  <c:v>7.5091676712036133</c:v>
                </c:pt>
                <c:pt idx="253">
                  <c:v>7.4965955746805983</c:v>
                </c:pt>
                <c:pt idx="254">
                  <c:v>7.493023982016056</c:v>
                </c:pt>
                <c:pt idx="255">
                  <c:v>7.4090644512509396</c:v>
                </c:pt>
                <c:pt idx="256">
                  <c:v>7.370901712598827</c:v>
                </c:pt>
                <c:pt idx="257">
                  <c:v>7.3645753860473633</c:v>
                </c:pt>
                <c:pt idx="258">
                  <c:v>7.3489094807993336</c:v>
                </c:pt>
                <c:pt idx="259">
                  <c:v>7.2086927424205181</c:v>
                </c:pt>
                <c:pt idx="260">
                  <c:v>7.1973490715026864</c:v>
                </c:pt>
                <c:pt idx="261">
                  <c:v>7.2001961763315689</c:v>
                </c:pt>
                <c:pt idx="262">
                  <c:v>7.2208366163583682</c:v>
                </c:pt>
                <c:pt idx="263">
                  <c:v>7.2288303375244141</c:v>
                </c:pt>
                <c:pt idx="264">
                  <c:v>7.2242642960398644</c:v>
                </c:pt>
                <c:pt idx="265">
                  <c:v>7.1733639261716524</c:v>
                </c:pt>
                <c:pt idx="266">
                  <c:v>7.1422562599182129</c:v>
                </c:pt>
                <c:pt idx="267">
                  <c:v>7.0816247373145567</c:v>
                </c:pt>
                <c:pt idx="268">
                  <c:v>6.5797615121996529</c:v>
                </c:pt>
                <c:pt idx="269">
                  <c:v>6.5014667510986328</c:v>
                </c:pt>
                <c:pt idx="270">
                  <c:v>6.5654687989681424</c:v>
                </c:pt>
                <c:pt idx="271">
                  <c:v>6.6986278713661047</c:v>
                </c:pt>
                <c:pt idx="272">
                  <c:v>6.7728729248046884</c:v>
                </c:pt>
                <c:pt idx="273">
                  <c:v>6.7154560844292632</c:v>
                </c:pt>
                <c:pt idx="274">
                  <c:v>6.623048569824932</c:v>
                </c:pt>
                <c:pt idx="275">
                  <c:v>6.5393657461485786</c:v>
                </c:pt>
                <c:pt idx="276">
                  <c:v>6.5250668525695801</c:v>
                </c:pt>
                <c:pt idx="277">
                  <c:v>6.4867640687671617</c:v>
                </c:pt>
                <c:pt idx="278">
                  <c:v>6.1537475665485601</c:v>
                </c:pt>
                <c:pt idx="279">
                  <c:v>6.0693964958190918</c:v>
                </c:pt>
                <c:pt idx="280">
                  <c:v>6.1286316115871564</c:v>
                </c:pt>
                <c:pt idx="281">
                  <c:v>6.3295160649181463</c:v>
                </c:pt>
                <c:pt idx="282">
                  <c:v>6.5655428146959736</c:v>
                </c:pt>
                <c:pt idx="283">
                  <c:v>6.7535130005718242</c:v>
                </c:pt>
                <c:pt idx="284">
                  <c:v>6.7820758819580078</c:v>
                </c:pt>
                <c:pt idx="285">
                  <c:v>6.7581919556095462</c:v>
                </c:pt>
                <c:pt idx="286">
                  <c:v>6.5608256869063251</c:v>
                </c:pt>
                <c:pt idx="287">
                  <c:v>6.5204463005065918</c:v>
                </c:pt>
                <c:pt idx="288">
                  <c:v>6.5048532095828113</c:v>
                </c:pt>
                <c:pt idx="289">
                  <c:v>6.4028702790431957</c:v>
                </c:pt>
                <c:pt idx="290">
                  <c:v>6.3612017631530762</c:v>
                </c:pt>
                <c:pt idx="291">
                  <c:v>6.3692434776771387</c:v>
                </c:pt>
                <c:pt idx="292">
                  <c:v>6.4434946514464988</c:v>
                </c:pt>
                <c:pt idx="293">
                  <c:v>6.5042104721069336</c:v>
                </c:pt>
                <c:pt idx="294">
                  <c:v>6.4729675137109357</c:v>
                </c:pt>
                <c:pt idx="295">
                  <c:v>6.2399354276790842</c:v>
                </c:pt>
                <c:pt idx="296">
                  <c:v>6.176239013671875</c:v>
                </c:pt>
                <c:pt idx="297">
                  <c:v>6.2713362391877192</c:v>
                </c:pt>
                <c:pt idx="298">
                  <c:v>6.8264086156185986</c:v>
                </c:pt>
                <c:pt idx="299">
                  <c:v>7.1710915565490723</c:v>
                </c:pt>
                <c:pt idx="300">
                  <c:v>7.138308408969456</c:v>
                </c:pt>
                <c:pt idx="301">
                  <c:v>6.8493607228565843</c:v>
                </c:pt>
                <c:pt idx="302">
                  <c:v>6.7716131210327148</c:v>
                </c:pt>
                <c:pt idx="303">
                  <c:v>6.7566371422688629</c:v>
                </c:pt>
                <c:pt idx="304">
                  <c:v>6.7049902700153554</c:v>
                </c:pt>
                <c:pt idx="305">
                  <c:v>6.6593313217163086</c:v>
                </c:pt>
                <c:pt idx="306">
                  <c:v>6.6590250268484024</c:v>
                </c:pt>
                <c:pt idx="307">
                  <c:v>6.6552466294939032</c:v>
                </c:pt>
                <c:pt idx="308">
                  <c:v>6.6517992291264756</c:v>
                </c:pt>
                <c:pt idx="309">
                  <c:v>6.6511998176574707</c:v>
                </c:pt>
                <c:pt idx="310">
                  <c:v>6.6500427615827959</c:v>
                </c:pt>
                <c:pt idx="311">
                  <c:v>6.6371780396380338</c:v>
                </c:pt>
                <c:pt idx="312">
                  <c:v>6.6338419914245614</c:v>
                </c:pt>
                <c:pt idx="313">
                  <c:v>6.6303131845648968</c:v>
                </c:pt>
                <c:pt idx="314">
                  <c:v>6.5906527658055563</c:v>
                </c:pt>
                <c:pt idx="315">
                  <c:v>6.5715217590332031</c:v>
                </c:pt>
                <c:pt idx="316">
                  <c:v>6.556883542866645</c:v>
                </c:pt>
                <c:pt idx="317">
                  <c:v>6.4057770336489339</c:v>
                </c:pt>
                <c:pt idx="318">
                  <c:v>6.3061391369083388</c:v>
                </c:pt>
                <c:pt idx="319">
                  <c:v>6.2415957450866699</c:v>
                </c:pt>
                <c:pt idx="320">
                  <c:v>6.2247137001299002</c:v>
                </c:pt>
                <c:pt idx="321">
                  <c:v>6.1337411613834734</c:v>
                </c:pt>
                <c:pt idx="322">
                  <c:v>6.0751039323996254</c:v>
                </c:pt>
                <c:pt idx="323">
                  <c:v>6.0133137702941886</c:v>
                </c:pt>
                <c:pt idx="324">
                  <c:v>6.0296840449699509</c:v>
                </c:pt>
                <c:pt idx="325">
                  <c:v>6.1114817215257977</c:v>
                </c:pt>
                <c:pt idx="326">
                  <c:v>6.1875875348477498</c:v>
                </c:pt>
                <c:pt idx="327">
                  <c:v>6.2119760513305664</c:v>
                </c:pt>
                <c:pt idx="328">
                  <c:v>6.3199043672413033</c:v>
                </c:pt>
                <c:pt idx="329">
                  <c:v>7.0715851783752441</c:v>
                </c:pt>
                <c:pt idx="330">
                  <c:v>7.0313093544883429</c:v>
                </c:pt>
                <c:pt idx="331">
                  <c:v>6.7536472401986414</c:v>
                </c:pt>
                <c:pt idx="332">
                  <c:v>6.6084765151281832</c:v>
                </c:pt>
                <c:pt idx="333">
                  <c:v>6.5906786918640137</c:v>
                </c:pt>
                <c:pt idx="334">
                  <c:v>6.5867456031824094</c:v>
                </c:pt>
                <c:pt idx="335">
                  <c:v>6.5492366250805638</c:v>
                </c:pt>
                <c:pt idx="336">
                  <c:v>6.5457353591918954</c:v>
                </c:pt>
                <c:pt idx="337">
                  <c:v>6.5725134246984993</c:v>
                </c:pt>
                <c:pt idx="338">
                  <c:v>6.8488316912616183</c:v>
                </c:pt>
                <c:pt idx="339">
                  <c:v>6.9833755493164063</c:v>
                </c:pt>
                <c:pt idx="340">
                  <c:v>6.9647391974623671</c:v>
                </c:pt>
                <c:pt idx="341">
                  <c:v>6.944795670440282</c:v>
                </c:pt>
                <c:pt idx="342">
                  <c:v>6.498255729675293</c:v>
                </c:pt>
                <c:pt idx="343">
                  <c:v>6.494483980456895</c:v>
                </c:pt>
                <c:pt idx="344">
                  <c:v>6.4593289964269376</c:v>
                </c:pt>
                <c:pt idx="345">
                  <c:v>6.449460506439209</c:v>
                </c:pt>
                <c:pt idx="346">
                  <c:v>6.4828961897158566</c:v>
                </c:pt>
                <c:pt idx="347">
                  <c:v>6.8256740724802443</c:v>
                </c:pt>
                <c:pt idx="348">
                  <c:v>6.9969754219055176</c:v>
                </c:pt>
                <c:pt idx="349">
                  <c:v>6.9843917838716836</c:v>
                </c:pt>
                <c:pt idx="350">
                  <c:v>6.8079241024760924</c:v>
                </c:pt>
                <c:pt idx="351">
                  <c:v>6.7954621315002441</c:v>
                </c:pt>
                <c:pt idx="352">
                  <c:v>6.783142246925717</c:v>
                </c:pt>
                <c:pt idx="353">
                  <c:v>6.6639747619628906</c:v>
                </c:pt>
                <c:pt idx="354">
                  <c:v>6.6410089763100073</c:v>
                </c:pt>
                <c:pt idx="355">
                  <c:v>6.5551528613213126</c:v>
                </c:pt>
                <c:pt idx="356">
                  <c:v>6.4449820876940374</c:v>
                </c:pt>
                <c:pt idx="357">
                  <c:v>6.4294490814208984</c:v>
                </c:pt>
                <c:pt idx="358">
                  <c:v>6.4180777937391831</c:v>
                </c:pt>
                <c:pt idx="359">
                  <c:v>6.3531660465216344</c:v>
                </c:pt>
                <c:pt idx="360">
                  <c:v>6.2903541757928796</c:v>
                </c:pt>
                <c:pt idx="361">
                  <c:v>6.2352926752873348</c:v>
                </c:pt>
                <c:pt idx="362">
                  <c:v>6.1979103088378906</c:v>
                </c:pt>
                <c:pt idx="363">
                  <c:v>6.1804130503326906</c:v>
                </c:pt>
                <c:pt idx="364">
                  <c:v>6.0394725292114586</c:v>
                </c:pt>
                <c:pt idx="365">
                  <c:v>5.9221663475036621</c:v>
                </c:pt>
                <c:pt idx="366">
                  <c:v>5.8651700782349359</c:v>
                </c:pt>
                <c:pt idx="367">
                  <c:v>5.2001032168561121</c:v>
                </c:pt>
                <c:pt idx="368">
                  <c:v>5.1487979888916016</c:v>
                </c:pt>
                <c:pt idx="369">
                  <c:v>5.2607236302552911</c:v>
                </c:pt>
                <c:pt idx="370">
                  <c:v>5.6242207318245896</c:v>
                </c:pt>
                <c:pt idx="371">
                  <c:v>5.7676291465759277</c:v>
                </c:pt>
                <c:pt idx="372">
                  <c:v>5.7603769843191097</c:v>
                </c:pt>
                <c:pt idx="373">
                  <c:v>5.7434966499573727</c:v>
                </c:pt>
                <c:pt idx="374">
                  <c:v>5.7338156700134277</c:v>
                </c:pt>
                <c:pt idx="375">
                  <c:v>5.7771273198429958</c:v>
                </c:pt>
                <c:pt idx="376">
                  <c:v>5.8460048408913519</c:v>
                </c:pt>
                <c:pt idx="377">
                  <c:v>5.878636360168457</c:v>
                </c:pt>
                <c:pt idx="378">
                  <c:v>5.870859916173476</c:v>
                </c:pt>
                <c:pt idx="379">
                  <c:v>5.7817075001860676</c:v>
                </c:pt>
                <c:pt idx="380">
                  <c:v>5.7204837799072266</c:v>
                </c:pt>
                <c:pt idx="381">
                  <c:v>5.7045703578434086</c:v>
                </c:pt>
                <c:pt idx="382">
                  <c:v>5.5544077384668169</c:v>
                </c:pt>
                <c:pt idx="383">
                  <c:v>5.5186362266540527</c:v>
                </c:pt>
                <c:pt idx="384">
                  <c:v>5.504370077704694</c:v>
                </c:pt>
                <c:pt idx="385">
                  <c:v>5.3935850070487366</c:v>
                </c:pt>
                <c:pt idx="386">
                  <c:v>5.3210015296936044</c:v>
                </c:pt>
                <c:pt idx="387">
                  <c:v>5.3252331399036308</c:v>
                </c:pt>
                <c:pt idx="388">
                  <c:v>5.3582547433005354</c:v>
                </c:pt>
                <c:pt idx="389">
                  <c:v>5.387305789946975</c:v>
                </c:pt>
                <c:pt idx="390">
                  <c:v>5.3919544219970703</c:v>
                </c:pt>
                <c:pt idx="391">
                  <c:v>5.3581046561253416</c:v>
                </c:pt>
                <c:pt idx="392">
                  <c:v>5.1684422492980957</c:v>
                </c:pt>
                <c:pt idx="393">
                  <c:v>5.155265117668943</c:v>
                </c:pt>
                <c:pt idx="394">
                  <c:v>5.0815915228679724</c:v>
                </c:pt>
                <c:pt idx="395">
                  <c:v>5.0105179396830017</c:v>
                </c:pt>
                <c:pt idx="396">
                  <c:v>4.946962833404541</c:v>
                </c:pt>
                <c:pt idx="397">
                  <c:v>4.9437128512556141</c:v>
                </c:pt>
                <c:pt idx="398">
                  <c:v>4.9415835045632983</c:v>
                </c:pt>
                <c:pt idx="399">
                  <c:v>4.910936237917138</c:v>
                </c:pt>
                <c:pt idx="400">
                  <c:v>4.8655145096956991</c:v>
                </c:pt>
                <c:pt idx="401">
                  <c:v>4.857696533203125</c:v>
                </c:pt>
                <c:pt idx="402">
                  <c:v>4.858669354024137</c:v>
                </c:pt>
                <c:pt idx="403">
                  <c:v>4.8722680946424832</c:v>
                </c:pt>
                <c:pt idx="404">
                  <c:v>4.8778038024902344</c:v>
                </c:pt>
                <c:pt idx="405">
                  <c:v>4.8763679464200171</c:v>
                </c:pt>
                <c:pt idx="406">
                  <c:v>4.8591963621020406</c:v>
                </c:pt>
                <c:pt idx="407">
                  <c:v>4.8475217950102403</c:v>
                </c:pt>
                <c:pt idx="408">
                  <c:v>4.8453545570373544</c:v>
                </c:pt>
                <c:pt idx="409">
                  <c:v>4.7550310378797516</c:v>
                </c:pt>
                <c:pt idx="410">
                  <c:v>4.6840090751647949</c:v>
                </c:pt>
                <c:pt idx="411">
                  <c:v>4.6580667546611121</c:v>
                </c:pt>
                <c:pt idx="412">
                  <c:v>4.6146424894002331</c:v>
                </c:pt>
                <c:pt idx="413">
                  <c:v>4.5936269760131836</c:v>
                </c:pt>
                <c:pt idx="414">
                  <c:v>4.5862985608816373</c:v>
                </c:pt>
                <c:pt idx="415">
                  <c:v>4.5497991796178949</c:v>
                </c:pt>
                <c:pt idx="416">
                  <c:v>4.5352649688720703</c:v>
                </c:pt>
                <c:pt idx="417">
                  <c:v>4.5379065432599974</c:v>
                </c:pt>
                <c:pt idx="418">
                  <c:v>4.545382659962045</c:v>
                </c:pt>
                <c:pt idx="419">
                  <c:v>4.5526919364929199</c:v>
                </c:pt>
                <c:pt idx="420">
                  <c:v>4.5514686373666926</c:v>
                </c:pt>
                <c:pt idx="421">
                  <c:v>4.536273868913649</c:v>
                </c:pt>
                <c:pt idx="422">
                  <c:v>4.5227393126096507</c:v>
                </c:pt>
                <c:pt idx="423">
                  <c:v>4.5081207877103244</c:v>
                </c:pt>
                <c:pt idx="424">
                  <c:v>4.5057120323181152</c:v>
                </c:pt>
                <c:pt idx="425">
                  <c:v>4.4931020313773793</c:v>
                </c:pt>
                <c:pt idx="426">
                  <c:v>4.2918559556690319</c:v>
                </c:pt>
                <c:pt idx="427">
                  <c:v>4.2529592514038086</c:v>
                </c:pt>
                <c:pt idx="428">
                  <c:v>4.2492214365142136</c:v>
                </c:pt>
                <c:pt idx="429">
                  <c:v>4.1947833024117731</c:v>
                </c:pt>
                <c:pt idx="430">
                  <c:v>4.1797070503234863</c:v>
                </c:pt>
                <c:pt idx="431">
                  <c:v>4.1760116200352151</c:v>
                </c:pt>
                <c:pt idx="432">
                  <c:v>4.1440723032982136</c:v>
                </c:pt>
                <c:pt idx="433">
                  <c:v>4.12439057804509</c:v>
                </c:pt>
                <c:pt idx="434">
                  <c:v>4.1208505630493164</c:v>
                </c:pt>
                <c:pt idx="435">
                  <c:v>4.1139036215164762</c:v>
                </c:pt>
                <c:pt idx="436">
                  <c:v>4.0515384674072266</c:v>
                </c:pt>
                <c:pt idx="437">
                  <c:v>4.0099736163021982</c:v>
                </c:pt>
                <c:pt idx="438">
                  <c:v>3.9689910411834721</c:v>
                </c:pt>
                <c:pt idx="439">
                  <c:v>3.96590614093676</c:v>
                </c:pt>
                <c:pt idx="440">
                  <c:v>3.9650567430289101</c:v>
                </c:pt>
                <c:pt idx="441">
                  <c:v>3.9536102754189151</c:v>
                </c:pt>
                <c:pt idx="442">
                  <c:v>3.942234232245228</c:v>
                </c:pt>
                <c:pt idx="443">
                  <c:v>3.9278264945725532</c:v>
                </c:pt>
                <c:pt idx="444">
                  <c:v>3.9234848022460942</c:v>
                </c:pt>
                <c:pt idx="445">
                  <c:v>3.9238559766724168</c:v>
                </c:pt>
                <c:pt idx="446">
                  <c:v>3.927117052453267</c:v>
                </c:pt>
                <c:pt idx="447">
                  <c:v>3.928209781646729</c:v>
                </c:pt>
                <c:pt idx="448">
                  <c:v>3.9251169509336199</c:v>
                </c:pt>
                <c:pt idx="449">
                  <c:v>3.907526969909668</c:v>
                </c:pt>
                <c:pt idx="450">
                  <c:v>3.8886870741098192</c:v>
                </c:pt>
                <c:pt idx="451">
                  <c:v>3.8587008751975431</c:v>
                </c:pt>
                <c:pt idx="452">
                  <c:v>3.8514471054077148</c:v>
                </c:pt>
                <c:pt idx="453">
                  <c:v>3.845908620594654</c:v>
                </c:pt>
                <c:pt idx="454">
                  <c:v>3.799706205020025</c:v>
                </c:pt>
                <c:pt idx="455">
                  <c:v>3.7754464149475102</c:v>
                </c:pt>
                <c:pt idx="456">
                  <c:v>3.800944543597661</c:v>
                </c:pt>
                <c:pt idx="457">
                  <c:v>4.0968065624131258</c:v>
                </c:pt>
                <c:pt idx="458">
                  <c:v>4.2297906875610352</c:v>
                </c:pt>
                <c:pt idx="459">
                  <c:v>4.1884441841457827</c:v>
                </c:pt>
                <c:pt idx="460">
                  <c:v>4.0843011998032592</c:v>
                </c:pt>
                <c:pt idx="461">
                  <c:v>3.9477620623742391</c:v>
                </c:pt>
                <c:pt idx="462">
                  <c:v>3.8741366863250728</c:v>
                </c:pt>
                <c:pt idx="463">
                  <c:v>3.9019489411946351</c:v>
                </c:pt>
                <c:pt idx="464">
                  <c:v>4.1222574978765438</c:v>
                </c:pt>
                <c:pt idx="465">
                  <c:v>4.2866144180297852</c:v>
                </c:pt>
                <c:pt idx="466">
                  <c:v>4.2950110360454659</c:v>
                </c:pt>
                <c:pt idx="467">
                  <c:v>4.3440507315275063</c:v>
                </c:pt>
                <c:pt idx="468">
                  <c:v>4.3948584737459564</c:v>
                </c:pt>
                <c:pt idx="469">
                  <c:v>4.4006080627441406</c:v>
                </c:pt>
                <c:pt idx="470">
                  <c:v>4.2848651296267768</c:v>
                </c:pt>
                <c:pt idx="471">
                  <c:v>4.2184185981750488</c:v>
                </c:pt>
                <c:pt idx="472">
                  <c:v>4.2288691174761004</c:v>
                </c:pt>
                <c:pt idx="473">
                  <c:v>4.2599158074950143</c:v>
                </c:pt>
                <c:pt idx="474">
                  <c:v>4.2932513517832884</c:v>
                </c:pt>
                <c:pt idx="475">
                  <c:v>4.3285884709884623</c:v>
                </c:pt>
                <c:pt idx="476">
                  <c:v>4.3335132598876953</c:v>
                </c:pt>
                <c:pt idx="477">
                  <c:v>4.3448298240058936</c:v>
                </c:pt>
                <c:pt idx="478">
                  <c:v>4.3828691583253372</c:v>
                </c:pt>
                <c:pt idx="479">
                  <c:v>4.3912930488586426</c:v>
                </c:pt>
                <c:pt idx="480">
                  <c:v>4.3979877663438112</c:v>
                </c:pt>
                <c:pt idx="481">
                  <c:v>4.4319433282113696</c:v>
                </c:pt>
                <c:pt idx="482">
                  <c:v>4.4704591493222221</c:v>
                </c:pt>
                <c:pt idx="483">
                  <c:v>4.4971671104431152</c:v>
                </c:pt>
                <c:pt idx="484">
                  <c:v>4.4761295553713278</c:v>
                </c:pt>
                <c:pt idx="485">
                  <c:v>4.2872657775878906</c:v>
                </c:pt>
                <c:pt idx="486">
                  <c:v>4.2876237520792033</c:v>
                </c:pt>
                <c:pt idx="487">
                  <c:v>4.2906340780611698</c:v>
                </c:pt>
                <c:pt idx="488">
                  <c:v>4.2915973663330078</c:v>
                </c:pt>
                <c:pt idx="489">
                  <c:v>4.286846638134997</c:v>
                </c:pt>
                <c:pt idx="490">
                  <c:v>4.2427160094707359</c:v>
                </c:pt>
                <c:pt idx="491">
                  <c:v>4.204709529876709</c:v>
                </c:pt>
                <c:pt idx="492">
                  <c:v>4.2247315506203016</c:v>
                </c:pt>
                <c:pt idx="493">
                  <c:v>4.2386260423674527</c:v>
                </c:pt>
                <c:pt idx="494">
                  <c:v>4.5162600791360417</c:v>
                </c:pt>
                <c:pt idx="495">
                  <c:v>4.5763406753540039</c:v>
                </c:pt>
                <c:pt idx="496">
                  <c:v>4.5715442262779904</c:v>
                </c:pt>
                <c:pt idx="497">
                  <c:v>4.5175275036987008</c:v>
                </c:pt>
                <c:pt idx="498">
                  <c:v>4.4930377006530762</c:v>
                </c:pt>
                <c:pt idx="499">
                  <c:v>4.4791548400427699</c:v>
                </c:pt>
                <c:pt idx="500">
                  <c:v>4.2226266957721323</c:v>
                </c:pt>
                <c:pt idx="501">
                  <c:v>4.2046608924865723</c:v>
                </c:pt>
                <c:pt idx="502">
                  <c:v>4.2903301508333769</c:v>
                </c:pt>
                <c:pt idx="503">
                  <c:v>5.0415434837341309</c:v>
                </c:pt>
                <c:pt idx="504">
                  <c:v>5.0445521349918412</c:v>
                </c:pt>
                <c:pt idx="505">
                  <c:v>5.0609415961643656</c:v>
                </c:pt>
                <c:pt idx="506">
                  <c:v>5.080679562782267</c:v>
                </c:pt>
                <c:pt idx="507">
                  <c:v>5.0948567390441886</c:v>
                </c:pt>
                <c:pt idx="508">
                  <c:v>5.0729473980090614</c:v>
                </c:pt>
                <c:pt idx="509">
                  <c:v>4.81451513394006</c:v>
                </c:pt>
                <c:pt idx="510">
                  <c:v>4.7704815864562988</c:v>
                </c:pt>
                <c:pt idx="511">
                  <c:v>4.6709758255043372</c:v>
                </c:pt>
                <c:pt idx="512">
                  <c:v>4.5026711840812288</c:v>
                </c:pt>
                <c:pt idx="513">
                  <c:v>4.3896842002868652</c:v>
                </c:pt>
                <c:pt idx="514">
                  <c:v>4.3745896544398288</c:v>
                </c:pt>
                <c:pt idx="515">
                  <c:v>4.3211491628833656</c:v>
                </c:pt>
                <c:pt idx="516">
                  <c:v>4.279015576822232</c:v>
                </c:pt>
                <c:pt idx="517">
                  <c:v>4.2733135223388672</c:v>
                </c:pt>
                <c:pt idx="518">
                  <c:v>4.2206380032780633</c:v>
                </c:pt>
                <c:pt idx="519">
                  <c:v>4.2113221516694681</c:v>
                </c:pt>
                <c:pt idx="520">
                  <c:v>4.130408779639172</c:v>
                </c:pt>
                <c:pt idx="521">
                  <c:v>4.0972051620483398</c:v>
                </c:pt>
                <c:pt idx="522">
                  <c:v>4.0778847737713404</c:v>
                </c:pt>
                <c:pt idx="523">
                  <c:v>3.974931121391827</c:v>
                </c:pt>
                <c:pt idx="524">
                  <c:v>3.92943263053894</c:v>
                </c:pt>
                <c:pt idx="525">
                  <c:v>3.9263954795563638</c:v>
                </c:pt>
                <c:pt idx="526">
                  <c:v>3.9023979858423501</c:v>
                </c:pt>
                <c:pt idx="527">
                  <c:v>3.8824225202291158</c:v>
                </c:pt>
                <c:pt idx="528">
                  <c:v>3.8764200210571289</c:v>
                </c:pt>
                <c:pt idx="529">
                  <c:v>3.8635218698633729</c:v>
                </c:pt>
                <c:pt idx="530">
                  <c:v>3.746381305577926</c:v>
                </c:pt>
                <c:pt idx="531">
                  <c:v>3.7125883102416992</c:v>
                </c:pt>
                <c:pt idx="532">
                  <c:v>3.711253048730256</c:v>
                </c:pt>
                <c:pt idx="533">
                  <c:v>3.7036183386847261</c:v>
                </c:pt>
                <c:pt idx="534">
                  <c:v>3.699006554626632</c:v>
                </c:pt>
                <c:pt idx="535">
                  <c:v>3.6981816291809082</c:v>
                </c:pt>
                <c:pt idx="536">
                  <c:v>3.691365851586184</c:v>
                </c:pt>
                <c:pt idx="537">
                  <c:v>3.5932600711005378</c:v>
                </c:pt>
                <c:pt idx="538">
                  <c:v>3.5856978893280029</c:v>
                </c:pt>
                <c:pt idx="539">
                  <c:v>3.5858974118120508</c:v>
                </c:pt>
                <c:pt idx="540">
                  <c:v>3.5874166880547582</c:v>
                </c:pt>
                <c:pt idx="541">
                  <c:v>3.588146448135376</c:v>
                </c:pt>
                <c:pt idx="542">
                  <c:v>3.593717662101704</c:v>
                </c:pt>
                <c:pt idx="543">
                  <c:v>3.6792603556538261</c:v>
                </c:pt>
                <c:pt idx="544">
                  <c:v>3.7444146730894001</c:v>
                </c:pt>
                <c:pt idx="545">
                  <c:v>3.754652738571167</c:v>
                </c:pt>
                <c:pt idx="546">
                  <c:v>3.7357313414108151</c:v>
                </c:pt>
                <c:pt idx="547">
                  <c:v>3.6484889190681611</c:v>
                </c:pt>
                <c:pt idx="548">
                  <c:v>3.6240801811218262</c:v>
                </c:pt>
                <c:pt idx="549">
                  <c:v>3.620401839747617</c:v>
                </c:pt>
                <c:pt idx="550">
                  <c:v>3.5698334660313762</c:v>
                </c:pt>
                <c:pt idx="551">
                  <c:v>3.5422236919403081</c:v>
                </c:pt>
                <c:pt idx="552">
                  <c:v>3.5415536054374539</c:v>
                </c:pt>
                <c:pt idx="553">
                  <c:v>3.5400737242472311</c:v>
                </c:pt>
                <c:pt idx="554">
                  <c:v>3.5359772932622748</c:v>
                </c:pt>
                <c:pt idx="555">
                  <c:v>3.5351324081420898</c:v>
                </c:pt>
                <c:pt idx="556">
                  <c:v>3.5275494925985491</c:v>
                </c:pt>
                <c:pt idx="557">
                  <c:v>3.5146008800520532</c:v>
                </c:pt>
                <c:pt idx="558">
                  <c:v>3.5078449249267578</c:v>
                </c:pt>
                <c:pt idx="559">
                  <c:v>3.497730432724115</c:v>
                </c:pt>
                <c:pt idx="560">
                  <c:v>3.4334343736768642</c:v>
                </c:pt>
                <c:pt idx="561">
                  <c:v>3.3790445327758789</c:v>
                </c:pt>
                <c:pt idx="562">
                  <c:v>3.3746171680000439</c:v>
                </c:pt>
                <c:pt idx="563">
                  <c:v>3.3096528675343548</c:v>
                </c:pt>
                <c:pt idx="564">
                  <c:v>3.2436796376254269</c:v>
                </c:pt>
                <c:pt idx="565">
                  <c:v>3.1905138492584229</c:v>
                </c:pt>
                <c:pt idx="566">
                  <c:v>3.1511414362130341</c:v>
                </c:pt>
                <c:pt idx="567">
                  <c:v>3.1220002676869538</c:v>
                </c:pt>
                <c:pt idx="568">
                  <c:v>3.0927697073911138</c:v>
                </c:pt>
                <c:pt idx="569">
                  <c:v>3.0879502296447749</c:v>
                </c:pt>
                <c:pt idx="570">
                  <c:v>3.1082912672122678</c:v>
                </c:pt>
                <c:pt idx="571">
                  <c:v>3.20867919921875</c:v>
                </c:pt>
                <c:pt idx="572">
                  <c:v>3.2193199007148872</c:v>
                </c:pt>
                <c:pt idx="573">
                  <c:v>3.2685702719602459</c:v>
                </c:pt>
                <c:pt idx="574">
                  <c:v>3.2914938926696782</c:v>
                </c:pt>
                <c:pt idx="575">
                  <c:v>3.301656301058868</c:v>
                </c:pt>
                <c:pt idx="576">
                  <c:v>3.3575782146998661</c:v>
                </c:pt>
                <c:pt idx="577">
                  <c:v>3.4037708197276539</c:v>
                </c:pt>
                <c:pt idx="578">
                  <c:v>3.4186029434204102</c:v>
                </c:pt>
                <c:pt idx="579">
                  <c:v>3.4195236229006931</c:v>
                </c:pt>
                <c:pt idx="580">
                  <c:v>3.4276174129948771</c:v>
                </c:pt>
                <c:pt idx="581">
                  <c:v>3.4312489032745361</c:v>
                </c:pt>
                <c:pt idx="582">
                  <c:v>3.4243942269733512</c:v>
                </c:pt>
                <c:pt idx="583">
                  <c:v>3.3861261164904009</c:v>
                </c:pt>
                <c:pt idx="584">
                  <c:v>3.3401167392730708</c:v>
                </c:pt>
                <c:pt idx="585">
                  <c:v>3.3401171733271369</c:v>
                </c:pt>
                <c:pt idx="586">
                  <c:v>3.340120628405129</c:v>
                </c:pt>
                <c:pt idx="587">
                  <c:v>3.3401212692260742</c:v>
                </c:pt>
                <c:pt idx="588">
                  <c:v>3.3360417034953138</c:v>
                </c:pt>
                <c:pt idx="589">
                  <c:v>3.2913820263743929</c:v>
                </c:pt>
                <c:pt idx="590">
                  <c:v>3.2752735614776611</c:v>
                </c:pt>
                <c:pt idx="591">
                  <c:v>3.2690580730708891</c:v>
                </c:pt>
                <c:pt idx="592">
                  <c:v>3.202303075083726</c:v>
                </c:pt>
                <c:pt idx="593">
                  <c:v>3.1577074527740479</c:v>
                </c:pt>
                <c:pt idx="594">
                  <c:v>3.1538728177944639</c:v>
                </c:pt>
                <c:pt idx="595">
                  <c:v>3.1217658902993239</c:v>
                </c:pt>
                <c:pt idx="596">
                  <c:v>3.0597470861015541</c:v>
                </c:pt>
                <c:pt idx="597">
                  <c:v>3.0369834899902339</c:v>
                </c:pt>
                <c:pt idx="598">
                  <c:v>3.0352833682969091</c:v>
                </c:pt>
                <c:pt idx="599">
                  <c:v>3.0211403875318261</c:v>
                </c:pt>
                <c:pt idx="600">
                  <c:v>3.0143847465515141</c:v>
                </c:pt>
                <c:pt idx="601">
                  <c:v>3.0115064414314441</c:v>
                </c:pt>
                <c:pt idx="602">
                  <c:v>2.9832635775371612</c:v>
                </c:pt>
                <c:pt idx="603">
                  <c:v>2.95140528678894</c:v>
                </c:pt>
                <c:pt idx="604">
                  <c:v>2.950245391435236</c:v>
                </c:pt>
                <c:pt idx="605">
                  <c:v>2.943040489248463</c:v>
                </c:pt>
                <c:pt idx="606">
                  <c:v>2.935309886932373</c:v>
                </c:pt>
                <c:pt idx="607">
                  <c:v>2.9319775277204632</c:v>
                </c:pt>
                <c:pt idx="608">
                  <c:v>2.9293588031926761</c:v>
                </c:pt>
                <c:pt idx="609">
                  <c:v>2.8748650807875622</c:v>
                </c:pt>
                <c:pt idx="610">
                  <c:v>2.8462732529876309</c:v>
                </c:pt>
                <c:pt idx="611">
                  <c:v>2.841937780380249</c:v>
                </c:pt>
                <c:pt idx="612">
                  <c:v>2.8401715165635562</c:v>
                </c:pt>
                <c:pt idx="613">
                  <c:v>2.8210916519165039</c:v>
                </c:pt>
                <c:pt idx="614">
                  <c:v>2.7973520338968632</c:v>
                </c:pt>
                <c:pt idx="615">
                  <c:v>2.7766255240120552</c:v>
                </c:pt>
                <c:pt idx="616">
                  <c:v>2.7701573371887211</c:v>
                </c:pt>
                <c:pt idx="617">
                  <c:v>2.7466631896358371</c:v>
                </c:pt>
                <c:pt idx="618">
                  <c:v>2.7312648413172318</c:v>
                </c:pt>
                <c:pt idx="619">
                  <c:v>2.6782583966177582</c:v>
                </c:pt>
                <c:pt idx="620">
                  <c:v>2.667697429656982</c:v>
                </c:pt>
                <c:pt idx="621">
                  <c:v>2.690294410452303</c:v>
                </c:pt>
                <c:pt idx="622">
                  <c:v>2.7623235547489702</c:v>
                </c:pt>
                <c:pt idx="623">
                  <c:v>2.7964553833007808</c:v>
                </c:pt>
                <c:pt idx="624">
                  <c:v>2.787228850472196</c:v>
                </c:pt>
                <c:pt idx="625">
                  <c:v>2.7621043620761978</c:v>
                </c:pt>
                <c:pt idx="626">
                  <c:v>2.7415356636047359</c:v>
                </c:pt>
                <c:pt idx="627">
                  <c:v>2.7449537925922671</c:v>
                </c:pt>
                <c:pt idx="628">
                  <c:v>2.8093585968017578</c:v>
                </c:pt>
                <c:pt idx="629">
                  <c:v>2.806031517959521</c:v>
                </c:pt>
                <c:pt idx="630">
                  <c:v>2.7786927623677209</c:v>
                </c:pt>
                <c:pt idx="631">
                  <c:v>2.7694976329803471</c:v>
                </c:pt>
                <c:pt idx="632">
                  <c:v>2.7776676560872411</c:v>
                </c:pt>
                <c:pt idx="633">
                  <c:v>2.8346703038761198</c:v>
                </c:pt>
                <c:pt idx="634">
                  <c:v>2.872087717056274</c:v>
                </c:pt>
                <c:pt idx="635">
                  <c:v>2.8756691731325201</c:v>
                </c:pt>
                <c:pt idx="636">
                  <c:v>2.904431480957018</c:v>
                </c:pt>
                <c:pt idx="637">
                  <c:v>2.9066770076751709</c:v>
                </c:pt>
                <c:pt idx="638">
                  <c:v>2.907537977344965</c:v>
                </c:pt>
                <c:pt idx="639">
                  <c:v>2.9137289291985411</c:v>
                </c:pt>
                <c:pt idx="640">
                  <c:v>2.9216580583688971</c:v>
                </c:pt>
                <c:pt idx="641">
                  <c:v>2.925599336624146</c:v>
                </c:pt>
                <c:pt idx="642">
                  <c:v>2.9362899871404489</c:v>
                </c:pt>
                <c:pt idx="643">
                  <c:v>2.94254072816367</c:v>
                </c:pt>
                <c:pt idx="644">
                  <c:v>3.0765918906488441</c:v>
                </c:pt>
                <c:pt idx="645">
                  <c:v>3.0979681015014648</c:v>
                </c:pt>
                <c:pt idx="646">
                  <c:v>3.1013700288969921</c:v>
                </c:pt>
                <c:pt idx="647">
                  <c:v>3.1404549396810322</c:v>
                </c:pt>
                <c:pt idx="648">
                  <c:v>3.1523451805114751</c:v>
                </c:pt>
                <c:pt idx="649">
                  <c:v>3.0762941082300208</c:v>
                </c:pt>
                <c:pt idx="650">
                  <c:v>2.9472572898218941</c:v>
                </c:pt>
                <c:pt idx="651">
                  <c:v>2.8504704318077749</c:v>
                </c:pt>
                <c:pt idx="652">
                  <c:v>2.8332104682922359</c:v>
                </c:pt>
                <c:pt idx="653">
                  <c:v>2.82212440171608</c:v>
                </c:pt>
                <c:pt idx="654">
                  <c:v>2.7066397666931148</c:v>
                </c:pt>
                <c:pt idx="655">
                  <c:v>2.708533293821068</c:v>
                </c:pt>
                <c:pt idx="656">
                  <c:v>2.7221449752257949</c:v>
                </c:pt>
                <c:pt idx="657">
                  <c:v>2.728096485137939</c:v>
                </c:pt>
                <c:pt idx="658">
                  <c:v>2.7246156302289379</c:v>
                </c:pt>
                <c:pt idx="659">
                  <c:v>2.6794356196314522</c:v>
                </c:pt>
                <c:pt idx="660">
                  <c:v>2.649449278078241</c:v>
                </c:pt>
                <c:pt idx="661">
                  <c:v>2.6440665721893311</c:v>
                </c:pt>
                <c:pt idx="662">
                  <c:v>2.680839364165696</c:v>
                </c:pt>
                <c:pt idx="663">
                  <c:v>2.709404445795017</c:v>
                </c:pt>
                <c:pt idx="664">
                  <c:v>2.7233259677886958</c:v>
                </c:pt>
                <c:pt idx="665">
                  <c:v>2.710328443352958</c:v>
                </c:pt>
                <c:pt idx="666">
                  <c:v>2.6890744104355031</c:v>
                </c:pt>
                <c:pt idx="667">
                  <c:v>2.6743042469024658</c:v>
                </c:pt>
                <c:pt idx="668">
                  <c:v>2.6770394814744298</c:v>
                </c:pt>
                <c:pt idx="669">
                  <c:v>2.6830126367750098</c:v>
                </c:pt>
                <c:pt idx="670">
                  <c:v>2.69081865317305</c:v>
                </c:pt>
                <c:pt idx="671">
                  <c:v>2.6929976940155029</c:v>
                </c:pt>
                <c:pt idx="672">
                  <c:v>2.6908168037219329</c:v>
                </c:pt>
                <c:pt idx="673">
                  <c:v>2.687866510592666</c:v>
                </c:pt>
                <c:pt idx="674">
                  <c:v>2.6861553192138672</c:v>
                </c:pt>
                <c:pt idx="675">
                  <c:v>2.7041011670972099</c:v>
                </c:pt>
                <c:pt idx="676">
                  <c:v>2.7538499206674518</c:v>
                </c:pt>
                <c:pt idx="677">
                  <c:v>2.796962976455688</c:v>
                </c:pt>
                <c:pt idx="678">
                  <c:v>2.8058062543528441</c:v>
                </c:pt>
                <c:pt idx="679">
                  <c:v>2.8701873026182878</c:v>
                </c:pt>
                <c:pt idx="680">
                  <c:v>2.9531801997139868</c:v>
                </c:pt>
                <c:pt idx="681">
                  <c:v>2.9779553413391109</c:v>
                </c:pt>
                <c:pt idx="682">
                  <c:v>2.973874867898707</c:v>
                </c:pt>
                <c:pt idx="683">
                  <c:v>2.9443065151950218</c:v>
                </c:pt>
                <c:pt idx="684">
                  <c:v>2.930233478546143</c:v>
                </c:pt>
                <c:pt idx="685">
                  <c:v>2.9420886130735191</c:v>
                </c:pt>
                <c:pt idx="686">
                  <c:v>3.0032741267947429</c:v>
                </c:pt>
                <c:pt idx="687">
                  <c:v>3.0386185646057129</c:v>
                </c:pt>
                <c:pt idx="688">
                  <c:v>3.04435709501118</c:v>
                </c:pt>
                <c:pt idx="689">
                  <c:v>3.065991836563593</c:v>
                </c:pt>
                <c:pt idx="690">
                  <c:v>3.0966799259185791</c:v>
                </c:pt>
                <c:pt idx="691">
                  <c:v>3.0980081200248102</c:v>
                </c:pt>
                <c:pt idx="692">
                  <c:v>3.1069415899722008</c:v>
                </c:pt>
                <c:pt idx="693">
                  <c:v>3.1200710248311512</c:v>
                </c:pt>
                <c:pt idx="694">
                  <c:v>3.131339311599731</c:v>
                </c:pt>
                <c:pt idx="695">
                  <c:v>3.1346691710382868</c:v>
                </c:pt>
                <c:pt idx="696">
                  <c:v>3.1802455615347949</c:v>
                </c:pt>
                <c:pt idx="697">
                  <c:v>3.1912145614624019</c:v>
                </c:pt>
                <c:pt idx="698">
                  <c:v>3.1937754702001779</c:v>
                </c:pt>
                <c:pt idx="699">
                  <c:v>3.2269803795922392</c:v>
                </c:pt>
                <c:pt idx="700">
                  <c:v>3.240261316299438</c:v>
                </c:pt>
                <c:pt idx="701">
                  <c:v>3.238826048950854</c:v>
                </c:pt>
                <c:pt idx="702">
                  <c:v>3.227965301897521</c:v>
                </c:pt>
                <c:pt idx="703">
                  <c:v>3.2167026996612549</c:v>
                </c:pt>
                <c:pt idx="704">
                  <c:v>3.2116173343410468</c:v>
                </c:pt>
                <c:pt idx="705">
                  <c:v>3.1457315758420301</c:v>
                </c:pt>
                <c:pt idx="706">
                  <c:v>3.121971607208252</c:v>
                </c:pt>
                <c:pt idx="707">
                  <c:v>3.1270073365870599</c:v>
                </c:pt>
                <c:pt idx="708">
                  <c:v>3.1784132110761778</c:v>
                </c:pt>
                <c:pt idx="709">
                  <c:v>3.21270751953125</c:v>
                </c:pt>
                <c:pt idx="710">
                  <c:v>3.191193396831121</c:v>
                </c:pt>
                <c:pt idx="711">
                  <c:v>3.1681046485900879</c:v>
                </c:pt>
                <c:pt idx="712">
                  <c:v>3.1555140102434982</c:v>
                </c:pt>
                <c:pt idx="713">
                  <c:v>3.138270388800819</c:v>
                </c:pt>
                <c:pt idx="714">
                  <c:v>3.121818652156795</c:v>
                </c:pt>
                <c:pt idx="715">
                  <c:v>3.106911420822144</c:v>
                </c:pt>
                <c:pt idx="716">
                  <c:v>3.102715873892584</c:v>
                </c:pt>
                <c:pt idx="717">
                  <c:v>3.0710883429313931</c:v>
                </c:pt>
                <c:pt idx="718">
                  <c:v>3.046182801619735</c:v>
                </c:pt>
                <c:pt idx="719">
                  <c:v>3.0441923141479492</c:v>
                </c:pt>
                <c:pt idx="720">
                  <c:v>3.139940668604738</c:v>
                </c:pt>
                <c:pt idx="721">
                  <c:v>3.5268106084079012</c:v>
                </c:pt>
                <c:pt idx="722">
                  <c:v>3.9983324309428019</c:v>
                </c:pt>
                <c:pt idx="723">
                  <c:v>4.2418985366821289</c:v>
                </c:pt>
                <c:pt idx="724">
                  <c:v>4.2765748837040789</c:v>
                </c:pt>
                <c:pt idx="725">
                  <c:v>4.4244318581771838</c:v>
                </c:pt>
                <c:pt idx="726">
                  <c:v>4.5489883422851563</c:v>
                </c:pt>
                <c:pt idx="727">
                  <c:v>4.643501062554491</c:v>
                </c:pt>
                <c:pt idx="728">
                  <c:v>4.8648539926684968</c:v>
                </c:pt>
                <c:pt idx="729">
                  <c:v>5.372359705560001</c:v>
                </c:pt>
                <c:pt idx="730">
                  <c:v>5.4883275032043457</c:v>
                </c:pt>
                <c:pt idx="731">
                  <c:v>5.4910176395923882</c:v>
                </c:pt>
                <c:pt idx="732">
                  <c:v>5.498957633972168</c:v>
                </c:pt>
                <c:pt idx="733">
                  <c:v>5.5949133194557064</c:v>
                </c:pt>
                <c:pt idx="734">
                  <c:v>5.6209855615344262</c:v>
                </c:pt>
                <c:pt idx="735">
                  <c:v>6.2146992683410636</c:v>
                </c:pt>
                <c:pt idx="736">
                  <c:v>6.1573148795055168</c:v>
                </c:pt>
                <c:pt idx="737">
                  <c:v>5.9365523438087671</c:v>
                </c:pt>
                <c:pt idx="738">
                  <c:v>5.8028333969600281</c:v>
                </c:pt>
                <c:pt idx="739">
                  <c:v>5.7147822380065918</c:v>
                </c:pt>
                <c:pt idx="740">
                  <c:v>5.5874237336434716</c:v>
                </c:pt>
                <c:pt idx="741">
                  <c:v>5.3065540026542584</c:v>
                </c:pt>
                <c:pt idx="742">
                  <c:v>5.1094236373901367</c:v>
                </c:pt>
                <c:pt idx="743">
                  <c:v>5.0943331795527076</c:v>
                </c:pt>
                <c:pt idx="744">
                  <c:v>5.0834783546825681</c:v>
                </c:pt>
                <c:pt idx="745">
                  <c:v>4.8163619330545604</c:v>
                </c:pt>
                <c:pt idx="746">
                  <c:v>4.7968664169311523</c:v>
                </c:pt>
                <c:pt idx="747">
                  <c:v>4.7681407685825956</c:v>
                </c:pt>
                <c:pt idx="748">
                  <c:v>4.4713263781501889</c:v>
                </c:pt>
                <c:pt idx="749">
                  <c:v>4.3656506538391113</c:v>
                </c:pt>
                <c:pt idx="750">
                  <c:v>4.3563035829619263</c:v>
                </c:pt>
                <c:pt idx="751">
                  <c:v>4.2522006501615346</c:v>
                </c:pt>
                <c:pt idx="752">
                  <c:v>4.182157039642334</c:v>
                </c:pt>
                <c:pt idx="753">
                  <c:v>4.1722612699252428</c:v>
                </c:pt>
                <c:pt idx="754">
                  <c:v>4.1590778599784901</c:v>
                </c:pt>
                <c:pt idx="755">
                  <c:v>3.847414493560791</c:v>
                </c:pt>
                <c:pt idx="756">
                  <c:v>3.8428169310925409</c:v>
                </c:pt>
                <c:pt idx="757">
                  <c:v>3.812285638460752</c:v>
                </c:pt>
                <c:pt idx="758">
                  <c:v>3.795529842376709</c:v>
                </c:pt>
                <c:pt idx="759">
                  <c:v>3.7792729192205878</c:v>
                </c:pt>
                <c:pt idx="760">
                  <c:v>3.721371724593765</c:v>
                </c:pt>
                <c:pt idx="761">
                  <c:v>3.6399038852939811</c:v>
                </c:pt>
                <c:pt idx="762">
                  <c:v>3.5595200117090511</c:v>
                </c:pt>
                <c:pt idx="763">
                  <c:v>3.5368015766143799</c:v>
                </c:pt>
                <c:pt idx="764">
                  <c:v>3.5354487157714511</c:v>
                </c:pt>
                <c:pt idx="765">
                  <c:v>3.5275588744182498</c:v>
                </c:pt>
                <c:pt idx="766">
                  <c:v>3.5232033729553218</c:v>
                </c:pt>
                <c:pt idx="767">
                  <c:v>3.5101885641167878</c:v>
                </c:pt>
                <c:pt idx="768">
                  <c:v>3.393728317078498</c:v>
                </c:pt>
                <c:pt idx="769">
                  <c:v>3.350037574768066</c:v>
                </c:pt>
                <c:pt idx="770">
                  <c:v>3.3375765874061298</c:v>
                </c:pt>
                <c:pt idx="771">
                  <c:v>3.320543930622835</c:v>
                </c:pt>
                <c:pt idx="772">
                  <c:v>3.282776936712219</c:v>
                </c:pt>
                <c:pt idx="773">
                  <c:v>3.2746610641479492</c:v>
                </c:pt>
                <c:pt idx="774">
                  <c:v>3.2572871603184992</c:v>
                </c:pt>
                <c:pt idx="775">
                  <c:v>3.14730925704978</c:v>
                </c:pt>
                <c:pt idx="776">
                  <c:v>3.1094012260437012</c:v>
                </c:pt>
                <c:pt idx="777">
                  <c:v>3.1049764440783889</c:v>
                </c:pt>
                <c:pt idx="778">
                  <c:v>3.0705408119538951</c:v>
                </c:pt>
                <c:pt idx="779">
                  <c:v>3.050270795822144</c:v>
                </c:pt>
                <c:pt idx="780">
                  <c:v>3.0469680893329132</c:v>
                </c:pt>
                <c:pt idx="781">
                  <c:v>2.9927039658035199</c:v>
                </c:pt>
                <c:pt idx="782">
                  <c:v>2.9306817615811132</c:v>
                </c:pt>
                <c:pt idx="783">
                  <c:v>2.9144749641418461</c:v>
                </c:pt>
                <c:pt idx="784">
                  <c:v>2.8936106937119628</c:v>
                </c:pt>
                <c:pt idx="785">
                  <c:v>2.7650260450697659</c:v>
                </c:pt>
                <c:pt idx="786">
                  <c:v>2.6857154369354248</c:v>
                </c:pt>
                <c:pt idx="787">
                  <c:v>2.688740676781991</c:v>
                </c:pt>
                <c:pt idx="788">
                  <c:v>2.691858431608575</c:v>
                </c:pt>
                <c:pt idx="789">
                  <c:v>2.766999759199928</c:v>
                </c:pt>
                <c:pt idx="790">
                  <c:v>2.7725486755371089</c:v>
                </c:pt>
                <c:pt idx="791">
                  <c:v>2.7597229167471382</c:v>
                </c:pt>
                <c:pt idx="792">
                  <c:v>2.666165627311786</c:v>
                </c:pt>
                <c:pt idx="793">
                  <c:v>2.632597923278809</c:v>
                </c:pt>
                <c:pt idx="794">
                  <c:v>2.6362278857467252</c:v>
                </c:pt>
                <c:pt idx="795">
                  <c:v>2.6641747526139339</c:v>
                </c:pt>
                <c:pt idx="796">
                  <c:v>2.6906452178955078</c:v>
                </c:pt>
                <c:pt idx="797">
                  <c:v>2.6869583465617262</c:v>
                </c:pt>
                <c:pt idx="798">
                  <c:v>2.682479480645132</c:v>
                </c:pt>
                <c:pt idx="799">
                  <c:v>2.5871224225359168</c:v>
                </c:pt>
                <c:pt idx="800">
                  <c:v>2.571811437606812</c:v>
                </c:pt>
                <c:pt idx="801">
                  <c:v>2.5682535804112399</c:v>
                </c:pt>
                <c:pt idx="802">
                  <c:v>2.541769310569534</c:v>
                </c:pt>
                <c:pt idx="803">
                  <c:v>2.5175358417934621</c:v>
                </c:pt>
                <c:pt idx="804">
                  <c:v>2.4974496657183911</c:v>
                </c:pt>
                <c:pt idx="805">
                  <c:v>2.4944229125976558</c:v>
                </c:pt>
                <c:pt idx="806">
                  <c:v>2.4955495978454292</c:v>
                </c:pt>
                <c:pt idx="807">
                  <c:v>2.5069675478736611</c:v>
                </c:pt>
                <c:pt idx="808">
                  <c:v>2.5108063220977779</c:v>
                </c:pt>
                <c:pt idx="809">
                  <c:v>2.5072203832549769</c:v>
                </c:pt>
                <c:pt idx="810">
                  <c:v>2.4695663328604809</c:v>
                </c:pt>
                <c:pt idx="811">
                  <c:v>2.459274530410767</c:v>
                </c:pt>
                <c:pt idx="812">
                  <c:v>2.46613345251897</c:v>
                </c:pt>
                <c:pt idx="813">
                  <c:v>2.550868470680554</c:v>
                </c:pt>
                <c:pt idx="814">
                  <c:v>2.5822234153747559</c:v>
                </c:pt>
                <c:pt idx="815">
                  <c:v>2.5686125981318209</c:v>
                </c:pt>
                <c:pt idx="816">
                  <c:v>2.5350339816986329</c:v>
                </c:pt>
                <c:pt idx="817">
                  <c:v>2.4875278021971199</c:v>
                </c:pt>
                <c:pt idx="818">
                  <c:v>2.463585376739502</c:v>
                </c:pt>
                <c:pt idx="819">
                  <c:v>2.4506845721423192</c:v>
                </c:pt>
                <c:pt idx="820">
                  <c:v>2.3854807880223912</c:v>
                </c:pt>
                <c:pt idx="821">
                  <c:v>2.330602645874023</c:v>
                </c:pt>
                <c:pt idx="822">
                  <c:v>2.3315192627640342</c:v>
                </c:pt>
                <c:pt idx="823">
                  <c:v>2.3397540412683431</c:v>
                </c:pt>
                <c:pt idx="824">
                  <c:v>2.346214548109459</c:v>
                </c:pt>
                <c:pt idx="825">
                  <c:v>2.3486838340759282</c:v>
                </c:pt>
                <c:pt idx="826">
                  <c:v>2.3300231170090302</c:v>
                </c:pt>
                <c:pt idx="827">
                  <c:v>2.308189734597117</c:v>
                </c:pt>
                <c:pt idx="828">
                  <c:v>2.2918853759765621</c:v>
                </c:pt>
                <c:pt idx="829">
                  <c:v>2.2752685435079498</c:v>
                </c:pt>
                <c:pt idx="830">
                  <c:v>2.1974957279856269</c:v>
                </c:pt>
                <c:pt idx="831">
                  <c:v>2.126836776733398</c:v>
                </c:pt>
                <c:pt idx="832">
                  <c:v>2.1326439518367719</c:v>
                </c:pt>
                <c:pt idx="833">
                  <c:v>2.135558856075503</c:v>
                </c:pt>
                <c:pt idx="834">
                  <c:v>2.205465118318485</c:v>
                </c:pt>
                <c:pt idx="835">
                  <c:v>2.2227494716644292</c:v>
                </c:pt>
                <c:pt idx="836">
                  <c:v>2.219505185845271</c:v>
                </c:pt>
                <c:pt idx="837">
                  <c:v>2.1756493285903389</c:v>
                </c:pt>
                <c:pt idx="838">
                  <c:v>2.1537892818450932</c:v>
                </c:pt>
                <c:pt idx="839">
                  <c:v>2.1594673358781038</c:v>
                </c:pt>
                <c:pt idx="840">
                  <c:v>2.2095070514020132</c:v>
                </c:pt>
                <c:pt idx="841">
                  <c:v>2.2433617115020752</c:v>
                </c:pt>
                <c:pt idx="842">
                  <c:v>2.2474759592476889</c:v>
                </c:pt>
                <c:pt idx="843">
                  <c:v>2.272979498867679</c:v>
                </c:pt>
                <c:pt idx="844">
                  <c:v>2.3003093354751378</c:v>
                </c:pt>
                <c:pt idx="845">
                  <c:v>2.31430983543396</c:v>
                </c:pt>
                <c:pt idx="846">
                  <c:v>2.326141228868301</c:v>
                </c:pt>
                <c:pt idx="847">
                  <c:v>2.4135503360967649</c:v>
                </c:pt>
                <c:pt idx="848">
                  <c:v>2.4893462657928471</c:v>
                </c:pt>
                <c:pt idx="849">
                  <c:v>2.491444594036436</c:v>
                </c:pt>
                <c:pt idx="850">
                  <c:v>2.5269984001910282</c:v>
                </c:pt>
                <c:pt idx="851">
                  <c:v>2.5641766510934789</c:v>
                </c:pt>
                <c:pt idx="852">
                  <c:v>2.581755638122559</c:v>
                </c:pt>
                <c:pt idx="853">
                  <c:v>2.5895229442306111</c:v>
                </c:pt>
                <c:pt idx="854">
                  <c:v>2.668371200561523</c:v>
                </c:pt>
                <c:pt idx="855">
                  <c:v>2.6645487257971041</c:v>
                </c:pt>
                <c:pt idx="856">
                  <c:v>2.6582643331786082</c:v>
                </c:pt>
                <c:pt idx="857">
                  <c:v>2.657332181930542</c:v>
                </c:pt>
                <c:pt idx="858">
                  <c:v>2.6677902532900171</c:v>
                </c:pt>
                <c:pt idx="859">
                  <c:v>2.7838643403124759</c:v>
                </c:pt>
                <c:pt idx="860">
                  <c:v>2.8187093734741211</c:v>
                </c:pt>
                <c:pt idx="861">
                  <c:v>2.8074418046743199</c:v>
                </c:pt>
                <c:pt idx="862">
                  <c:v>2.7318435076486729</c:v>
                </c:pt>
                <c:pt idx="863">
                  <c:v>2.6931207180023189</c:v>
                </c:pt>
                <c:pt idx="864">
                  <c:v>2.6969072739937721</c:v>
                </c:pt>
                <c:pt idx="865">
                  <c:v>2.710983309330639</c:v>
                </c:pt>
                <c:pt idx="866">
                  <c:v>2.7265362739562988</c:v>
                </c:pt>
                <c:pt idx="867">
                  <c:v>2.7074415276619779</c:v>
                </c:pt>
                <c:pt idx="868">
                  <c:v>2.5739444795780368</c:v>
                </c:pt>
                <c:pt idx="869">
                  <c:v>2.5265955924987789</c:v>
                </c:pt>
                <c:pt idx="870">
                  <c:v>2.537353485851698</c:v>
                </c:pt>
                <c:pt idx="871">
                  <c:v>2.5953547540181381</c:v>
                </c:pt>
                <c:pt idx="872">
                  <c:v>2.6367721557617192</c:v>
                </c:pt>
                <c:pt idx="873">
                  <c:v>2.62851260983894</c:v>
                </c:pt>
                <c:pt idx="874">
                  <c:v>2.507581614168517</c:v>
                </c:pt>
                <c:pt idx="875">
                  <c:v>2.481171607971191</c:v>
                </c:pt>
                <c:pt idx="876">
                  <c:v>2.5120335492289749</c:v>
                </c:pt>
                <c:pt idx="877">
                  <c:v>2.5580159007004779</c:v>
                </c:pt>
                <c:pt idx="878">
                  <c:v>2.6031830310821529</c:v>
                </c:pt>
                <c:pt idx="879">
                  <c:v>2.5846282690282032</c:v>
                </c:pt>
                <c:pt idx="880">
                  <c:v>2.4498201084420939</c:v>
                </c:pt>
                <c:pt idx="881">
                  <c:v>2.4119746685028081</c:v>
                </c:pt>
                <c:pt idx="882">
                  <c:v>2.4057839856207051</c:v>
                </c:pt>
                <c:pt idx="883">
                  <c:v>2.3347982615734679</c:v>
                </c:pt>
                <c:pt idx="884">
                  <c:v>2.2635700963440621</c:v>
                </c:pt>
                <c:pt idx="885">
                  <c:v>2.2068061828613281</c:v>
                </c:pt>
                <c:pt idx="886">
                  <c:v>2.214977718729862</c:v>
                </c:pt>
                <c:pt idx="887">
                  <c:v>2.296263694763184</c:v>
                </c:pt>
                <c:pt idx="888">
                  <c:v>2.2910393588525011</c:v>
                </c:pt>
                <c:pt idx="889">
                  <c:v>2.2776677520947208</c:v>
                </c:pt>
                <c:pt idx="890">
                  <c:v>2.2603485420201368</c:v>
                </c:pt>
                <c:pt idx="891">
                  <c:v>2.2535045146942139</c:v>
                </c:pt>
                <c:pt idx="892">
                  <c:v>2.250882445705539</c:v>
                </c:pt>
                <c:pt idx="893">
                  <c:v>2.2356875377326122</c:v>
                </c:pt>
                <c:pt idx="894">
                  <c:v>2.2254981994628911</c:v>
                </c:pt>
                <c:pt idx="895">
                  <c:v>2.2342893739211762</c:v>
                </c:pt>
                <c:pt idx="896">
                  <c:v>2.342451021288209</c:v>
                </c:pt>
                <c:pt idx="897">
                  <c:v>2.4183967113494869</c:v>
                </c:pt>
                <c:pt idx="898">
                  <c:v>2.3591959381456311</c:v>
                </c:pt>
                <c:pt idx="899">
                  <c:v>2.3302021026611328</c:v>
                </c:pt>
                <c:pt idx="900">
                  <c:v>2.332948775926559</c:v>
                </c:pt>
                <c:pt idx="901">
                  <c:v>2.350062449759426</c:v>
                </c:pt>
                <c:pt idx="902">
                  <c:v>2.3650658592394089</c:v>
                </c:pt>
                <c:pt idx="903">
                  <c:v>2.379855871200562</c:v>
                </c:pt>
                <c:pt idx="904">
                  <c:v>2.3737867751053638</c:v>
                </c:pt>
                <c:pt idx="905">
                  <c:v>2.3613957039110018</c:v>
                </c:pt>
                <c:pt idx="906">
                  <c:v>2.0936321873883812</c:v>
                </c:pt>
                <c:pt idx="907">
                  <c:v>2.0478882789611821</c:v>
                </c:pt>
                <c:pt idx="908">
                  <c:v>2.0393848592438668</c:v>
                </c:pt>
                <c:pt idx="909">
                  <c:v>1.927398197891784</c:v>
                </c:pt>
                <c:pt idx="910">
                  <c:v>1.881711602210999</c:v>
                </c:pt>
                <c:pt idx="911">
                  <c:v>1.87341648955811</c:v>
                </c:pt>
                <c:pt idx="912">
                  <c:v>1.8338429503057609</c:v>
                </c:pt>
                <c:pt idx="913">
                  <c:v>1.799664974212646</c:v>
                </c:pt>
                <c:pt idx="914">
                  <c:v>1.795798306995245</c:v>
                </c:pt>
                <c:pt idx="915">
                  <c:v>1.73933041337035</c:v>
                </c:pt>
                <c:pt idx="916">
                  <c:v>1.730653762817383</c:v>
                </c:pt>
                <c:pt idx="917">
                  <c:v>1.7564802381618769</c:v>
                </c:pt>
                <c:pt idx="918">
                  <c:v>1.907911162610116</c:v>
                </c:pt>
                <c:pt idx="919">
                  <c:v>1.9939107894897461</c:v>
                </c:pt>
                <c:pt idx="920">
                  <c:v>2.002113597293905</c:v>
                </c:pt>
                <c:pt idx="921">
                  <c:v>2.0451743017687072</c:v>
                </c:pt>
                <c:pt idx="922">
                  <c:v>2.110666304617971</c:v>
                </c:pt>
                <c:pt idx="923">
                  <c:v>2.1269505023956299</c:v>
                </c:pt>
                <c:pt idx="924">
                  <c:v>2.1777093647376851</c:v>
                </c:pt>
                <c:pt idx="925">
                  <c:v>2.2288565635681148</c:v>
                </c:pt>
                <c:pt idx="926">
                  <c:v>2.248049093250962</c:v>
                </c:pt>
                <c:pt idx="927">
                  <c:v>2.288973810611183</c:v>
                </c:pt>
                <c:pt idx="928">
                  <c:v>2.318529605865479</c:v>
                </c:pt>
                <c:pt idx="929">
                  <c:v>2.3353113489549919</c:v>
                </c:pt>
                <c:pt idx="930">
                  <c:v>2.4830257696414049</c:v>
                </c:pt>
                <c:pt idx="931">
                  <c:v>2.524356365203857</c:v>
                </c:pt>
                <c:pt idx="932">
                  <c:v>2.5291487568000082</c:v>
                </c:pt>
                <c:pt idx="933">
                  <c:v>2.5692850949357839</c:v>
                </c:pt>
                <c:pt idx="934">
                  <c:v>2.585023164749146</c:v>
                </c:pt>
                <c:pt idx="935">
                  <c:v>2.5852625861769112</c:v>
                </c:pt>
                <c:pt idx="936">
                  <c:v>2.5871246046346328</c:v>
                </c:pt>
                <c:pt idx="937">
                  <c:v>2.588376522064209</c:v>
                </c:pt>
                <c:pt idx="938">
                  <c:v>2.5919811739307219</c:v>
                </c:pt>
                <c:pt idx="939">
                  <c:v>2.6655358131236562</c:v>
                </c:pt>
                <c:pt idx="940">
                  <c:v>2.676195383071899</c:v>
                </c:pt>
                <c:pt idx="941">
                  <c:v>2.663909941017502</c:v>
                </c:pt>
                <c:pt idx="942">
                  <c:v>2.5556834448872912</c:v>
                </c:pt>
                <c:pt idx="943">
                  <c:v>2.4984130859375</c:v>
                </c:pt>
                <c:pt idx="944">
                  <c:v>2.4908882303680451</c:v>
                </c:pt>
                <c:pt idx="945">
                  <c:v>2.421221195913851</c:v>
                </c:pt>
                <c:pt idx="946">
                  <c:v>2.3693982569108898</c:v>
                </c:pt>
                <c:pt idx="947">
                  <c:v>2.352001428604126</c:v>
                </c:pt>
                <c:pt idx="948">
                  <c:v>2.3433924889790489</c:v>
                </c:pt>
                <c:pt idx="949">
                  <c:v>2.214815971885161</c:v>
                </c:pt>
                <c:pt idx="950">
                  <c:v>2.1810302734375</c:v>
                </c:pt>
                <c:pt idx="951">
                  <c:v>2.1681842556944839</c:v>
                </c:pt>
                <c:pt idx="952">
                  <c:v>2.0541311809075089</c:v>
                </c:pt>
                <c:pt idx="953">
                  <c:v>1.9773291349411011</c:v>
                </c:pt>
                <c:pt idx="954">
                  <c:v>1.969698575897036</c:v>
                </c:pt>
                <c:pt idx="955">
                  <c:v>1.9455539965298609</c:v>
                </c:pt>
                <c:pt idx="956">
                  <c:v>1.9224993722102011</c:v>
                </c:pt>
                <c:pt idx="957">
                  <c:v>1.9071836471557619</c:v>
                </c:pt>
                <c:pt idx="958">
                  <c:v>1.931654119474677</c:v>
                </c:pt>
                <c:pt idx="959">
                  <c:v>1.975809983717117</c:v>
                </c:pt>
                <c:pt idx="960">
                  <c:v>2.022408761956628</c:v>
                </c:pt>
                <c:pt idx="961">
                  <c:v>2.026232004165649</c:v>
                </c:pt>
                <c:pt idx="962">
                  <c:v>2.0947387262264372</c:v>
                </c:pt>
                <c:pt idx="963">
                  <c:v>2.128368618177424</c:v>
                </c:pt>
                <c:pt idx="964">
                  <c:v>2.1334457397460942</c:v>
                </c:pt>
                <c:pt idx="965">
                  <c:v>2.136881664254509</c:v>
                </c:pt>
                <c:pt idx="966">
                  <c:v>2.1432686722949601</c:v>
                </c:pt>
                <c:pt idx="967">
                  <c:v>2.1449000835418701</c:v>
                </c:pt>
                <c:pt idx="968">
                  <c:v>2.1341836755451649</c:v>
                </c:pt>
                <c:pt idx="969">
                  <c:v>2.0500068664550781</c:v>
                </c:pt>
                <c:pt idx="970">
                  <c:v>2.0475749147711162</c:v>
                </c:pt>
                <c:pt idx="971">
                  <c:v>2.0406431785676511</c:v>
                </c:pt>
                <c:pt idx="972">
                  <c:v>2.0321491429558489</c:v>
                </c:pt>
                <c:pt idx="973">
                  <c:v>2.0290448665618901</c:v>
                </c:pt>
                <c:pt idx="974">
                  <c:v>2.0185388543905018</c:v>
                </c:pt>
                <c:pt idx="975">
                  <c:v>1.9894368618562139</c:v>
                </c:pt>
                <c:pt idx="976">
                  <c:v>1.9834258556365969</c:v>
                </c:pt>
                <c:pt idx="977">
                  <c:v>1.9819275509819341</c:v>
                </c:pt>
                <c:pt idx="978">
                  <c:v>1.9619731751789511</c:v>
                </c:pt>
                <c:pt idx="979">
                  <c:v>1.9494868516921999</c:v>
                </c:pt>
                <c:pt idx="980">
                  <c:v>1.958907407747225</c:v>
                </c:pt>
                <c:pt idx="981">
                  <c:v>2.0857423155047852</c:v>
                </c:pt>
                <c:pt idx="982">
                  <c:v>2.1062664985656738</c:v>
                </c:pt>
                <c:pt idx="983">
                  <c:v>2.100017999061849</c:v>
                </c:pt>
                <c:pt idx="984">
                  <c:v>2.052155845061173</c:v>
                </c:pt>
                <c:pt idx="985">
                  <c:v>2.0348105430603032</c:v>
                </c:pt>
                <c:pt idx="986">
                  <c:v>2.0252740665712761</c:v>
                </c:pt>
                <c:pt idx="987">
                  <c:v>1.868848919868469</c:v>
                </c:pt>
                <c:pt idx="988">
                  <c:v>1.870881447230939</c:v>
                </c:pt>
                <c:pt idx="989">
                  <c:v>1.9038888735953099</c:v>
                </c:pt>
                <c:pt idx="990">
                  <c:v>1.914092063903809</c:v>
                </c:pt>
                <c:pt idx="991">
                  <c:v>1.910387117142248</c:v>
                </c:pt>
                <c:pt idx="992">
                  <c:v>1.8522025513459119</c:v>
                </c:pt>
                <c:pt idx="993">
                  <c:v>1.825406074523926</c:v>
                </c:pt>
                <c:pt idx="994">
                  <c:v>1.824172247524658</c:v>
                </c:pt>
                <c:pt idx="995">
                  <c:v>1.81631915252527</c:v>
                </c:pt>
                <c:pt idx="996">
                  <c:v>1.8105642375200199</c:v>
                </c:pt>
                <c:pt idx="997">
                  <c:v>1.8095881938934331</c:v>
                </c:pt>
                <c:pt idx="998">
                  <c:v>1.8090209997390789</c:v>
                </c:pt>
                <c:pt idx="999">
                  <c:v>1.8034013278571119</c:v>
                </c:pt>
                <c:pt idx="1000">
                  <c:v>1.7952885126895359</c:v>
                </c:pt>
                <c:pt idx="1001">
                  <c:v>1.794511556625366</c:v>
                </c:pt>
                <c:pt idx="1002">
                  <c:v>1.793785234716748</c:v>
                </c:pt>
                <c:pt idx="1003">
                  <c:v>1.786390539778802</c:v>
                </c:pt>
                <c:pt idx="1004">
                  <c:v>1.7810142456827349</c:v>
                </c:pt>
                <c:pt idx="1005">
                  <c:v>1.7791817188262939</c:v>
                </c:pt>
                <c:pt idx="1006">
                  <c:v>1.75817091987999</c:v>
                </c:pt>
                <c:pt idx="1007">
                  <c:v>1.659553940338983</c:v>
                </c:pt>
                <c:pt idx="1008">
                  <c:v>1.6094328165054319</c:v>
                </c:pt>
                <c:pt idx="1009">
                  <c:v>1.5998803659868781</c:v>
                </c:pt>
                <c:pt idx="1010">
                  <c:v>1.5372770326328651</c:v>
                </c:pt>
                <c:pt idx="1011">
                  <c:v>1.5051524639129641</c:v>
                </c:pt>
                <c:pt idx="1012">
                  <c:v>1.5093303175164949</c:v>
                </c:pt>
                <c:pt idx="1013">
                  <c:v>1.539971926694726</c:v>
                </c:pt>
                <c:pt idx="1014">
                  <c:v>1.569155696773791</c:v>
                </c:pt>
                <c:pt idx="1015">
                  <c:v>1.573204874992371</c:v>
                </c:pt>
                <c:pt idx="1016">
                  <c:v>1.5731521615160471</c:v>
                </c:pt>
                <c:pt idx="1017">
                  <c:v>1.5723659973831721</c:v>
                </c:pt>
                <c:pt idx="1018">
                  <c:v>1.5720686912536621</c:v>
                </c:pt>
                <c:pt idx="1019">
                  <c:v>1.5927356308774749</c:v>
                </c:pt>
                <c:pt idx="1020">
                  <c:v>1.817876815795898</c:v>
                </c:pt>
                <c:pt idx="1021">
                  <c:v>1.8205710894928719</c:v>
                </c:pt>
                <c:pt idx="1022">
                  <c:v>1.824578458482361</c:v>
                </c:pt>
                <c:pt idx="1023">
                  <c:v>1.830717186423785</c:v>
                </c:pt>
                <c:pt idx="1024">
                  <c:v>1.8328995704650879</c:v>
                </c:pt>
                <c:pt idx="1025">
                  <c:v>1.8183733223273739</c:v>
                </c:pt>
                <c:pt idx="1026">
                  <c:v>1.7798623908115829</c:v>
                </c:pt>
                <c:pt idx="1027">
                  <c:v>1.7588009834289551</c:v>
                </c:pt>
                <c:pt idx="1028">
                  <c:v>1.7773734574563449</c:v>
                </c:pt>
                <c:pt idx="1029">
                  <c:v>1.8325195136579639</c:v>
                </c:pt>
                <c:pt idx="1030">
                  <c:v>1.8812901131636299</c:v>
                </c:pt>
                <c:pt idx="1031">
                  <c:v>1.8942568302154541</c:v>
                </c:pt>
                <c:pt idx="1032">
                  <c:v>1.8936199659727011</c:v>
                </c:pt>
                <c:pt idx="1033">
                  <c:v>1.88555991438659</c:v>
                </c:pt>
                <c:pt idx="1034">
                  <c:v>1.8842576742172239</c:v>
                </c:pt>
                <c:pt idx="1035">
                  <c:v>1.8669860488123791</c:v>
                </c:pt>
                <c:pt idx="1036">
                  <c:v>1.7710826396942141</c:v>
                </c:pt>
                <c:pt idx="1037">
                  <c:v>1.7729222122232879</c:v>
                </c:pt>
                <c:pt idx="1038">
                  <c:v>1.777704229651669</c:v>
                </c:pt>
                <c:pt idx="1039">
                  <c:v>1.7826021096592279</c:v>
                </c:pt>
                <c:pt idx="1040">
                  <c:v>1.788695131045879</c:v>
                </c:pt>
                <c:pt idx="1041">
                  <c:v>1.7899156808853149</c:v>
                </c:pt>
                <c:pt idx="1042">
                  <c:v>1.780418825826326</c:v>
                </c:pt>
                <c:pt idx="1043">
                  <c:v>1.673534420972429</c:v>
                </c:pt>
                <c:pt idx="1044">
                  <c:v>1.6440252065658569</c:v>
                </c:pt>
                <c:pt idx="1045">
                  <c:v>1.640606973253669</c:v>
                </c:pt>
                <c:pt idx="1046">
                  <c:v>1.603084992370176</c:v>
                </c:pt>
                <c:pt idx="1047">
                  <c:v>1.5807338329570939</c:v>
                </c:pt>
                <c:pt idx="1048">
                  <c:v>1.5767345428466799</c:v>
                </c:pt>
                <c:pt idx="1049">
                  <c:v>1.582260371112221</c:v>
                </c:pt>
                <c:pt idx="1050">
                  <c:v>1.6401436328887939</c:v>
                </c:pt>
                <c:pt idx="1051">
                  <c:v>1.656668918603555</c:v>
                </c:pt>
                <c:pt idx="1052">
                  <c:v>1.784361810630416</c:v>
                </c:pt>
                <c:pt idx="1053">
                  <c:v>1.845174312591553</c:v>
                </c:pt>
                <c:pt idx="1054">
                  <c:v>1.85046551923378</c:v>
                </c:pt>
                <c:pt idx="1055">
                  <c:v>1.920226514945264</c:v>
                </c:pt>
                <c:pt idx="1056">
                  <c:v>1.983860850334167</c:v>
                </c:pt>
                <c:pt idx="1057">
                  <c:v>1.9965412256022721</c:v>
                </c:pt>
                <c:pt idx="1058">
                  <c:v>2.0997448557136331</c:v>
                </c:pt>
                <c:pt idx="1059">
                  <c:v>2.12964916229248</c:v>
                </c:pt>
                <c:pt idx="1060">
                  <c:v>2.1291949991208412</c:v>
                </c:pt>
                <c:pt idx="1061">
                  <c:v>2.1259200688721971</c:v>
                </c:pt>
                <c:pt idx="1062">
                  <c:v>2.123863697052002</c:v>
                </c:pt>
                <c:pt idx="1063">
                  <c:v>2.123748992523792</c:v>
                </c:pt>
                <c:pt idx="1064">
                  <c:v>2.1235769357314762</c:v>
                </c:pt>
                <c:pt idx="1065">
                  <c:v>2.1191671751932248</c:v>
                </c:pt>
                <c:pt idx="1066">
                  <c:v>2.1188392639160161</c:v>
                </c:pt>
                <c:pt idx="1067">
                  <c:v>2.116690483000585</c:v>
                </c:pt>
                <c:pt idx="1068">
                  <c:v>2.0940532416658399</c:v>
                </c:pt>
                <c:pt idx="1069">
                  <c:v>2.0875251293182369</c:v>
                </c:pt>
                <c:pt idx="1070">
                  <c:v>2.0342556049949239</c:v>
                </c:pt>
                <c:pt idx="1071">
                  <c:v>1.8868096272780071</c:v>
                </c:pt>
                <c:pt idx="1072">
                  <c:v>1.7983477115631099</c:v>
                </c:pt>
                <c:pt idx="1073">
                  <c:v>1.7915551818182089</c:v>
                </c:pt>
                <c:pt idx="1074">
                  <c:v>1.7296696901321409</c:v>
                </c:pt>
                <c:pt idx="1075">
                  <c:v>1.723660983355513</c:v>
                </c:pt>
                <c:pt idx="1076">
                  <c:v>1.683506849717932</c:v>
                </c:pt>
                <c:pt idx="1077">
                  <c:v>1.653000633074782</c:v>
                </c:pt>
                <c:pt idx="1078">
                  <c:v>1.6234921287104851</c:v>
                </c:pt>
                <c:pt idx="1079">
                  <c:v>1.616441965103149</c:v>
                </c:pt>
                <c:pt idx="1080">
                  <c:v>1.6195726375931701</c:v>
                </c:pt>
                <c:pt idx="1081">
                  <c:v>1.643996089573496</c:v>
                </c:pt>
                <c:pt idx="1082">
                  <c:v>1.662657725355897</c:v>
                </c:pt>
                <c:pt idx="1083">
                  <c:v>1.6707004308700559</c:v>
                </c:pt>
                <c:pt idx="1084">
                  <c:v>1.6642014652201531</c:v>
                </c:pt>
                <c:pt idx="1085">
                  <c:v>1.6075395748189281</c:v>
                </c:pt>
                <c:pt idx="1086">
                  <c:v>1.583365321159363</c:v>
                </c:pt>
                <c:pt idx="1087">
                  <c:v>1.580230475902026</c:v>
                </c:pt>
                <c:pt idx="1088">
                  <c:v>1.5540296460200469</c:v>
                </c:pt>
                <c:pt idx="1089">
                  <c:v>1.542742252349854</c:v>
                </c:pt>
                <c:pt idx="1090">
                  <c:v>1.542567482040109</c:v>
                </c:pt>
                <c:pt idx="1091">
                  <c:v>1.5418592047928881</c:v>
                </c:pt>
                <c:pt idx="1092">
                  <c:v>1.5413849353790281</c:v>
                </c:pt>
                <c:pt idx="1093">
                  <c:v>1.550632569863287</c:v>
                </c:pt>
                <c:pt idx="1094">
                  <c:v>1.606986535902307</c:v>
                </c:pt>
                <c:pt idx="1095">
                  <c:v>1.6585074948395699</c:v>
                </c:pt>
                <c:pt idx="1096">
                  <c:v>1.6656496524810791</c:v>
                </c:pt>
                <c:pt idx="1097">
                  <c:v>1.6496314933617411</c:v>
                </c:pt>
                <c:pt idx="1098">
                  <c:v>1.648045260813831</c:v>
                </c:pt>
                <c:pt idx="1099">
                  <c:v>1.6132103499577799</c:v>
                </c:pt>
                <c:pt idx="1100">
                  <c:v>1.6067342758178711</c:v>
                </c:pt>
                <c:pt idx="1101">
                  <c:v>1.6156480095104311</c:v>
                </c:pt>
                <c:pt idx="1102">
                  <c:v>1.648079434524319</c:v>
                </c:pt>
                <c:pt idx="1103">
                  <c:v>1.661764860153198</c:v>
                </c:pt>
                <c:pt idx="1104">
                  <c:v>1.6749872188206709</c:v>
                </c:pt>
                <c:pt idx="1105">
                  <c:v>1.6937587952525199</c:v>
                </c:pt>
                <c:pt idx="1106">
                  <c:v>1.7118018865585329</c:v>
                </c:pt>
                <c:pt idx="1107">
                  <c:v>1.702859665894398</c:v>
                </c:pt>
                <c:pt idx="1108">
                  <c:v>1.616945633944342</c:v>
                </c:pt>
                <c:pt idx="1109">
                  <c:v>1.603693842887878</c:v>
                </c:pt>
                <c:pt idx="1110">
                  <c:v>1.610994274695243</c:v>
                </c:pt>
                <c:pt idx="1111">
                  <c:v>1.6489048872092349</c:v>
                </c:pt>
                <c:pt idx="1112">
                  <c:v>1.668614387512207</c:v>
                </c:pt>
                <c:pt idx="1113">
                  <c:v>1.6649532699087011</c:v>
                </c:pt>
                <c:pt idx="1114">
                  <c:v>1.646700891074792</c:v>
                </c:pt>
                <c:pt idx="1115">
                  <c:v>1.633667084366953</c:v>
                </c:pt>
                <c:pt idx="1116">
                  <c:v>1.6313872337341311</c:v>
                </c:pt>
                <c:pt idx="1117">
                  <c:v>1.625275207200249</c:v>
                </c:pt>
                <c:pt idx="1118">
                  <c:v>1.57066356590736</c:v>
                </c:pt>
                <c:pt idx="1119">
                  <c:v>1.4944848863557521</c:v>
                </c:pt>
                <c:pt idx="1120">
                  <c:v>1.4548366069793699</c:v>
                </c:pt>
                <c:pt idx="1121">
                  <c:v>1.451902584150538</c:v>
                </c:pt>
                <c:pt idx="1122">
                  <c:v>1.3742555222152399</c:v>
                </c:pt>
                <c:pt idx="1123">
                  <c:v>1.3166477680206301</c:v>
                </c:pt>
                <c:pt idx="1124">
                  <c:v>1.314686773359981</c:v>
                </c:pt>
                <c:pt idx="1125">
                  <c:v>1.310981546072743</c:v>
                </c:pt>
                <c:pt idx="1126">
                  <c:v>1.222826454091452</c:v>
                </c:pt>
                <c:pt idx="1127">
                  <c:v>1.216279149055481</c:v>
                </c:pt>
                <c:pt idx="1128">
                  <c:v>1.2290467945632571</c:v>
                </c:pt>
                <c:pt idx="1129">
                  <c:v>1.3581716741450749</c:v>
                </c:pt>
                <c:pt idx="1130">
                  <c:v>1.396341919898987</c:v>
                </c:pt>
                <c:pt idx="1131">
                  <c:v>1.4091511287550671</c:v>
                </c:pt>
                <c:pt idx="1132">
                  <c:v>1.457963149857358</c:v>
                </c:pt>
                <c:pt idx="1133">
                  <c:v>1.4861611127853389</c:v>
                </c:pt>
                <c:pt idx="1134">
                  <c:v>1.526456689018475</c:v>
                </c:pt>
                <c:pt idx="1135">
                  <c:v>1.674459522117639</c:v>
                </c:pt>
                <c:pt idx="1136">
                  <c:v>1.7256920337677</c:v>
                </c:pt>
                <c:pt idx="1137">
                  <c:v>1.7318095234236881</c:v>
                </c:pt>
                <c:pt idx="1138">
                  <c:v>1.7754717955957251</c:v>
                </c:pt>
                <c:pt idx="1139">
                  <c:v>1.8191102743148799</c:v>
                </c:pt>
                <c:pt idx="1140">
                  <c:v>1.8356912596560651</c:v>
                </c:pt>
                <c:pt idx="1141">
                  <c:v>1.9858657401036119</c:v>
                </c:pt>
                <c:pt idx="1142">
                  <c:v>2.0121057033538818</c:v>
                </c:pt>
                <c:pt idx="1143">
                  <c:v>2.010072726700928</c:v>
                </c:pt>
                <c:pt idx="1144">
                  <c:v>1.99485794050723</c:v>
                </c:pt>
                <c:pt idx="1145">
                  <c:v>1.987772464752197</c:v>
                </c:pt>
                <c:pt idx="1146">
                  <c:v>1.981230869699365</c:v>
                </c:pt>
                <c:pt idx="1147">
                  <c:v>1.9152324408369339</c:v>
                </c:pt>
                <c:pt idx="1148">
                  <c:v>1.8587716817855831</c:v>
                </c:pt>
                <c:pt idx="1149">
                  <c:v>1.8408304823545341</c:v>
                </c:pt>
                <c:pt idx="1150">
                  <c:v>1.816554704095239</c:v>
                </c:pt>
                <c:pt idx="1151">
                  <c:v>1.6886322102878319</c:v>
                </c:pt>
                <c:pt idx="1152">
                  <c:v>1.657007217407227</c:v>
                </c:pt>
                <c:pt idx="1153">
                  <c:v>1.6383027026896411</c:v>
                </c:pt>
                <c:pt idx="1154">
                  <c:v>1.598838090896606</c:v>
                </c:pt>
                <c:pt idx="1155">
                  <c:v>1.613066636553443</c:v>
                </c:pt>
                <c:pt idx="1156">
                  <c:v>1.635489215214784</c:v>
                </c:pt>
                <c:pt idx="1157">
                  <c:v>1.6573890447616579</c:v>
                </c:pt>
                <c:pt idx="1158">
                  <c:v>1.687129997478841</c:v>
                </c:pt>
                <c:pt idx="1159">
                  <c:v>1.705656707223949</c:v>
                </c:pt>
                <c:pt idx="1160">
                  <c:v>1.7575423803435339</c:v>
                </c:pt>
                <c:pt idx="1161">
                  <c:v>1.7883908748626709</c:v>
                </c:pt>
                <c:pt idx="1162">
                  <c:v>1.786333624316615</c:v>
                </c:pt>
                <c:pt idx="1163">
                  <c:v>1.7749611304049451</c:v>
                </c:pt>
                <c:pt idx="1164">
                  <c:v>1.7653439071560051</c:v>
                </c:pt>
                <c:pt idx="1165">
                  <c:v>1.763651490211487</c:v>
                </c:pt>
                <c:pt idx="1166">
                  <c:v>1.7480826284036941</c:v>
                </c:pt>
                <c:pt idx="1167">
                  <c:v>1.5739999377010641</c:v>
                </c:pt>
                <c:pt idx="1168">
                  <c:v>1.534084558486938</c:v>
                </c:pt>
                <c:pt idx="1169">
                  <c:v>1.528191873696285</c:v>
                </c:pt>
                <c:pt idx="1170">
                  <c:v>1.4418363222765149</c:v>
                </c:pt>
                <c:pt idx="1171">
                  <c:v>1.4002950191497801</c:v>
                </c:pt>
                <c:pt idx="1172">
                  <c:v>1.3989888831996939</c:v>
                </c:pt>
                <c:pt idx="1173">
                  <c:v>1.385017395019531</c:v>
                </c:pt>
                <c:pt idx="1174">
                  <c:v>1.3918520003465791</c:v>
                </c:pt>
                <c:pt idx="1175">
                  <c:v>1.4609598999435429</c:v>
                </c:pt>
                <c:pt idx="1176">
                  <c:v>1.480694532394409</c:v>
                </c:pt>
                <c:pt idx="1177">
                  <c:v>1.4914386674367659</c:v>
                </c:pt>
                <c:pt idx="1178">
                  <c:v>1.5764187989360821</c:v>
                </c:pt>
                <c:pt idx="1179">
                  <c:v>1.646378874778748</c:v>
                </c:pt>
                <c:pt idx="1180">
                  <c:v>1.6514799777287641</c:v>
                </c:pt>
                <c:pt idx="1181">
                  <c:v>1.7046479766359131</c:v>
                </c:pt>
                <c:pt idx="1182">
                  <c:v>1.759569884986858</c:v>
                </c:pt>
                <c:pt idx="1183">
                  <c:v>1.7812403440475459</c:v>
                </c:pt>
                <c:pt idx="1184">
                  <c:v>1.7843383010706471</c:v>
                </c:pt>
                <c:pt idx="1185">
                  <c:v>1.82776318337985</c:v>
                </c:pt>
                <c:pt idx="1186">
                  <c:v>1.8450601100921631</c:v>
                </c:pt>
                <c:pt idx="1187">
                  <c:v>1.8583587316146639</c:v>
                </c:pt>
                <c:pt idx="1188">
                  <c:v>1.9321557859351259</c:v>
                </c:pt>
                <c:pt idx="1189">
                  <c:v>1.996329132321095</c:v>
                </c:pt>
                <c:pt idx="1190">
                  <c:v>2.005730152130127</c:v>
                </c:pt>
                <c:pt idx="1191">
                  <c:v>2.0060282492957038</c:v>
                </c:pt>
                <c:pt idx="1192">
                  <c:v>2.010162538626068</c:v>
                </c:pt>
                <c:pt idx="1193">
                  <c:v>2.0112357139587398</c:v>
                </c:pt>
                <c:pt idx="1194">
                  <c:v>2.0203254776857258</c:v>
                </c:pt>
                <c:pt idx="1195">
                  <c:v>2.1068629091066899</c:v>
                </c:pt>
                <c:pt idx="1196">
                  <c:v>2.1501131057739258</c:v>
                </c:pt>
                <c:pt idx="1197">
                  <c:v>2.1397045594411548</c:v>
                </c:pt>
                <c:pt idx="1198">
                  <c:v>2.0718045840670398</c:v>
                </c:pt>
                <c:pt idx="1199">
                  <c:v>1.996248362236057</c:v>
                </c:pt>
                <c:pt idx="1200">
                  <c:v>1.944782495498657</c:v>
                </c:pt>
                <c:pt idx="1201">
                  <c:v>1.934617738037729</c:v>
                </c:pt>
                <c:pt idx="1202">
                  <c:v>1.9310132997907949</c:v>
                </c:pt>
                <c:pt idx="1203">
                  <c:v>1.8513524964820931</c:v>
                </c:pt>
                <c:pt idx="1204">
                  <c:v>1.8132703304290769</c:v>
                </c:pt>
                <c:pt idx="1205">
                  <c:v>1.81315542586579</c:v>
                </c:pt>
                <c:pt idx="1206">
                  <c:v>1.813069519853959</c:v>
                </c:pt>
                <c:pt idx="1207">
                  <c:v>1.811308622360229</c:v>
                </c:pt>
                <c:pt idx="1208">
                  <c:v>1.807215189129237</c:v>
                </c:pt>
                <c:pt idx="1209">
                  <c:v>1.773731054877058</c:v>
                </c:pt>
                <c:pt idx="1210">
                  <c:v>1.76587450504303</c:v>
                </c:pt>
                <c:pt idx="1211">
                  <c:v>1.7666357802111861</c:v>
                </c:pt>
                <c:pt idx="1212">
                  <c:v>1.7739919031474369</c:v>
                </c:pt>
                <c:pt idx="1213">
                  <c:v>1.7787866592407231</c:v>
                </c:pt>
                <c:pt idx="1214">
                  <c:v>1.78394641868638</c:v>
                </c:pt>
                <c:pt idx="1215">
                  <c:v>1.841726422309875</c:v>
                </c:pt>
                <c:pt idx="1216">
                  <c:v>1.833863490557381</c:v>
                </c:pt>
                <c:pt idx="1217">
                  <c:v>1.8206626371052099</c:v>
                </c:pt>
                <c:pt idx="1218">
                  <c:v>1.813351154327393</c:v>
                </c:pt>
                <c:pt idx="1219">
                  <c:v>1.8048142915053551</c:v>
                </c:pt>
                <c:pt idx="1220">
                  <c:v>1.702505565364844</c:v>
                </c:pt>
                <c:pt idx="1221">
                  <c:v>1.628953247024834</c:v>
                </c:pt>
                <c:pt idx="1222">
                  <c:v>1.6084427833557129</c:v>
                </c:pt>
                <c:pt idx="1223">
                  <c:v>1.6175560644085409</c:v>
                </c:pt>
                <c:pt idx="1224">
                  <c:v>1.7080842404678811</c:v>
                </c:pt>
                <c:pt idx="1225">
                  <c:v>1.737130880355835</c:v>
                </c:pt>
                <c:pt idx="1226">
                  <c:v>1.747608068061911</c:v>
                </c:pt>
                <c:pt idx="1227">
                  <c:v>1.75899869929379</c:v>
                </c:pt>
                <c:pt idx="1228">
                  <c:v>1.7655153274536131</c:v>
                </c:pt>
                <c:pt idx="1229">
                  <c:v>1.7756242498537169</c:v>
                </c:pt>
                <c:pt idx="1230">
                  <c:v>1.8474409982310629</c:v>
                </c:pt>
                <c:pt idx="1231">
                  <c:v>1.9281325340271001</c:v>
                </c:pt>
                <c:pt idx="1232">
                  <c:v>1.992178923857407</c:v>
                </c:pt>
                <c:pt idx="1233">
                  <c:v>2.0438284873962398</c:v>
                </c:pt>
                <c:pt idx="1234">
                  <c:v>2.0533802834765709</c:v>
                </c:pt>
                <c:pt idx="1235">
                  <c:v>2.0823732727989461</c:v>
                </c:pt>
                <c:pt idx="1236">
                  <c:v>2.1112868500466231</c:v>
                </c:pt>
                <c:pt idx="1237">
                  <c:v>2.139854446044231</c:v>
                </c:pt>
                <c:pt idx="1238">
                  <c:v>2.143207311630249</c:v>
                </c:pt>
                <c:pt idx="1239">
                  <c:v>2.1454340650931751</c:v>
                </c:pt>
                <c:pt idx="1240">
                  <c:v>2.1671363617408712</c:v>
                </c:pt>
                <c:pt idx="1241">
                  <c:v>2.1711840629577641</c:v>
                </c:pt>
                <c:pt idx="1242">
                  <c:v>2.156276190051126</c:v>
                </c:pt>
                <c:pt idx="1243">
                  <c:v>2.063249250606364</c:v>
                </c:pt>
                <c:pt idx="1244">
                  <c:v>2.0260696411132808</c:v>
                </c:pt>
                <c:pt idx="1245">
                  <c:v>2.0510512072617471</c:v>
                </c:pt>
                <c:pt idx="1246">
                  <c:v>2.1168004755844319</c:v>
                </c:pt>
                <c:pt idx="1247">
                  <c:v>2.1741538652062649</c:v>
                </c:pt>
                <c:pt idx="1248">
                  <c:v>2.1988563537597661</c:v>
                </c:pt>
                <c:pt idx="1249">
                  <c:v>2.1440985684831819</c:v>
                </c:pt>
                <c:pt idx="1250">
                  <c:v>2.083117011145363</c:v>
                </c:pt>
                <c:pt idx="1251">
                  <c:v>2.0331628322601318</c:v>
                </c:pt>
                <c:pt idx="1252">
                  <c:v>2.0325217308479089</c:v>
                </c:pt>
                <c:pt idx="1253">
                  <c:v>2.0197570323944092</c:v>
                </c:pt>
                <c:pt idx="1254">
                  <c:v>2.0175753964744212</c:v>
                </c:pt>
                <c:pt idx="1255">
                  <c:v>2.0054942686148651</c:v>
                </c:pt>
                <c:pt idx="1256">
                  <c:v>1.974773150958669</c:v>
                </c:pt>
                <c:pt idx="1257">
                  <c:v>1.964722156524658</c:v>
                </c:pt>
                <c:pt idx="1258">
                  <c:v>1.9598159677631311</c:v>
                </c:pt>
                <c:pt idx="1259">
                  <c:v>1.932958194453376</c:v>
                </c:pt>
                <c:pt idx="1260">
                  <c:v>1.9145539999008181</c:v>
                </c:pt>
                <c:pt idx="1261">
                  <c:v>1.914381503223147</c:v>
                </c:pt>
                <c:pt idx="1262">
                  <c:v>1.911388448059105</c:v>
                </c:pt>
                <c:pt idx="1263">
                  <c:v>1.9106570482254031</c:v>
                </c:pt>
                <c:pt idx="1264">
                  <c:v>1.9003984524400861</c:v>
                </c:pt>
                <c:pt idx="1265">
                  <c:v>1.804608895096486</c:v>
                </c:pt>
                <c:pt idx="1266">
                  <c:v>1.763785243034363</c:v>
                </c:pt>
                <c:pt idx="1267">
                  <c:v>1.726674179615828</c:v>
                </c:pt>
                <c:pt idx="1268">
                  <c:v>1.7214242649542939</c:v>
                </c:pt>
                <c:pt idx="1269">
                  <c:v>1.6170156591078131</c:v>
                </c:pt>
                <c:pt idx="1270">
                  <c:v>1.590263366699219</c:v>
                </c:pt>
                <c:pt idx="1271">
                  <c:v>1.5845954880174591</c:v>
                </c:pt>
                <c:pt idx="1272">
                  <c:v>1.5331147104208811</c:v>
                </c:pt>
                <c:pt idx="1273">
                  <c:v>1.512052655220032</c:v>
                </c:pt>
                <c:pt idx="1274">
                  <c:v>1.5060923972908431</c:v>
                </c:pt>
                <c:pt idx="1275">
                  <c:v>1.457933337641566</c:v>
                </c:pt>
                <c:pt idx="1276">
                  <c:v>1.3746331181333631</c:v>
                </c:pt>
                <c:pt idx="1277">
                  <c:v>1.3623343706130979</c:v>
                </c:pt>
                <c:pt idx="1278">
                  <c:v>1.3573789906101461</c:v>
                </c:pt>
                <c:pt idx="1279">
                  <c:v>1.328095249950956</c:v>
                </c:pt>
                <c:pt idx="1280">
                  <c:v>1.318772435188293</c:v>
                </c:pt>
                <c:pt idx="1281">
                  <c:v>1.3057584370898001</c:v>
                </c:pt>
                <c:pt idx="1282">
                  <c:v>1.229829590285733</c:v>
                </c:pt>
                <c:pt idx="1283">
                  <c:v>1.1795349842834419</c:v>
                </c:pt>
                <c:pt idx="1284">
                  <c:v>1.166840195655823</c:v>
                </c:pt>
                <c:pt idx="1285">
                  <c:v>1.111500387619794</c:v>
                </c:pt>
                <c:pt idx="1286">
                  <c:v>1.0593724250793459</c:v>
                </c:pt>
                <c:pt idx="1287">
                  <c:v>1.053106757324922</c:v>
                </c:pt>
                <c:pt idx="1288">
                  <c:v>0.95952710273982911</c:v>
                </c:pt>
                <c:pt idx="1289">
                  <c:v>0.92023956775665283</c:v>
                </c:pt>
                <c:pt idx="1290">
                  <c:v>0.91030894988773836</c:v>
                </c:pt>
                <c:pt idx="1291">
                  <c:v>0.84242885491807873</c:v>
                </c:pt>
                <c:pt idx="1292">
                  <c:v>0.82947564125061035</c:v>
                </c:pt>
                <c:pt idx="1293">
                  <c:v>0.81884751099509479</c:v>
                </c:pt>
                <c:pt idx="1294">
                  <c:v>0.75855448932590508</c:v>
                </c:pt>
                <c:pt idx="1295">
                  <c:v>0.72987979650497437</c:v>
                </c:pt>
                <c:pt idx="1296">
                  <c:v>0.72618341319238888</c:v>
                </c:pt>
                <c:pt idx="1297">
                  <c:v>0.68585360361760639</c:v>
                </c:pt>
                <c:pt idx="1298">
                  <c:v>0.65101341713332539</c:v>
                </c:pt>
                <c:pt idx="1299">
                  <c:v>0.63932257890701294</c:v>
                </c:pt>
                <c:pt idx="1300">
                  <c:v>0.63500696305258975</c:v>
                </c:pt>
                <c:pt idx="1301">
                  <c:v>0.58655244078376145</c:v>
                </c:pt>
                <c:pt idx="1302">
                  <c:v>0.56828278303146362</c:v>
                </c:pt>
                <c:pt idx="1303">
                  <c:v>0.56533171735724896</c:v>
                </c:pt>
                <c:pt idx="1304">
                  <c:v>0.53939970362846745</c:v>
                </c:pt>
                <c:pt idx="1305">
                  <c:v>0.52101510217726898</c:v>
                </c:pt>
                <c:pt idx="1306">
                  <c:v>0.51441788673400879</c:v>
                </c:pt>
                <c:pt idx="1307">
                  <c:v>0.51261162687654305</c:v>
                </c:pt>
                <c:pt idx="1308">
                  <c:v>0.49408828661475629</c:v>
                </c:pt>
                <c:pt idx="1309">
                  <c:v>0.48734605312347412</c:v>
                </c:pt>
                <c:pt idx="1310">
                  <c:v>0.48539659845944388</c:v>
                </c:pt>
                <c:pt idx="1311">
                  <c:v>0.46573731303215032</c:v>
                </c:pt>
                <c:pt idx="1312">
                  <c:v>0.45236419711904702</c:v>
                </c:pt>
                <c:pt idx="1313">
                  <c:v>0.43360339978447537</c:v>
                </c:pt>
                <c:pt idx="1314">
                  <c:v>0.42586955428123469</c:v>
                </c:pt>
                <c:pt idx="1315">
                  <c:v>0.42464037665245452</c:v>
                </c:pt>
                <c:pt idx="1316">
                  <c:v>0.41697777854239021</c:v>
                </c:pt>
                <c:pt idx="1317">
                  <c:v>0.40929449382123612</c:v>
                </c:pt>
                <c:pt idx="1318">
                  <c:v>0.40168725262017763</c:v>
                </c:pt>
                <c:pt idx="1319">
                  <c:v>0.39260236332194121</c:v>
                </c:pt>
                <c:pt idx="1320">
                  <c:v>0.38774228096008301</c:v>
                </c:pt>
                <c:pt idx="1321">
                  <c:v>0.38902626890965142</c:v>
                </c:pt>
                <c:pt idx="1322">
                  <c:v>0.39225900173187261</c:v>
                </c:pt>
                <c:pt idx="1323">
                  <c:v>0.37739863733493573</c:v>
                </c:pt>
                <c:pt idx="1324">
                  <c:v>0.35553234815597529</c:v>
                </c:pt>
                <c:pt idx="1325">
                  <c:v>0.35679125583719928</c:v>
                </c:pt>
                <c:pt idx="1326">
                  <c:v>0.35753546795980162</c:v>
                </c:pt>
                <c:pt idx="1327">
                  <c:v>0.35786905884742742</c:v>
                </c:pt>
                <c:pt idx="1328">
                  <c:v>0.35993961176827421</c:v>
                </c:pt>
                <c:pt idx="1329">
                  <c:v>0.3691683964895382</c:v>
                </c:pt>
                <c:pt idx="1330">
                  <c:v>0.37485226988792419</c:v>
                </c:pt>
                <c:pt idx="1331">
                  <c:v>0.35926530925610312</c:v>
                </c:pt>
                <c:pt idx="1332">
                  <c:v>0.3422170870316309</c:v>
                </c:pt>
                <c:pt idx="1333">
                  <c:v>0.3364136815071106</c:v>
                </c:pt>
                <c:pt idx="1334">
                  <c:v>0.32951852524278941</c:v>
                </c:pt>
                <c:pt idx="1335">
                  <c:v>0.32156290244007468</c:v>
                </c:pt>
                <c:pt idx="1336">
                  <c:v>0.30230932304519131</c:v>
                </c:pt>
                <c:pt idx="1337">
                  <c:v>0.29437446594238281</c:v>
                </c:pt>
                <c:pt idx="1338">
                  <c:v>0.29509167369499439</c:v>
                </c:pt>
                <c:pt idx="1339">
                  <c:v>0.29995008037514881</c:v>
                </c:pt>
                <c:pt idx="1340">
                  <c:v>0.30265283584594732</c:v>
                </c:pt>
                <c:pt idx="1341">
                  <c:v>0.3114061551035241</c:v>
                </c:pt>
                <c:pt idx="1342">
                  <c:v>0.32012642501266703</c:v>
                </c:pt>
                <c:pt idx="1343">
                  <c:v>0.32355687022209167</c:v>
                </c:pt>
                <c:pt idx="1344">
                  <c:v>0.3255186662259027</c:v>
                </c:pt>
                <c:pt idx="1345">
                  <c:v>0.32944345474243159</c:v>
                </c:pt>
                <c:pt idx="1346">
                  <c:v>0.35805890598519791</c:v>
                </c:pt>
                <c:pt idx="1347">
                  <c:v>0.40216596411688782</c:v>
                </c:pt>
                <c:pt idx="1348">
                  <c:v>0.41280108690261841</c:v>
                </c:pt>
                <c:pt idx="1349">
                  <c:v>0.42862924957944898</c:v>
                </c:pt>
                <c:pt idx="1350">
                  <c:v>0.47272432657611668</c:v>
                </c:pt>
                <c:pt idx="1351">
                  <c:v>0.49773648381233221</c:v>
                </c:pt>
                <c:pt idx="1352">
                  <c:v>0.4994980190498724</c:v>
                </c:pt>
                <c:pt idx="1353">
                  <c:v>0.49961524797182932</c:v>
                </c:pt>
                <c:pt idx="1354">
                  <c:v>0.50107075606402962</c:v>
                </c:pt>
                <c:pt idx="1355">
                  <c:v>0.50303388283372419</c:v>
                </c:pt>
                <c:pt idx="1356">
                  <c:v>0.50410897305921054</c:v>
                </c:pt>
                <c:pt idx="1357">
                  <c:v>0.50429010391235352</c:v>
                </c:pt>
                <c:pt idx="1358">
                  <c:v>0.54420846700668335</c:v>
                </c:pt>
                <c:pt idx="1359">
                  <c:v>0.5468582209971633</c:v>
                </c:pt>
                <c:pt idx="1360">
                  <c:v>0.5648345947265625</c:v>
                </c:pt>
                <c:pt idx="1361">
                  <c:v>0.54851690832869893</c:v>
                </c:pt>
                <c:pt idx="1362">
                  <c:v>0.52456176502952512</c:v>
                </c:pt>
                <c:pt idx="1363">
                  <c:v>0.50813375444900621</c:v>
                </c:pt>
                <c:pt idx="1364">
                  <c:v>0.50543129444122314</c:v>
                </c:pt>
                <c:pt idx="1365">
                  <c:v>0.49343025055961143</c:v>
                </c:pt>
                <c:pt idx="1366">
                  <c:v>0.47522753840661358</c:v>
                </c:pt>
                <c:pt idx="1367">
                  <c:v>0.47275370359420782</c:v>
                </c:pt>
                <c:pt idx="1368">
                  <c:v>0.46572672576358282</c:v>
                </c:pt>
                <c:pt idx="1369">
                  <c:v>0.44160165449319538</c:v>
                </c:pt>
                <c:pt idx="1370">
                  <c:v>0.43269908428192139</c:v>
                </c:pt>
                <c:pt idx="1371">
                  <c:v>0.43145062000152729</c:v>
                </c:pt>
                <c:pt idx="1372">
                  <c:v>0.42640738858637622</c:v>
                </c:pt>
                <c:pt idx="1373">
                  <c:v>0.42547066091722407</c:v>
                </c:pt>
                <c:pt idx="1374">
                  <c:v>0.42248677503788712</c:v>
                </c:pt>
                <c:pt idx="1375">
                  <c:v>0.41961511969566351</c:v>
                </c:pt>
                <c:pt idx="1376">
                  <c:v>0.35782453417778021</c:v>
                </c:pt>
                <c:pt idx="1377">
                  <c:v>0.35485576941841068</c:v>
                </c:pt>
                <c:pt idx="1378">
                  <c:v>0.33844932712566728</c:v>
                </c:pt>
                <c:pt idx="1379">
                  <c:v>0.32954645156860352</c:v>
                </c:pt>
                <c:pt idx="1380">
                  <c:v>0.33968222504857409</c:v>
                </c:pt>
                <c:pt idx="1381">
                  <c:v>0.36922928627726642</c:v>
                </c:pt>
                <c:pt idx="1382">
                  <c:v>0.37742054462432861</c:v>
                </c:pt>
                <c:pt idx="1383">
                  <c:v>0.37844309068636001</c:v>
                </c:pt>
                <c:pt idx="1384">
                  <c:v>0.37984904131678082</c:v>
                </c:pt>
                <c:pt idx="1385">
                  <c:v>0.38070699572563171</c:v>
                </c:pt>
                <c:pt idx="1386">
                  <c:v>0.37793069647268468</c:v>
                </c:pt>
                <c:pt idx="1387">
                  <c:v>0.37015052836472151</c:v>
                </c:pt>
                <c:pt idx="1388">
                  <c:v>0.36323967587238443</c:v>
                </c:pt>
                <c:pt idx="1389">
                  <c:v>0.35888069868087769</c:v>
                </c:pt>
                <c:pt idx="1390">
                  <c:v>0.35348101690499972</c:v>
                </c:pt>
                <c:pt idx="1391">
                  <c:v>0.34874209672524181</c:v>
                </c:pt>
                <c:pt idx="1392">
                  <c:v>0.33784859772653358</c:v>
                </c:pt>
                <c:pt idx="1393">
                  <c:v>0.31736729629630039</c:v>
                </c:pt>
                <c:pt idx="1394">
                  <c:v>0.31061163544654852</c:v>
                </c:pt>
                <c:pt idx="1395">
                  <c:v>0.30080222951813929</c:v>
                </c:pt>
                <c:pt idx="1396">
                  <c:v>0.27598381042480469</c:v>
                </c:pt>
                <c:pt idx="1397">
                  <c:v>0.26460709805784938</c:v>
                </c:pt>
                <c:pt idx="1398">
                  <c:v>0.25171530246734619</c:v>
                </c:pt>
                <c:pt idx="1399">
                  <c:v>0.23440738169268349</c:v>
                </c:pt>
                <c:pt idx="1400">
                  <c:v>0.2215825937166282</c:v>
                </c:pt>
                <c:pt idx="1401">
                  <c:v>0.21990491449832919</c:v>
                </c:pt>
                <c:pt idx="1402">
                  <c:v>0.2152724818972398</c:v>
                </c:pt>
                <c:pt idx="1403">
                  <c:v>0.20041305768689671</c:v>
                </c:pt>
                <c:pt idx="1404">
                  <c:v>0.19250303506851199</c:v>
                </c:pt>
                <c:pt idx="1405">
                  <c:v>0.19014084124984709</c:v>
                </c:pt>
                <c:pt idx="1406">
                  <c:v>0.18722248077392581</c:v>
                </c:pt>
                <c:pt idx="1407">
                  <c:v>0.19090135804555161</c:v>
                </c:pt>
                <c:pt idx="1408">
                  <c:v>0.19950345396455099</c:v>
                </c:pt>
                <c:pt idx="1409">
                  <c:v>0.20801875946904369</c:v>
                </c:pt>
                <c:pt idx="1410">
                  <c:v>0.222940104329653</c:v>
                </c:pt>
                <c:pt idx="1411">
                  <c:v>0.22950767748709769</c:v>
                </c:pt>
                <c:pt idx="1412">
                  <c:v>0.23059618473052981</c:v>
                </c:pt>
                <c:pt idx="1413">
                  <c:v>0.20246401429176331</c:v>
                </c:pt>
                <c:pt idx="1414">
                  <c:v>0.25057682394981379</c:v>
                </c:pt>
                <c:pt idx="1415">
                  <c:v>0.2489336138603577</c:v>
                </c:pt>
                <c:pt idx="1416">
                  <c:v>0.24644848704338071</c:v>
                </c:pt>
                <c:pt idx="1417">
                  <c:v>0.2356426672462463</c:v>
                </c:pt>
                <c:pt idx="1418">
                  <c:v>0.22746513824435599</c:v>
                </c:pt>
                <c:pt idx="1419">
                  <c:v>0.2207284173225609</c:v>
                </c:pt>
                <c:pt idx="1420">
                  <c:v>0.21558950841426849</c:v>
                </c:pt>
                <c:pt idx="1421">
                  <c:v>0.22284613019724811</c:v>
                </c:pt>
                <c:pt idx="1422">
                  <c:v>0.2909297421814756</c:v>
                </c:pt>
                <c:pt idx="1423">
                  <c:v>0.30520594120025629</c:v>
                </c:pt>
                <c:pt idx="1424">
                  <c:v>0.30791005545187922</c:v>
                </c:pt>
                <c:pt idx="1425">
                  <c:v>0.31337593248558537</c:v>
                </c:pt>
                <c:pt idx="1426">
                  <c:v>0.31381409594082588</c:v>
                </c:pt>
                <c:pt idx="1427">
                  <c:v>0.31965408250703892</c:v>
                </c:pt>
                <c:pt idx="1428">
                  <c:v>0.32823505761012411</c:v>
                </c:pt>
                <c:pt idx="1429">
                  <c:v>0.33259210930569683</c:v>
                </c:pt>
                <c:pt idx="1430">
                  <c:v>0.33301001787185669</c:v>
                </c:pt>
                <c:pt idx="1431">
                  <c:v>0.32236897945404053</c:v>
                </c:pt>
                <c:pt idx="1432">
                  <c:v>0.33096626889156833</c:v>
                </c:pt>
                <c:pt idx="1433">
                  <c:v>0.37822806835174561</c:v>
                </c:pt>
                <c:pt idx="1434">
                  <c:v>0.40850353177094528</c:v>
                </c:pt>
                <c:pt idx="1435">
                  <c:v>0.42896035313606262</c:v>
                </c:pt>
                <c:pt idx="1436">
                  <c:v>0.41410027327486582</c:v>
                </c:pt>
                <c:pt idx="1437">
                  <c:v>0.40199788941844722</c:v>
                </c:pt>
                <c:pt idx="1438">
                  <c:v>0.38566659547446391</c:v>
                </c:pt>
                <c:pt idx="1439">
                  <c:v>0.3793274462223053</c:v>
                </c:pt>
                <c:pt idx="1440">
                  <c:v>0.37396786228130802</c:v>
                </c:pt>
                <c:pt idx="1441">
                  <c:v>0.36711685242057518</c:v>
                </c:pt>
                <c:pt idx="1442">
                  <c:v>0.36279907822608948</c:v>
                </c:pt>
                <c:pt idx="1443">
                  <c:v>0.3569462258851876</c:v>
                </c:pt>
                <c:pt idx="1444">
                  <c:v>0.34728466825766569</c:v>
                </c:pt>
                <c:pt idx="1445">
                  <c:v>0.33767325586202512</c:v>
                </c:pt>
                <c:pt idx="1446">
                  <c:v>0.32805921958797207</c:v>
                </c:pt>
                <c:pt idx="1447">
                  <c:v>0.31614068921271832</c:v>
                </c:pt>
                <c:pt idx="1448">
                  <c:v>0.31253081560134888</c:v>
                </c:pt>
                <c:pt idx="1449">
                  <c:v>0.27330240607261658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14E-4F86-9EAF-5A3F2D4AE30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velocity_serial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Sheet1!$D$2:$D$1451</c:f>
              <c:numCache>
                <c:formatCode>General</c:formatCode>
                <c:ptCount val="145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0.05</c:v>
                </c:pt>
                <c:pt idx="69">
                  <c:v>9.4819630592785226E-2</c:v>
                </c:pt>
                <c:pt idx="70">
                  <c:v>0.21</c:v>
                </c:pt>
                <c:pt idx="71">
                  <c:v>0.55000000000000004</c:v>
                </c:pt>
                <c:pt idx="72">
                  <c:v>1.008899893265818</c:v>
                </c:pt>
                <c:pt idx="73">
                  <c:v>1.1000000000000001</c:v>
                </c:pt>
                <c:pt idx="74">
                  <c:v>1.79</c:v>
                </c:pt>
                <c:pt idx="75">
                  <c:v>2.517561945549097</c:v>
                </c:pt>
                <c:pt idx="76">
                  <c:v>2.5499999999999998</c:v>
                </c:pt>
                <c:pt idx="77">
                  <c:v>3.34</c:v>
                </c:pt>
                <c:pt idx="78">
                  <c:v>4.09</c:v>
                </c:pt>
                <c:pt idx="79">
                  <c:v>4.3541211643811089</c:v>
                </c:pt>
                <c:pt idx="80">
                  <c:v>4.7699999999999996</c:v>
                </c:pt>
                <c:pt idx="81">
                  <c:v>5.39</c:v>
                </c:pt>
                <c:pt idx="82">
                  <c:v>5.92</c:v>
                </c:pt>
                <c:pt idx="83">
                  <c:v>6.37</c:v>
                </c:pt>
                <c:pt idx="84">
                  <c:v>6.6291416904229914</c:v>
                </c:pt>
                <c:pt idx="85">
                  <c:v>6.77</c:v>
                </c:pt>
                <c:pt idx="86">
                  <c:v>7.12</c:v>
                </c:pt>
                <c:pt idx="87">
                  <c:v>7.3239088466254474</c:v>
                </c:pt>
                <c:pt idx="88">
                  <c:v>7.43</c:v>
                </c:pt>
                <c:pt idx="89">
                  <c:v>7.71</c:v>
                </c:pt>
                <c:pt idx="90">
                  <c:v>7.9021542857142846</c:v>
                </c:pt>
                <c:pt idx="91">
                  <c:v>7.97</c:v>
                </c:pt>
                <c:pt idx="92">
                  <c:v>8.19</c:v>
                </c:pt>
                <c:pt idx="93">
                  <c:v>8.3800000000000008</c:v>
                </c:pt>
                <c:pt idx="94">
                  <c:v>8.5014979264163149</c:v>
                </c:pt>
                <c:pt idx="95">
                  <c:v>8.57</c:v>
                </c:pt>
                <c:pt idx="96">
                  <c:v>8.75</c:v>
                </c:pt>
                <c:pt idx="97">
                  <c:v>8.8527682450520029</c:v>
                </c:pt>
                <c:pt idx="98">
                  <c:v>8.89</c:v>
                </c:pt>
                <c:pt idx="99">
                  <c:v>9.02</c:v>
                </c:pt>
                <c:pt idx="100">
                  <c:v>9.076001268633048</c:v>
                </c:pt>
                <c:pt idx="101">
                  <c:v>9.1300000000000008</c:v>
                </c:pt>
                <c:pt idx="102">
                  <c:v>9.23</c:v>
                </c:pt>
                <c:pt idx="103">
                  <c:v>9.32</c:v>
                </c:pt>
                <c:pt idx="104">
                  <c:v>9.3873428533297751</c:v>
                </c:pt>
                <c:pt idx="105">
                  <c:v>9.41</c:v>
                </c:pt>
                <c:pt idx="106">
                  <c:v>9.48</c:v>
                </c:pt>
                <c:pt idx="107">
                  <c:v>9.5399999999999991</c:v>
                </c:pt>
                <c:pt idx="108">
                  <c:v>9.61</c:v>
                </c:pt>
                <c:pt idx="109">
                  <c:v>9.67</c:v>
                </c:pt>
                <c:pt idx="110">
                  <c:v>9.7018349551371159</c:v>
                </c:pt>
                <c:pt idx="111">
                  <c:v>9.73</c:v>
                </c:pt>
                <c:pt idx="112">
                  <c:v>9.7899999999999991</c:v>
                </c:pt>
                <c:pt idx="113">
                  <c:v>9.8160001031299959</c:v>
                </c:pt>
                <c:pt idx="114">
                  <c:v>9.83</c:v>
                </c:pt>
                <c:pt idx="115">
                  <c:v>9.85</c:v>
                </c:pt>
                <c:pt idx="116">
                  <c:v>9.8548862324254571</c:v>
                </c:pt>
                <c:pt idx="117">
                  <c:v>9.86</c:v>
                </c:pt>
                <c:pt idx="118">
                  <c:v>9.84</c:v>
                </c:pt>
                <c:pt idx="119">
                  <c:v>9.84</c:v>
                </c:pt>
                <c:pt idx="120">
                  <c:v>9.84</c:v>
                </c:pt>
                <c:pt idx="121">
                  <c:v>9.84</c:v>
                </c:pt>
                <c:pt idx="122">
                  <c:v>9.86</c:v>
                </c:pt>
                <c:pt idx="123">
                  <c:v>9.86</c:v>
                </c:pt>
                <c:pt idx="124">
                  <c:v>9.86</c:v>
                </c:pt>
                <c:pt idx="125">
                  <c:v>9.8699999999999992</c:v>
                </c:pt>
                <c:pt idx="126">
                  <c:v>9.86</c:v>
                </c:pt>
                <c:pt idx="127">
                  <c:v>9.85</c:v>
                </c:pt>
                <c:pt idx="128">
                  <c:v>9.8347232680722882</c:v>
                </c:pt>
                <c:pt idx="129">
                  <c:v>9.82</c:v>
                </c:pt>
                <c:pt idx="130">
                  <c:v>9.7799999999999994</c:v>
                </c:pt>
                <c:pt idx="131">
                  <c:v>9.7481489236157373</c:v>
                </c:pt>
                <c:pt idx="132">
                  <c:v>9.74</c:v>
                </c:pt>
                <c:pt idx="133">
                  <c:v>9.7200000000000006</c:v>
                </c:pt>
                <c:pt idx="134">
                  <c:v>9.6999999999999993</c:v>
                </c:pt>
                <c:pt idx="135">
                  <c:v>9.6851921269095183</c:v>
                </c:pt>
                <c:pt idx="136">
                  <c:v>9.67</c:v>
                </c:pt>
                <c:pt idx="137">
                  <c:v>9.64</c:v>
                </c:pt>
                <c:pt idx="138">
                  <c:v>9.6230976566428641</c:v>
                </c:pt>
                <c:pt idx="139">
                  <c:v>9.6199999999999992</c:v>
                </c:pt>
                <c:pt idx="140">
                  <c:v>9.6</c:v>
                </c:pt>
                <c:pt idx="141">
                  <c:v>9.58</c:v>
                </c:pt>
                <c:pt idx="142">
                  <c:v>9.56</c:v>
                </c:pt>
                <c:pt idx="143">
                  <c:v>9.5399999999999991</c:v>
                </c:pt>
                <c:pt idx="144">
                  <c:v>9.510498991493467</c:v>
                </c:pt>
                <c:pt idx="145">
                  <c:v>9.5</c:v>
                </c:pt>
                <c:pt idx="146">
                  <c:v>9.4700000000000006</c:v>
                </c:pt>
                <c:pt idx="147">
                  <c:v>9.457306807391717</c:v>
                </c:pt>
                <c:pt idx="148">
                  <c:v>9.44</c:v>
                </c:pt>
                <c:pt idx="149">
                  <c:v>9.3699999999999992</c:v>
                </c:pt>
                <c:pt idx="150">
                  <c:v>9.3683759279307139</c:v>
                </c:pt>
                <c:pt idx="151">
                  <c:v>9.36</c:v>
                </c:pt>
                <c:pt idx="152">
                  <c:v>9.36</c:v>
                </c:pt>
                <c:pt idx="153">
                  <c:v>9.36252959539447</c:v>
                </c:pt>
                <c:pt idx="154">
                  <c:v>9.3699999999999992</c:v>
                </c:pt>
                <c:pt idx="155">
                  <c:v>9.39</c:v>
                </c:pt>
                <c:pt idx="156">
                  <c:v>9.41</c:v>
                </c:pt>
                <c:pt idx="157">
                  <c:v>9.4235755227254376</c:v>
                </c:pt>
                <c:pt idx="158">
                  <c:v>9.43</c:v>
                </c:pt>
                <c:pt idx="159">
                  <c:v>9.44</c:v>
                </c:pt>
                <c:pt idx="160">
                  <c:v>9.4536483635380044</c:v>
                </c:pt>
                <c:pt idx="161">
                  <c:v>9.4600000000000009</c:v>
                </c:pt>
                <c:pt idx="162">
                  <c:v>9.48</c:v>
                </c:pt>
                <c:pt idx="163">
                  <c:v>9.49</c:v>
                </c:pt>
                <c:pt idx="164">
                  <c:v>9.494466648950306</c:v>
                </c:pt>
                <c:pt idx="165">
                  <c:v>9.5</c:v>
                </c:pt>
                <c:pt idx="166">
                  <c:v>9.51</c:v>
                </c:pt>
                <c:pt idx="167">
                  <c:v>9.52</c:v>
                </c:pt>
                <c:pt idx="168">
                  <c:v>9.52</c:v>
                </c:pt>
                <c:pt idx="169">
                  <c:v>9.52</c:v>
                </c:pt>
                <c:pt idx="170">
                  <c:v>9.52</c:v>
                </c:pt>
                <c:pt idx="171">
                  <c:v>9.5113495884773656</c:v>
                </c:pt>
                <c:pt idx="172">
                  <c:v>9.51</c:v>
                </c:pt>
                <c:pt idx="173">
                  <c:v>9.52</c:v>
                </c:pt>
                <c:pt idx="174">
                  <c:v>9.5390542774624034</c:v>
                </c:pt>
                <c:pt idx="175">
                  <c:v>9.5399999999999991</c:v>
                </c:pt>
                <c:pt idx="176">
                  <c:v>9.56</c:v>
                </c:pt>
                <c:pt idx="177">
                  <c:v>9.58</c:v>
                </c:pt>
                <c:pt idx="178">
                  <c:v>9.58</c:v>
                </c:pt>
                <c:pt idx="179">
                  <c:v>9.59</c:v>
                </c:pt>
                <c:pt idx="180">
                  <c:v>9.59</c:v>
                </c:pt>
                <c:pt idx="181">
                  <c:v>9.58</c:v>
                </c:pt>
                <c:pt idx="182">
                  <c:v>9.5716210840377922</c:v>
                </c:pt>
                <c:pt idx="183">
                  <c:v>9.57</c:v>
                </c:pt>
                <c:pt idx="184">
                  <c:v>9.57</c:v>
                </c:pt>
                <c:pt idx="185">
                  <c:v>9.58</c:v>
                </c:pt>
                <c:pt idx="186">
                  <c:v>9.59</c:v>
                </c:pt>
                <c:pt idx="187">
                  <c:v>9.59</c:v>
                </c:pt>
                <c:pt idx="188">
                  <c:v>9.61</c:v>
                </c:pt>
                <c:pt idx="189">
                  <c:v>9.6300000000000008</c:v>
                </c:pt>
                <c:pt idx="190">
                  <c:v>9.6377086529434663</c:v>
                </c:pt>
                <c:pt idx="191">
                  <c:v>9.64</c:v>
                </c:pt>
                <c:pt idx="192">
                  <c:v>9.65</c:v>
                </c:pt>
                <c:pt idx="193">
                  <c:v>9.66</c:v>
                </c:pt>
                <c:pt idx="194">
                  <c:v>9.67</c:v>
                </c:pt>
                <c:pt idx="195">
                  <c:v>9.67</c:v>
                </c:pt>
                <c:pt idx="196">
                  <c:v>9.6772840754760594</c:v>
                </c:pt>
                <c:pt idx="197">
                  <c:v>9.68</c:v>
                </c:pt>
                <c:pt idx="198">
                  <c:v>9.68</c:v>
                </c:pt>
                <c:pt idx="199">
                  <c:v>9.6715814899567754</c:v>
                </c:pt>
                <c:pt idx="200">
                  <c:v>9.67</c:v>
                </c:pt>
                <c:pt idx="201">
                  <c:v>9.65</c:v>
                </c:pt>
                <c:pt idx="202">
                  <c:v>9.64</c:v>
                </c:pt>
                <c:pt idx="203">
                  <c:v>9.65</c:v>
                </c:pt>
                <c:pt idx="204">
                  <c:v>9.67</c:v>
                </c:pt>
                <c:pt idx="205">
                  <c:v>9.67</c:v>
                </c:pt>
                <c:pt idx="206">
                  <c:v>9.6540393971757457</c:v>
                </c:pt>
                <c:pt idx="207">
                  <c:v>9.65</c:v>
                </c:pt>
                <c:pt idx="208">
                  <c:v>9.6300000000000008</c:v>
                </c:pt>
                <c:pt idx="209">
                  <c:v>9.6199999999999992</c:v>
                </c:pt>
                <c:pt idx="210">
                  <c:v>9.61</c:v>
                </c:pt>
                <c:pt idx="211">
                  <c:v>9.6</c:v>
                </c:pt>
                <c:pt idx="212">
                  <c:v>9.6</c:v>
                </c:pt>
                <c:pt idx="213">
                  <c:v>9.6</c:v>
                </c:pt>
                <c:pt idx="214">
                  <c:v>9.59</c:v>
                </c:pt>
                <c:pt idx="215">
                  <c:v>9.59</c:v>
                </c:pt>
                <c:pt idx="216">
                  <c:v>9.59</c:v>
                </c:pt>
                <c:pt idx="217">
                  <c:v>9.58</c:v>
                </c:pt>
                <c:pt idx="218">
                  <c:v>9.5753276591010241</c:v>
                </c:pt>
                <c:pt idx="219">
                  <c:v>9.57</c:v>
                </c:pt>
                <c:pt idx="220">
                  <c:v>9.56</c:v>
                </c:pt>
                <c:pt idx="221">
                  <c:v>9.5528445284182926</c:v>
                </c:pt>
                <c:pt idx="222">
                  <c:v>9.5500000000000007</c:v>
                </c:pt>
                <c:pt idx="223">
                  <c:v>9.5399999999999991</c:v>
                </c:pt>
                <c:pt idx="224">
                  <c:v>9.534679686430902</c:v>
                </c:pt>
                <c:pt idx="225">
                  <c:v>9.5299999999999994</c:v>
                </c:pt>
                <c:pt idx="226">
                  <c:v>9.52</c:v>
                </c:pt>
                <c:pt idx="227">
                  <c:v>9.52</c:v>
                </c:pt>
                <c:pt idx="228">
                  <c:v>9.52</c:v>
                </c:pt>
                <c:pt idx="229">
                  <c:v>9.51</c:v>
                </c:pt>
                <c:pt idx="230">
                  <c:v>9.5</c:v>
                </c:pt>
                <c:pt idx="231">
                  <c:v>9.5</c:v>
                </c:pt>
                <c:pt idx="232">
                  <c:v>9.5</c:v>
                </c:pt>
                <c:pt idx="233">
                  <c:v>9.51</c:v>
                </c:pt>
                <c:pt idx="234">
                  <c:v>9.5299999999999994</c:v>
                </c:pt>
                <c:pt idx="235">
                  <c:v>9.5500000000000007</c:v>
                </c:pt>
                <c:pt idx="236">
                  <c:v>9.56</c:v>
                </c:pt>
                <c:pt idx="237">
                  <c:v>9.56</c:v>
                </c:pt>
                <c:pt idx="238">
                  <c:v>9.56</c:v>
                </c:pt>
                <c:pt idx="239">
                  <c:v>9.57</c:v>
                </c:pt>
                <c:pt idx="240">
                  <c:v>9.56</c:v>
                </c:pt>
                <c:pt idx="241">
                  <c:v>9.5500000000000007</c:v>
                </c:pt>
                <c:pt idx="242">
                  <c:v>9.5299999999999994</c:v>
                </c:pt>
                <c:pt idx="243">
                  <c:v>9.51</c:v>
                </c:pt>
                <c:pt idx="244">
                  <c:v>9.51</c:v>
                </c:pt>
                <c:pt idx="245">
                  <c:v>9.51</c:v>
                </c:pt>
                <c:pt idx="246">
                  <c:v>9.52</c:v>
                </c:pt>
                <c:pt idx="247">
                  <c:v>9.5495243316739398</c:v>
                </c:pt>
                <c:pt idx="248">
                  <c:v>9.56</c:v>
                </c:pt>
                <c:pt idx="249">
                  <c:v>9.59</c:v>
                </c:pt>
                <c:pt idx="250">
                  <c:v>9.59</c:v>
                </c:pt>
                <c:pt idx="251">
                  <c:v>9.59</c:v>
                </c:pt>
                <c:pt idx="252">
                  <c:v>9.5831923150449239</c:v>
                </c:pt>
                <c:pt idx="253">
                  <c:v>9.58</c:v>
                </c:pt>
                <c:pt idx="254">
                  <c:v>9.58</c:v>
                </c:pt>
                <c:pt idx="255">
                  <c:v>9.59</c:v>
                </c:pt>
                <c:pt idx="256">
                  <c:v>9.6</c:v>
                </c:pt>
                <c:pt idx="257">
                  <c:v>9.6042004498875269</c:v>
                </c:pt>
                <c:pt idx="258">
                  <c:v>9.61</c:v>
                </c:pt>
                <c:pt idx="259">
                  <c:v>9.61</c:v>
                </c:pt>
                <c:pt idx="260">
                  <c:v>9.61</c:v>
                </c:pt>
                <c:pt idx="261">
                  <c:v>9.61</c:v>
                </c:pt>
                <c:pt idx="262">
                  <c:v>9.61</c:v>
                </c:pt>
                <c:pt idx="263">
                  <c:v>9.6265537446452321</c:v>
                </c:pt>
                <c:pt idx="264">
                  <c:v>9.6300000000000008</c:v>
                </c:pt>
                <c:pt idx="265">
                  <c:v>9.65</c:v>
                </c:pt>
                <c:pt idx="266">
                  <c:v>9.65</c:v>
                </c:pt>
                <c:pt idx="267">
                  <c:v>9.64</c:v>
                </c:pt>
                <c:pt idx="268">
                  <c:v>9.6199999999999992</c:v>
                </c:pt>
                <c:pt idx="269">
                  <c:v>9.6089127997713923</c:v>
                </c:pt>
                <c:pt idx="270">
                  <c:v>9.59</c:v>
                </c:pt>
                <c:pt idx="271">
                  <c:v>9.57</c:v>
                </c:pt>
                <c:pt idx="272">
                  <c:v>9.5600692495970403</c:v>
                </c:pt>
                <c:pt idx="273">
                  <c:v>9.5500000000000007</c:v>
                </c:pt>
                <c:pt idx="274">
                  <c:v>9.5399999999999991</c:v>
                </c:pt>
                <c:pt idx="275">
                  <c:v>9.5500000000000007</c:v>
                </c:pt>
                <c:pt idx="276">
                  <c:v>9.5542313891407282</c:v>
                </c:pt>
                <c:pt idx="277">
                  <c:v>9.56</c:v>
                </c:pt>
                <c:pt idx="278">
                  <c:v>9.58</c:v>
                </c:pt>
                <c:pt idx="279">
                  <c:v>9.5859121914629295</c:v>
                </c:pt>
                <c:pt idx="280">
                  <c:v>9.59</c:v>
                </c:pt>
                <c:pt idx="281">
                  <c:v>9.6</c:v>
                </c:pt>
                <c:pt idx="282">
                  <c:v>9.59</c:v>
                </c:pt>
                <c:pt idx="283">
                  <c:v>9.59</c:v>
                </c:pt>
                <c:pt idx="284">
                  <c:v>9.5854164395508565</c:v>
                </c:pt>
                <c:pt idx="285">
                  <c:v>9.58</c:v>
                </c:pt>
                <c:pt idx="286">
                  <c:v>9.58</c:v>
                </c:pt>
                <c:pt idx="287">
                  <c:v>9.5745752203816714</c:v>
                </c:pt>
                <c:pt idx="288">
                  <c:v>9.57</c:v>
                </c:pt>
                <c:pt idx="289">
                  <c:v>9.5399999999999991</c:v>
                </c:pt>
                <c:pt idx="290">
                  <c:v>9.5232490543499893</c:v>
                </c:pt>
                <c:pt idx="291">
                  <c:v>9.52</c:v>
                </c:pt>
                <c:pt idx="292">
                  <c:v>9.51</c:v>
                </c:pt>
                <c:pt idx="293">
                  <c:v>9.51</c:v>
                </c:pt>
                <c:pt idx="294">
                  <c:v>9.52</c:v>
                </c:pt>
                <c:pt idx="295">
                  <c:v>9.5399999999999991</c:v>
                </c:pt>
                <c:pt idx="296">
                  <c:v>9.5529828989389109</c:v>
                </c:pt>
                <c:pt idx="297">
                  <c:v>9.56</c:v>
                </c:pt>
                <c:pt idx="298">
                  <c:v>9.59</c:v>
                </c:pt>
                <c:pt idx="299">
                  <c:v>9.6</c:v>
                </c:pt>
                <c:pt idx="300">
                  <c:v>9.59</c:v>
                </c:pt>
                <c:pt idx="301">
                  <c:v>9.57</c:v>
                </c:pt>
                <c:pt idx="302">
                  <c:v>9.556374617067835</c:v>
                </c:pt>
                <c:pt idx="303">
                  <c:v>9.5500000000000007</c:v>
                </c:pt>
                <c:pt idx="304">
                  <c:v>9.5500000000000007</c:v>
                </c:pt>
                <c:pt idx="305">
                  <c:v>9.5500000000000007</c:v>
                </c:pt>
                <c:pt idx="306">
                  <c:v>9.5500000000000007</c:v>
                </c:pt>
                <c:pt idx="307">
                  <c:v>9.56</c:v>
                </c:pt>
                <c:pt idx="308">
                  <c:v>9.56</c:v>
                </c:pt>
                <c:pt idx="309">
                  <c:v>9.5654581818181814</c:v>
                </c:pt>
                <c:pt idx="310">
                  <c:v>9.57</c:v>
                </c:pt>
                <c:pt idx="311">
                  <c:v>9.58</c:v>
                </c:pt>
                <c:pt idx="312">
                  <c:v>9.5877374996163169</c:v>
                </c:pt>
                <c:pt idx="313">
                  <c:v>9.59</c:v>
                </c:pt>
                <c:pt idx="314">
                  <c:v>9.6</c:v>
                </c:pt>
                <c:pt idx="315">
                  <c:v>9.5913899422563134</c:v>
                </c:pt>
                <c:pt idx="316">
                  <c:v>9.59</c:v>
                </c:pt>
                <c:pt idx="317">
                  <c:v>9.5500000000000007</c:v>
                </c:pt>
                <c:pt idx="318">
                  <c:v>9.52</c:v>
                </c:pt>
                <c:pt idx="319">
                  <c:v>9.5002426487612865</c:v>
                </c:pt>
                <c:pt idx="320">
                  <c:v>9.49</c:v>
                </c:pt>
                <c:pt idx="321">
                  <c:v>9.4700000000000006</c:v>
                </c:pt>
                <c:pt idx="322">
                  <c:v>9.4499999999999993</c:v>
                </c:pt>
                <c:pt idx="323">
                  <c:v>9.4582713173542583</c:v>
                </c:pt>
                <c:pt idx="324">
                  <c:v>9.4600000000000009</c:v>
                </c:pt>
                <c:pt idx="325">
                  <c:v>9.48</c:v>
                </c:pt>
                <c:pt idx="326">
                  <c:v>9.5</c:v>
                </c:pt>
                <c:pt idx="327">
                  <c:v>9.5062084380079792</c:v>
                </c:pt>
                <c:pt idx="328">
                  <c:v>9.51</c:v>
                </c:pt>
                <c:pt idx="329">
                  <c:v>9.5262416778386232</c:v>
                </c:pt>
                <c:pt idx="330">
                  <c:v>9.5299999999999994</c:v>
                </c:pt>
                <c:pt idx="331">
                  <c:v>9.5299999999999994</c:v>
                </c:pt>
                <c:pt idx="332">
                  <c:v>9.52</c:v>
                </c:pt>
                <c:pt idx="333">
                  <c:v>9.5112702299193792</c:v>
                </c:pt>
                <c:pt idx="334">
                  <c:v>9.5</c:v>
                </c:pt>
                <c:pt idx="335">
                  <c:v>9.49</c:v>
                </c:pt>
                <c:pt idx="336">
                  <c:v>9.4853408397581678</c:v>
                </c:pt>
                <c:pt idx="337">
                  <c:v>9.48</c:v>
                </c:pt>
                <c:pt idx="338">
                  <c:v>9.48</c:v>
                </c:pt>
                <c:pt idx="339">
                  <c:v>9.48913088609984</c:v>
                </c:pt>
                <c:pt idx="340">
                  <c:v>9.49</c:v>
                </c:pt>
                <c:pt idx="341">
                  <c:v>9.52</c:v>
                </c:pt>
                <c:pt idx="342">
                  <c:v>9.56</c:v>
                </c:pt>
                <c:pt idx="343">
                  <c:v>9.58</c:v>
                </c:pt>
                <c:pt idx="344">
                  <c:v>9.57</c:v>
                </c:pt>
                <c:pt idx="345">
                  <c:v>9.5546176785010974</c:v>
                </c:pt>
                <c:pt idx="346">
                  <c:v>9.5500000000000007</c:v>
                </c:pt>
                <c:pt idx="347">
                  <c:v>9.5399999999999991</c:v>
                </c:pt>
                <c:pt idx="348">
                  <c:v>9.5233569506016469</c:v>
                </c:pt>
                <c:pt idx="349">
                  <c:v>9.52</c:v>
                </c:pt>
                <c:pt idx="350">
                  <c:v>9.5</c:v>
                </c:pt>
                <c:pt idx="351">
                  <c:v>9.5049507810197458</c:v>
                </c:pt>
                <c:pt idx="352">
                  <c:v>9.51</c:v>
                </c:pt>
                <c:pt idx="353">
                  <c:v>9.5358925427860122</c:v>
                </c:pt>
                <c:pt idx="354">
                  <c:v>9.5399999999999991</c:v>
                </c:pt>
                <c:pt idx="355">
                  <c:v>9.59</c:v>
                </c:pt>
                <c:pt idx="356">
                  <c:v>9.6300000000000008</c:v>
                </c:pt>
                <c:pt idx="357">
                  <c:v>9.6424947294448362</c:v>
                </c:pt>
                <c:pt idx="358">
                  <c:v>9.66</c:v>
                </c:pt>
                <c:pt idx="359">
                  <c:v>9.67</c:v>
                </c:pt>
                <c:pt idx="360">
                  <c:v>9.68</c:v>
                </c:pt>
                <c:pt idx="361">
                  <c:v>9.68</c:v>
                </c:pt>
                <c:pt idx="362">
                  <c:v>9.68</c:v>
                </c:pt>
                <c:pt idx="363">
                  <c:v>9.68</c:v>
                </c:pt>
                <c:pt idx="364">
                  <c:v>9.65</c:v>
                </c:pt>
                <c:pt idx="365">
                  <c:v>9.6246378016933072</c:v>
                </c:pt>
                <c:pt idx="366">
                  <c:v>9.6199999999999992</c:v>
                </c:pt>
                <c:pt idx="367">
                  <c:v>9.57</c:v>
                </c:pt>
                <c:pt idx="368">
                  <c:v>9.5676049241339829</c:v>
                </c:pt>
                <c:pt idx="369">
                  <c:v>9.56</c:v>
                </c:pt>
                <c:pt idx="370">
                  <c:v>9.57</c:v>
                </c:pt>
                <c:pt idx="371">
                  <c:v>9.5761676180121409</c:v>
                </c:pt>
                <c:pt idx="372">
                  <c:v>9.58</c:v>
                </c:pt>
                <c:pt idx="373">
                  <c:v>9.61</c:v>
                </c:pt>
                <c:pt idx="374">
                  <c:v>9.64</c:v>
                </c:pt>
                <c:pt idx="375">
                  <c:v>9.66</c:v>
                </c:pt>
                <c:pt idx="376">
                  <c:v>9.66</c:v>
                </c:pt>
                <c:pt idx="377">
                  <c:v>9.6427056240499915</c:v>
                </c:pt>
                <c:pt idx="378">
                  <c:v>9.64</c:v>
                </c:pt>
                <c:pt idx="379">
                  <c:v>9.61</c:v>
                </c:pt>
                <c:pt idx="380">
                  <c:v>9.59</c:v>
                </c:pt>
                <c:pt idx="381">
                  <c:v>9.58</c:v>
                </c:pt>
                <c:pt idx="382">
                  <c:v>9.6</c:v>
                </c:pt>
                <c:pt idx="383">
                  <c:v>9.607261863625892</c:v>
                </c:pt>
                <c:pt idx="384">
                  <c:v>9.61</c:v>
                </c:pt>
                <c:pt idx="385">
                  <c:v>9.6300000000000008</c:v>
                </c:pt>
                <c:pt idx="386">
                  <c:v>9.6559035176955614</c:v>
                </c:pt>
                <c:pt idx="387">
                  <c:v>9.66</c:v>
                </c:pt>
                <c:pt idx="388">
                  <c:v>9.68</c:v>
                </c:pt>
                <c:pt idx="389">
                  <c:v>9.69</c:v>
                </c:pt>
                <c:pt idx="390">
                  <c:v>9.7026753129241445</c:v>
                </c:pt>
                <c:pt idx="391">
                  <c:v>9.7200000000000006</c:v>
                </c:pt>
                <c:pt idx="392">
                  <c:v>9.745292276257711</c:v>
                </c:pt>
                <c:pt idx="393">
                  <c:v>9.75</c:v>
                </c:pt>
                <c:pt idx="394">
                  <c:v>9.77</c:v>
                </c:pt>
                <c:pt idx="395">
                  <c:v>9.76</c:v>
                </c:pt>
                <c:pt idx="396">
                  <c:v>9.7421604099777728</c:v>
                </c:pt>
                <c:pt idx="397">
                  <c:v>9.74</c:v>
                </c:pt>
                <c:pt idx="398">
                  <c:v>9.73</c:v>
                </c:pt>
                <c:pt idx="399">
                  <c:v>9.7100000000000009</c:v>
                </c:pt>
                <c:pt idx="400">
                  <c:v>9.69</c:v>
                </c:pt>
                <c:pt idx="401">
                  <c:v>9.69</c:v>
                </c:pt>
                <c:pt idx="402">
                  <c:v>9.69</c:v>
                </c:pt>
                <c:pt idx="403">
                  <c:v>9.6999999999999993</c:v>
                </c:pt>
                <c:pt idx="404">
                  <c:v>9.7166442188660564</c:v>
                </c:pt>
                <c:pt idx="405">
                  <c:v>9.7200000000000006</c:v>
                </c:pt>
                <c:pt idx="406">
                  <c:v>9.74</c:v>
                </c:pt>
                <c:pt idx="407">
                  <c:v>9.76</c:v>
                </c:pt>
                <c:pt idx="408">
                  <c:v>9.76</c:v>
                </c:pt>
                <c:pt idx="409">
                  <c:v>9.76</c:v>
                </c:pt>
                <c:pt idx="410">
                  <c:v>9.77</c:v>
                </c:pt>
                <c:pt idx="411">
                  <c:v>9.77</c:v>
                </c:pt>
                <c:pt idx="412">
                  <c:v>9.77</c:v>
                </c:pt>
                <c:pt idx="413">
                  <c:v>9.77</c:v>
                </c:pt>
                <c:pt idx="414">
                  <c:v>9.77</c:v>
                </c:pt>
                <c:pt idx="415">
                  <c:v>9.7799999999999994</c:v>
                </c:pt>
                <c:pt idx="416">
                  <c:v>9.7855565235428319</c:v>
                </c:pt>
                <c:pt idx="417">
                  <c:v>9.7899999999999991</c:v>
                </c:pt>
                <c:pt idx="418">
                  <c:v>9.81</c:v>
                </c:pt>
                <c:pt idx="419">
                  <c:v>9.819328475653899</c:v>
                </c:pt>
                <c:pt idx="420">
                  <c:v>9.82</c:v>
                </c:pt>
                <c:pt idx="421">
                  <c:v>9.83</c:v>
                </c:pt>
                <c:pt idx="422">
                  <c:v>9.83</c:v>
                </c:pt>
                <c:pt idx="423">
                  <c:v>9.84</c:v>
                </c:pt>
                <c:pt idx="424">
                  <c:v>9.8344807199632136</c:v>
                </c:pt>
                <c:pt idx="425">
                  <c:v>9.83</c:v>
                </c:pt>
                <c:pt idx="426">
                  <c:v>9.82</c:v>
                </c:pt>
                <c:pt idx="427">
                  <c:v>9.82</c:v>
                </c:pt>
                <c:pt idx="428">
                  <c:v>9.82</c:v>
                </c:pt>
                <c:pt idx="429">
                  <c:v>9.83</c:v>
                </c:pt>
                <c:pt idx="430">
                  <c:v>9.8225818791748818</c:v>
                </c:pt>
                <c:pt idx="431">
                  <c:v>9.82</c:v>
                </c:pt>
                <c:pt idx="432">
                  <c:v>9.81</c:v>
                </c:pt>
                <c:pt idx="433">
                  <c:v>9.82</c:v>
                </c:pt>
                <c:pt idx="434">
                  <c:v>9.8289710748212187</c:v>
                </c:pt>
                <c:pt idx="435">
                  <c:v>9.84</c:v>
                </c:pt>
                <c:pt idx="436">
                  <c:v>9.85</c:v>
                </c:pt>
                <c:pt idx="437">
                  <c:v>9.85</c:v>
                </c:pt>
                <c:pt idx="438">
                  <c:v>9.8424796545424353</c:v>
                </c:pt>
                <c:pt idx="439">
                  <c:v>9.84</c:v>
                </c:pt>
                <c:pt idx="440">
                  <c:v>9.83</c:v>
                </c:pt>
                <c:pt idx="441">
                  <c:v>9.83</c:v>
                </c:pt>
                <c:pt idx="442">
                  <c:v>9.81</c:v>
                </c:pt>
                <c:pt idx="443">
                  <c:v>9.7899999999999991</c:v>
                </c:pt>
                <c:pt idx="444">
                  <c:v>9.7825361868395344</c:v>
                </c:pt>
                <c:pt idx="445">
                  <c:v>9.7799999999999994</c:v>
                </c:pt>
                <c:pt idx="446">
                  <c:v>9.77</c:v>
                </c:pt>
                <c:pt idx="447">
                  <c:v>9.7829589765984224</c:v>
                </c:pt>
                <c:pt idx="448">
                  <c:v>9.7899999999999991</c:v>
                </c:pt>
                <c:pt idx="449">
                  <c:v>9.81</c:v>
                </c:pt>
                <c:pt idx="450">
                  <c:v>9.82</c:v>
                </c:pt>
                <c:pt idx="451">
                  <c:v>9.82</c:v>
                </c:pt>
                <c:pt idx="452">
                  <c:v>9.8346875182014095</c:v>
                </c:pt>
                <c:pt idx="453">
                  <c:v>9.84</c:v>
                </c:pt>
                <c:pt idx="454">
                  <c:v>9.85</c:v>
                </c:pt>
                <c:pt idx="455">
                  <c:v>9.8587001589686629</c:v>
                </c:pt>
                <c:pt idx="456">
                  <c:v>9.86</c:v>
                </c:pt>
                <c:pt idx="457">
                  <c:v>9.84</c:v>
                </c:pt>
                <c:pt idx="458">
                  <c:v>9.8217684379026284</c:v>
                </c:pt>
                <c:pt idx="459">
                  <c:v>9.81</c:v>
                </c:pt>
                <c:pt idx="460">
                  <c:v>9.7899999999999991</c:v>
                </c:pt>
                <c:pt idx="461">
                  <c:v>9.7799999999999994</c:v>
                </c:pt>
                <c:pt idx="462">
                  <c:v>9.7880646833446008</c:v>
                </c:pt>
                <c:pt idx="463">
                  <c:v>9.7899999999999991</c:v>
                </c:pt>
                <c:pt idx="464">
                  <c:v>9.8000000000000007</c:v>
                </c:pt>
                <c:pt idx="465">
                  <c:v>9.8084707708743704</c:v>
                </c:pt>
                <c:pt idx="466">
                  <c:v>9.81</c:v>
                </c:pt>
                <c:pt idx="467">
                  <c:v>9.81</c:v>
                </c:pt>
                <c:pt idx="468">
                  <c:v>9.82</c:v>
                </c:pt>
                <c:pt idx="469">
                  <c:v>9.82</c:v>
                </c:pt>
                <c:pt idx="470">
                  <c:v>9.82</c:v>
                </c:pt>
                <c:pt idx="471">
                  <c:v>9.82</c:v>
                </c:pt>
                <c:pt idx="472">
                  <c:v>9.82</c:v>
                </c:pt>
                <c:pt idx="473">
                  <c:v>9.82</c:v>
                </c:pt>
                <c:pt idx="474">
                  <c:v>9.81</c:v>
                </c:pt>
                <c:pt idx="475">
                  <c:v>9.82</c:v>
                </c:pt>
                <c:pt idx="476">
                  <c:v>9.822711689317881</c:v>
                </c:pt>
                <c:pt idx="477">
                  <c:v>9.83</c:v>
                </c:pt>
                <c:pt idx="478">
                  <c:v>9.85</c:v>
                </c:pt>
                <c:pt idx="479">
                  <c:v>9.85</c:v>
                </c:pt>
                <c:pt idx="480">
                  <c:v>9.85</c:v>
                </c:pt>
                <c:pt idx="481">
                  <c:v>9.86</c:v>
                </c:pt>
                <c:pt idx="482">
                  <c:v>9.8699999999999992</c:v>
                </c:pt>
                <c:pt idx="483">
                  <c:v>9.8699999999999992</c:v>
                </c:pt>
                <c:pt idx="484">
                  <c:v>9.8699999999999992</c:v>
                </c:pt>
                <c:pt idx="485">
                  <c:v>9.8800000000000008</c:v>
                </c:pt>
                <c:pt idx="486">
                  <c:v>9.89</c:v>
                </c:pt>
                <c:pt idx="487">
                  <c:v>9.9</c:v>
                </c:pt>
                <c:pt idx="488">
                  <c:v>9.9082235265346057</c:v>
                </c:pt>
                <c:pt idx="489">
                  <c:v>9.91</c:v>
                </c:pt>
                <c:pt idx="490">
                  <c:v>9.92</c:v>
                </c:pt>
                <c:pt idx="491">
                  <c:v>9.9289403239950147</c:v>
                </c:pt>
                <c:pt idx="492">
                  <c:v>9.93</c:v>
                </c:pt>
                <c:pt idx="493">
                  <c:v>9.9499999999999993</c:v>
                </c:pt>
                <c:pt idx="494">
                  <c:v>9.98</c:v>
                </c:pt>
                <c:pt idx="495">
                  <c:v>9.9871519031141869</c:v>
                </c:pt>
                <c:pt idx="496">
                  <c:v>9.99</c:v>
                </c:pt>
                <c:pt idx="497">
                  <c:v>9.99</c:v>
                </c:pt>
                <c:pt idx="498">
                  <c:v>9.9986621184327138</c:v>
                </c:pt>
                <c:pt idx="499">
                  <c:v>10</c:v>
                </c:pt>
                <c:pt idx="500">
                  <c:v>10.01</c:v>
                </c:pt>
                <c:pt idx="501">
                  <c:v>10.01</c:v>
                </c:pt>
                <c:pt idx="502">
                  <c:v>10.01</c:v>
                </c:pt>
                <c:pt idx="503">
                  <c:v>10.01</c:v>
                </c:pt>
                <c:pt idx="504">
                  <c:v>10.01</c:v>
                </c:pt>
                <c:pt idx="505">
                  <c:v>10.02</c:v>
                </c:pt>
                <c:pt idx="506">
                  <c:v>10.02</c:v>
                </c:pt>
                <c:pt idx="507">
                  <c:v>10.01</c:v>
                </c:pt>
                <c:pt idx="508">
                  <c:v>10</c:v>
                </c:pt>
                <c:pt idx="509">
                  <c:v>9.99</c:v>
                </c:pt>
                <c:pt idx="510">
                  <c:v>9.9937585044075021</c:v>
                </c:pt>
                <c:pt idx="511">
                  <c:v>10</c:v>
                </c:pt>
                <c:pt idx="512">
                  <c:v>10.02</c:v>
                </c:pt>
                <c:pt idx="513">
                  <c:v>10.02662305112233</c:v>
                </c:pt>
                <c:pt idx="514">
                  <c:v>10.029999999999999</c:v>
                </c:pt>
                <c:pt idx="515">
                  <c:v>10.02</c:v>
                </c:pt>
                <c:pt idx="516">
                  <c:v>9.99</c:v>
                </c:pt>
                <c:pt idx="517">
                  <c:v>9.9868998103996542</c:v>
                </c:pt>
                <c:pt idx="518">
                  <c:v>9.9600000000000009</c:v>
                </c:pt>
                <c:pt idx="519">
                  <c:v>9.9499999999999993</c:v>
                </c:pt>
                <c:pt idx="520">
                  <c:v>9.94</c:v>
                </c:pt>
                <c:pt idx="521">
                  <c:v>9.947385536762841</c:v>
                </c:pt>
                <c:pt idx="522">
                  <c:v>9.9499999999999993</c:v>
                </c:pt>
                <c:pt idx="523">
                  <c:v>9.9600000000000009</c:v>
                </c:pt>
                <c:pt idx="524">
                  <c:v>9.9600000000000009</c:v>
                </c:pt>
                <c:pt idx="525">
                  <c:v>9.9600000000000009</c:v>
                </c:pt>
                <c:pt idx="526">
                  <c:v>9.9499999999999993</c:v>
                </c:pt>
                <c:pt idx="527">
                  <c:v>9.94</c:v>
                </c:pt>
                <c:pt idx="528">
                  <c:v>9.9463577887926142</c:v>
                </c:pt>
                <c:pt idx="529">
                  <c:v>9.9499999999999993</c:v>
                </c:pt>
                <c:pt idx="530">
                  <c:v>9.9499999999999993</c:v>
                </c:pt>
                <c:pt idx="531">
                  <c:v>9.9499999999999993</c:v>
                </c:pt>
                <c:pt idx="532">
                  <c:v>9.9499999999999993</c:v>
                </c:pt>
                <c:pt idx="533">
                  <c:v>9.9499999999999993</c:v>
                </c:pt>
                <c:pt idx="534">
                  <c:v>9.93</c:v>
                </c:pt>
                <c:pt idx="535">
                  <c:v>9.9247404345920227</c:v>
                </c:pt>
                <c:pt idx="536">
                  <c:v>9.92</c:v>
                </c:pt>
                <c:pt idx="537">
                  <c:v>9.92</c:v>
                </c:pt>
                <c:pt idx="538">
                  <c:v>9.9242216637346061</c:v>
                </c:pt>
                <c:pt idx="539">
                  <c:v>9.93</c:v>
                </c:pt>
                <c:pt idx="540">
                  <c:v>9.9600000000000009</c:v>
                </c:pt>
                <c:pt idx="541">
                  <c:v>9.9780389549101205</c:v>
                </c:pt>
                <c:pt idx="542">
                  <c:v>9.98</c:v>
                </c:pt>
                <c:pt idx="543">
                  <c:v>9.99</c:v>
                </c:pt>
                <c:pt idx="544">
                  <c:v>10</c:v>
                </c:pt>
                <c:pt idx="545">
                  <c:v>9.9969929118636784</c:v>
                </c:pt>
                <c:pt idx="546">
                  <c:v>9.99</c:v>
                </c:pt>
                <c:pt idx="547">
                  <c:v>9.9700000000000006</c:v>
                </c:pt>
                <c:pt idx="548">
                  <c:v>9.9454786078043398</c:v>
                </c:pt>
                <c:pt idx="549">
                  <c:v>9.94</c:v>
                </c:pt>
                <c:pt idx="550">
                  <c:v>9.92</c:v>
                </c:pt>
                <c:pt idx="551">
                  <c:v>9.9047956393466219</c:v>
                </c:pt>
                <c:pt idx="552">
                  <c:v>9.9</c:v>
                </c:pt>
                <c:pt idx="553">
                  <c:v>9.89</c:v>
                </c:pt>
                <c:pt idx="554">
                  <c:v>9.8800000000000008</c:v>
                </c:pt>
                <c:pt idx="555">
                  <c:v>9.8769185353600175</c:v>
                </c:pt>
                <c:pt idx="556">
                  <c:v>9.8699999999999992</c:v>
                </c:pt>
                <c:pt idx="557">
                  <c:v>9.8699999999999992</c:v>
                </c:pt>
                <c:pt idx="558">
                  <c:v>9.8776470588235306</c:v>
                </c:pt>
                <c:pt idx="559">
                  <c:v>9.8800000000000008</c:v>
                </c:pt>
                <c:pt idx="560">
                  <c:v>9.89</c:v>
                </c:pt>
                <c:pt idx="561">
                  <c:v>9.9087251519078965</c:v>
                </c:pt>
                <c:pt idx="562">
                  <c:v>9.91</c:v>
                </c:pt>
                <c:pt idx="563">
                  <c:v>9.93</c:v>
                </c:pt>
                <c:pt idx="564">
                  <c:v>9.9499999999999993</c:v>
                </c:pt>
                <c:pt idx="565">
                  <c:v>9.9499999999999993</c:v>
                </c:pt>
                <c:pt idx="566">
                  <c:v>9.9499999999999993</c:v>
                </c:pt>
                <c:pt idx="567">
                  <c:v>9.94</c:v>
                </c:pt>
                <c:pt idx="568">
                  <c:v>9.93</c:v>
                </c:pt>
                <c:pt idx="569">
                  <c:v>9.9365372312727818</c:v>
                </c:pt>
                <c:pt idx="570">
                  <c:v>9.9499999999999993</c:v>
                </c:pt>
                <c:pt idx="571">
                  <c:v>9.9700000000000006</c:v>
                </c:pt>
                <c:pt idx="572">
                  <c:v>9.98</c:v>
                </c:pt>
                <c:pt idx="573">
                  <c:v>9.98</c:v>
                </c:pt>
                <c:pt idx="574">
                  <c:v>9.9721878916783773</c:v>
                </c:pt>
                <c:pt idx="575">
                  <c:v>9.9700000000000006</c:v>
                </c:pt>
                <c:pt idx="576">
                  <c:v>9.9700000000000006</c:v>
                </c:pt>
                <c:pt idx="577">
                  <c:v>9.98</c:v>
                </c:pt>
                <c:pt idx="578">
                  <c:v>9.9861813035326996</c:v>
                </c:pt>
                <c:pt idx="579">
                  <c:v>9.99</c:v>
                </c:pt>
                <c:pt idx="580">
                  <c:v>9.99</c:v>
                </c:pt>
                <c:pt idx="581">
                  <c:v>9.99</c:v>
                </c:pt>
                <c:pt idx="582">
                  <c:v>9.99</c:v>
                </c:pt>
                <c:pt idx="583">
                  <c:v>9.99</c:v>
                </c:pt>
                <c:pt idx="584">
                  <c:v>9.99</c:v>
                </c:pt>
                <c:pt idx="585">
                  <c:v>9.99</c:v>
                </c:pt>
                <c:pt idx="586">
                  <c:v>9.99</c:v>
                </c:pt>
                <c:pt idx="587">
                  <c:v>9.9833640097954035</c:v>
                </c:pt>
                <c:pt idx="588">
                  <c:v>9.98</c:v>
                </c:pt>
                <c:pt idx="589">
                  <c:v>9.9700000000000006</c:v>
                </c:pt>
                <c:pt idx="590">
                  <c:v>9.9617328351237742</c:v>
                </c:pt>
                <c:pt idx="591">
                  <c:v>9.9600000000000009</c:v>
                </c:pt>
                <c:pt idx="592">
                  <c:v>9.9600000000000009</c:v>
                </c:pt>
                <c:pt idx="593">
                  <c:v>9.9600000000000009</c:v>
                </c:pt>
                <c:pt idx="594">
                  <c:v>9.9600000000000009</c:v>
                </c:pt>
                <c:pt idx="595">
                  <c:v>9.9600000000000009</c:v>
                </c:pt>
                <c:pt idx="596">
                  <c:v>9.9600000000000009</c:v>
                </c:pt>
                <c:pt idx="597">
                  <c:v>9.9669204565306018</c:v>
                </c:pt>
                <c:pt idx="598">
                  <c:v>9.9700000000000006</c:v>
                </c:pt>
                <c:pt idx="599">
                  <c:v>9.99</c:v>
                </c:pt>
                <c:pt idx="600">
                  <c:v>9.99</c:v>
                </c:pt>
                <c:pt idx="601">
                  <c:v>9.99</c:v>
                </c:pt>
                <c:pt idx="602">
                  <c:v>9.99</c:v>
                </c:pt>
                <c:pt idx="603">
                  <c:v>9.9712446813484839</c:v>
                </c:pt>
                <c:pt idx="604">
                  <c:v>9.9700000000000006</c:v>
                </c:pt>
                <c:pt idx="605">
                  <c:v>9.9700000000000006</c:v>
                </c:pt>
                <c:pt idx="606">
                  <c:v>9.9791659132591128</c:v>
                </c:pt>
                <c:pt idx="607">
                  <c:v>9.98</c:v>
                </c:pt>
                <c:pt idx="608">
                  <c:v>9.99</c:v>
                </c:pt>
                <c:pt idx="609">
                  <c:v>9.98</c:v>
                </c:pt>
                <c:pt idx="610">
                  <c:v>9.98</c:v>
                </c:pt>
                <c:pt idx="611">
                  <c:v>9.98</c:v>
                </c:pt>
                <c:pt idx="612">
                  <c:v>9.98</c:v>
                </c:pt>
                <c:pt idx="613">
                  <c:v>9.9700000000000006</c:v>
                </c:pt>
                <c:pt idx="614">
                  <c:v>9.9499999999999993</c:v>
                </c:pt>
                <c:pt idx="615">
                  <c:v>9.9499999999999993</c:v>
                </c:pt>
                <c:pt idx="616">
                  <c:v>9.9532434433928181</c:v>
                </c:pt>
                <c:pt idx="617">
                  <c:v>9.9600000000000009</c:v>
                </c:pt>
                <c:pt idx="618">
                  <c:v>9.9600000000000009</c:v>
                </c:pt>
                <c:pt idx="619">
                  <c:v>9.9600000000000009</c:v>
                </c:pt>
                <c:pt idx="620">
                  <c:v>9.9600000000000009</c:v>
                </c:pt>
                <c:pt idx="621">
                  <c:v>9.9600000000000009</c:v>
                </c:pt>
                <c:pt idx="622">
                  <c:v>9.9700000000000006</c:v>
                </c:pt>
                <c:pt idx="623">
                  <c:v>9.976021295633501</c:v>
                </c:pt>
                <c:pt idx="624">
                  <c:v>9.98</c:v>
                </c:pt>
                <c:pt idx="625">
                  <c:v>10</c:v>
                </c:pt>
                <c:pt idx="626">
                  <c:v>10.017776024388059</c:v>
                </c:pt>
                <c:pt idx="627">
                  <c:v>10.02</c:v>
                </c:pt>
                <c:pt idx="628">
                  <c:v>10.02</c:v>
                </c:pt>
                <c:pt idx="629">
                  <c:v>10.02</c:v>
                </c:pt>
                <c:pt idx="630">
                  <c:v>10.02</c:v>
                </c:pt>
                <c:pt idx="631">
                  <c:v>10.02</c:v>
                </c:pt>
                <c:pt idx="632">
                  <c:v>10.02</c:v>
                </c:pt>
                <c:pt idx="633">
                  <c:v>10.039999999999999</c:v>
                </c:pt>
                <c:pt idx="634">
                  <c:v>10.050000000000001</c:v>
                </c:pt>
                <c:pt idx="635">
                  <c:v>10.06</c:v>
                </c:pt>
                <c:pt idx="636">
                  <c:v>10.06</c:v>
                </c:pt>
                <c:pt idx="637">
                  <c:v>10.06</c:v>
                </c:pt>
                <c:pt idx="638">
                  <c:v>10.06</c:v>
                </c:pt>
                <c:pt idx="639">
                  <c:v>10.06</c:v>
                </c:pt>
                <c:pt idx="640">
                  <c:v>10.06</c:v>
                </c:pt>
                <c:pt idx="641">
                  <c:v>10.043195754716979</c:v>
                </c:pt>
                <c:pt idx="642">
                  <c:v>10.039999999999999</c:v>
                </c:pt>
                <c:pt idx="643">
                  <c:v>10.029999999999999</c:v>
                </c:pt>
                <c:pt idx="644">
                  <c:v>10.02</c:v>
                </c:pt>
                <c:pt idx="645">
                  <c:v>10.02</c:v>
                </c:pt>
                <c:pt idx="646">
                  <c:v>10.02</c:v>
                </c:pt>
                <c:pt idx="647">
                  <c:v>10.02</c:v>
                </c:pt>
                <c:pt idx="648">
                  <c:v>10.02</c:v>
                </c:pt>
                <c:pt idx="649">
                  <c:v>10.02</c:v>
                </c:pt>
                <c:pt idx="650">
                  <c:v>10.02</c:v>
                </c:pt>
                <c:pt idx="651">
                  <c:v>10.02</c:v>
                </c:pt>
                <c:pt idx="652">
                  <c:v>10.01535184775393</c:v>
                </c:pt>
                <c:pt idx="653">
                  <c:v>10.01</c:v>
                </c:pt>
                <c:pt idx="654">
                  <c:v>9.99</c:v>
                </c:pt>
                <c:pt idx="655">
                  <c:v>9.9600000000000009</c:v>
                </c:pt>
                <c:pt idx="656">
                  <c:v>9.93</c:v>
                </c:pt>
                <c:pt idx="657">
                  <c:v>9.9122890119842459</c:v>
                </c:pt>
                <c:pt idx="658">
                  <c:v>9.91</c:v>
                </c:pt>
                <c:pt idx="659">
                  <c:v>9.89</c:v>
                </c:pt>
                <c:pt idx="660">
                  <c:v>9.8800000000000008</c:v>
                </c:pt>
                <c:pt idx="661">
                  <c:v>9.8788510132086316</c:v>
                </c:pt>
                <c:pt idx="662">
                  <c:v>9.8699999999999992</c:v>
                </c:pt>
                <c:pt idx="663">
                  <c:v>9.8699999999999992</c:v>
                </c:pt>
                <c:pt idx="664">
                  <c:v>9.8657506502514298</c:v>
                </c:pt>
                <c:pt idx="665">
                  <c:v>9.86</c:v>
                </c:pt>
                <c:pt idx="666">
                  <c:v>9.84</c:v>
                </c:pt>
                <c:pt idx="667">
                  <c:v>9.8335905372540342</c:v>
                </c:pt>
                <c:pt idx="668">
                  <c:v>9.83</c:v>
                </c:pt>
                <c:pt idx="669">
                  <c:v>9.83</c:v>
                </c:pt>
                <c:pt idx="670">
                  <c:v>9.82</c:v>
                </c:pt>
                <c:pt idx="671">
                  <c:v>9.8115473916976583</c:v>
                </c:pt>
                <c:pt idx="672">
                  <c:v>9.7899999999999991</c:v>
                </c:pt>
                <c:pt idx="673">
                  <c:v>9.76</c:v>
                </c:pt>
                <c:pt idx="674">
                  <c:v>9.7411348299904663</c:v>
                </c:pt>
                <c:pt idx="675">
                  <c:v>9.73</c:v>
                </c:pt>
                <c:pt idx="676">
                  <c:v>9.7100000000000009</c:v>
                </c:pt>
                <c:pt idx="677">
                  <c:v>9.6936117839044922</c:v>
                </c:pt>
                <c:pt idx="678">
                  <c:v>9.69</c:v>
                </c:pt>
                <c:pt idx="679">
                  <c:v>9.66</c:v>
                </c:pt>
                <c:pt idx="680">
                  <c:v>9.65</c:v>
                </c:pt>
                <c:pt idx="681">
                  <c:v>9.6424983444551984</c:v>
                </c:pt>
                <c:pt idx="682">
                  <c:v>9.64</c:v>
                </c:pt>
                <c:pt idx="683">
                  <c:v>9.6300000000000008</c:v>
                </c:pt>
                <c:pt idx="684">
                  <c:v>9.6155303678357562</c:v>
                </c:pt>
                <c:pt idx="685">
                  <c:v>9.61</c:v>
                </c:pt>
                <c:pt idx="686">
                  <c:v>9.58</c:v>
                </c:pt>
                <c:pt idx="687">
                  <c:v>9.5573998944714784</c:v>
                </c:pt>
                <c:pt idx="688">
                  <c:v>9.5500000000000007</c:v>
                </c:pt>
                <c:pt idx="689">
                  <c:v>9.5399999999999991</c:v>
                </c:pt>
                <c:pt idx="690">
                  <c:v>9.530878020433537</c:v>
                </c:pt>
                <c:pt idx="691">
                  <c:v>9.5299999999999994</c:v>
                </c:pt>
                <c:pt idx="692">
                  <c:v>9.51</c:v>
                </c:pt>
                <c:pt idx="693">
                  <c:v>9.5</c:v>
                </c:pt>
                <c:pt idx="694">
                  <c:v>9.5</c:v>
                </c:pt>
                <c:pt idx="695">
                  <c:v>9.5</c:v>
                </c:pt>
                <c:pt idx="696">
                  <c:v>9.51</c:v>
                </c:pt>
                <c:pt idx="697">
                  <c:v>9.517954437888493</c:v>
                </c:pt>
                <c:pt idx="698">
                  <c:v>9.52</c:v>
                </c:pt>
                <c:pt idx="699">
                  <c:v>9.5299999999999994</c:v>
                </c:pt>
                <c:pt idx="700">
                  <c:v>9.5299999999999994</c:v>
                </c:pt>
                <c:pt idx="701">
                  <c:v>9.5299999999999994</c:v>
                </c:pt>
                <c:pt idx="702">
                  <c:v>9.52</c:v>
                </c:pt>
                <c:pt idx="703">
                  <c:v>9.49</c:v>
                </c:pt>
                <c:pt idx="704">
                  <c:v>9.4600000000000009</c:v>
                </c:pt>
                <c:pt idx="705">
                  <c:v>9.4499999999999993</c:v>
                </c:pt>
                <c:pt idx="706">
                  <c:v>9.4499999999999993</c:v>
                </c:pt>
                <c:pt idx="707">
                  <c:v>9.4499999999999993</c:v>
                </c:pt>
                <c:pt idx="708">
                  <c:v>9.4499999999999993</c:v>
                </c:pt>
                <c:pt idx="709">
                  <c:v>9.4600000000000009</c:v>
                </c:pt>
                <c:pt idx="710">
                  <c:v>9.4600000000000009</c:v>
                </c:pt>
                <c:pt idx="711">
                  <c:v>9.4652050714985805</c:v>
                </c:pt>
                <c:pt idx="712">
                  <c:v>9.4700000000000006</c:v>
                </c:pt>
                <c:pt idx="713">
                  <c:v>9.49</c:v>
                </c:pt>
                <c:pt idx="714">
                  <c:v>9.5</c:v>
                </c:pt>
                <c:pt idx="715">
                  <c:v>9.5</c:v>
                </c:pt>
                <c:pt idx="716">
                  <c:v>9.5</c:v>
                </c:pt>
                <c:pt idx="717">
                  <c:v>9.52</c:v>
                </c:pt>
                <c:pt idx="718">
                  <c:v>9.5299999999999994</c:v>
                </c:pt>
                <c:pt idx="719">
                  <c:v>9.5299999999999994</c:v>
                </c:pt>
                <c:pt idx="720">
                  <c:v>9.5299999999999994</c:v>
                </c:pt>
                <c:pt idx="721">
                  <c:v>9.5299999999999994</c:v>
                </c:pt>
                <c:pt idx="722">
                  <c:v>9.5500000000000007</c:v>
                </c:pt>
                <c:pt idx="723">
                  <c:v>9.5576267373081247</c:v>
                </c:pt>
                <c:pt idx="724">
                  <c:v>9.56</c:v>
                </c:pt>
                <c:pt idx="725">
                  <c:v>9.58</c:v>
                </c:pt>
                <c:pt idx="726">
                  <c:v>9.595484732132558</c:v>
                </c:pt>
                <c:pt idx="727">
                  <c:v>9.6</c:v>
                </c:pt>
                <c:pt idx="728">
                  <c:v>9.6199999999999992</c:v>
                </c:pt>
                <c:pt idx="729">
                  <c:v>9.6300000000000008</c:v>
                </c:pt>
                <c:pt idx="730">
                  <c:v>9.6342960464105918</c:v>
                </c:pt>
                <c:pt idx="731">
                  <c:v>9.64</c:v>
                </c:pt>
                <c:pt idx="732">
                  <c:v>9.6478219620508678</c:v>
                </c:pt>
                <c:pt idx="733">
                  <c:v>9.65</c:v>
                </c:pt>
                <c:pt idx="734">
                  <c:v>9.66</c:v>
                </c:pt>
                <c:pt idx="735">
                  <c:v>9.67</c:v>
                </c:pt>
                <c:pt idx="736">
                  <c:v>9.6999999999999993</c:v>
                </c:pt>
                <c:pt idx="737">
                  <c:v>9.7200000000000006</c:v>
                </c:pt>
                <c:pt idx="738">
                  <c:v>9.73</c:v>
                </c:pt>
                <c:pt idx="739">
                  <c:v>9.73</c:v>
                </c:pt>
                <c:pt idx="740">
                  <c:v>9.73</c:v>
                </c:pt>
                <c:pt idx="741">
                  <c:v>9.7200000000000006</c:v>
                </c:pt>
                <c:pt idx="742">
                  <c:v>9.7200000000000006</c:v>
                </c:pt>
                <c:pt idx="743">
                  <c:v>9.7200000000000006</c:v>
                </c:pt>
                <c:pt idx="744">
                  <c:v>9.7100000000000009</c:v>
                </c:pt>
                <c:pt idx="745">
                  <c:v>9.6999999999999993</c:v>
                </c:pt>
                <c:pt idx="746">
                  <c:v>9.6999999999999993</c:v>
                </c:pt>
                <c:pt idx="747">
                  <c:v>9.6999999999999993</c:v>
                </c:pt>
                <c:pt idx="748">
                  <c:v>9.6999999999999993</c:v>
                </c:pt>
                <c:pt idx="749">
                  <c:v>9.6999999999999993</c:v>
                </c:pt>
                <c:pt idx="750">
                  <c:v>9.6999999999999993</c:v>
                </c:pt>
                <c:pt idx="751">
                  <c:v>9.6999999999999993</c:v>
                </c:pt>
                <c:pt idx="752">
                  <c:v>9.6999999999999993</c:v>
                </c:pt>
                <c:pt idx="753">
                  <c:v>9.6999999999999993</c:v>
                </c:pt>
                <c:pt idx="754">
                  <c:v>9.6999999999999993</c:v>
                </c:pt>
                <c:pt idx="755">
                  <c:v>9.6999999999999993</c:v>
                </c:pt>
                <c:pt idx="756">
                  <c:v>9.6999999999999993</c:v>
                </c:pt>
                <c:pt idx="757">
                  <c:v>9.69</c:v>
                </c:pt>
                <c:pt idx="758">
                  <c:v>9.6740042921163916</c:v>
                </c:pt>
                <c:pt idx="759">
                  <c:v>9.67</c:v>
                </c:pt>
                <c:pt idx="760">
                  <c:v>9.67</c:v>
                </c:pt>
                <c:pt idx="761">
                  <c:v>9.67</c:v>
                </c:pt>
                <c:pt idx="762">
                  <c:v>9.68</c:v>
                </c:pt>
                <c:pt idx="763">
                  <c:v>9.6857579398584139</c:v>
                </c:pt>
                <c:pt idx="764">
                  <c:v>9.69</c:v>
                </c:pt>
                <c:pt idx="765">
                  <c:v>9.6999999999999993</c:v>
                </c:pt>
                <c:pt idx="766">
                  <c:v>9.6999999999999993</c:v>
                </c:pt>
                <c:pt idx="767">
                  <c:v>9.6999999999999993</c:v>
                </c:pt>
                <c:pt idx="768">
                  <c:v>9.7100000000000009</c:v>
                </c:pt>
                <c:pt idx="769">
                  <c:v>9.7100000000000009</c:v>
                </c:pt>
                <c:pt idx="770">
                  <c:v>9.7100000000000009</c:v>
                </c:pt>
                <c:pt idx="771">
                  <c:v>9.7200000000000006</c:v>
                </c:pt>
                <c:pt idx="772">
                  <c:v>9.7200000000000006</c:v>
                </c:pt>
                <c:pt idx="773">
                  <c:v>9.7256290414447015</c:v>
                </c:pt>
                <c:pt idx="774">
                  <c:v>9.73</c:v>
                </c:pt>
                <c:pt idx="775">
                  <c:v>9.74</c:v>
                </c:pt>
                <c:pt idx="776">
                  <c:v>9.7547117347598</c:v>
                </c:pt>
                <c:pt idx="777">
                  <c:v>9.76</c:v>
                </c:pt>
                <c:pt idx="778">
                  <c:v>9.77</c:v>
                </c:pt>
                <c:pt idx="779">
                  <c:v>9.788638487384933</c:v>
                </c:pt>
                <c:pt idx="780">
                  <c:v>9.7899999999999991</c:v>
                </c:pt>
                <c:pt idx="781">
                  <c:v>9.81</c:v>
                </c:pt>
                <c:pt idx="782">
                  <c:v>9.82</c:v>
                </c:pt>
                <c:pt idx="783">
                  <c:v>9.8257659574468086</c:v>
                </c:pt>
                <c:pt idx="784">
                  <c:v>9.83</c:v>
                </c:pt>
                <c:pt idx="785">
                  <c:v>9.84</c:v>
                </c:pt>
                <c:pt idx="786">
                  <c:v>9.858221376121838</c:v>
                </c:pt>
                <c:pt idx="787">
                  <c:v>9.86</c:v>
                </c:pt>
                <c:pt idx="788">
                  <c:v>9.8800000000000008</c:v>
                </c:pt>
                <c:pt idx="789">
                  <c:v>9.89</c:v>
                </c:pt>
                <c:pt idx="790">
                  <c:v>9.89</c:v>
                </c:pt>
                <c:pt idx="791">
                  <c:v>9.89</c:v>
                </c:pt>
                <c:pt idx="792">
                  <c:v>9.89</c:v>
                </c:pt>
                <c:pt idx="793">
                  <c:v>9.8979652869861727</c:v>
                </c:pt>
                <c:pt idx="794">
                  <c:v>9.9</c:v>
                </c:pt>
                <c:pt idx="795">
                  <c:v>9.91</c:v>
                </c:pt>
                <c:pt idx="796">
                  <c:v>9.9193929128192835</c:v>
                </c:pt>
                <c:pt idx="797">
                  <c:v>9.92</c:v>
                </c:pt>
                <c:pt idx="798">
                  <c:v>9.93</c:v>
                </c:pt>
                <c:pt idx="799">
                  <c:v>9.92</c:v>
                </c:pt>
                <c:pt idx="800">
                  <c:v>9.9137007490636702</c:v>
                </c:pt>
                <c:pt idx="801">
                  <c:v>9.91</c:v>
                </c:pt>
                <c:pt idx="802">
                  <c:v>9.9</c:v>
                </c:pt>
                <c:pt idx="803">
                  <c:v>9.91</c:v>
                </c:pt>
                <c:pt idx="804">
                  <c:v>9.91</c:v>
                </c:pt>
                <c:pt idx="805">
                  <c:v>9.91</c:v>
                </c:pt>
                <c:pt idx="806">
                  <c:v>9.91</c:v>
                </c:pt>
                <c:pt idx="807">
                  <c:v>9.91</c:v>
                </c:pt>
                <c:pt idx="808">
                  <c:v>9.9016338911596105</c:v>
                </c:pt>
                <c:pt idx="809">
                  <c:v>9.9</c:v>
                </c:pt>
                <c:pt idx="810">
                  <c:v>9.89</c:v>
                </c:pt>
                <c:pt idx="811">
                  <c:v>9.8829592033656262</c:v>
                </c:pt>
                <c:pt idx="812">
                  <c:v>9.8800000000000008</c:v>
                </c:pt>
                <c:pt idx="813">
                  <c:v>9.8699999999999992</c:v>
                </c:pt>
                <c:pt idx="814">
                  <c:v>9.8699999999999992</c:v>
                </c:pt>
                <c:pt idx="815">
                  <c:v>9.8699999999999992</c:v>
                </c:pt>
                <c:pt idx="816">
                  <c:v>9.86</c:v>
                </c:pt>
                <c:pt idx="817">
                  <c:v>9.85</c:v>
                </c:pt>
                <c:pt idx="818">
                  <c:v>9.8353834789032284</c:v>
                </c:pt>
                <c:pt idx="819">
                  <c:v>9.83</c:v>
                </c:pt>
                <c:pt idx="820">
                  <c:v>9.81</c:v>
                </c:pt>
                <c:pt idx="821">
                  <c:v>9.8011649622799677</c:v>
                </c:pt>
                <c:pt idx="822">
                  <c:v>9.8000000000000007</c:v>
                </c:pt>
                <c:pt idx="823">
                  <c:v>9.8000000000000007</c:v>
                </c:pt>
                <c:pt idx="824">
                  <c:v>9.81</c:v>
                </c:pt>
                <c:pt idx="825">
                  <c:v>9.8159171223567352</c:v>
                </c:pt>
                <c:pt idx="826">
                  <c:v>9.83</c:v>
                </c:pt>
                <c:pt idx="827">
                  <c:v>9.86</c:v>
                </c:pt>
                <c:pt idx="828">
                  <c:v>9.8751576979985991</c:v>
                </c:pt>
                <c:pt idx="829">
                  <c:v>9.8800000000000008</c:v>
                </c:pt>
                <c:pt idx="830">
                  <c:v>9.8800000000000008</c:v>
                </c:pt>
                <c:pt idx="831">
                  <c:v>9.8800000000000008</c:v>
                </c:pt>
                <c:pt idx="832">
                  <c:v>9.8800000000000008</c:v>
                </c:pt>
                <c:pt idx="833">
                  <c:v>9.8800000000000008</c:v>
                </c:pt>
                <c:pt idx="834">
                  <c:v>9.89</c:v>
                </c:pt>
                <c:pt idx="835">
                  <c:v>9.89</c:v>
                </c:pt>
                <c:pt idx="836">
                  <c:v>9.89</c:v>
                </c:pt>
                <c:pt idx="837">
                  <c:v>9.9</c:v>
                </c:pt>
                <c:pt idx="838">
                  <c:v>9.9083698466440957</c:v>
                </c:pt>
                <c:pt idx="839">
                  <c:v>9.91</c:v>
                </c:pt>
                <c:pt idx="840">
                  <c:v>9.9</c:v>
                </c:pt>
                <c:pt idx="841">
                  <c:v>9.9</c:v>
                </c:pt>
                <c:pt idx="842">
                  <c:v>9.9</c:v>
                </c:pt>
                <c:pt idx="843">
                  <c:v>9.9</c:v>
                </c:pt>
                <c:pt idx="844">
                  <c:v>9.91</c:v>
                </c:pt>
                <c:pt idx="845">
                  <c:v>9.9182892245799472</c:v>
                </c:pt>
                <c:pt idx="846">
                  <c:v>9.92</c:v>
                </c:pt>
                <c:pt idx="847">
                  <c:v>9.92</c:v>
                </c:pt>
                <c:pt idx="848">
                  <c:v>9.9105139453111661</c:v>
                </c:pt>
                <c:pt idx="849">
                  <c:v>9.91</c:v>
                </c:pt>
                <c:pt idx="850">
                  <c:v>9.9</c:v>
                </c:pt>
                <c:pt idx="851">
                  <c:v>9.91</c:v>
                </c:pt>
                <c:pt idx="852">
                  <c:v>9.9177816510365258</c:v>
                </c:pt>
                <c:pt idx="853">
                  <c:v>9.92</c:v>
                </c:pt>
                <c:pt idx="854">
                  <c:v>9.92</c:v>
                </c:pt>
                <c:pt idx="855">
                  <c:v>9.93</c:v>
                </c:pt>
                <c:pt idx="856">
                  <c:v>9.9499999999999993</c:v>
                </c:pt>
                <c:pt idx="857">
                  <c:v>9.9499999999999993</c:v>
                </c:pt>
                <c:pt idx="858">
                  <c:v>9.9499999999999993</c:v>
                </c:pt>
                <c:pt idx="859">
                  <c:v>9.9600000000000009</c:v>
                </c:pt>
                <c:pt idx="860">
                  <c:v>9.973590856403483</c:v>
                </c:pt>
                <c:pt idx="861">
                  <c:v>9.98</c:v>
                </c:pt>
                <c:pt idx="862">
                  <c:v>10</c:v>
                </c:pt>
                <c:pt idx="863">
                  <c:v>10.00726634059582</c:v>
                </c:pt>
                <c:pt idx="864">
                  <c:v>10.01</c:v>
                </c:pt>
                <c:pt idx="865">
                  <c:v>10.02</c:v>
                </c:pt>
                <c:pt idx="866">
                  <c:v>10.029999999999999</c:v>
                </c:pt>
                <c:pt idx="867">
                  <c:v>10.029999999999999</c:v>
                </c:pt>
                <c:pt idx="868">
                  <c:v>10.029999999999999</c:v>
                </c:pt>
                <c:pt idx="869">
                  <c:v>10.03717529557386</c:v>
                </c:pt>
                <c:pt idx="870">
                  <c:v>10.039999999999999</c:v>
                </c:pt>
                <c:pt idx="871">
                  <c:v>10.039999999999999</c:v>
                </c:pt>
                <c:pt idx="872">
                  <c:v>10.029999999999999</c:v>
                </c:pt>
                <c:pt idx="873">
                  <c:v>10.029999999999999</c:v>
                </c:pt>
                <c:pt idx="874">
                  <c:v>10.02</c:v>
                </c:pt>
                <c:pt idx="875">
                  <c:v>10.015529017734581</c:v>
                </c:pt>
                <c:pt idx="876">
                  <c:v>10.01</c:v>
                </c:pt>
                <c:pt idx="877">
                  <c:v>10</c:v>
                </c:pt>
                <c:pt idx="878">
                  <c:v>10.00821894635089</c:v>
                </c:pt>
                <c:pt idx="879">
                  <c:v>10.01</c:v>
                </c:pt>
                <c:pt idx="880">
                  <c:v>10.01</c:v>
                </c:pt>
                <c:pt idx="881">
                  <c:v>10.01768915994491</c:v>
                </c:pt>
                <c:pt idx="882">
                  <c:v>10.02</c:v>
                </c:pt>
                <c:pt idx="883">
                  <c:v>10.029999999999999</c:v>
                </c:pt>
                <c:pt idx="884">
                  <c:v>10.039999999999999</c:v>
                </c:pt>
                <c:pt idx="885">
                  <c:v>10.05642925787507</c:v>
                </c:pt>
                <c:pt idx="886">
                  <c:v>10.06</c:v>
                </c:pt>
                <c:pt idx="887">
                  <c:v>10.08</c:v>
                </c:pt>
                <c:pt idx="888">
                  <c:v>10.08</c:v>
                </c:pt>
                <c:pt idx="889">
                  <c:v>10.08</c:v>
                </c:pt>
                <c:pt idx="890">
                  <c:v>10.09</c:v>
                </c:pt>
                <c:pt idx="891">
                  <c:v>10.074990425212841</c:v>
                </c:pt>
                <c:pt idx="892">
                  <c:v>10.07</c:v>
                </c:pt>
                <c:pt idx="893">
                  <c:v>10.06</c:v>
                </c:pt>
                <c:pt idx="894">
                  <c:v>10.042465370493989</c:v>
                </c:pt>
                <c:pt idx="895">
                  <c:v>10.039999999999999</c:v>
                </c:pt>
                <c:pt idx="896">
                  <c:v>10.029999999999999</c:v>
                </c:pt>
                <c:pt idx="897">
                  <c:v>10.01</c:v>
                </c:pt>
                <c:pt idx="898">
                  <c:v>9.99</c:v>
                </c:pt>
                <c:pt idx="899">
                  <c:v>9.9754153922665676</c:v>
                </c:pt>
                <c:pt idx="900">
                  <c:v>9.9700000000000006</c:v>
                </c:pt>
                <c:pt idx="901">
                  <c:v>9.9700000000000006</c:v>
                </c:pt>
                <c:pt idx="902">
                  <c:v>9.9600000000000009</c:v>
                </c:pt>
                <c:pt idx="903">
                  <c:v>9.9696332928071509</c:v>
                </c:pt>
                <c:pt idx="904">
                  <c:v>9.9700000000000006</c:v>
                </c:pt>
                <c:pt idx="905">
                  <c:v>9.99</c:v>
                </c:pt>
                <c:pt idx="906">
                  <c:v>10.01</c:v>
                </c:pt>
                <c:pt idx="907">
                  <c:v>10.01</c:v>
                </c:pt>
                <c:pt idx="908">
                  <c:v>10.01</c:v>
                </c:pt>
                <c:pt idx="909">
                  <c:v>10.01</c:v>
                </c:pt>
                <c:pt idx="910">
                  <c:v>10.017558913839659</c:v>
                </c:pt>
                <c:pt idx="911">
                  <c:v>10.02</c:v>
                </c:pt>
                <c:pt idx="912">
                  <c:v>10.02</c:v>
                </c:pt>
                <c:pt idx="913">
                  <c:v>10.02</c:v>
                </c:pt>
                <c:pt idx="914">
                  <c:v>10.02</c:v>
                </c:pt>
                <c:pt idx="915">
                  <c:v>10.039999999999999</c:v>
                </c:pt>
                <c:pt idx="916">
                  <c:v>10.0457108892059</c:v>
                </c:pt>
                <c:pt idx="917">
                  <c:v>10.050000000000001</c:v>
                </c:pt>
                <c:pt idx="918">
                  <c:v>10.050000000000001</c:v>
                </c:pt>
                <c:pt idx="919">
                  <c:v>10.050000000000001</c:v>
                </c:pt>
                <c:pt idx="920">
                  <c:v>10.050000000000001</c:v>
                </c:pt>
                <c:pt idx="921">
                  <c:v>10.039999999999999</c:v>
                </c:pt>
                <c:pt idx="922">
                  <c:v>10.029999999999999</c:v>
                </c:pt>
                <c:pt idx="923">
                  <c:v>10.026400416862961</c:v>
                </c:pt>
                <c:pt idx="924">
                  <c:v>10.02</c:v>
                </c:pt>
                <c:pt idx="925">
                  <c:v>10.029999999999999</c:v>
                </c:pt>
                <c:pt idx="926">
                  <c:v>10.039999999999999</c:v>
                </c:pt>
                <c:pt idx="927">
                  <c:v>10.029999999999999</c:v>
                </c:pt>
                <c:pt idx="928">
                  <c:v>10.029999999999999</c:v>
                </c:pt>
                <c:pt idx="929">
                  <c:v>10.01</c:v>
                </c:pt>
                <c:pt idx="930">
                  <c:v>9.99</c:v>
                </c:pt>
                <c:pt idx="931">
                  <c:v>9.982887810657564</c:v>
                </c:pt>
                <c:pt idx="932">
                  <c:v>9.98</c:v>
                </c:pt>
                <c:pt idx="933">
                  <c:v>9.99</c:v>
                </c:pt>
                <c:pt idx="934">
                  <c:v>9.99</c:v>
                </c:pt>
                <c:pt idx="935">
                  <c:v>9.99</c:v>
                </c:pt>
                <c:pt idx="936">
                  <c:v>9.99</c:v>
                </c:pt>
                <c:pt idx="937">
                  <c:v>9.98</c:v>
                </c:pt>
                <c:pt idx="938">
                  <c:v>9.98</c:v>
                </c:pt>
                <c:pt idx="939">
                  <c:v>9.99</c:v>
                </c:pt>
                <c:pt idx="940">
                  <c:v>10.003022842345301</c:v>
                </c:pt>
                <c:pt idx="941">
                  <c:v>10.01</c:v>
                </c:pt>
                <c:pt idx="942">
                  <c:v>10.02</c:v>
                </c:pt>
                <c:pt idx="943">
                  <c:v>10.028527075226981</c:v>
                </c:pt>
                <c:pt idx="944">
                  <c:v>10.029999999999999</c:v>
                </c:pt>
                <c:pt idx="945">
                  <c:v>10.029999999999999</c:v>
                </c:pt>
                <c:pt idx="946">
                  <c:v>10.029999999999999</c:v>
                </c:pt>
                <c:pt idx="947">
                  <c:v>10.029999999999999</c:v>
                </c:pt>
                <c:pt idx="948">
                  <c:v>10.029999999999999</c:v>
                </c:pt>
                <c:pt idx="949">
                  <c:v>10.039999999999999</c:v>
                </c:pt>
                <c:pt idx="950">
                  <c:v>10.039999999999999</c:v>
                </c:pt>
                <c:pt idx="951">
                  <c:v>10.039999999999999</c:v>
                </c:pt>
                <c:pt idx="952">
                  <c:v>10.029999999999999</c:v>
                </c:pt>
                <c:pt idx="953">
                  <c:v>10.029999999999999</c:v>
                </c:pt>
                <c:pt idx="954">
                  <c:v>10.029999999999999</c:v>
                </c:pt>
                <c:pt idx="955">
                  <c:v>10.02</c:v>
                </c:pt>
                <c:pt idx="956">
                  <c:v>10.01</c:v>
                </c:pt>
                <c:pt idx="957">
                  <c:v>10.01</c:v>
                </c:pt>
                <c:pt idx="958">
                  <c:v>10.01</c:v>
                </c:pt>
                <c:pt idx="959">
                  <c:v>10.01</c:v>
                </c:pt>
                <c:pt idx="960">
                  <c:v>10.01</c:v>
                </c:pt>
                <c:pt idx="961">
                  <c:v>9.99</c:v>
                </c:pt>
                <c:pt idx="962">
                  <c:v>9.98</c:v>
                </c:pt>
                <c:pt idx="963">
                  <c:v>9.98</c:v>
                </c:pt>
                <c:pt idx="964">
                  <c:v>9.98</c:v>
                </c:pt>
                <c:pt idx="965">
                  <c:v>9.98</c:v>
                </c:pt>
                <c:pt idx="966">
                  <c:v>9.98</c:v>
                </c:pt>
                <c:pt idx="967">
                  <c:v>9.9921768115942022</c:v>
                </c:pt>
                <c:pt idx="968">
                  <c:v>10</c:v>
                </c:pt>
                <c:pt idx="969">
                  <c:v>10.02</c:v>
                </c:pt>
                <c:pt idx="970">
                  <c:v>10.029999999999999</c:v>
                </c:pt>
                <c:pt idx="971">
                  <c:v>10.039999999999999</c:v>
                </c:pt>
                <c:pt idx="972">
                  <c:v>10.029999999999999</c:v>
                </c:pt>
                <c:pt idx="973">
                  <c:v>10.02450668008273</c:v>
                </c:pt>
                <c:pt idx="974">
                  <c:v>10.02</c:v>
                </c:pt>
                <c:pt idx="975">
                  <c:v>10.01</c:v>
                </c:pt>
                <c:pt idx="976">
                  <c:v>10.01</c:v>
                </c:pt>
                <c:pt idx="977">
                  <c:v>10.01</c:v>
                </c:pt>
                <c:pt idx="978">
                  <c:v>10.01</c:v>
                </c:pt>
                <c:pt idx="979">
                  <c:v>10.01</c:v>
                </c:pt>
                <c:pt idx="980">
                  <c:v>10.01</c:v>
                </c:pt>
                <c:pt idx="981">
                  <c:v>9.98</c:v>
                </c:pt>
                <c:pt idx="982">
                  <c:v>9.98</c:v>
                </c:pt>
                <c:pt idx="983">
                  <c:v>9.98</c:v>
                </c:pt>
                <c:pt idx="984">
                  <c:v>9.98</c:v>
                </c:pt>
                <c:pt idx="985">
                  <c:v>9.9881182665829265</c:v>
                </c:pt>
                <c:pt idx="986">
                  <c:v>9.99</c:v>
                </c:pt>
                <c:pt idx="987">
                  <c:v>10.02</c:v>
                </c:pt>
                <c:pt idx="988">
                  <c:v>10.039999999999999</c:v>
                </c:pt>
                <c:pt idx="989">
                  <c:v>10.06</c:v>
                </c:pt>
                <c:pt idx="990">
                  <c:v>10.07683990732531</c:v>
                </c:pt>
                <c:pt idx="991">
                  <c:v>10.08</c:v>
                </c:pt>
                <c:pt idx="992">
                  <c:v>10.08</c:v>
                </c:pt>
                <c:pt idx="993">
                  <c:v>10.08</c:v>
                </c:pt>
                <c:pt idx="994">
                  <c:v>10.08</c:v>
                </c:pt>
                <c:pt idx="995">
                  <c:v>10.09</c:v>
                </c:pt>
                <c:pt idx="996">
                  <c:v>10.08</c:v>
                </c:pt>
                <c:pt idx="997">
                  <c:v>10.074415852117831</c:v>
                </c:pt>
                <c:pt idx="998">
                  <c:v>10.07</c:v>
                </c:pt>
                <c:pt idx="999">
                  <c:v>10.06</c:v>
                </c:pt>
                <c:pt idx="1000">
                  <c:v>10.050000000000001</c:v>
                </c:pt>
                <c:pt idx="1001">
                  <c:v>10.04492807760928</c:v>
                </c:pt>
                <c:pt idx="1002">
                  <c:v>10.039999999999999</c:v>
                </c:pt>
                <c:pt idx="1003">
                  <c:v>10.029999999999999</c:v>
                </c:pt>
                <c:pt idx="1004">
                  <c:v>10.029999999999999</c:v>
                </c:pt>
                <c:pt idx="1005">
                  <c:v>10.03612580689466</c:v>
                </c:pt>
                <c:pt idx="1006">
                  <c:v>10.039999999999999</c:v>
                </c:pt>
                <c:pt idx="1007">
                  <c:v>10.050000000000001</c:v>
                </c:pt>
                <c:pt idx="1008">
                  <c:v>10.050000000000001</c:v>
                </c:pt>
                <c:pt idx="1009">
                  <c:v>10.050000000000001</c:v>
                </c:pt>
                <c:pt idx="1010">
                  <c:v>10.06</c:v>
                </c:pt>
                <c:pt idx="1011">
                  <c:v>10.06</c:v>
                </c:pt>
                <c:pt idx="1012">
                  <c:v>10.06</c:v>
                </c:pt>
                <c:pt idx="1013">
                  <c:v>10.039999999999999</c:v>
                </c:pt>
                <c:pt idx="1014">
                  <c:v>10.029999999999999</c:v>
                </c:pt>
                <c:pt idx="1015">
                  <c:v>10.02414943249077</c:v>
                </c:pt>
                <c:pt idx="1016">
                  <c:v>10.02</c:v>
                </c:pt>
                <c:pt idx="1017">
                  <c:v>10.02</c:v>
                </c:pt>
                <c:pt idx="1018">
                  <c:v>10.01184939978174</c:v>
                </c:pt>
                <c:pt idx="1019">
                  <c:v>10.01</c:v>
                </c:pt>
                <c:pt idx="1020">
                  <c:v>10.01</c:v>
                </c:pt>
                <c:pt idx="1021">
                  <c:v>10.01</c:v>
                </c:pt>
                <c:pt idx="1022">
                  <c:v>10.01</c:v>
                </c:pt>
                <c:pt idx="1023">
                  <c:v>10.02</c:v>
                </c:pt>
                <c:pt idx="1024">
                  <c:v>10.025479026798569</c:v>
                </c:pt>
                <c:pt idx="1025">
                  <c:v>10.029999999999999</c:v>
                </c:pt>
                <c:pt idx="1026">
                  <c:v>10.039999999999999</c:v>
                </c:pt>
                <c:pt idx="1027">
                  <c:v>10.039999999999999</c:v>
                </c:pt>
                <c:pt idx="1028">
                  <c:v>10.039999999999999</c:v>
                </c:pt>
                <c:pt idx="1029">
                  <c:v>10.050000000000001</c:v>
                </c:pt>
                <c:pt idx="1030">
                  <c:v>10.06</c:v>
                </c:pt>
                <c:pt idx="1031">
                  <c:v>10.066055283616469</c:v>
                </c:pt>
                <c:pt idx="1032">
                  <c:v>10.07</c:v>
                </c:pt>
                <c:pt idx="1033">
                  <c:v>10.09</c:v>
                </c:pt>
                <c:pt idx="1034">
                  <c:v>10.09573573573573</c:v>
                </c:pt>
                <c:pt idx="1035">
                  <c:v>10.1</c:v>
                </c:pt>
                <c:pt idx="1036">
                  <c:v>10.11</c:v>
                </c:pt>
                <c:pt idx="1037">
                  <c:v>10.11</c:v>
                </c:pt>
                <c:pt idx="1038">
                  <c:v>10.11</c:v>
                </c:pt>
                <c:pt idx="1039">
                  <c:v>10.11</c:v>
                </c:pt>
                <c:pt idx="1040">
                  <c:v>10.119999999999999</c:v>
                </c:pt>
                <c:pt idx="1041">
                  <c:v>10.119999999999999</c:v>
                </c:pt>
                <c:pt idx="1042">
                  <c:v>10.119999999999999</c:v>
                </c:pt>
                <c:pt idx="1043">
                  <c:v>10.11</c:v>
                </c:pt>
                <c:pt idx="1044">
                  <c:v>10.09443298332304</c:v>
                </c:pt>
                <c:pt idx="1045">
                  <c:v>10.09</c:v>
                </c:pt>
                <c:pt idx="1046">
                  <c:v>10.07</c:v>
                </c:pt>
                <c:pt idx="1047">
                  <c:v>10.039999999999999</c:v>
                </c:pt>
                <c:pt idx="1048">
                  <c:v>10.016971807810441</c:v>
                </c:pt>
                <c:pt idx="1049">
                  <c:v>9.99</c:v>
                </c:pt>
                <c:pt idx="1050">
                  <c:v>9.9600000000000009</c:v>
                </c:pt>
                <c:pt idx="1051">
                  <c:v>9.93</c:v>
                </c:pt>
                <c:pt idx="1052">
                  <c:v>9.9</c:v>
                </c:pt>
                <c:pt idx="1053">
                  <c:v>9.8632544802867379</c:v>
                </c:pt>
                <c:pt idx="1054">
                  <c:v>9.86</c:v>
                </c:pt>
                <c:pt idx="1055">
                  <c:v>9.83</c:v>
                </c:pt>
                <c:pt idx="1056">
                  <c:v>9.8138845478694492</c:v>
                </c:pt>
                <c:pt idx="1057">
                  <c:v>9.81</c:v>
                </c:pt>
                <c:pt idx="1058">
                  <c:v>9.8000000000000007</c:v>
                </c:pt>
                <c:pt idx="1059">
                  <c:v>9.8072932795765428</c:v>
                </c:pt>
                <c:pt idx="1060">
                  <c:v>9.81</c:v>
                </c:pt>
                <c:pt idx="1061">
                  <c:v>9.81</c:v>
                </c:pt>
                <c:pt idx="1062">
                  <c:v>9.8005597683191716</c:v>
                </c:pt>
                <c:pt idx="1063">
                  <c:v>9.8000000000000007</c:v>
                </c:pt>
                <c:pt idx="1064">
                  <c:v>9.7799999999999994</c:v>
                </c:pt>
                <c:pt idx="1065">
                  <c:v>9.77</c:v>
                </c:pt>
                <c:pt idx="1066">
                  <c:v>9.77</c:v>
                </c:pt>
                <c:pt idx="1067">
                  <c:v>9.77</c:v>
                </c:pt>
                <c:pt idx="1068">
                  <c:v>9.76</c:v>
                </c:pt>
                <c:pt idx="1069">
                  <c:v>9.76</c:v>
                </c:pt>
                <c:pt idx="1070">
                  <c:v>9.76</c:v>
                </c:pt>
                <c:pt idx="1071">
                  <c:v>9.75</c:v>
                </c:pt>
                <c:pt idx="1072">
                  <c:v>9.7261964942483772</c:v>
                </c:pt>
                <c:pt idx="1073">
                  <c:v>9.7200000000000006</c:v>
                </c:pt>
                <c:pt idx="1074">
                  <c:v>9.6820043776775861</c:v>
                </c:pt>
                <c:pt idx="1075">
                  <c:v>9.68</c:v>
                </c:pt>
                <c:pt idx="1076">
                  <c:v>9.66</c:v>
                </c:pt>
                <c:pt idx="1077">
                  <c:v>9.65</c:v>
                </c:pt>
                <c:pt idx="1078">
                  <c:v>9.67</c:v>
                </c:pt>
                <c:pt idx="1079">
                  <c:v>9.6753980590862252</c:v>
                </c:pt>
                <c:pt idx="1080">
                  <c:v>9.68</c:v>
                </c:pt>
                <c:pt idx="1081">
                  <c:v>9.68</c:v>
                </c:pt>
                <c:pt idx="1082">
                  <c:v>9.67</c:v>
                </c:pt>
                <c:pt idx="1083">
                  <c:v>9.6624712187918735</c:v>
                </c:pt>
                <c:pt idx="1084">
                  <c:v>9.66</c:v>
                </c:pt>
                <c:pt idx="1085">
                  <c:v>9.65</c:v>
                </c:pt>
                <c:pt idx="1086">
                  <c:v>9.6419291716686679</c:v>
                </c:pt>
                <c:pt idx="1087">
                  <c:v>9.64</c:v>
                </c:pt>
                <c:pt idx="1088">
                  <c:v>9.64</c:v>
                </c:pt>
                <c:pt idx="1089">
                  <c:v>9.6465635918145107</c:v>
                </c:pt>
                <c:pt idx="1090">
                  <c:v>9.65</c:v>
                </c:pt>
                <c:pt idx="1091">
                  <c:v>9.66</c:v>
                </c:pt>
                <c:pt idx="1092">
                  <c:v>9.66</c:v>
                </c:pt>
                <c:pt idx="1093">
                  <c:v>9.66</c:v>
                </c:pt>
                <c:pt idx="1094">
                  <c:v>9.64</c:v>
                </c:pt>
                <c:pt idx="1095">
                  <c:v>9.65</c:v>
                </c:pt>
                <c:pt idx="1096">
                  <c:v>9.6528835743164532</c:v>
                </c:pt>
                <c:pt idx="1097">
                  <c:v>9.67</c:v>
                </c:pt>
                <c:pt idx="1098">
                  <c:v>9.68</c:v>
                </c:pt>
                <c:pt idx="1099">
                  <c:v>9.69</c:v>
                </c:pt>
                <c:pt idx="1100">
                  <c:v>9.6951436357153771</c:v>
                </c:pt>
                <c:pt idx="1101">
                  <c:v>9.6999999999999993</c:v>
                </c:pt>
                <c:pt idx="1102">
                  <c:v>9.6999999999999993</c:v>
                </c:pt>
                <c:pt idx="1103">
                  <c:v>9.6912169439152791</c:v>
                </c:pt>
                <c:pt idx="1104">
                  <c:v>9.68</c:v>
                </c:pt>
                <c:pt idx="1105">
                  <c:v>9.66</c:v>
                </c:pt>
                <c:pt idx="1106">
                  <c:v>9.68</c:v>
                </c:pt>
                <c:pt idx="1107">
                  <c:v>9.7100000000000009</c:v>
                </c:pt>
                <c:pt idx="1108">
                  <c:v>9.74</c:v>
                </c:pt>
                <c:pt idx="1109">
                  <c:v>9.7454524527445443</c:v>
                </c:pt>
                <c:pt idx="1110">
                  <c:v>9.75</c:v>
                </c:pt>
                <c:pt idx="1111">
                  <c:v>9.75</c:v>
                </c:pt>
                <c:pt idx="1112">
                  <c:v>9.7426261367398208</c:v>
                </c:pt>
                <c:pt idx="1113">
                  <c:v>9.74</c:v>
                </c:pt>
                <c:pt idx="1114">
                  <c:v>9.75</c:v>
                </c:pt>
                <c:pt idx="1115">
                  <c:v>9.76</c:v>
                </c:pt>
                <c:pt idx="1116">
                  <c:v>9.7705921674970035</c:v>
                </c:pt>
                <c:pt idx="1117">
                  <c:v>9.7799999999999994</c:v>
                </c:pt>
                <c:pt idx="1118">
                  <c:v>9.7799999999999994</c:v>
                </c:pt>
                <c:pt idx="1119">
                  <c:v>9.75</c:v>
                </c:pt>
                <c:pt idx="1120">
                  <c:v>9.7120263694867379</c:v>
                </c:pt>
                <c:pt idx="1121">
                  <c:v>9.7100000000000009</c:v>
                </c:pt>
                <c:pt idx="1122">
                  <c:v>9.68</c:v>
                </c:pt>
                <c:pt idx="1123">
                  <c:v>9.6609452932664297</c:v>
                </c:pt>
                <c:pt idx="1124">
                  <c:v>9.66</c:v>
                </c:pt>
                <c:pt idx="1125">
                  <c:v>9.64</c:v>
                </c:pt>
                <c:pt idx="1126">
                  <c:v>9.6199999999999992</c:v>
                </c:pt>
                <c:pt idx="1127">
                  <c:v>9.6152121108450217</c:v>
                </c:pt>
                <c:pt idx="1128">
                  <c:v>9.61</c:v>
                </c:pt>
                <c:pt idx="1129">
                  <c:v>9.61</c:v>
                </c:pt>
                <c:pt idx="1130">
                  <c:v>9.6159790837089218</c:v>
                </c:pt>
                <c:pt idx="1131">
                  <c:v>9.6199999999999992</c:v>
                </c:pt>
                <c:pt idx="1132">
                  <c:v>9.6199999999999992</c:v>
                </c:pt>
                <c:pt idx="1133">
                  <c:v>9.6</c:v>
                </c:pt>
                <c:pt idx="1134">
                  <c:v>9.58</c:v>
                </c:pt>
                <c:pt idx="1135">
                  <c:v>9.57</c:v>
                </c:pt>
                <c:pt idx="1136">
                  <c:v>9.5544100876176348</c:v>
                </c:pt>
                <c:pt idx="1137">
                  <c:v>9.5500000000000007</c:v>
                </c:pt>
                <c:pt idx="1138">
                  <c:v>9.5299999999999994</c:v>
                </c:pt>
                <c:pt idx="1139">
                  <c:v>9.4927077440562648</c:v>
                </c:pt>
                <c:pt idx="1140">
                  <c:v>9.49</c:v>
                </c:pt>
                <c:pt idx="1141">
                  <c:v>9.49</c:v>
                </c:pt>
                <c:pt idx="1142">
                  <c:v>9.4958875428891538</c:v>
                </c:pt>
                <c:pt idx="1143">
                  <c:v>9.5</c:v>
                </c:pt>
                <c:pt idx="1144">
                  <c:v>9.52</c:v>
                </c:pt>
                <c:pt idx="1145">
                  <c:v>9.5374653896200847</c:v>
                </c:pt>
                <c:pt idx="1146">
                  <c:v>9.5399999999999991</c:v>
                </c:pt>
                <c:pt idx="1147">
                  <c:v>9.5299999999999994</c:v>
                </c:pt>
                <c:pt idx="1148">
                  <c:v>9.5058267988748675</c:v>
                </c:pt>
                <c:pt idx="1149">
                  <c:v>9.5</c:v>
                </c:pt>
                <c:pt idx="1150">
                  <c:v>9.4600000000000009</c:v>
                </c:pt>
                <c:pt idx="1151">
                  <c:v>9.42</c:v>
                </c:pt>
                <c:pt idx="1152">
                  <c:v>9.3986003339554074</c:v>
                </c:pt>
                <c:pt idx="1153">
                  <c:v>9.3699999999999992</c:v>
                </c:pt>
                <c:pt idx="1154">
                  <c:v>9.33</c:v>
                </c:pt>
                <c:pt idx="1155">
                  <c:v>9.32</c:v>
                </c:pt>
                <c:pt idx="1156">
                  <c:v>9.32</c:v>
                </c:pt>
                <c:pt idx="1157">
                  <c:v>9.32</c:v>
                </c:pt>
                <c:pt idx="1158">
                  <c:v>9.32</c:v>
                </c:pt>
                <c:pt idx="1159">
                  <c:v>9.33</c:v>
                </c:pt>
                <c:pt idx="1160">
                  <c:v>9.36</c:v>
                </c:pt>
                <c:pt idx="1161">
                  <c:v>9.4015817588287671</c:v>
                </c:pt>
                <c:pt idx="1162">
                  <c:v>9.41</c:v>
                </c:pt>
                <c:pt idx="1163">
                  <c:v>9.4499999999999993</c:v>
                </c:pt>
                <c:pt idx="1164">
                  <c:v>9.5</c:v>
                </c:pt>
                <c:pt idx="1165">
                  <c:v>9.5096441281138784</c:v>
                </c:pt>
                <c:pt idx="1166">
                  <c:v>9.52</c:v>
                </c:pt>
                <c:pt idx="1167">
                  <c:v>9.5</c:v>
                </c:pt>
                <c:pt idx="1168">
                  <c:v>9.4602488742222679</c:v>
                </c:pt>
                <c:pt idx="1169">
                  <c:v>9.4499999999999993</c:v>
                </c:pt>
                <c:pt idx="1170">
                  <c:v>9.41</c:v>
                </c:pt>
                <c:pt idx="1171">
                  <c:v>9.3778419522643812</c:v>
                </c:pt>
                <c:pt idx="1172">
                  <c:v>9.3699999999999992</c:v>
                </c:pt>
                <c:pt idx="1173">
                  <c:v>9.33</c:v>
                </c:pt>
                <c:pt idx="1174">
                  <c:v>9.34</c:v>
                </c:pt>
                <c:pt idx="1175">
                  <c:v>9.34</c:v>
                </c:pt>
                <c:pt idx="1176">
                  <c:v>9.3320851418622333</c:v>
                </c:pt>
                <c:pt idx="1177">
                  <c:v>9.33</c:v>
                </c:pt>
                <c:pt idx="1178">
                  <c:v>9.2899999999999991</c:v>
                </c:pt>
                <c:pt idx="1179">
                  <c:v>9.2625362103174602</c:v>
                </c:pt>
                <c:pt idx="1180">
                  <c:v>9.26</c:v>
                </c:pt>
                <c:pt idx="1181">
                  <c:v>9.2100000000000009</c:v>
                </c:pt>
                <c:pt idx="1182">
                  <c:v>9.17</c:v>
                </c:pt>
                <c:pt idx="1183">
                  <c:v>9.1543424040367629</c:v>
                </c:pt>
                <c:pt idx="1184">
                  <c:v>9.15</c:v>
                </c:pt>
                <c:pt idx="1185">
                  <c:v>9.1199999999999992</c:v>
                </c:pt>
                <c:pt idx="1186">
                  <c:v>9.0904433410958294</c:v>
                </c:pt>
                <c:pt idx="1187">
                  <c:v>9.08</c:v>
                </c:pt>
                <c:pt idx="1188">
                  <c:v>9.0500000000000007</c:v>
                </c:pt>
                <c:pt idx="1189">
                  <c:v>9.02</c:v>
                </c:pt>
                <c:pt idx="1190">
                  <c:v>9.0090931515741648</c:v>
                </c:pt>
                <c:pt idx="1191">
                  <c:v>9</c:v>
                </c:pt>
                <c:pt idx="1192">
                  <c:v>9</c:v>
                </c:pt>
                <c:pt idx="1193">
                  <c:v>9.0074052863436123</c:v>
                </c:pt>
                <c:pt idx="1194">
                  <c:v>9.01</c:v>
                </c:pt>
                <c:pt idx="1195">
                  <c:v>9.0299999999999994</c:v>
                </c:pt>
                <c:pt idx="1196">
                  <c:v>9.0465539782236313</c:v>
                </c:pt>
                <c:pt idx="1197">
                  <c:v>9.0500000000000007</c:v>
                </c:pt>
                <c:pt idx="1198">
                  <c:v>9.07</c:v>
                </c:pt>
                <c:pt idx="1199">
                  <c:v>9.08</c:v>
                </c:pt>
                <c:pt idx="1200">
                  <c:v>9.0876269543299308</c:v>
                </c:pt>
                <c:pt idx="1201">
                  <c:v>9.09</c:v>
                </c:pt>
                <c:pt idx="1202">
                  <c:v>9.11</c:v>
                </c:pt>
                <c:pt idx="1203">
                  <c:v>9.14</c:v>
                </c:pt>
                <c:pt idx="1204">
                  <c:v>9.1577050388753367</c:v>
                </c:pt>
                <c:pt idx="1205">
                  <c:v>9.16</c:v>
                </c:pt>
                <c:pt idx="1206">
                  <c:v>9.19</c:v>
                </c:pt>
                <c:pt idx="1207">
                  <c:v>9.2200000000000006</c:v>
                </c:pt>
                <c:pt idx="1208">
                  <c:v>9.25</c:v>
                </c:pt>
                <c:pt idx="1209">
                  <c:v>9.27</c:v>
                </c:pt>
                <c:pt idx="1210">
                  <c:v>9.2775809603993142</c:v>
                </c:pt>
                <c:pt idx="1211">
                  <c:v>9.2799999999999994</c:v>
                </c:pt>
                <c:pt idx="1212">
                  <c:v>9.2799999999999994</c:v>
                </c:pt>
                <c:pt idx="1213">
                  <c:v>9.2970508463169228</c:v>
                </c:pt>
                <c:pt idx="1214">
                  <c:v>9.3000000000000007</c:v>
                </c:pt>
                <c:pt idx="1215">
                  <c:v>9.36</c:v>
                </c:pt>
                <c:pt idx="1216">
                  <c:v>9.3800000000000008</c:v>
                </c:pt>
                <c:pt idx="1217">
                  <c:v>9.3800000000000008</c:v>
                </c:pt>
                <c:pt idx="1218">
                  <c:v>9.3712733841330476</c:v>
                </c:pt>
                <c:pt idx="1219">
                  <c:v>9.3699999999999992</c:v>
                </c:pt>
                <c:pt idx="1220">
                  <c:v>9.36</c:v>
                </c:pt>
                <c:pt idx="1221">
                  <c:v>9.3800000000000008</c:v>
                </c:pt>
                <c:pt idx="1222">
                  <c:v>9.3995182797598034</c:v>
                </c:pt>
                <c:pt idx="1223">
                  <c:v>9.41</c:v>
                </c:pt>
                <c:pt idx="1224">
                  <c:v>9.4499999999999993</c:v>
                </c:pt>
                <c:pt idx="1225">
                  <c:v>9.4609380692167573</c:v>
                </c:pt>
                <c:pt idx="1226">
                  <c:v>9.48</c:v>
                </c:pt>
                <c:pt idx="1227">
                  <c:v>9.52</c:v>
                </c:pt>
                <c:pt idx="1228">
                  <c:v>9.5423319264805997</c:v>
                </c:pt>
                <c:pt idx="1229">
                  <c:v>9.5500000000000007</c:v>
                </c:pt>
                <c:pt idx="1230">
                  <c:v>9.5500000000000007</c:v>
                </c:pt>
                <c:pt idx="1231">
                  <c:v>9.48</c:v>
                </c:pt>
                <c:pt idx="1232">
                  <c:v>9.35</c:v>
                </c:pt>
                <c:pt idx="1233">
                  <c:v>9.18</c:v>
                </c:pt>
                <c:pt idx="1234">
                  <c:v>8.9600000000000009</c:v>
                </c:pt>
                <c:pt idx="1235">
                  <c:v>8.66</c:v>
                </c:pt>
                <c:pt idx="1236">
                  <c:v>8.31</c:v>
                </c:pt>
                <c:pt idx="1237">
                  <c:v>7.94</c:v>
                </c:pt>
                <c:pt idx="1238">
                  <c:v>7.7543257026291936</c:v>
                </c:pt>
                <c:pt idx="1239">
                  <c:v>7.55</c:v>
                </c:pt>
                <c:pt idx="1240">
                  <c:v>7.16</c:v>
                </c:pt>
                <c:pt idx="1241">
                  <c:v>6.9491913123844737</c:v>
                </c:pt>
                <c:pt idx="1242">
                  <c:v>6.78</c:v>
                </c:pt>
                <c:pt idx="1243">
                  <c:v>6.41</c:v>
                </c:pt>
                <c:pt idx="1244">
                  <c:v>6.1953589397695783</c:v>
                </c:pt>
                <c:pt idx="1245">
                  <c:v>6.06</c:v>
                </c:pt>
                <c:pt idx="1246">
                  <c:v>5.69</c:v>
                </c:pt>
                <c:pt idx="1247">
                  <c:v>5.31</c:v>
                </c:pt>
                <c:pt idx="1248">
                  <c:v>5.1817305455304679</c:v>
                </c:pt>
                <c:pt idx="1249">
                  <c:v>4.9000000000000004</c:v>
                </c:pt>
                <c:pt idx="1250">
                  <c:v>4.47</c:v>
                </c:pt>
                <c:pt idx="1251">
                  <c:v>4.0659029446801398</c:v>
                </c:pt>
                <c:pt idx="1252">
                  <c:v>4.01</c:v>
                </c:pt>
                <c:pt idx="1253">
                  <c:v>3.110759410154059</c:v>
                </c:pt>
                <c:pt idx="1254">
                  <c:v>3.09</c:v>
                </c:pt>
                <c:pt idx="1255">
                  <c:v>2.62</c:v>
                </c:pt>
                <c:pt idx="1256">
                  <c:v>2.14</c:v>
                </c:pt>
                <c:pt idx="1257">
                  <c:v>1.827576164411856</c:v>
                </c:pt>
                <c:pt idx="1258">
                  <c:v>1.66</c:v>
                </c:pt>
                <c:pt idx="1259">
                  <c:v>1.17</c:v>
                </c:pt>
                <c:pt idx="1260">
                  <c:v>0.74037831733483905</c:v>
                </c:pt>
                <c:pt idx="1261">
                  <c:v>0.69</c:v>
                </c:pt>
                <c:pt idx="1262">
                  <c:v>0.04</c:v>
                </c:pt>
                <c:pt idx="1263">
                  <c:v>-4.3673654049163027E-2</c:v>
                </c:pt>
                <c:pt idx="1264">
                  <c:v>-7.0000000000000007E-2</c:v>
                </c:pt>
                <c:pt idx="1265">
                  <c:v>-0.09</c:v>
                </c:pt>
                <c:pt idx="1266">
                  <c:v>-8.0512859031366429E-2</c:v>
                </c:pt>
                <c:pt idx="1267">
                  <c:v>-7.0000000000000007E-2</c:v>
                </c:pt>
                <c:pt idx="1268">
                  <c:v>-0.05</c:v>
                </c:pt>
                <c:pt idx="1269">
                  <c:v>-0.02</c:v>
                </c:pt>
                <c:pt idx="1270">
                  <c:v>-5.2796825304193048E-3</c:v>
                </c:pt>
                <c:pt idx="1271">
                  <c:v>0</c:v>
                </c:pt>
                <c:pt idx="1272">
                  <c:v>0</c:v>
                </c:pt>
                <c:pt idx="1273">
                  <c:v>8.0493703012019351E-3</c:v>
                </c:pt>
                <c:pt idx="1274">
                  <c:v>0.01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  <c:pt idx="1390">
                  <c:v>0</c:v>
                </c:pt>
                <c:pt idx="1391">
                  <c:v>0</c:v>
                </c:pt>
                <c:pt idx="1392">
                  <c:v>0</c:v>
                </c:pt>
                <c:pt idx="1393">
                  <c:v>0</c:v>
                </c:pt>
                <c:pt idx="1394">
                  <c:v>0</c:v>
                </c:pt>
                <c:pt idx="1395">
                  <c:v>0</c:v>
                </c:pt>
                <c:pt idx="1396">
                  <c:v>0</c:v>
                </c:pt>
                <c:pt idx="1397">
                  <c:v>0</c:v>
                </c:pt>
                <c:pt idx="1398">
                  <c:v>0</c:v>
                </c:pt>
                <c:pt idx="1399">
                  <c:v>0</c:v>
                </c:pt>
                <c:pt idx="1400">
                  <c:v>0</c:v>
                </c:pt>
                <c:pt idx="1401">
                  <c:v>0</c:v>
                </c:pt>
                <c:pt idx="1402">
                  <c:v>0</c:v>
                </c:pt>
                <c:pt idx="1403">
                  <c:v>0</c:v>
                </c:pt>
                <c:pt idx="1404">
                  <c:v>0</c:v>
                </c:pt>
                <c:pt idx="1405">
                  <c:v>0</c:v>
                </c:pt>
                <c:pt idx="1406">
                  <c:v>0</c:v>
                </c:pt>
                <c:pt idx="1407">
                  <c:v>0</c:v>
                </c:pt>
                <c:pt idx="1408">
                  <c:v>0</c:v>
                </c:pt>
                <c:pt idx="1409">
                  <c:v>0</c:v>
                </c:pt>
                <c:pt idx="1410">
                  <c:v>0</c:v>
                </c:pt>
                <c:pt idx="1411">
                  <c:v>0</c:v>
                </c:pt>
                <c:pt idx="1412">
                  <c:v>0</c:v>
                </c:pt>
                <c:pt idx="1413">
                  <c:v>0</c:v>
                </c:pt>
                <c:pt idx="1414">
                  <c:v>0</c:v>
                </c:pt>
                <c:pt idx="1415">
                  <c:v>0</c:v>
                </c:pt>
                <c:pt idx="1416">
                  <c:v>0</c:v>
                </c:pt>
                <c:pt idx="1417">
                  <c:v>0</c:v>
                </c:pt>
                <c:pt idx="1418">
                  <c:v>0</c:v>
                </c:pt>
                <c:pt idx="1419">
                  <c:v>0</c:v>
                </c:pt>
                <c:pt idx="1420">
                  <c:v>0</c:v>
                </c:pt>
                <c:pt idx="1421">
                  <c:v>0</c:v>
                </c:pt>
                <c:pt idx="1422">
                  <c:v>0</c:v>
                </c:pt>
                <c:pt idx="1423">
                  <c:v>0</c:v>
                </c:pt>
                <c:pt idx="1424">
                  <c:v>0</c:v>
                </c:pt>
                <c:pt idx="1425">
                  <c:v>0</c:v>
                </c:pt>
                <c:pt idx="1426">
                  <c:v>0</c:v>
                </c:pt>
                <c:pt idx="1427">
                  <c:v>0</c:v>
                </c:pt>
                <c:pt idx="1428">
                  <c:v>0</c:v>
                </c:pt>
                <c:pt idx="1429">
                  <c:v>0</c:v>
                </c:pt>
                <c:pt idx="1430">
                  <c:v>0</c:v>
                </c:pt>
                <c:pt idx="1431">
                  <c:v>0</c:v>
                </c:pt>
                <c:pt idx="1432">
                  <c:v>0</c:v>
                </c:pt>
                <c:pt idx="1433">
                  <c:v>0</c:v>
                </c:pt>
                <c:pt idx="1434">
                  <c:v>0</c:v>
                </c:pt>
                <c:pt idx="1435">
                  <c:v>0</c:v>
                </c:pt>
                <c:pt idx="1436">
                  <c:v>0</c:v>
                </c:pt>
                <c:pt idx="1437">
                  <c:v>0</c:v>
                </c:pt>
                <c:pt idx="1438">
                  <c:v>0</c:v>
                </c:pt>
                <c:pt idx="1439">
                  <c:v>0</c:v>
                </c:pt>
                <c:pt idx="1440">
                  <c:v>0</c:v>
                </c:pt>
                <c:pt idx="1441">
                  <c:v>0</c:v>
                </c:pt>
                <c:pt idx="1442">
                  <c:v>0</c:v>
                </c:pt>
                <c:pt idx="1443">
                  <c:v>0</c:v>
                </c:pt>
                <c:pt idx="1444">
                  <c:v>0</c:v>
                </c:pt>
                <c:pt idx="1445">
                  <c:v>0</c:v>
                </c:pt>
                <c:pt idx="1446">
                  <c:v>0</c:v>
                </c:pt>
                <c:pt idx="1447">
                  <c:v>0</c:v>
                </c:pt>
                <c:pt idx="1448">
                  <c:v>0</c:v>
                </c:pt>
                <c:pt idx="144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14E-4F86-9EAF-5A3F2D4AE3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04468528"/>
        <c:axId val="804461872"/>
      </c:lineChart>
      <c:catAx>
        <c:axId val="804468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4461872"/>
        <c:crosses val="autoZero"/>
        <c:auto val="1"/>
        <c:lblAlgn val="ctr"/>
        <c:lblOffset val="100"/>
        <c:noMultiLvlLbl val="0"/>
      </c:catAx>
      <c:valAx>
        <c:axId val="80446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4468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Slip</a:t>
            </a:r>
            <a:r>
              <a:rPr lang="en-US" baseline="0" dirty="0" smtClean="0"/>
              <a:t> </a:t>
            </a:r>
            <a:r>
              <a:rPr lang="en-US" dirty="0" smtClean="0"/>
              <a:t>ratio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Sheet1!$E$1</c:f>
              <c:strCache>
                <c:ptCount val="1"/>
                <c:pt idx="0">
                  <c:v>slip_ratio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Sheet1!$E$2:$E$1451</c:f>
              <c:numCache>
                <c:formatCode>General</c:formatCode>
                <c:ptCount val="1450"/>
                <c:pt idx="0">
                  <c:v>-1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  <c:pt idx="4">
                  <c:v>-1</c:v>
                </c:pt>
                <c:pt idx="5">
                  <c:v>-1</c:v>
                </c:pt>
                <c:pt idx="6">
                  <c:v>-1</c:v>
                </c:pt>
                <c:pt idx="7">
                  <c:v>-1</c:v>
                </c:pt>
                <c:pt idx="8">
                  <c:v>-1</c:v>
                </c:pt>
                <c:pt idx="9">
                  <c:v>-1</c:v>
                </c:pt>
                <c:pt idx="10">
                  <c:v>-1</c:v>
                </c:pt>
                <c:pt idx="11">
                  <c:v>-1</c:v>
                </c:pt>
                <c:pt idx="12">
                  <c:v>-1</c:v>
                </c:pt>
                <c:pt idx="13">
                  <c:v>-1</c:v>
                </c:pt>
                <c:pt idx="14">
                  <c:v>-1</c:v>
                </c:pt>
                <c:pt idx="15">
                  <c:v>-1</c:v>
                </c:pt>
                <c:pt idx="16">
                  <c:v>-1</c:v>
                </c:pt>
                <c:pt idx="17">
                  <c:v>-1</c:v>
                </c:pt>
                <c:pt idx="18">
                  <c:v>-1</c:v>
                </c:pt>
                <c:pt idx="19">
                  <c:v>-1</c:v>
                </c:pt>
                <c:pt idx="20">
                  <c:v>-1</c:v>
                </c:pt>
                <c:pt idx="21">
                  <c:v>-1</c:v>
                </c:pt>
                <c:pt idx="22">
                  <c:v>-1</c:v>
                </c:pt>
                <c:pt idx="23">
                  <c:v>-1</c:v>
                </c:pt>
                <c:pt idx="24">
                  <c:v>-1</c:v>
                </c:pt>
                <c:pt idx="25">
                  <c:v>-1</c:v>
                </c:pt>
                <c:pt idx="26">
                  <c:v>-1</c:v>
                </c:pt>
                <c:pt idx="27">
                  <c:v>-1</c:v>
                </c:pt>
                <c:pt idx="28">
                  <c:v>-1</c:v>
                </c:pt>
                <c:pt idx="29">
                  <c:v>-1</c:v>
                </c:pt>
                <c:pt idx="30">
                  <c:v>-1</c:v>
                </c:pt>
                <c:pt idx="31">
                  <c:v>-1</c:v>
                </c:pt>
                <c:pt idx="32">
                  <c:v>-1</c:v>
                </c:pt>
                <c:pt idx="33">
                  <c:v>-1</c:v>
                </c:pt>
                <c:pt idx="34">
                  <c:v>-1</c:v>
                </c:pt>
                <c:pt idx="35">
                  <c:v>-1</c:v>
                </c:pt>
                <c:pt idx="36">
                  <c:v>-1</c:v>
                </c:pt>
                <c:pt idx="37">
                  <c:v>-1</c:v>
                </c:pt>
                <c:pt idx="38">
                  <c:v>-1</c:v>
                </c:pt>
                <c:pt idx="39">
                  <c:v>-1</c:v>
                </c:pt>
                <c:pt idx="40">
                  <c:v>-1</c:v>
                </c:pt>
                <c:pt idx="41">
                  <c:v>-1</c:v>
                </c:pt>
                <c:pt idx="42">
                  <c:v>-1</c:v>
                </c:pt>
                <c:pt idx="43">
                  <c:v>-1</c:v>
                </c:pt>
                <c:pt idx="44">
                  <c:v>-1</c:v>
                </c:pt>
                <c:pt idx="45">
                  <c:v>-1</c:v>
                </c:pt>
                <c:pt idx="46">
                  <c:v>-1</c:v>
                </c:pt>
                <c:pt idx="47">
                  <c:v>-1</c:v>
                </c:pt>
                <c:pt idx="48">
                  <c:v>-1</c:v>
                </c:pt>
                <c:pt idx="49">
                  <c:v>-1</c:v>
                </c:pt>
                <c:pt idx="50">
                  <c:v>-1</c:v>
                </c:pt>
                <c:pt idx="51">
                  <c:v>-1</c:v>
                </c:pt>
                <c:pt idx="52">
                  <c:v>-1</c:v>
                </c:pt>
                <c:pt idx="53">
                  <c:v>-1</c:v>
                </c:pt>
                <c:pt idx="54">
                  <c:v>-1</c:v>
                </c:pt>
                <c:pt idx="55">
                  <c:v>-1</c:v>
                </c:pt>
                <c:pt idx="56">
                  <c:v>-1</c:v>
                </c:pt>
                <c:pt idx="57">
                  <c:v>-1</c:v>
                </c:pt>
                <c:pt idx="58">
                  <c:v>-1</c:v>
                </c:pt>
                <c:pt idx="59">
                  <c:v>-1</c:v>
                </c:pt>
                <c:pt idx="60">
                  <c:v>-1</c:v>
                </c:pt>
                <c:pt idx="61">
                  <c:v>-1</c:v>
                </c:pt>
                <c:pt idx="62">
                  <c:v>-1</c:v>
                </c:pt>
                <c:pt idx="63">
                  <c:v>-1</c:v>
                </c:pt>
                <c:pt idx="64">
                  <c:v>-1</c:v>
                </c:pt>
                <c:pt idx="65">
                  <c:v>-1</c:v>
                </c:pt>
                <c:pt idx="66">
                  <c:v>-1</c:v>
                </c:pt>
                <c:pt idx="67">
                  <c:v>-1</c:v>
                </c:pt>
                <c:pt idx="68">
                  <c:v>1.769223451439678E-2</c:v>
                </c:pt>
                <c:pt idx="69">
                  <c:v>0.48492576984860308</c:v>
                </c:pt>
                <c:pt idx="70">
                  <c:v>0.78995034811039233</c:v>
                </c:pt>
                <c:pt idx="71">
                  <c:v>0.95133491652246049</c:v>
                </c:pt>
                <c:pt idx="72">
                  <c:v>0.98076695628848987</c:v>
                </c:pt>
                <c:pt idx="73">
                  <c:v>0.97399247592971483</c:v>
                </c:pt>
                <c:pt idx="74">
                  <c:v>0.93251979204001789</c:v>
                </c:pt>
                <c:pt idx="75">
                  <c:v>0.91944481135638956</c:v>
                </c:pt>
                <c:pt idx="76">
                  <c:v>0.90184558245799884</c:v>
                </c:pt>
                <c:pt idx="77">
                  <c:v>0.65381405767638368</c:v>
                </c:pt>
                <c:pt idx="78">
                  <c:v>0.48167079294460952</c:v>
                </c:pt>
                <c:pt idx="79">
                  <c:v>0.42384759403528399</c:v>
                </c:pt>
                <c:pt idx="80">
                  <c:v>0.45685014042317568</c:v>
                </c:pt>
                <c:pt idx="81">
                  <c:v>0.49621693812971202</c:v>
                </c:pt>
                <c:pt idx="82">
                  <c:v>0.51473650985075403</c:v>
                </c:pt>
                <c:pt idx="83">
                  <c:v>0.53112588371194303</c:v>
                </c:pt>
                <c:pt idx="84">
                  <c:v>0.54335163589130964</c:v>
                </c:pt>
                <c:pt idx="85">
                  <c:v>0.58040080552351137</c:v>
                </c:pt>
                <c:pt idx="86">
                  <c:v>0.83221269291709099</c:v>
                </c:pt>
                <c:pt idx="87">
                  <c:v>0.90712133367628101</c:v>
                </c:pt>
                <c:pt idx="88">
                  <c:v>0.87183414635080003</c:v>
                </c:pt>
                <c:pt idx="89">
                  <c:v>0.6628928550923604</c:v>
                </c:pt>
                <c:pt idx="90">
                  <c:v>0.5828424417603475</c:v>
                </c:pt>
                <c:pt idx="91">
                  <c:v>0.55389940488596812</c:v>
                </c:pt>
                <c:pt idx="92">
                  <c:v>0.46236566223519071</c:v>
                </c:pt>
                <c:pt idx="93">
                  <c:v>0.25934954963544188</c:v>
                </c:pt>
                <c:pt idx="94">
                  <c:v>0.22681256206361541</c:v>
                </c:pt>
                <c:pt idx="95">
                  <c:v>0.25337129391088581</c:v>
                </c:pt>
                <c:pt idx="96">
                  <c:v>0.45314078868811902</c:v>
                </c:pt>
                <c:pt idx="97">
                  <c:v>0.52913503889781999</c:v>
                </c:pt>
                <c:pt idx="98">
                  <c:v>0.50580979649957258</c:v>
                </c:pt>
                <c:pt idx="99">
                  <c:v>0.37115969126129938</c:v>
                </c:pt>
                <c:pt idx="100">
                  <c:v>0.34222218277248118</c:v>
                </c:pt>
                <c:pt idx="101">
                  <c:v>0.33225462687263979</c:v>
                </c:pt>
                <c:pt idx="102">
                  <c:v>0.27969310871541642</c:v>
                </c:pt>
                <c:pt idx="103">
                  <c:v>0.23442759606375771</c:v>
                </c:pt>
                <c:pt idx="104">
                  <c:v>0.21062638864171049</c:v>
                </c:pt>
                <c:pt idx="105">
                  <c:v>0.2055944188610728</c:v>
                </c:pt>
                <c:pt idx="106">
                  <c:v>0.16771424818070091</c:v>
                </c:pt>
                <c:pt idx="107">
                  <c:v>0.14147025796413759</c:v>
                </c:pt>
                <c:pt idx="108">
                  <c:v>0.1836189062153504</c:v>
                </c:pt>
                <c:pt idx="109">
                  <c:v>0.54508341468424515</c:v>
                </c:pt>
                <c:pt idx="110">
                  <c:v>0.57398687661878856</c:v>
                </c:pt>
                <c:pt idx="111">
                  <c:v>0.59647328983799419</c:v>
                </c:pt>
                <c:pt idx="112">
                  <c:v>0.84410278330834621</c:v>
                </c:pt>
                <c:pt idx="113">
                  <c:v>0.91600868734891849</c:v>
                </c:pt>
                <c:pt idx="114">
                  <c:v>0.91784140974510875</c:v>
                </c:pt>
                <c:pt idx="115">
                  <c:v>0.92830614477398454</c:v>
                </c:pt>
                <c:pt idx="116">
                  <c:v>0.93105836224900285</c:v>
                </c:pt>
                <c:pt idx="117">
                  <c:v>0.84347976548395798</c:v>
                </c:pt>
                <c:pt idx="118">
                  <c:v>0.6543109323886982</c:v>
                </c:pt>
                <c:pt idx="119">
                  <c:v>0.37065979691903411</c:v>
                </c:pt>
                <c:pt idx="120">
                  <c:v>0.23993703511578451</c:v>
                </c:pt>
                <c:pt idx="121">
                  <c:v>0.2389572347812467</c:v>
                </c:pt>
                <c:pt idx="122">
                  <c:v>0.23500678412419049</c:v>
                </c:pt>
                <c:pt idx="123">
                  <c:v>0.23423972885505639</c:v>
                </c:pt>
                <c:pt idx="124">
                  <c:v>0.27154346804988272</c:v>
                </c:pt>
                <c:pt idx="125">
                  <c:v>0.35103974459470749</c:v>
                </c:pt>
                <c:pt idx="126">
                  <c:v>0.43552605645749631</c:v>
                </c:pt>
                <c:pt idx="127">
                  <c:v>0.50307438361652035</c:v>
                </c:pt>
                <c:pt idx="128">
                  <c:v>0.53344218430127222</c:v>
                </c:pt>
                <c:pt idx="129">
                  <c:v>0.52046186022167795</c:v>
                </c:pt>
                <c:pt idx="130">
                  <c:v>0.48274144967976612</c:v>
                </c:pt>
                <c:pt idx="131">
                  <c:v>0.4589935653937649</c:v>
                </c:pt>
                <c:pt idx="132">
                  <c:v>0.4670618843965238</c:v>
                </c:pt>
                <c:pt idx="133">
                  <c:v>0.49274070135338388</c:v>
                </c:pt>
                <c:pt idx="134">
                  <c:v>0.54863919246526915</c:v>
                </c:pt>
                <c:pt idx="135">
                  <c:v>0.55467521145384668</c:v>
                </c:pt>
                <c:pt idx="136">
                  <c:v>0.55999426702887145</c:v>
                </c:pt>
                <c:pt idx="137">
                  <c:v>0.62864259847997062</c:v>
                </c:pt>
                <c:pt idx="138">
                  <c:v>0.65157614230764482</c:v>
                </c:pt>
                <c:pt idx="139">
                  <c:v>0.64742011489817641</c:v>
                </c:pt>
                <c:pt idx="140">
                  <c:v>0.59492980602616641</c:v>
                </c:pt>
                <c:pt idx="141">
                  <c:v>0.55884950183144411</c:v>
                </c:pt>
                <c:pt idx="142">
                  <c:v>0.54522298974429872</c:v>
                </c:pt>
                <c:pt idx="143">
                  <c:v>0.43250174900887939</c:v>
                </c:pt>
                <c:pt idx="144">
                  <c:v>0.39214886758781298</c:v>
                </c:pt>
                <c:pt idx="145">
                  <c:v>0.37684894831941451</c:v>
                </c:pt>
                <c:pt idx="146">
                  <c:v>0.29901418457507778</c:v>
                </c:pt>
                <c:pt idx="147">
                  <c:v>0.26963374696294268</c:v>
                </c:pt>
                <c:pt idx="148">
                  <c:v>0.29749116693011818</c:v>
                </c:pt>
                <c:pt idx="149">
                  <c:v>0.40818712013522518</c:v>
                </c:pt>
                <c:pt idx="150">
                  <c:v>0.41590760290772649</c:v>
                </c:pt>
                <c:pt idx="151">
                  <c:v>0.37600604250586189</c:v>
                </c:pt>
                <c:pt idx="152">
                  <c:v>0.32698944269042918</c:v>
                </c:pt>
                <c:pt idx="153">
                  <c:v>0.31583247749729881</c:v>
                </c:pt>
                <c:pt idx="154">
                  <c:v>0.341594194474236</c:v>
                </c:pt>
                <c:pt idx="155">
                  <c:v>0.39070590042800007</c:v>
                </c:pt>
                <c:pt idx="156">
                  <c:v>0.42404453488860921</c:v>
                </c:pt>
                <c:pt idx="157">
                  <c:v>0.4363149952353787</c:v>
                </c:pt>
                <c:pt idx="158">
                  <c:v>0.41573534653772459</c:v>
                </c:pt>
                <c:pt idx="159">
                  <c:v>0.19415838881054581</c:v>
                </c:pt>
                <c:pt idx="160">
                  <c:v>0.1290275532433558</c:v>
                </c:pt>
                <c:pt idx="161">
                  <c:v>0.1325314513418886</c:v>
                </c:pt>
                <c:pt idx="162">
                  <c:v>0.15320753556988259</c:v>
                </c:pt>
                <c:pt idx="163">
                  <c:v>0.16770472727067889</c:v>
                </c:pt>
                <c:pt idx="164">
                  <c:v>0.17017814040158569</c:v>
                </c:pt>
                <c:pt idx="165">
                  <c:v>0.18152187651680279</c:v>
                </c:pt>
                <c:pt idx="166">
                  <c:v>0.25132268146149661</c:v>
                </c:pt>
                <c:pt idx="167">
                  <c:v>0.34202534704087362</c:v>
                </c:pt>
                <c:pt idx="168">
                  <c:v>0.37702602698603099</c:v>
                </c:pt>
                <c:pt idx="169">
                  <c:v>0.36590083700844139</c:v>
                </c:pt>
                <c:pt idx="170">
                  <c:v>0.25691765413485962</c:v>
                </c:pt>
                <c:pt idx="171">
                  <c:v>0.19578212907539691</c:v>
                </c:pt>
                <c:pt idx="172">
                  <c:v>0.20602811561617221</c:v>
                </c:pt>
                <c:pt idx="173">
                  <c:v>0.30361853036321879</c:v>
                </c:pt>
                <c:pt idx="174">
                  <c:v>0.38032977874382701</c:v>
                </c:pt>
                <c:pt idx="175">
                  <c:v>0.37687071742269551</c:v>
                </c:pt>
                <c:pt idx="176">
                  <c:v>0.35832384346440471</c:v>
                </c:pt>
                <c:pt idx="177">
                  <c:v>0.2233998181669945</c:v>
                </c:pt>
                <c:pt idx="178">
                  <c:v>0.20952501509607099</c:v>
                </c:pt>
                <c:pt idx="179">
                  <c:v>0.19802806406309029</c:v>
                </c:pt>
                <c:pt idx="180">
                  <c:v>0.18482734926428571</c:v>
                </c:pt>
                <c:pt idx="181">
                  <c:v>0.1893269729819583</c:v>
                </c:pt>
                <c:pt idx="182">
                  <c:v>0.20760502466765379</c:v>
                </c:pt>
                <c:pt idx="183">
                  <c:v>0.2114090387000801</c:v>
                </c:pt>
                <c:pt idx="184">
                  <c:v>0.25049375921736378</c:v>
                </c:pt>
                <c:pt idx="185">
                  <c:v>0.26822159367323228</c:v>
                </c:pt>
                <c:pt idx="186">
                  <c:v>0.26900329658369909</c:v>
                </c:pt>
                <c:pt idx="187">
                  <c:v>0.26916849303002349</c:v>
                </c:pt>
                <c:pt idx="188">
                  <c:v>0.22574987346566511</c:v>
                </c:pt>
                <c:pt idx="189">
                  <c:v>8.6527018095397215E-2</c:v>
                </c:pt>
                <c:pt idx="190">
                  <c:v>3.3304401252731083E-2</c:v>
                </c:pt>
                <c:pt idx="191">
                  <c:v>4.4692869900061272E-2</c:v>
                </c:pt>
                <c:pt idx="192">
                  <c:v>0.12917880447752361</c:v>
                </c:pt>
                <c:pt idx="193">
                  <c:v>0.1911941581019044</c:v>
                </c:pt>
                <c:pt idx="194">
                  <c:v>0.19333486615662929</c:v>
                </c:pt>
                <c:pt idx="195">
                  <c:v>0.21159350434089949</c:v>
                </c:pt>
                <c:pt idx="196">
                  <c:v>0.2171385667365392</c:v>
                </c:pt>
                <c:pt idx="197">
                  <c:v>0.22739058480871041</c:v>
                </c:pt>
                <c:pt idx="198">
                  <c:v>0.31846537755955201</c:v>
                </c:pt>
                <c:pt idx="199">
                  <c:v>0.36739286664339832</c:v>
                </c:pt>
                <c:pt idx="200">
                  <c:v>0.36255819579859178</c:v>
                </c:pt>
                <c:pt idx="201">
                  <c:v>0.32462323137904159</c:v>
                </c:pt>
                <c:pt idx="202">
                  <c:v>0.2961179336320558</c:v>
                </c:pt>
                <c:pt idx="203">
                  <c:v>0.26889832571125472</c:v>
                </c:pt>
                <c:pt idx="204">
                  <c:v>0.299083493111656</c:v>
                </c:pt>
                <c:pt idx="205">
                  <c:v>0.49203753841726577</c:v>
                </c:pt>
                <c:pt idx="206">
                  <c:v>0.55296466378445897</c:v>
                </c:pt>
                <c:pt idx="207">
                  <c:v>0.507938676316806</c:v>
                </c:pt>
                <c:pt idx="208">
                  <c:v>0.15828465752648471</c:v>
                </c:pt>
                <c:pt idx="209">
                  <c:v>-8.7413927360431534E-2</c:v>
                </c:pt>
                <c:pt idx="210">
                  <c:v>-7.1620486065611375E-2</c:v>
                </c:pt>
                <c:pt idx="211">
                  <c:v>0.1021053794897879</c:v>
                </c:pt>
                <c:pt idx="212">
                  <c:v>0.13023567433032979</c:v>
                </c:pt>
                <c:pt idx="213">
                  <c:v>0.14174318323914989</c:v>
                </c:pt>
                <c:pt idx="214">
                  <c:v>0.27879142241955129</c:v>
                </c:pt>
                <c:pt idx="215">
                  <c:v>0.3417978249586745</c:v>
                </c:pt>
                <c:pt idx="216">
                  <c:v>0.34367936006516098</c:v>
                </c:pt>
                <c:pt idx="217">
                  <c:v>0.37195234857365073</c:v>
                </c:pt>
                <c:pt idx="218">
                  <c:v>0.37383378324849309</c:v>
                </c:pt>
                <c:pt idx="219">
                  <c:v>0.36991684286586068</c:v>
                </c:pt>
                <c:pt idx="220">
                  <c:v>0.33178426436913849</c:v>
                </c:pt>
                <c:pt idx="221">
                  <c:v>0.31743038489335312</c:v>
                </c:pt>
                <c:pt idx="222">
                  <c:v>0.30032967895627583</c:v>
                </c:pt>
                <c:pt idx="223">
                  <c:v>0.22114634253491131</c:v>
                </c:pt>
                <c:pt idx="224">
                  <c:v>0.1894929842899418</c:v>
                </c:pt>
                <c:pt idx="225">
                  <c:v>0.21431102020527179</c:v>
                </c:pt>
                <c:pt idx="226">
                  <c:v>0.25184194786965841</c:v>
                </c:pt>
                <c:pt idx="227">
                  <c:v>0.30380012075789042</c:v>
                </c:pt>
                <c:pt idx="228">
                  <c:v>0.30280061001681152</c:v>
                </c:pt>
                <c:pt idx="229">
                  <c:v>0.29641625865284349</c:v>
                </c:pt>
                <c:pt idx="230">
                  <c:v>0.29049723130220922</c:v>
                </c:pt>
                <c:pt idx="231">
                  <c:v>0.28626125250903572</c:v>
                </c:pt>
                <c:pt idx="232">
                  <c:v>0.2884359668268851</c:v>
                </c:pt>
                <c:pt idx="233">
                  <c:v>0.3921616339713565</c:v>
                </c:pt>
                <c:pt idx="234">
                  <c:v>0.46718843993483639</c:v>
                </c:pt>
                <c:pt idx="235">
                  <c:v>0.44475855727991492</c:v>
                </c:pt>
                <c:pt idx="236">
                  <c:v>0.1650722746361144</c:v>
                </c:pt>
                <c:pt idx="237">
                  <c:v>6.5550868240567203E-2</c:v>
                </c:pt>
                <c:pt idx="238">
                  <c:v>6.9461584957597466E-2</c:v>
                </c:pt>
                <c:pt idx="239">
                  <c:v>0.1064192125141782</c:v>
                </c:pt>
                <c:pt idx="240">
                  <c:v>0.14179455945603431</c:v>
                </c:pt>
                <c:pt idx="241">
                  <c:v>0.1770745894941049</c:v>
                </c:pt>
                <c:pt idx="242">
                  <c:v>0.18265046700389259</c:v>
                </c:pt>
                <c:pt idx="243">
                  <c:v>0.27802936428478842</c:v>
                </c:pt>
                <c:pt idx="244">
                  <c:v>0.30406727733998468</c:v>
                </c:pt>
                <c:pt idx="245">
                  <c:v>0.31065883832633973</c:v>
                </c:pt>
                <c:pt idx="246">
                  <c:v>0.39969916006261502</c:v>
                </c:pt>
                <c:pt idx="247">
                  <c:v>0.43450082700050707</c:v>
                </c:pt>
                <c:pt idx="248">
                  <c:v>0.4372536227425643</c:v>
                </c:pt>
                <c:pt idx="249">
                  <c:v>0.46142644365904639</c:v>
                </c:pt>
                <c:pt idx="250">
                  <c:v>0.46395515323461411</c:v>
                </c:pt>
                <c:pt idx="251">
                  <c:v>0.31812839526197839</c:v>
                </c:pt>
                <c:pt idx="252">
                  <c:v>0.1852534733347726</c:v>
                </c:pt>
                <c:pt idx="253">
                  <c:v>0.19073796603437501</c:v>
                </c:pt>
                <c:pt idx="254">
                  <c:v>0.19237317822480349</c:v>
                </c:pt>
                <c:pt idx="255">
                  <c:v>0.23161514543459399</c:v>
                </c:pt>
                <c:pt idx="256">
                  <c:v>0.24985151190489441</c:v>
                </c:pt>
                <c:pt idx="257">
                  <c:v>0.25306873018284431</c:v>
                </c:pt>
                <c:pt idx="258">
                  <c:v>0.27354466804730382</c:v>
                </c:pt>
                <c:pt idx="259">
                  <c:v>0.45277875509635662</c:v>
                </c:pt>
                <c:pt idx="260">
                  <c:v>0.46727896758346782</c:v>
                </c:pt>
                <c:pt idx="261">
                  <c:v>0.46743194509797731</c:v>
                </c:pt>
                <c:pt idx="262">
                  <c:v>0.46854097458703819</c:v>
                </c:pt>
                <c:pt idx="263">
                  <c:v>0.46988363854455178</c:v>
                </c:pt>
                <c:pt idx="264">
                  <c:v>0.45738190461008238</c:v>
                </c:pt>
                <c:pt idx="265">
                  <c:v>0.31732066667894332</c:v>
                </c:pt>
                <c:pt idx="266">
                  <c:v>0.23103520653616191</c:v>
                </c:pt>
                <c:pt idx="267">
                  <c:v>0.22961216588126879</c:v>
                </c:pt>
                <c:pt idx="268">
                  <c:v>0.22282350111340121</c:v>
                </c:pt>
                <c:pt idx="269">
                  <c:v>0.22111660729516569</c:v>
                </c:pt>
                <c:pt idx="270">
                  <c:v>0.26451176334586901</c:v>
                </c:pt>
                <c:pt idx="271">
                  <c:v>0.35665143608720729</c:v>
                </c:pt>
                <c:pt idx="272">
                  <c:v>0.40826842338300418</c:v>
                </c:pt>
                <c:pt idx="273">
                  <c:v>0.43768701310592728</c:v>
                </c:pt>
                <c:pt idx="274">
                  <c:v>0.48549910539398378</c:v>
                </c:pt>
                <c:pt idx="275">
                  <c:v>0.52982362367971247</c:v>
                </c:pt>
                <c:pt idx="276">
                  <c:v>0.53751022260095049</c:v>
                </c:pt>
                <c:pt idx="277">
                  <c:v>0.5451088310802723</c:v>
                </c:pt>
                <c:pt idx="278">
                  <c:v>0.60956400950300194</c:v>
                </c:pt>
                <c:pt idx="279">
                  <c:v>0.62588045577848672</c:v>
                </c:pt>
                <c:pt idx="280">
                  <c:v>0.59854724958902561</c:v>
                </c:pt>
                <c:pt idx="281">
                  <c:v>0.50582644548060318</c:v>
                </c:pt>
                <c:pt idx="282">
                  <c:v>0.39576451487245923</c:v>
                </c:pt>
                <c:pt idx="283">
                  <c:v>0.30852228334837373</c:v>
                </c:pt>
                <c:pt idx="284">
                  <c:v>0.29492845915268739</c:v>
                </c:pt>
                <c:pt idx="285">
                  <c:v>0.28793048653825609</c:v>
                </c:pt>
                <c:pt idx="286">
                  <c:v>0.23339650800732231</c:v>
                </c:pt>
                <c:pt idx="287">
                  <c:v>0.22179867514274151</c:v>
                </c:pt>
                <c:pt idx="288">
                  <c:v>0.2399732695423599</c:v>
                </c:pt>
                <c:pt idx="289">
                  <c:v>0.35926459258211668</c:v>
                </c:pt>
                <c:pt idx="290">
                  <c:v>0.40794197653242348</c:v>
                </c:pt>
                <c:pt idx="291">
                  <c:v>0.41317361051438362</c:v>
                </c:pt>
                <c:pt idx="292">
                  <c:v>0.46277998458260328</c:v>
                </c:pt>
                <c:pt idx="293">
                  <c:v>0.50384811872460766</c:v>
                </c:pt>
                <c:pt idx="294">
                  <c:v>0.51245598139160831</c:v>
                </c:pt>
                <c:pt idx="295">
                  <c:v>0.57366792706074921</c:v>
                </c:pt>
                <c:pt idx="296">
                  <c:v>0.59067711305329773</c:v>
                </c:pt>
                <c:pt idx="297">
                  <c:v>0.57236480223237152</c:v>
                </c:pt>
                <c:pt idx="298">
                  <c:v>0.46540173500743842</c:v>
                </c:pt>
                <c:pt idx="299">
                  <c:v>0.39877717000870261</c:v>
                </c:pt>
                <c:pt idx="300">
                  <c:v>0.38739460412936011</c:v>
                </c:pt>
                <c:pt idx="301">
                  <c:v>0.29111699857731399</c:v>
                </c:pt>
                <c:pt idx="302">
                  <c:v>0.26450875310373811</c:v>
                </c:pt>
                <c:pt idx="303">
                  <c:v>0.28459279460398068</c:v>
                </c:pt>
                <c:pt idx="304">
                  <c:v>0.35554865314268119</c:v>
                </c:pt>
                <c:pt idx="305">
                  <c:v>0.418277909246142</c:v>
                </c:pt>
                <c:pt idx="306">
                  <c:v>0.41948335806256282</c:v>
                </c:pt>
                <c:pt idx="307">
                  <c:v>0.43494523411720099</c:v>
                </c:pt>
                <c:pt idx="308">
                  <c:v>0.44849857176018493</c:v>
                </c:pt>
                <c:pt idx="309">
                  <c:v>0.45116848722536751</c:v>
                </c:pt>
                <c:pt idx="310">
                  <c:v>0.4544747825977058</c:v>
                </c:pt>
                <c:pt idx="311">
                  <c:v>0.48887387399329391</c:v>
                </c:pt>
                <c:pt idx="312">
                  <c:v>0.49805190546791372</c:v>
                </c:pt>
                <c:pt idx="313">
                  <c:v>0.48864739820984748</c:v>
                </c:pt>
                <c:pt idx="314">
                  <c:v>0.38226292655882371</c:v>
                </c:pt>
                <c:pt idx="315">
                  <c:v>0.33008845080636751</c:v>
                </c:pt>
                <c:pt idx="316">
                  <c:v>0.33133854788359463</c:v>
                </c:pt>
                <c:pt idx="317">
                  <c:v>0.34250283119922409</c:v>
                </c:pt>
                <c:pt idx="318">
                  <c:v>0.34966823814345471</c:v>
                </c:pt>
                <c:pt idx="319">
                  <c:v>0.35431197578374379</c:v>
                </c:pt>
                <c:pt idx="320">
                  <c:v>0.37287789344442779</c:v>
                </c:pt>
                <c:pt idx="321">
                  <c:v>0.4755745077083891</c:v>
                </c:pt>
                <c:pt idx="322">
                  <c:v>0.54165428798078763</c:v>
                </c:pt>
                <c:pt idx="323">
                  <c:v>0.61279567198643692</c:v>
                </c:pt>
                <c:pt idx="324">
                  <c:v>0.60675083614139358</c:v>
                </c:pt>
                <c:pt idx="325">
                  <c:v>0.577087043787327</c:v>
                </c:pt>
                <c:pt idx="326">
                  <c:v>0.54966555949649931</c:v>
                </c:pt>
                <c:pt idx="327">
                  <c:v>0.54089291798096095</c:v>
                </c:pt>
                <c:pt idx="328">
                  <c:v>0.54542162328149779</c:v>
                </c:pt>
                <c:pt idx="329">
                  <c:v>0.5764109862393606</c:v>
                </c:pt>
                <c:pt idx="330">
                  <c:v>0.56152560765418891</c:v>
                </c:pt>
                <c:pt idx="331">
                  <c:v>0.457753948397702</c:v>
                </c:pt>
                <c:pt idx="332">
                  <c:v>0.40287219498507748</c:v>
                </c:pt>
                <c:pt idx="333">
                  <c:v>0.39565938764745601</c:v>
                </c:pt>
                <c:pt idx="334">
                  <c:v>0.38739322451183977</c:v>
                </c:pt>
                <c:pt idx="335">
                  <c:v>0.31467672438633681</c:v>
                </c:pt>
                <c:pt idx="336">
                  <c:v>0.30760934569094978</c:v>
                </c:pt>
                <c:pt idx="337">
                  <c:v>0.32173611712913808</c:v>
                </c:pt>
                <c:pt idx="338">
                  <c:v>0.47153300621619021</c:v>
                </c:pt>
                <c:pt idx="339">
                  <c:v>0.5449098786311618</c:v>
                </c:pt>
                <c:pt idx="340">
                  <c:v>0.5476037519786241</c:v>
                </c:pt>
                <c:pt idx="341">
                  <c:v>0.55185864970304843</c:v>
                </c:pt>
                <c:pt idx="342">
                  <c:v>0.616816846439035</c:v>
                </c:pt>
                <c:pt idx="343">
                  <c:v>0.60424123264533847</c:v>
                </c:pt>
                <c:pt idx="344">
                  <c:v>0.47902893862454471</c:v>
                </c:pt>
                <c:pt idx="345">
                  <c:v>0.44310107304234991</c:v>
                </c:pt>
                <c:pt idx="346">
                  <c:v>0.4340215923739234</c:v>
                </c:pt>
                <c:pt idx="347">
                  <c:v>0.34301267281150127</c:v>
                </c:pt>
                <c:pt idx="348">
                  <c:v>0.29660083369304918</c:v>
                </c:pt>
                <c:pt idx="349">
                  <c:v>0.31314686419812771</c:v>
                </c:pt>
                <c:pt idx="350">
                  <c:v>0.54770960615219355</c:v>
                </c:pt>
                <c:pt idx="351">
                  <c:v>0.56460320811603137</c:v>
                </c:pt>
                <c:pt idx="352">
                  <c:v>0.57114215161908566</c:v>
                </c:pt>
                <c:pt idx="353">
                  <c:v>0.63315464248908493</c:v>
                </c:pt>
                <c:pt idx="354">
                  <c:v>0.6454961498547549</c:v>
                </c:pt>
                <c:pt idx="355">
                  <c:v>0.69265443875021615</c:v>
                </c:pt>
                <c:pt idx="356">
                  <c:v>0.75183144018782078</c:v>
                </c:pt>
                <c:pt idx="357">
                  <c:v>0.76030582888655585</c:v>
                </c:pt>
                <c:pt idx="358">
                  <c:v>0.74258562324372523</c:v>
                </c:pt>
                <c:pt idx="359">
                  <c:v>0.63932565116157702</c:v>
                </c:pt>
                <c:pt idx="360">
                  <c:v>0.53962460844866644</c:v>
                </c:pt>
                <c:pt idx="361">
                  <c:v>0.45189907622884939</c:v>
                </c:pt>
                <c:pt idx="362">
                  <c:v>0.39234043793704532</c:v>
                </c:pt>
                <c:pt idx="363">
                  <c:v>0.3819593122072823</c:v>
                </c:pt>
                <c:pt idx="364">
                  <c:v>0.29615795417839119</c:v>
                </c:pt>
                <c:pt idx="365">
                  <c:v>0.2243051285439768</c:v>
                </c:pt>
                <c:pt idx="366">
                  <c:v>0.24024667959819099</c:v>
                </c:pt>
                <c:pt idx="367">
                  <c:v>0.42765115009075888</c:v>
                </c:pt>
                <c:pt idx="368">
                  <c:v>0.44227472006809498</c:v>
                </c:pt>
                <c:pt idx="369">
                  <c:v>0.49329072612921288</c:v>
                </c:pt>
                <c:pt idx="370">
                  <c:v>0.66076940180402521</c:v>
                </c:pt>
                <c:pt idx="371">
                  <c:v>0.7268109695259144</c:v>
                </c:pt>
                <c:pt idx="372">
                  <c:v>0.70038360997174531</c:v>
                </c:pt>
                <c:pt idx="373">
                  <c:v>0.63974432461123176</c:v>
                </c:pt>
                <c:pt idx="374">
                  <c:v>0.60566191403325775</c:v>
                </c:pt>
                <c:pt idx="375">
                  <c:v>0.57755353152244238</c:v>
                </c:pt>
                <c:pt idx="376">
                  <c:v>0.5315550592396624</c:v>
                </c:pt>
                <c:pt idx="377">
                  <c:v>0.50888350312476183</c:v>
                </c:pt>
                <c:pt idx="378">
                  <c:v>0.50408870927144911</c:v>
                </c:pt>
                <c:pt idx="379">
                  <c:v>0.44898465759882372</c:v>
                </c:pt>
                <c:pt idx="380">
                  <c:v>0.41098028936943543</c:v>
                </c:pt>
                <c:pt idx="381">
                  <c:v>0.42849965029215697</c:v>
                </c:pt>
                <c:pt idx="382">
                  <c:v>0.60045219550424545</c:v>
                </c:pt>
                <c:pt idx="383">
                  <c:v>0.6414021006723275</c:v>
                </c:pt>
                <c:pt idx="384">
                  <c:v>0.64352724046337073</c:v>
                </c:pt>
                <c:pt idx="385">
                  <c:v>0.65994447795107625</c:v>
                </c:pt>
                <c:pt idx="386">
                  <c:v>0.67110027186294841</c:v>
                </c:pt>
                <c:pt idx="387">
                  <c:v>0.67077753565685483</c:v>
                </c:pt>
                <c:pt idx="388">
                  <c:v>0.66785830624899989</c:v>
                </c:pt>
                <c:pt idx="389">
                  <c:v>0.66503770163766729</c:v>
                </c:pt>
                <c:pt idx="390">
                  <c:v>0.66496975848435569</c:v>
                </c:pt>
                <c:pt idx="391">
                  <c:v>0.65890303441141895</c:v>
                </c:pt>
                <c:pt idx="392">
                  <c:v>0.62254708824866534</c:v>
                </c:pt>
                <c:pt idx="393">
                  <c:v>0.61583076178771412</c:v>
                </c:pt>
                <c:pt idx="394">
                  <c:v>0.57812606761634588</c:v>
                </c:pt>
                <c:pt idx="395">
                  <c:v>0.54052304190114187</c:v>
                </c:pt>
                <c:pt idx="396">
                  <c:v>0.50638210474671175</c:v>
                </c:pt>
                <c:pt idx="397">
                  <c:v>0.50833875203650813</c:v>
                </c:pt>
                <c:pt idx="398">
                  <c:v>0.5091885444883707</c:v>
                </c:pt>
                <c:pt idx="399">
                  <c:v>0.52772141909706582</c:v>
                </c:pt>
                <c:pt idx="400">
                  <c:v>0.55577194265448371</c:v>
                </c:pt>
                <c:pt idx="401">
                  <c:v>0.56076776981043708</c:v>
                </c:pt>
                <c:pt idx="402">
                  <c:v>0.56513457338633466</c:v>
                </c:pt>
                <c:pt idx="403">
                  <c:v>0.62656206167003836</c:v>
                </c:pt>
                <c:pt idx="404">
                  <c:v>0.65198232410622492</c:v>
                </c:pt>
                <c:pt idx="405">
                  <c:v>0.6546731592186078</c:v>
                </c:pt>
                <c:pt idx="406">
                  <c:v>0.68606225381921426</c:v>
                </c:pt>
                <c:pt idx="407">
                  <c:v>0.70752145856967619</c:v>
                </c:pt>
                <c:pt idx="408">
                  <c:v>0.71138566922824931</c:v>
                </c:pt>
                <c:pt idx="409">
                  <c:v>0.68840314669597702</c:v>
                </c:pt>
                <c:pt idx="410">
                  <c:v>0.67066927077703997</c:v>
                </c:pt>
                <c:pt idx="411">
                  <c:v>0.63484028000431969</c:v>
                </c:pt>
                <c:pt idx="412">
                  <c:v>0.57486694033629204</c:v>
                </c:pt>
                <c:pt idx="413">
                  <c:v>0.54584237273364944</c:v>
                </c:pt>
                <c:pt idx="414">
                  <c:v>0.56104694129594579</c:v>
                </c:pt>
                <c:pt idx="415">
                  <c:v>0.63714512710002646</c:v>
                </c:pt>
                <c:pt idx="416">
                  <c:v>0.66745796165828475</c:v>
                </c:pt>
                <c:pt idx="417">
                  <c:v>0.67921259753763874</c:v>
                </c:pt>
                <c:pt idx="418">
                  <c:v>0.71264014774660644</c:v>
                </c:pt>
                <c:pt idx="419">
                  <c:v>0.74492486355478993</c:v>
                </c:pt>
                <c:pt idx="420">
                  <c:v>0.74189811163669905</c:v>
                </c:pt>
                <c:pt idx="421">
                  <c:v>0.70438677667830729</c:v>
                </c:pt>
                <c:pt idx="422">
                  <c:v>0.67074013150689227</c:v>
                </c:pt>
                <c:pt idx="423">
                  <c:v>0.63477030734902229</c:v>
                </c:pt>
                <c:pt idx="424">
                  <c:v>0.62857994310669885</c:v>
                </c:pt>
                <c:pt idx="425">
                  <c:v>0.62989543844567519</c:v>
                </c:pt>
                <c:pt idx="426">
                  <c:v>0.65323890751207847</c:v>
                </c:pt>
                <c:pt idx="427">
                  <c:v>0.65782356205621839</c:v>
                </c:pt>
                <c:pt idx="428">
                  <c:v>0.65924898583420866</c:v>
                </c:pt>
                <c:pt idx="429">
                  <c:v>0.68033461064107892</c:v>
                </c:pt>
                <c:pt idx="430">
                  <c:v>0.68584104591272732</c:v>
                </c:pt>
                <c:pt idx="431">
                  <c:v>0.68811932036009971</c:v>
                </c:pt>
                <c:pt idx="432">
                  <c:v>0.70822704340598752</c:v>
                </c:pt>
                <c:pt idx="433">
                  <c:v>0.7210980884108793</c:v>
                </c:pt>
                <c:pt idx="434">
                  <c:v>0.72361216711409848</c:v>
                </c:pt>
                <c:pt idx="435">
                  <c:v>0.71983415562386754</c:v>
                </c:pt>
                <c:pt idx="436">
                  <c:v>0.68345826935509979</c:v>
                </c:pt>
                <c:pt idx="437">
                  <c:v>0.61610850897762948</c:v>
                </c:pt>
                <c:pt idx="438">
                  <c:v>0.54935818254937685</c:v>
                </c:pt>
                <c:pt idx="439">
                  <c:v>0.55146058262952768</c:v>
                </c:pt>
                <c:pt idx="440">
                  <c:v>0.55161505053262305</c:v>
                </c:pt>
                <c:pt idx="441">
                  <c:v>0.55984569767949022</c:v>
                </c:pt>
                <c:pt idx="442">
                  <c:v>0.56714502420016344</c:v>
                </c:pt>
                <c:pt idx="443">
                  <c:v>0.57666303823755705</c:v>
                </c:pt>
                <c:pt idx="444">
                  <c:v>0.57947710905855665</c:v>
                </c:pt>
                <c:pt idx="445">
                  <c:v>0.57864501625749243</c:v>
                </c:pt>
                <c:pt idx="446">
                  <c:v>0.57185472207818622</c:v>
                </c:pt>
                <c:pt idx="447">
                  <c:v>0.57029389057012081</c:v>
                </c:pt>
                <c:pt idx="448">
                  <c:v>0.58465654561513303</c:v>
                </c:pt>
                <c:pt idx="449">
                  <c:v>0.66526802212086555</c:v>
                </c:pt>
                <c:pt idx="450">
                  <c:v>0.67371149000223673</c:v>
                </c:pt>
                <c:pt idx="451">
                  <c:v>0.68660785559191684</c:v>
                </c:pt>
                <c:pt idx="452">
                  <c:v>0.69019090638491798</c:v>
                </c:pt>
                <c:pt idx="453">
                  <c:v>0.68241384158346463</c:v>
                </c:pt>
                <c:pt idx="454">
                  <c:v>0.61653143542415623</c:v>
                </c:pt>
                <c:pt idx="455">
                  <c:v>0.58213793663094082</c:v>
                </c:pt>
                <c:pt idx="456">
                  <c:v>0.57734991978505579</c:v>
                </c:pt>
                <c:pt idx="457">
                  <c:v>0.52018075220205162</c:v>
                </c:pt>
                <c:pt idx="458">
                  <c:v>0.4939328241080459</c:v>
                </c:pt>
                <c:pt idx="459">
                  <c:v>0.50254181131336728</c:v>
                </c:pt>
                <c:pt idx="460">
                  <c:v>0.52478631743949955</c:v>
                </c:pt>
                <c:pt idx="461">
                  <c:v>0.55482817443551791</c:v>
                </c:pt>
                <c:pt idx="462">
                  <c:v>0.57164274702959372</c:v>
                </c:pt>
                <c:pt idx="463">
                  <c:v>0.5823055893389556</c:v>
                </c:pt>
                <c:pt idx="464">
                  <c:v>0.66643886073687242</c:v>
                </c:pt>
                <c:pt idx="465">
                  <c:v>0.72912101982362421</c:v>
                </c:pt>
                <c:pt idx="466">
                  <c:v>0.72169864432906083</c:v>
                </c:pt>
                <c:pt idx="467">
                  <c:v>0.67810230847864139</c:v>
                </c:pt>
                <c:pt idx="468">
                  <c:v>0.63330797151736018</c:v>
                </c:pt>
                <c:pt idx="469">
                  <c:v>0.62820178651985359</c:v>
                </c:pt>
                <c:pt idx="470">
                  <c:v>0.64544227175638713</c:v>
                </c:pt>
                <c:pt idx="471">
                  <c:v>0.65533981291642285</c:v>
                </c:pt>
                <c:pt idx="472">
                  <c:v>0.65472476495891196</c:v>
                </c:pt>
                <c:pt idx="473">
                  <c:v>0.65289756357938933</c:v>
                </c:pt>
                <c:pt idx="474">
                  <c:v>0.65057983046321854</c:v>
                </c:pt>
                <c:pt idx="475">
                  <c:v>0.64885594801926727</c:v>
                </c:pt>
                <c:pt idx="476">
                  <c:v>0.64866312571589235</c:v>
                </c:pt>
                <c:pt idx="477">
                  <c:v>0.6561874824064633</c:v>
                </c:pt>
                <c:pt idx="478">
                  <c:v>0.68125264580380662</c:v>
                </c:pt>
                <c:pt idx="479">
                  <c:v>0.68664878398501816</c:v>
                </c:pt>
                <c:pt idx="480">
                  <c:v>0.67968468428743534</c:v>
                </c:pt>
                <c:pt idx="481">
                  <c:v>0.64472350445547233</c:v>
                </c:pt>
                <c:pt idx="482">
                  <c:v>0.60509902534795923</c:v>
                </c:pt>
                <c:pt idx="483">
                  <c:v>0.57737268574455514</c:v>
                </c:pt>
                <c:pt idx="484">
                  <c:v>0.59931610743680086</c:v>
                </c:pt>
                <c:pt idx="485">
                  <c:v>0.79651842689477814</c:v>
                </c:pt>
                <c:pt idx="486">
                  <c:v>0.80178126372427483</c:v>
                </c:pt>
                <c:pt idx="487">
                  <c:v>0.84446528933794984</c:v>
                </c:pt>
                <c:pt idx="488">
                  <c:v>0.85817768644639558</c:v>
                </c:pt>
                <c:pt idx="489">
                  <c:v>0.85480761201681943</c:v>
                </c:pt>
                <c:pt idx="490">
                  <c:v>0.8234441975644976</c:v>
                </c:pt>
                <c:pt idx="491">
                  <c:v>0.79649054421073162</c:v>
                </c:pt>
                <c:pt idx="492">
                  <c:v>0.79587993349216135</c:v>
                </c:pt>
                <c:pt idx="493">
                  <c:v>0.79585229634919641</c:v>
                </c:pt>
                <c:pt idx="494">
                  <c:v>0.7877417585541262</c:v>
                </c:pt>
                <c:pt idx="495">
                  <c:v>0.78600717362963557</c:v>
                </c:pt>
                <c:pt idx="496">
                  <c:v>0.77952740308624358</c:v>
                </c:pt>
                <c:pt idx="497">
                  <c:v>0.70586636190485508</c:v>
                </c:pt>
                <c:pt idx="498">
                  <c:v>0.67275407434169232</c:v>
                </c:pt>
                <c:pt idx="499">
                  <c:v>0.67255072233526092</c:v>
                </c:pt>
                <c:pt idx="500">
                  <c:v>0.66831585965844764</c:v>
                </c:pt>
                <c:pt idx="501">
                  <c:v>0.66799636363463988</c:v>
                </c:pt>
                <c:pt idx="502">
                  <c:v>0.67766584489034665</c:v>
                </c:pt>
                <c:pt idx="503">
                  <c:v>0.76245522420439915</c:v>
                </c:pt>
                <c:pt idx="504">
                  <c:v>0.75603504571547719</c:v>
                </c:pt>
                <c:pt idx="505">
                  <c:v>0.72133986056498822</c:v>
                </c:pt>
                <c:pt idx="506">
                  <c:v>0.67926293322459097</c:v>
                </c:pt>
                <c:pt idx="507">
                  <c:v>0.64868975735646239</c:v>
                </c:pt>
                <c:pt idx="508">
                  <c:v>0.64904498547064715</c:v>
                </c:pt>
                <c:pt idx="509">
                  <c:v>0.65703601505099762</c:v>
                </c:pt>
                <c:pt idx="510">
                  <c:v>0.65858589132213241</c:v>
                </c:pt>
                <c:pt idx="511">
                  <c:v>0.66352841893459202</c:v>
                </c:pt>
                <c:pt idx="512">
                  <c:v>0.67218344535168373</c:v>
                </c:pt>
                <c:pt idx="513">
                  <c:v>0.67775591088037412</c:v>
                </c:pt>
                <c:pt idx="514">
                  <c:v>0.67433878382421497</c:v>
                </c:pt>
                <c:pt idx="515">
                  <c:v>0.66151925995318406</c:v>
                </c:pt>
                <c:pt idx="516">
                  <c:v>0.6506222873312445</c:v>
                </c:pt>
                <c:pt idx="517">
                  <c:v>0.64917625922859001</c:v>
                </c:pt>
                <c:pt idx="518">
                  <c:v>0.65572072718741115</c:v>
                </c:pt>
                <c:pt idx="519">
                  <c:v>0.65670103036392669</c:v>
                </c:pt>
                <c:pt idx="520">
                  <c:v>0.66788701294197417</c:v>
                </c:pt>
                <c:pt idx="521">
                  <c:v>0.67286208747877385</c:v>
                </c:pt>
                <c:pt idx="522">
                  <c:v>0.6884076228843391</c:v>
                </c:pt>
                <c:pt idx="523">
                  <c:v>0.77101808101206626</c:v>
                </c:pt>
                <c:pt idx="524">
                  <c:v>0.80738801222227696</c:v>
                </c:pt>
                <c:pt idx="525">
                  <c:v>0.79639465443515156</c:v>
                </c:pt>
                <c:pt idx="526">
                  <c:v>0.70924071896984087</c:v>
                </c:pt>
                <c:pt idx="527">
                  <c:v>0.63649896264208072</c:v>
                </c:pt>
                <c:pt idx="528">
                  <c:v>0.61497469913108749</c:v>
                </c:pt>
                <c:pt idx="529">
                  <c:v>0.61399157980709296</c:v>
                </c:pt>
                <c:pt idx="530">
                  <c:v>0.60378292049759552</c:v>
                </c:pt>
                <c:pt idx="531">
                  <c:v>0.60083790159198125</c:v>
                </c:pt>
                <c:pt idx="532">
                  <c:v>0.60301943641399891</c:v>
                </c:pt>
                <c:pt idx="533">
                  <c:v>0.61549293743054156</c:v>
                </c:pt>
                <c:pt idx="534">
                  <c:v>0.6222683573300245</c:v>
                </c:pt>
                <c:pt idx="535">
                  <c:v>0.62341936421866806</c:v>
                </c:pt>
                <c:pt idx="536">
                  <c:v>0.62556596294537159</c:v>
                </c:pt>
                <c:pt idx="537">
                  <c:v>0.65905420232857603</c:v>
                </c:pt>
                <c:pt idx="538">
                  <c:v>0.66177947689259564</c:v>
                </c:pt>
                <c:pt idx="539">
                  <c:v>0.67698737771247297</c:v>
                </c:pt>
                <c:pt idx="540">
                  <c:v>0.7919188751824966</c:v>
                </c:pt>
                <c:pt idx="541">
                  <c:v>0.84693427683002864</c:v>
                </c:pt>
                <c:pt idx="542">
                  <c:v>0.83663153933417034</c:v>
                </c:pt>
                <c:pt idx="543">
                  <c:v>0.67829963200191878</c:v>
                </c:pt>
                <c:pt idx="544">
                  <c:v>0.55802265730698719</c:v>
                </c:pt>
                <c:pt idx="545">
                  <c:v>0.53893366039710944</c:v>
                </c:pt>
                <c:pt idx="546">
                  <c:v>0.53993299618212265</c:v>
                </c:pt>
                <c:pt idx="547">
                  <c:v>0.54511813488213279</c:v>
                </c:pt>
                <c:pt idx="548">
                  <c:v>0.54570971138282343</c:v>
                </c:pt>
                <c:pt idx="549">
                  <c:v>0.54859444184616657</c:v>
                </c:pt>
                <c:pt idx="550">
                  <c:v>0.59087163708887502</c:v>
                </c:pt>
                <c:pt idx="551">
                  <c:v>0.61385958281641351</c:v>
                </c:pt>
                <c:pt idx="552">
                  <c:v>0.62038751513338142</c:v>
                </c:pt>
                <c:pt idx="553">
                  <c:v>0.63484866415604524</c:v>
                </c:pt>
                <c:pt idx="554">
                  <c:v>0.67561278608960107</c:v>
                </c:pt>
                <c:pt idx="555">
                  <c:v>0.68399801798275994</c:v>
                </c:pt>
                <c:pt idx="556">
                  <c:v>0.74425456711058158</c:v>
                </c:pt>
                <c:pt idx="557">
                  <c:v>0.84752710228060391</c:v>
                </c:pt>
                <c:pt idx="558">
                  <c:v>0.90148600581002503</c:v>
                </c:pt>
                <c:pt idx="559">
                  <c:v>0.88051432864439749</c:v>
                </c:pt>
                <c:pt idx="560">
                  <c:v>0.7473076645822343</c:v>
                </c:pt>
                <c:pt idx="561">
                  <c:v>0.63521287511186075</c:v>
                </c:pt>
                <c:pt idx="562">
                  <c:v>0.63930671824278928</c:v>
                </c:pt>
                <c:pt idx="563">
                  <c:v>0.6992954288307075</c:v>
                </c:pt>
                <c:pt idx="564">
                  <c:v>0.75996150222880021</c:v>
                </c:pt>
                <c:pt idx="565">
                  <c:v>0.80836332456237492</c:v>
                </c:pt>
                <c:pt idx="566">
                  <c:v>0.75450401252048016</c:v>
                </c:pt>
                <c:pt idx="567">
                  <c:v>0.71435340253713042</c:v>
                </c:pt>
                <c:pt idx="568">
                  <c:v>0.67399939591072422</c:v>
                </c:pt>
                <c:pt idx="569">
                  <c:v>0.66761215626357595</c:v>
                </c:pt>
                <c:pt idx="570">
                  <c:v>0.67848408815320194</c:v>
                </c:pt>
                <c:pt idx="571">
                  <c:v>0.73046193272050575</c:v>
                </c:pt>
                <c:pt idx="572">
                  <c:v>0.7226046846907187</c:v>
                </c:pt>
                <c:pt idx="573">
                  <c:v>0.68498744344369944</c:v>
                </c:pt>
                <c:pt idx="574">
                  <c:v>0.6672179775482443</c:v>
                </c:pt>
                <c:pt idx="575">
                  <c:v>0.66279957979607373</c:v>
                </c:pt>
                <c:pt idx="576">
                  <c:v>0.63888778917584588</c:v>
                </c:pt>
                <c:pt idx="577">
                  <c:v>0.61951780498359532</c:v>
                </c:pt>
                <c:pt idx="578">
                  <c:v>0.61342148979176592</c:v>
                </c:pt>
                <c:pt idx="579">
                  <c:v>0.62623369454611011</c:v>
                </c:pt>
                <c:pt idx="580">
                  <c:v>0.73756806852503742</c:v>
                </c:pt>
                <c:pt idx="581">
                  <c:v>0.78752114269569251</c:v>
                </c:pt>
                <c:pt idx="582">
                  <c:v>0.79126628652570297</c:v>
                </c:pt>
                <c:pt idx="583">
                  <c:v>0.81217457913706848</c:v>
                </c:pt>
                <c:pt idx="584">
                  <c:v>0.83731241608763374</c:v>
                </c:pt>
                <c:pt idx="585">
                  <c:v>0.82861751698869501</c:v>
                </c:pt>
                <c:pt idx="586">
                  <c:v>0.75940596735096533</c:v>
                </c:pt>
                <c:pt idx="587">
                  <c:v>0.7464006916819772</c:v>
                </c:pt>
                <c:pt idx="588">
                  <c:v>0.73726888609944086</c:v>
                </c:pt>
                <c:pt idx="589">
                  <c:v>0.63787444272719152</c:v>
                </c:pt>
                <c:pt idx="590">
                  <c:v>0.60178834347150489</c:v>
                </c:pt>
                <c:pt idx="591">
                  <c:v>0.61543388528047449</c:v>
                </c:pt>
                <c:pt idx="592">
                  <c:v>0.76273251812508358</c:v>
                </c:pt>
                <c:pt idx="593">
                  <c:v>0.86113525043185768</c:v>
                </c:pt>
                <c:pt idx="594">
                  <c:v>0.85603050157870075</c:v>
                </c:pt>
                <c:pt idx="595">
                  <c:v>0.81328906668807155</c:v>
                </c:pt>
                <c:pt idx="596">
                  <c:v>0.73072829590067767</c:v>
                </c:pt>
                <c:pt idx="597">
                  <c:v>0.70063291314050757</c:v>
                </c:pt>
                <c:pt idx="598">
                  <c:v>0.70528261402939241</c:v>
                </c:pt>
                <c:pt idx="599">
                  <c:v>0.74370746633950424</c:v>
                </c:pt>
                <c:pt idx="600">
                  <c:v>0.76177993037504987</c:v>
                </c:pt>
                <c:pt idx="601">
                  <c:v>0.76031515053056997</c:v>
                </c:pt>
                <c:pt idx="602">
                  <c:v>0.74594225535198844</c:v>
                </c:pt>
                <c:pt idx="603">
                  <c:v>0.72922109359292897</c:v>
                </c:pt>
                <c:pt idx="604">
                  <c:v>0.73027321078538898</c:v>
                </c:pt>
                <c:pt idx="605">
                  <c:v>0.73701861365548826</c:v>
                </c:pt>
                <c:pt idx="606">
                  <c:v>0.74449109159677884</c:v>
                </c:pt>
                <c:pt idx="607">
                  <c:v>0.74503697277004888</c:v>
                </c:pt>
                <c:pt idx="608">
                  <c:v>0.74570397622743989</c:v>
                </c:pt>
                <c:pt idx="609">
                  <c:v>0.7540267026957963</c:v>
                </c:pt>
                <c:pt idx="610">
                  <c:v>0.75852717192462904</c:v>
                </c:pt>
                <c:pt idx="611">
                  <c:v>0.75920959283169731</c:v>
                </c:pt>
                <c:pt idx="612">
                  <c:v>0.75118954941462945</c:v>
                </c:pt>
                <c:pt idx="613">
                  <c:v>0.66421748416853543</c:v>
                </c:pt>
                <c:pt idx="614">
                  <c:v>0.64891223258827724</c:v>
                </c:pt>
                <c:pt idx="615">
                  <c:v>0.63613884664226938</c:v>
                </c:pt>
                <c:pt idx="616">
                  <c:v>0.63227248578954287</c:v>
                </c:pt>
                <c:pt idx="617">
                  <c:v>0.66975751191773569</c:v>
                </c:pt>
                <c:pt idx="618">
                  <c:v>0.69416215536506198</c:v>
                </c:pt>
                <c:pt idx="619">
                  <c:v>0.77817138522110263</c:v>
                </c:pt>
                <c:pt idx="620">
                  <c:v>0.7949093254081887</c:v>
                </c:pt>
                <c:pt idx="621">
                  <c:v>0.79763876791047839</c:v>
                </c:pt>
                <c:pt idx="622">
                  <c:v>0.80653326275910864</c:v>
                </c:pt>
                <c:pt idx="623">
                  <c:v>0.81076612667811421</c:v>
                </c:pt>
                <c:pt idx="624">
                  <c:v>0.80663486939768281</c:v>
                </c:pt>
                <c:pt idx="625">
                  <c:v>0.79558937771720761</c:v>
                </c:pt>
                <c:pt idx="626">
                  <c:v>0.78660946883992522</c:v>
                </c:pt>
                <c:pt idx="627">
                  <c:v>0.78276726309559241</c:v>
                </c:pt>
                <c:pt idx="628">
                  <c:v>0.70947953697629684</c:v>
                </c:pt>
                <c:pt idx="629">
                  <c:v>0.71049914922638224</c:v>
                </c:pt>
                <c:pt idx="630">
                  <c:v>0.7188773486695762</c:v>
                </c:pt>
                <c:pt idx="631">
                  <c:v>0.72169527604943495</c:v>
                </c:pt>
                <c:pt idx="632">
                  <c:v>0.72399894249784935</c:v>
                </c:pt>
                <c:pt idx="633">
                  <c:v>0.74058952051635896</c:v>
                </c:pt>
                <c:pt idx="634">
                  <c:v>0.75136657443287502</c:v>
                </c:pt>
                <c:pt idx="635">
                  <c:v>0.75267373306483698</c:v>
                </c:pt>
                <c:pt idx="636">
                  <c:v>0.76118654988952739</c:v>
                </c:pt>
                <c:pt idx="637">
                  <c:v>0.76185116128800179</c:v>
                </c:pt>
                <c:pt idx="638">
                  <c:v>0.75952750977547634</c:v>
                </c:pt>
                <c:pt idx="639">
                  <c:v>0.74281889024654968</c:v>
                </c:pt>
                <c:pt idx="640">
                  <c:v>0.72141914338425284</c:v>
                </c:pt>
                <c:pt idx="641">
                  <c:v>0.7102981983984582</c:v>
                </c:pt>
                <c:pt idx="642">
                  <c:v>0.71784491987144838</c:v>
                </c:pt>
                <c:pt idx="643">
                  <c:v>0.72203448779430179</c:v>
                </c:pt>
                <c:pt idx="644">
                  <c:v>0.8177336444656601</c:v>
                </c:pt>
                <c:pt idx="645">
                  <c:v>0.83303836322236391</c:v>
                </c:pt>
                <c:pt idx="646">
                  <c:v>0.82676962993269121</c:v>
                </c:pt>
                <c:pt idx="647">
                  <c:v>0.75474784555306118</c:v>
                </c:pt>
                <c:pt idx="648">
                  <c:v>0.73283769291017153</c:v>
                </c:pt>
                <c:pt idx="649">
                  <c:v>0.75161489407155302</c:v>
                </c:pt>
                <c:pt idx="650">
                  <c:v>0.78347440931293011</c:v>
                </c:pt>
                <c:pt idx="651">
                  <c:v>0.80737132816219115</c:v>
                </c:pt>
                <c:pt idx="652">
                  <c:v>0.81154543488867181</c:v>
                </c:pt>
                <c:pt idx="653">
                  <c:v>0.79989388127073058</c:v>
                </c:pt>
                <c:pt idx="654">
                  <c:v>0.67892660554161621</c:v>
                </c:pt>
                <c:pt idx="655">
                  <c:v>0.66914819005387316</c:v>
                </c:pt>
                <c:pt idx="656">
                  <c:v>0.60461676605648318</c:v>
                </c:pt>
                <c:pt idx="657">
                  <c:v>0.57608228548758988</c:v>
                </c:pt>
                <c:pt idx="658">
                  <c:v>0.58062657518486172</c:v>
                </c:pt>
                <c:pt idx="659">
                  <c:v>0.64015420231098541</c:v>
                </c:pt>
                <c:pt idx="660">
                  <c:v>0.67990239088572924</c:v>
                </c:pt>
                <c:pt idx="661">
                  <c:v>0.68706638600358849</c:v>
                </c:pt>
                <c:pt idx="662">
                  <c:v>0.70539839131000026</c:v>
                </c:pt>
                <c:pt idx="663">
                  <c:v>0.71985667165053024</c:v>
                </c:pt>
                <c:pt idx="664">
                  <c:v>0.72678545375742154</c:v>
                </c:pt>
                <c:pt idx="665">
                  <c:v>0.7092357090018544</c:v>
                </c:pt>
                <c:pt idx="666">
                  <c:v>0.68014950308856204</c:v>
                </c:pt>
                <c:pt idx="667">
                  <c:v>0.66012580354767214</c:v>
                </c:pt>
                <c:pt idx="668">
                  <c:v>0.65225289939536557</c:v>
                </c:pt>
                <c:pt idx="669">
                  <c:v>0.63533129748981609</c:v>
                </c:pt>
                <c:pt idx="670">
                  <c:v>0.61282343419418717</c:v>
                </c:pt>
                <c:pt idx="671">
                  <c:v>0.60630517729407662</c:v>
                </c:pt>
                <c:pt idx="672">
                  <c:v>0.59010073501708116</c:v>
                </c:pt>
                <c:pt idx="673">
                  <c:v>0.56802796844068559</c:v>
                </c:pt>
                <c:pt idx="674">
                  <c:v>0.555096419008557</c:v>
                </c:pt>
                <c:pt idx="675">
                  <c:v>0.57942253804850741</c:v>
                </c:pt>
                <c:pt idx="676">
                  <c:v>0.6475453667449983</c:v>
                </c:pt>
                <c:pt idx="677">
                  <c:v>0.70683762587549337</c:v>
                </c:pt>
                <c:pt idx="678">
                  <c:v>0.70686692355439851</c:v>
                </c:pt>
                <c:pt idx="679">
                  <c:v>0.70696851880508327</c:v>
                </c:pt>
                <c:pt idx="680">
                  <c:v>0.70797069997602735</c:v>
                </c:pt>
                <c:pt idx="681">
                  <c:v>0.7081336319389997</c:v>
                </c:pt>
                <c:pt idx="682">
                  <c:v>0.70614336825614277</c:v>
                </c:pt>
                <c:pt idx="683">
                  <c:v>0.69194987800677199</c:v>
                </c:pt>
                <c:pt idx="684">
                  <c:v>0.68486622412062348</c:v>
                </c:pt>
                <c:pt idx="685">
                  <c:v>0.67557460136093805</c:v>
                </c:pt>
                <c:pt idx="686">
                  <c:v>0.62739241908129439</c:v>
                </c:pt>
                <c:pt idx="687">
                  <c:v>0.59920083796000845</c:v>
                </c:pt>
                <c:pt idx="688">
                  <c:v>0.59973952757183613</c:v>
                </c:pt>
                <c:pt idx="689">
                  <c:v>0.60252507509735542</c:v>
                </c:pt>
                <c:pt idx="690">
                  <c:v>0.60669533222524274</c:v>
                </c:pt>
                <c:pt idx="691">
                  <c:v>0.61040716128903028</c:v>
                </c:pt>
                <c:pt idx="692">
                  <c:v>0.63485043393249208</c:v>
                </c:pt>
                <c:pt idx="693">
                  <c:v>0.67163335682106617</c:v>
                </c:pt>
                <c:pt idx="694">
                  <c:v>0.70353204067460096</c:v>
                </c:pt>
                <c:pt idx="695">
                  <c:v>0.70583508760890701</c:v>
                </c:pt>
                <c:pt idx="696">
                  <c:v>0.73763348427561493</c:v>
                </c:pt>
                <c:pt idx="697">
                  <c:v>0.74542498366595389</c:v>
                </c:pt>
                <c:pt idx="698">
                  <c:v>0.74522894691610309</c:v>
                </c:pt>
                <c:pt idx="699">
                  <c:v>0.74224861832517408</c:v>
                </c:pt>
                <c:pt idx="700">
                  <c:v>0.74094965300621574</c:v>
                </c:pt>
                <c:pt idx="701">
                  <c:v>0.73772060718944732</c:v>
                </c:pt>
                <c:pt idx="702">
                  <c:v>0.71298506978466136</c:v>
                </c:pt>
                <c:pt idx="703">
                  <c:v>0.68663249506441282</c:v>
                </c:pt>
                <c:pt idx="704">
                  <c:v>0.68801471712874862</c:v>
                </c:pt>
                <c:pt idx="705">
                  <c:v>0.71850033887321962</c:v>
                </c:pt>
                <c:pt idx="706">
                  <c:v>0.72961323525860955</c:v>
                </c:pt>
                <c:pt idx="707">
                  <c:v>0.7317518058044542</c:v>
                </c:pt>
                <c:pt idx="708">
                  <c:v>0.75358282188892922</c:v>
                </c:pt>
                <c:pt idx="709">
                  <c:v>0.76839199616183684</c:v>
                </c:pt>
                <c:pt idx="710">
                  <c:v>0.77273048733132244</c:v>
                </c:pt>
                <c:pt idx="711">
                  <c:v>0.77750893286782741</c:v>
                </c:pt>
                <c:pt idx="712">
                  <c:v>0.78305869587117549</c:v>
                </c:pt>
                <c:pt idx="713">
                  <c:v>0.79094664439977191</c:v>
                </c:pt>
                <c:pt idx="714">
                  <c:v>0.79824874181145211</c:v>
                </c:pt>
                <c:pt idx="715">
                  <c:v>0.80466591402179077</c:v>
                </c:pt>
                <c:pt idx="716">
                  <c:v>0.80412796354964045</c:v>
                </c:pt>
                <c:pt idx="717">
                  <c:v>0.80049271612596085</c:v>
                </c:pt>
                <c:pt idx="718">
                  <c:v>0.79751874195149808</c:v>
                </c:pt>
                <c:pt idx="719">
                  <c:v>0.79726432627802191</c:v>
                </c:pt>
                <c:pt idx="720">
                  <c:v>0.7922700779530174</c:v>
                </c:pt>
                <c:pt idx="721">
                  <c:v>0.772090884693581</c:v>
                </c:pt>
                <c:pt idx="722">
                  <c:v>0.74802504040769247</c:v>
                </c:pt>
                <c:pt idx="723">
                  <c:v>0.73555838852864741</c:v>
                </c:pt>
                <c:pt idx="724">
                  <c:v>0.73446524513333633</c:v>
                </c:pt>
                <c:pt idx="725">
                  <c:v>0.73008892780191981</c:v>
                </c:pt>
                <c:pt idx="726">
                  <c:v>0.72637754519950848</c:v>
                </c:pt>
                <c:pt idx="727">
                  <c:v>0.73263720711399993</c:v>
                </c:pt>
                <c:pt idx="728">
                  <c:v>0.74752219393735897</c:v>
                </c:pt>
                <c:pt idx="729">
                  <c:v>0.78060331169122654</c:v>
                </c:pt>
                <c:pt idx="730">
                  <c:v>0.78819710421154487</c:v>
                </c:pt>
                <c:pt idx="731">
                  <c:v>0.78249410975598366</c:v>
                </c:pt>
                <c:pt idx="732">
                  <c:v>0.76548199712283749</c:v>
                </c:pt>
                <c:pt idx="733">
                  <c:v>0.7630233409859638</c:v>
                </c:pt>
                <c:pt idx="734">
                  <c:v>0.76258693819000145</c:v>
                </c:pt>
                <c:pt idx="735">
                  <c:v>0.74732446220867299</c:v>
                </c:pt>
                <c:pt idx="736">
                  <c:v>0.74613179415798125</c:v>
                </c:pt>
                <c:pt idx="737">
                  <c:v>0.73907510686893008</c:v>
                </c:pt>
                <c:pt idx="738">
                  <c:v>0.73475725415156523</c:v>
                </c:pt>
                <c:pt idx="739">
                  <c:v>0.73173745616470476</c:v>
                </c:pt>
                <c:pt idx="740">
                  <c:v>0.73641056702739416</c:v>
                </c:pt>
                <c:pt idx="741">
                  <c:v>0.74645581951442863</c:v>
                </c:pt>
                <c:pt idx="742">
                  <c:v>0.7536964808657618</c:v>
                </c:pt>
                <c:pt idx="743">
                  <c:v>0.75610721493408439</c:v>
                </c:pt>
                <c:pt idx="744">
                  <c:v>0.75759190620999939</c:v>
                </c:pt>
                <c:pt idx="745">
                  <c:v>0.80010242544985466</c:v>
                </c:pt>
                <c:pt idx="746">
                  <c:v>0.8032232988878516</c:v>
                </c:pt>
                <c:pt idx="747">
                  <c:v>0.79966694211453748</c:v>
                </c:pt>
                <c:pt idx="748">
                  <c:v>0.76292006507200583</c:v>
                </c:pt>
                <c:pt idx="749">
                  <c:v>0.74983696340034345</c:v>
                </c:pt>
                <c:pt idx="750">
                  <c:v>0.74686401405937686</c:v>
                </c:pt>
                <c:pt idx="751">
                  <c:v>0.71375281275062818</c:v>
                </c:pt>
                <c:pt idx="752">
                  <c:v>0.69147459228262509</c:v>
                </c:pt>
                <c:pt idx="753">
                  <c:v>0.69296141727028782</c:v>
                </c:pt>
                <c:pt idx="754">
                  <c:v>0.69494220541429419</c:v>
                </c:pt>
                <c:pt idx="755">
                  <c:v>0.74176917230789252</c:v>
                </c:pt>
                <c:pt idx="756">
                  <c:v>0.74093289001295104</c:v>
                </c:pt>
                <c:pt idx="757">
                  <c:v>0.73510625663243134</c:v>
                </c:pt>
                <c:pt idx="758">
                  <c:v>0.73161224473854247</c:v>
                </c:pt>
                <c:pt idx="759">
                  <c:v>0.73664734393188724</c:v>
                </c:pt>
                <c:pt idx="760">
                  <c:v>0.75497635179884659</c:v>
                </c:pt>
                <c:pt idx="761">
                  <c:v>0.78076553761882594</c:v>
                </c:pt>
                <c:pt idx="762">
                  <c:v>0.80641178153131254</c:v>
                </c:pt>
                <c:pt idx="763">
                  <c:v>0.81370683617663753</c:v>
                </c:pt>
                <c:pt idx="764">
                  <c:v>0.80819049694433376</c:v>
                </c:pt>
                <c:pt idx="765">
                  <c:v>0.77577515492834459</c:v>
                </c:pt>
                <c:pt idx="766">
                  <c:v>0.75777145526958445</c:v>
                </c:pt>
                <c:pt idx="767">
                  <c:v>0.76100461489970628</c:v>
                </c:pt>
                <c:pt idx="768">
                  <c:v>0.79015219370309142</c:v>
                </c:pt>
                <c:pt idx="769">
                  <c:v>0.80099473991275216</c:v>
                </c:pt>
                <c:pt idx="770">
                  <c:v>0.80771043200872761</c:v>
                </c:pt>
                <c:pt idx="771">
                  <c:v>0.81707835253059447</c:v>
                </c:pt>
                <c:pt idx="772">
                  <c:v>0.83741145755471713</c:v>
                </c:pt>
                <c:pt idx="773">
                  <c:v>0.8418724795741952</c:v>
                </c:pt>
                <c:pt idx="774">
                  <c:v>0.84168572787896812</c:v>
                </c:pt>
                <c:pt idx="775">
                  <c:v>0.84021813869354678</c:v>
                </c:pt>
                <c:pt idx="776">
                  <c:v>0.83989807825114027</c:v>
                </c:pt>
                <c:pt idx="777">
                  <c:v>0.83506869497623248</c:v>
                </c:pt>
                <c:pt idx="778">
                  <c:v>0.79701713627103632</c:v>
                </c:pt>
                <c:pt idx="779">
                  <c:v>0.77494862604927039</c:v>
                </c:pt>
                <c:pt idx="780">
                  <c:v>0.77640299960991854</c:v>
                </c:pt>
                <c:pt idx="781">
                  <c:v>0.80019259561394318</c:v>
                </c:pt>
                <c:pt idx="782">
                  <c:v>0.82703864629991997</c:v>
                </c:pt>
                <c:pt idx="783">
                  <c:v>0.83409793439011037</c:v>
                </c:pt>
                <c:pt idx="784">
                  <c:v>0.83138781260145111</c:v>
                </c:pt>
                <c:pt idx="785">
                  <c:v>0.81443395555328357</c:v>
                </c:pt>
                <c:pt idx="786">
                  <c:v>0.80423369253005172</c:v>
                </c:pt>
                <c:pt idx="787">
                  <c:v>0.80546470450436869</c:v>
                </c:pt>
                <c:pt idx="788">
                  <c:v>0.80708826999702865</c:v>
                </c:pt>
                <c:pt idx="789">
                  <c:v>0.8368921555984894</c:v>
                </c:pt>
                <c:pt idx="790">
                  <c:v>0.83907866089477534</c:v>
                </c:pt>
                <c:pt idx="791">
                  <c:v>0.83141366547427664</c:v>
                </c:pt>
                <c:pt idx="792">
                  <c:v>0.77550148072019098</c:v>
                </c:pt>
                <c:pt idx="793">
                  <c:v>0.75563738484288245</c:v>
                </c:pt>
                <c:pt idx="794">
                  <c:v>0.75610753742448944</c:v>
                </c:pt>
                <c:pt idx="795">
                  <c:v>0.75958339547942999</c:v>
                </c:pt>
                <c:pt idx="796">
                  <c:v>0.76286728153805006</c:v>
                </c:pt>
                <c:pt idx="797">
                  <c:v>0.7619803817929911</c:v>
                </c:pt>
                <c:pt idx="798">
                  <c:v>0.76112613357326264</c:v>
                </c:pt>
                <c:pt idx="799">
                  <c:v>0.7375712613328691</c:v>
                </c:pt>
                <c:pt idx="800">
                  <c:v>0.73365871444310471</c:v>
                </c:pt>
                <c:pt idx="801">
                  <c:v>0.73711653072989347</c:v>
                </c:pt>
                <c:pt idx="802">
                  <c:v>0.76335769519044072</c:v>
                </c:pt>
                <c:pt idx="803">
                  <c:v>0.78782600806777514</c:v>
                </c:pt>
                <c:pt idx="804">
                  <c:v>0.80790891235811912</c:v>
                </c:pt>
                <c:pt idx="805">
                  <c:v>0.81093517245894786</c:v>
                </c:pt>
                <c:pt idx="806">
                  <c:v>0.81053788542739946</c:v>
                </c:pt>
                <c:pt idx="807">
                  <c:v>0.80651173572671808</c:v>
                </c:pt>
                <c:pt idx="808">
                  <c:v>0.80499349704466783</c:v>
                </c:pt>
                <c:pt idx="809">
                  <c:v>0.80196608117119572</c:v>
                </c:pt>
                <c:pt idx="810">
                  <c:v>0.77028269274916428</c:v>
                </c:pt>
                <c:pt idx="811">
                  <c:v>0.76150776745793602</c:v>
                </c:pt>
                <c:pt idx="812">
                  <c:v>0.759919606204707</c:v>
                </c:pt>
                <c:pt idx="813">
                  <c:v>0.74091972792877414</c:v>
                </c:pt>
                <c:pt idx="814">
                  <c:v>0.73397911130187432</c:v>
                </c:pt>
                <c:pt idx="815">
                  <c:v>0.73652006961941552</c:v>
                </c:pt>
                <c:pt idx="816">
                  <c:v>0.74252788678852888</c:v>
                </c:pt>
                <c:pt idx="817">
                  <c:v>0.75115327248773534</c:v>
                </c:pt>
                <c:pt idx="818">
                  <c:v>0.75526892098174236</c:v>
                </c:pt>
                <c:pt idx="819">
                  <c:v>0.76136471724283916</c:v>
                </c:pt>
                <c:pt idx="820">
                  <c:v>0.7924294388360682</c:v>
                </c:pt>
                <c:pt idx="821">
                  <c:v>0.81882106266112631</c:v>
                </c:pt>
                <c:pt idx="822">
                  <c:v>0.82129222056098594</c:v>
                </c:pt>
                <c:pt idx="823">
                  <c:v>0.84368630252421051</c:v>
                </c:pt>
                <c:pt idx="824">
                  <c:v>0.86139677035836737</c:v>
                </c:pt>
                <c:pt idx="825">
                  <c:v>0.86818453644849114</c:v>
                </c:pt>
                <c:pt idx="826">
                  <c:v>0.85034375002291285</c:v>
                </c:pt>
                <c:pt idx="827">
                  <c:v>0.82976827718735247</c:v>
                </c:pt>
                <c:pt idx="828">
                  <c:v>0.81434864536445506</c:v>
                </c:pt>
                <c:pt idx="829">
                  <c:v>0.80928921957974587</c:v>
                </c:pt>
                <c:pt idx="830">
                  <c:v>0.78518340233591355</c:v>
                </c:pt>
                <c:pt idx="831">
                  <c:v>0.76328253949472979</c:v>
                </c:pt>
                <c:pt idx="832">
                  <c:v>0.76240521706416065</c:v>
                </c:pt>
                <c:pt idx="833">
                  <c:v>0.76196484617365401</c:v>
                </c:pt>
                <c:pt idx="834">
                  <c:v>0.75165507731028802</c:v>
                </c:pt>
                <c:pt idx="835">
                  <c:v>0.74904647364171795</c:v>
                </c:pt>
                <c:pt idx="836">
                  <c:v>0.75002042754390819</c:v>
                </c:pt>
                <c:pt idx="837">
                  <c:v>0.76342542261876245</c:v>
                </c:pt>
                <c:pt idx="838">
                  <c:v>0.77017561239946553</c:v>
                </c:pt>
                <c:pt idx="839">
                  <c:v>0.76752520241438904</c:v>
                </c:pt>
                <c:pt idx="840">
                  <c:v>0.74357567080400377</c:v>
                </c:pt>
                <c:pt idx="841">
                  <c:v>0.72753134700984301</c:v>
                </c:pt>
                <c:pt idx="842">
                  <c:v>0.72892155803318648</c:v>
                </c:pt>
                <c:pt idx="843">
                  <c:v>0.73753924566558371</c:v>
                </c:pt>
                <c:pt idx="844">
                  <c:v>0.74702956771780515</c:v>
                </c:pt>
                <c:pt idx="845">
                  <c:v>0.75196305636098149</c:v>
                </c:pt>
                <c:pt idx="846">
                  <c:v>0.75199093104596881</c:v>
                </c:pt>
                <c:pt idx="847">
                  <c:v>0.75188084347410444</c:v>
                </c:pt>
                <c:pt idx="848">
                  <c:v>0.75154779835396612</c:v>
                </c:pt>
                <c:pt idx="849">
                  <c:v>0.75169028844402008</c:v>
                </c:pt>
                <c:pt idx="850">
                  <c:v>0.75407478635789804</c:v>
                </c:pt>
                <c:pt idx="851">
                  <c:v>0.7570758869917138</c:v>
                </c:pt>
                <c:pt idx="852">
                  <c:v>0.75856714101161027</c:v>
                </c:pt>
                <c:pt idx="853">
                  <c:v>0.76060792194558879</c:v>
                </c:pt>
                <c:pt idx="854">
                  <c:v>0.78077643165515698</c:v>
                </c:pt>
                <c:pt idx="855">
                  <c:v>0.7782824149628107</c:v>
                </c:pt>
                <c:pt idx="856">
                  <c:v>0.77427376890366106</c:v>
                </c:pt>
                <c:pt idx="857">
                  <c:v>0.7736130701766315</c:v>
                </c:pt>
                <c:pt idx="858">
                  <c:v>0.7739975155143447</c:v>
                </c:pt>
                <c:pt idx="859">
                  <c:v>0.77848709862154575</c:v>
                </c:pt>
                <c:pt idx="860">
                  <c:v>0.78006684650070379</c:v>
                </c:pt>
                <c:pt idx="861">
                  <c:v>0.78438287092147496</c:v>
                </c:pt>
                <c:pt idx="862">
                  <c:v>0.81276825614832071</c:v>
                </c:pt>
                <c:pt idx="863">
                  <c:v>0.82721242181485211</c:v>
                </c:pt>
                <c:pt idx="864">
                  <c:v>0.82460708765889923</c:v>
                </c:pt>
                <c:pt idx="865">
                  <c:v>0.81493156446245318</c:v>
                </c:pt>
                <c:pt idx="866">
                  <c:v>0.80424279337650928</c:v>
                </c:pt>
                <c:pt idx="867">
                  <c:v>0.80839537206977174</c:v>
                </c:pt>
                <c:pt idx="868">
                  <c:v>0.83742728424823765</c:v>
                </c:pt>
                <c:pt idx="869">
                  <c:v>0.84783321395839029</c:v>
                </c:pt>
                <c:pt idx="870">
                  <c:v>0.83174925759177198</c:v>
                </c:pt>
                <c:pt idx="871">
                  <c:v>0.744801660168117</c:v>
                </c:pt>
                <c:pt idx="872">
                  <c:v>0.6823979987536084</c:v>
                </c:pt>
                <c:pt idx="873">
                  <c:v>0.68097671741794674</c:v>
                </c:pt>
                <c:pt idx="874">
                  <c:v>0.65982806946820893</c:v>
                </c:pt>
                <c:pt idx="875">
                  <c:v>0.65512508310625195</c:v>
                </c:pt>
                <c:pt idx="876">
                  <c:v>0.70217689541422823</c:v>
                </c:pt>
                <c:pt idx="877">
                  <c:v>0.77233752177380455</c:v>
                </c:pt>
                <c:pt idx="878">
                  <c:v>0.84167693829218682</c:v>
                </c:pt>
                <c:pt idx="879">
                  <c:v>0.84150999169444463</c:v>
                </c:pt>
                <c:pt idx="880">
                  <c:v>0.84009238731820879</c:v>
                </c:pt>
                <c:pt idx="881">
                  <c:v>0.83981745928099405</c:v>
                </c:pt>
                <c:pt idx="882">
                  <c:v>0.83822259553986012</c:v>
                </c:pt>
                <c:pt idx="883">
                  <c:v>0.81969137850672402</c:v>
                </c:pt>
                <c:pt idx="884">
                  <c:v>0.80113329834618452</c:v>
                </c:pt>
                <c:pt idx="885">
                  <c:v>0.78654995847543752</c:v>
                </c:pt>
                <c:pt idx="886">
                  <c:v>0.78508747769003429</c:v>
                </c:pt>
                <c:pt idx="887">
                  <c:v>0.77024264339218818</c:v>
                </c:pt>
                <c:pt idx="888">
                  <c:v>0.77216799263186398</c:v>
                </c:pt>
                <c:pt idx="889">
                  <c:v>0.77709589415743296</c:v>
                </c:pt>
                <c:pt idx="890">
                  <c:v>0.78369321468194564</c:v>
                </c:pt>
                <c:pt idx="891">
                  <c:v>0.78589447989053873</c:v>
                </c:pt>
                <c:pt idx="892">
                  <c:v>0.77000300428335344</c:v>
                </c:pt>
                <c:pt idx="893">
                  <c:v>0.67820711629003161</c:v>
                </c:pt>
                <c:pt idx="894">
                  <c:v>0.61613524344113912</c:v>
                </c:pt>
                <c:pt idx="895">
                  <c:v>0.62112038446123119</c:v>
                </c:pt>
                <c:pt idx="896">
                  <c:v>0.68329902584949431</c:v>
                </c:pt>
                <c:pt idx="897">
                  <c:v>0.72667797834991021</c:v>
                </c:pt>
                <c:pt idx="898">
                  <c:v>0.81926771852874281</c:v>
                </c:pt>
                <c:pt idx="899">
                  <c:v>0.86468438464142372</c:v>
                </c:pt>
                <c:pt idx="900">
                  <c:v>0.86078677891648858</c:v>
                </c:pt>
                <c:pt idx="901">
                  <c:v>0.83695995087699304</c:v>
                </c:pt>
                <c:pt idx="902">
                  <c:v>0.81588650981198374</c:v>
                </c:pt>
                <c:pt idx="903">
                  <c:v>0.79547198760621518</c:v>
                </c:pt>
                <c:pt idx="904">
                  <c:v>0.79631274316323619</c:v>
                </c:pt>
                <c:pt idx="905">
                  <c:v>0.79841830331831687</c:v>
                </c:pt>
                <c:pt idx="906">
                  <c:v>0.83543570888943608</c:v>
                </c:pt>
                <c:pt idx="907">
                  <c:v>0.84169084396873106</c:v>
                </c:pt>
                <c:pt idx="908">
                  <c:v>0.8402342794519394</c:v>
                </c:pt>
                <c:pt idx="909">
                  <c:v>0.82105190310195442</c:v>
                </c:pt>
                <c:pt idx="910">
                  <c:v>0.81336710549804558</c:v>
                </c:pt>
                <c:pt idx="911">
                  <c:v>0.80934791048992816</c:v>
                </c:pt>
                <c:pt idx="912">
                  <c:v>0.78995660160551884</c:v>
                </c:pt>
                <c:pt idx="913">
                  <c:v>0.77320915611575969</c:v>
                </c:pt>
                <c:pt idx="914">
                  <c:v>0.76874730567874505</c:v>
                </c:pt>
                <c:pt idx="915">
                  <c:v>0.70417796022118972</c:v>
                </c:pt>
                <c:pt idx="916">
                  <c:v>0.69435953884706181</c:v>
                </c:pt>
                <c:pt idx="917">
                  <c:v>0.69601533162303109</c:v>
                </c:pt>
                <c:pt idx="918">
                  <c:v>0.70495908103600469</c:v>
                </c:pt>
                <c:pt idx="919">
                  <c:v>0.71003835473933297</c:v>
                </c:pt>
                <c:pt idx="920">
                  <c:v>0.71414414927962899</c:v>
                </c:pt>
                <c:pt idx="921">
                  <c:v>0.73543430075510574</c:v>
                </c:pt>
                <c:pt idx="922">
                  <c:v>0.76801694909485996</c:v>
                </c:pt>
                <c:pt idx="923">
                  <c:v>0.77610366485132753</c:v>
                </c:pt>
                <c:pt idx="924">
                  <c:v>0.7669027488323229</c:v>
                </c:pt>
                <c:pt idx="925">
                  <c:v>0.7580170512222435</c:v>
                </c:pt>
                <c:pt idx="926">
                  <c:v>0.75839483021340182</c:v>
                </c:pt>
                <c:pt idx="927">
                  <c:v>0.75844585550070442</c:v>
                </c:pt>
                <c:pt idx="928">
                  <c:v>0.75865667106664814</c:v>
                </c:pt>
                <c:pt idx="929">
                  <c:v>0.76176442487012597</c:v>
                </c:pt>
                <c:pt idx="930">
                  <c:v>0.79294987561902264</c:v>
                </c:pt>
                <c:pt idx="931">
                  <c:v>0.80166783760367255</c:v>
                </c:pt>
                <c:pt idx="932">
                  <c:v>0.80866674959996598</c:v>
                </c:pt>
                <c:pt idx="933">
                  <c:v>0.86789572856256536</c:v>
                </c:pt>
                <c:pt idx="934">
                  <c:v>0.8910452140104318</c:v>
                </c:pt>
                <c:pt idx="935">
                  <c:v>0.89325623375207042</c:v>
                </c:pt>
                <c:pt idx="936">
                  <c:v>0.9104516853360678</c:v>
                </c:pt>
                <c:pt idx="937">
                  <c:v>0.92193480523795646</c:v>
                </c:pt>
                <c:pt idx="938">
                  <c:v>0.91821081106803348</c:v>
                </c:pt>
                <c:pt idx="939">
                  <c:v>0.84237887230116493</c:v>
                </c:pt>
                <c:pt idx="940">
                  <c:v>0.83159693851016026</c:v>
                </c:pt>
                <c:pt idx="941">
                  <c:v>0.83094045569731723</c:v>
                </c:pt>
                <c:pt idx="942">
                  <c:v>0.82429876878788266</c:v>
                </c:pt>
                <c:pt idx="943">
                  <c:v>0.82084735547915022</c:v>
                </c:pt>
                <c:pt idx="944">
                  <c:v>0.82247100336942069</c:v>
                </c:pt>
                <c:pt idx="945">
                  <c:v>0.83725957555391828</c:v>
                </c:pt>
                <c:pt idx="946">
                  <c:v>0.84826029175006967</c:v>
                </c:pt>
                <c:pt idx="947">
                  <c:v>0.85195320408962172</c:v>
                </c:pt>
                <c:pt idx="948">
                  <c:v>0.84903112894897537</c:v>
                </c:pt>
                <c:pt idx="949">
                  <c:v>0.80558309199096823</c:v>
                </c:pt>
                <c:pt idx="950">
                  <c:v>0.79412685895727975</c:v>
                </c:pt>
                <c:pt idx="951">
                  <c:v>0.79374202158155627</c:v>
                </c:pt>
                <c:pt idx="952">
                  <c:v>0.79011620413566486</c:v>
                </c:pt>
                <c:pt idx="953">
                  <c:v>0.78781309617599182</c:v>
                </c:pt>
                <c:pt idx="954">
                  <c:v>0.79667480981333683</c:v>
                </c:pt>
                <c:pt idx="955">
                  <c:v>0.8245400676801814</c:v>
                </c:pt>
                <c:pt idx="956">
                  <c:v>0.85119265715207693</c:v>
                </c:pt>
                <c:pt idx="957">
                  <c:v>0.86901504012016584</c:v>
                </c:pt>
                <c:pt idx="958">
                  <c:v>0.83957112036863324</c:v>
                </c:pt>
                <c:pt idx="959">
                  <c:v>0.78644089442244314</c:v>
                </c:pt>
                <c:pt idx="960">
                  <c:v>0.73037124978615875</c:v>
                </c:pt>
                <c:pt idx="961">
                  <c:v>0.72522195402168943</c:v>
                </c:pt>
                <c:pt idx="962">
                  <c:v>0.72052667742665222</c:v>
                </c:pt>
                <c:pt idx="963">
                  <c:v>0.71835692874281709</c:v>
                </c:pt>
                <c:pt idx="964">
                  <c:v>0.71802936070134538</c:v>
                </c:pt>
                <c:pt idx="965">
                  <c:v>0.76427479768369333</c:v>
                </c:pt>
                <c:pt idx="966">
                  <c:v>0.85024000940968891</c:v>
                </c:pt>
                <c:pt idx="967">
                  <c:v>0.87235354858281222</c:v>
                </c:pt>
                <c:pt idx="968">
                  <c:v>0.8682227151567572</c:v>
                </c:pt>
                <c:pt idx="969">
                  <c:v>0.83532020341780511</c:v>
                </c:pt>
                <c:pt idx="970">
                  <c:v>0.83789904409006177</c:v>
                </c:pt>
                <c:pt idx="971">
                  <c:v>0.84493607562135409</c:v>
                </c:pt>
                <c:pt idx="972">
                  <c:v>0.8532150938222981</c:v>
                </c:pt>
                <c:pt idx="973">
                  <c:v>0.85621854227441097</c:v>
                </c:pt>
                <c:pt idx="974">
                  <c:v>0.85952830811565029</c:v>
                </c:pt>
                <c:pt idx="975">
                  <c:v>0.86874460628975669</c:v>
                </c:pt>
                <c:pt idx="976">
                  <c:v>0.87067721479623805</c:v>
                </c:pt>
                <c:pt idx="977">
                  <c:v>0.87008505738336417</c:v>
                </c:pt>
                <c:pt idx="978">
                  <c:v>0.86219872297585387</c:v>
                </c:pt>
                <c:pt idx="979">
                  <c:v>0.85726389948104142</c:v>
                </c:pt>
                <c:pt idx="980">
                  <c:v>0.8571894474117665</c:v>
                </c:pt>
                <c:pt idx="981">
                  <c:v>0.85575474863714862</c:v>
                </c:pt>
                <c:pt idx="982">
                  <c:v>0.8555920553438241</c:v>
                </c:pt>
                <c:pt idx="983">
                  <c:v>0.8588949676981924</c:v>
                </c:pt>
                <c:pt idx="984">
                  <c:v>0.8841945615700888</c:v>
                </c:pt>
                <c:pt idx="985">
                  <c:v>0.89344983833465474</c:v>
                </c:pt>
                <c:pt idx="986">
                  <c:v>0.89065944568091904</c:v>
                </c:pt>
                <c:pt idx="987">
                  <c:v>0.84502531098730915</c:v>
                </c:pt>
                <c:pt idx="988">
                  <c:v>0.84516290239443892</c:v>
                </c:pt>
                <c:pt idx="989">
                  <c:v>0.84269728393580867</c:v>
                </c:pt>
                <c:pt idx="990">
                  <c:v>0.84210427098309237</c:v>
                </c:pt>
                <c:pt idx="991">
                  <c:v>0.83969283746708556</c:v>
                </c:pt>
                <c:pt idx="992">
                  <c:v>0.80104494670164805</c:v>
                </c:pt>
                <c:pt idx="993">
                  <c:v>0.78324594287751126</c:v>
                </c:pt>
                <c:pt idx="994">
                  <c:v>0.78158290504935524</c:v>
                </c:pt>
                <c:pt idx="995">
                  <c:v>0.77122491692413686</c:v>
                </c:pt>
                <c:pt idx="996">
                  <c:v>0.76324108288379089</c:v>
                </c:pt>
                <c:pt idx="997">
                  <c:v>0.7617935411004042</c:v>
                </c:pt>
                <c:pt idx="998">
                  <c:v>0.7648020853323918</c:v>
                </c:pt>
                <c:pt idx="999">
                  <c:v>0.79544208616245127</c:v>
                </c:pt>
                <c:pt idx="1000">
                  <c:v>0.83985371793612307</c:v>
                </c:pt>
                <c:pt idx="1001">
                  <c:v>0.84404776337543641</c:v>
                </c:pt>
                <c:pt idx="1002">
                  <c:v>0.84564864105845694</c:v>
                </c:pt>
                <c:pt idx="1003">
                  <c:v>0.86258967867061442</c:v>
                </c:pt>
                <c:pt idx="1004">
                  <c:v>0.87501850196864606</c:v>
                </c:pt>
                <c:pt idx="1005">
                  <c:v>0.87932860558836878</c:v>
                </c:pt>
                <c:pt idx="1006">
                  <c:v>0.87448779513046493</c:v>
                </c:pt>
                <c:pt idx="1007">
                  <c:v>0.85169596540906645</c:v>
                </c:pt>
                <c:pt idx="1008">
                  <c:v>0.84004876590658373</c:v>
                </c:pt>
                <c:pt idx="1009">
                  <c:v>0.84077082972013495</c:v>
                </c:pt>
                <c:pt idx="1010">
                  <c:v>0.84565655245299398</c:v>
                </c:pt>
                <c:pt idx="1011">
                  <c:v>0.84808241489643965</c:v>
                </c:pt>
                <c:pt idx="1012">
                  <c:v>0.84507180363569567</c:v>
                </c:pt>
                <c:pt idx="1013">
                  <c:v>0.82263848630111813</c:v>
                </c:pt>
                <c:pt idx="1014">
                  <c:v>0.80136857979950116</c:v>
                </c:pt>
                <c:pt idx="1015">
                  <c:v>0.79832432728599112</c:v>
                </c:pt>
                <c:pt idx="1016">
                  <c:v>0.79902193654695186</c:v>
                </c:pt>
                <c:pt idx="1017">
                  <c:v>0.81067158353516822</c:v>
                </c:pt>
                <c:pt idx="1018">
                  <c:v>0.81492662186228959</c:v>
                </c:pt>
                <c:pt idx="1019">
                  <c:v>0.81507056834349789</c:v>
                </c:pt>
                <c:pt idx="1020">
                  <c:v>0.81701118442539711</c:v>
                </c:pt>
                <c:pt idx="1021">
                  <c:v>0.82887808059283941</c:v>
                </c:pt>
                <c:pt idx="1022">
                  <c:v>0.84652848921921664</c:v>
                </c:pt>
                <c:pt idx="1023">
                  <c:v>0.87369262396824465</c:v>
                </c:pt>
                <c:pt idx="1024">
                  <c:v>0.88335909549531144</c:v>
                </c:pt>
                <c:pt idx="1025">
                  <c:v>0.88621193794335562</c:v>
                </c:pt>
                <c:pt idx="1026">
                  <c:v>0.89374174273762363</c:v>
                </c:pt>
                <c:pt idx="1027">
                  <c:v>0.89779776764692865</c:v>
                </c:pt>
                <c:pt idx="1028">
                  <c:v>0.90389662043619778</c:v>
                </c:pt>
                <c:pt idx="1029">
                  <c:v>0.92208315935992313</c:v>
                </c:pt>
                <c:pt idx="1030">
                  <c:v>0.93814412370195799</c:v>
                </c:pt>
                <c:pt idx="1031">
                  <c:v>0.94242833893239319</c:v>
                </c:pt>
                <c:pt idx="1032">
                  <c:v>0.93921022307047508</c:v>
                </c:pt>
                <c:pt idx="1033">
                  <c:v>0.8983986346297772</c:v>
                </c:pt>
                <c:pt idx="1034">
                  <c:v>0.89184683194748005</c:v>
                </c:pt>
                <c:pt idx="1035">
                  <c:v>0.8881194726755024</c:v>
                </c:pt>
                <c:pt idx="1036">
                  <c:v>0.86730056172864411</c:v>
                </c:pt>
                <c:pt idx="1037">
                  <c:v>0.85767159655143821</c:v>
                </c:pt>
                <c:pt idx="1038">
                  <c:v>0.83264084697950036</c:v>
                </c:pt>
                <c:pt idx="1039">
                  <c:v>0.80700363219750648</c:v>
                </c:pt>
                <c:pt idx="1040">
                  <c:v>0.77533285267384555</c:v>
                </c:pt>
                <c:pt idx="1041">
                  <c:v>0.76895038150579698</c:v>
                </c:pt>
                <c:pt idx="1042">
                  <c:v>0.7696125832570877</c:v>
                </c:pt>
                <c:pt idx="1043">
                  <c:v>0.77684496685603321</c:v>
                </c:pt>
                <c:pt idx="1044">
                  <c:v>0.77856367653370795</c:v>
                </c:pt>
                <c:pt idx="1045">
                  <c:v>0.77040749042580392</c:v>
                </c:pt>
                <c:pt idx="1046">
                  <c:v>0.68131318425516196</c:v>
                </c:pt>
                <c:pt idx="1047">
                  <c:v>0.62740293733023644</c:v>
                </c:pt>
                <c:pt idx="1048">
                  <c:v>0.61704881600464723</c:v>
                </c:pt>
                <c:pt idx="1049">
                  <c:v>0.62008096188919859</c:v>
                </c:pt>
                <c:pt idx="1050">
                  <c:v>0.66165713858273201</c:v>
                </c:pt>
                <c:pt idx="1051">
                  <c:v>0.67249138944133535</c:v>
                </c:pt>
                <c:pt idx="1052">
                  <c:v>0.76339267647233344</c:v>
                </c:pt>
                <c:pt idx="1053">
                  <c:v>0.80643773908937333</c:v>
                </c:pt>
                <c:pt idx="1054">
                  <c:v>0.81024368484005194</c:v>
                </c:pt>
                <c:pt idx="1055">
                  <c:v>0.86084144490065506</c:v>
                </c:pt>
                <c:pt idx="1056">
                  <c:v>0.90737192672972999</c:v>
                </c:pt>
                <c:pt idx="1057">
                  <c:v>0.90567510410994123</c:v>
                </c:pt>
                <c:pt idx="1058">
                  <c:v>0.89205341010101102</c:v>
                </c:pt>
                <c:pt idx="1059">
                  <c:v>0.88821746436385773</c:v>
                </c:pt>
                <c:pt idx="1060">
                  <c:v>0.88673315854986068</c:v>
                </c:pt>
                <c:pt idx="1061">
                  <c:v>0.87580755940433952</c:v>
                </c:pt>
                <c:pt idx="1062">
                  <c:v>0.86882099738401397</c:v>
                </c:pt>
                <c:pt idx="1063">
                  <c:v>0.86850909085570371</c:v>
                </c:pt>
                <c:pt idx="1064">
                  <c:v>0.86778263897693708</c:v>
                </c:pt>
                <c:pt idx="1065">
                  <c:v>0.855908335309704</c:v>
                </c:pt>
                <c:pt idx="1066">
                  <c:v>0.85503542127471388</c:v>
                </c:pt>
                <c:pt idx="1067">
                  <c:v>0.85673072613266765</c:v>
                </c:pt>
                <c:pt idx="1068">
                  <c:v>0.87446213894711233</c:v>
                </c:pt>
                <c:pt idx="1069">
                  <c:v>0.87961784364458862</c:v>
                </c:pt>
                <c:pt idx="1070">
                  <c:v>0.875077452700884</c:v>
                </c:pt>
                <c:pt idx="1071">
                  <c:v>0.86236898171056631</c:v>
                </c:pt>
                <c:pt idx="1072">
                  <c:v>0.8544659537149083</c:v>
                </c:pt>
                <c:pt idx="1073">
                  <c:v>0.85104442856183538</c:v>
                </c:pt>
                <c:pt idx="1074">
                  <c:v>0.8200132522351713</c:v>
                </c:pt>
                <c:pt idx="1075">
                  <c:v>0.81131840754538531</c:v>
                </c:pt>
                <c:pt idx="1076">
                  <c:v>0.75295235759390478</c:v>
                </c:pt>
                <c:pt idx="1077">
                  <c:v>0.70860517259847944</c:v>
                </c:pt>
                <c:pt idx="1078">
                  <c:v>0.66664689407693922</c:v>
                </c:pt>
                <c:pt idx="1079">
                  <c:v>0.65666989851911317</c:v>
                </c:pt>
                <c:pt idx="1080">
                  <c:v>0.66694010866410136</c:v>
                </c:pt>
                <c:pt idx="1081">
                  <c:v>0.74578819986637324</c:v>
                </c:pt>
                <c:pt idx="1082">
                  <c:v>0.80583439646003374</c:v>
                </c:pt>
                <c:pt idx="1083">
                  <c:v>0.8316950892052416</c:v>
                </c:pt>
                <c:pt idx="1084">
                  <c:v>0.82932374792534191</c:v>
                </c:pt>
                <c:pt idx="1085">
                  <c:v>0.80882645218205951</c:v>
                </c:pt>
                <c:pt idx="1086">
                  <c:v>0.79998965570791114</c:v>
                </c:pt>
                <c:pt idx="1087">
                  <c:v>0.80709097145681541</c:v>
                </c:pt>
                <c:pt idx="1088">
                  <c:v>0.86677783790539031</c:v>
                </c:pt>
                <c:pt idx="1089">
                  <c:v>0.89256426328710792</c:v>
                </c:pt>
                <c:pt idx="1090">
                  <c:v>0.86188463453889141</c:v>
                </c:pt>
                <c:pt idx="1091">
                  <c:v>0.73766862818508749</c:v>
                </c:pt>
                <c:pt idx="1092">
                  <c:v>0.6543966295852548</c:v>
                </c:pt>
                <c:pt idx="1093">
                  <c:v>0.66675095002044937</c:v>
                </c:pt>
                <c:pt idx="1094">
                  <c:v>0.74150149088792239</c:v>
                </c:pt>
                <c:pt idx="1095">
                  <c:v>0.81066979883514478</c:v>
                </c:pt>
                <c:pt idx="1096">
                  <c:v>0.82027491274390585</c:v>
                </c:pt>
                <c:pt idx="1097">
                  <c:v>0.81396181377618626</c:v>
                </c:pt>
                <c:pt idx="1098">
                  <c:v>0.81349800937497352</c:v>
                </c:pt>
                <c:pt idx="1099">
                  <c:v>0.79929923265614478</c:v>
                </c:pt>
                <c:pt idx="1100">
                  <c:v>0.79673168968715036</c:v>
                </c:pt>
                <c:pt idx="1101">
                  <c:v>0.79766109039150845</c:v>
                </c:pt>
                <c:pt idx="1102">
                  <c:v>0.8006723227686211</c:v>
                </c:pt>
                <c:pt idx="1103">
                  <c:v>0.8017635066669716</c:v>
                </c:pt>
                <c:pt idx="1104">
                  <c:v>0.79220259479126276</c:v>
                </c:pt>
                <c:pt idx="1105">
                  <c:v>0.77849758554219473</c:v>
                </c:pt>
                <c:pt idx="1106">
                  <c:v>0.76622197749776555</c:v>
                </c:pt>
                <c:pt idx="1107">
                  <c:v>0.7764927327956529</c:v>
                </c:pt>
                <c:pt idx="1108">
                  <c:v>0.86863732384795378</c:v>
                </c:pt>
                <c:pt idx="1109">
                  <c:v>0.88280956403811883</c:v>
                </c:pt>
                <c:pt idx="1110">
                  <c:v>0.88201665838481091</c:v>
                </c:pt>
                <c:pt idx="1111">
                  <c:v>0.87761531463452402</c:v>
                </c:pt>
                <c:pt idx="1112">
                  <c:v>0.87523272168706301</c:v>
                </c:pt>
                <c:pt idx="1113">
                  <c:v>0.87206837978971796</c:v>
                </c:pt>
                <c:pt idx="1114">
                  <c:v>0.85660759196786807</c:v>
                </c:pt>
                <c:pt idx="1115">
                  <c:v>0.84563185664043916</c:v>
                </c:pt>
                <c:pt idx="1116">
                  <c:v>0.84385575910670252</c:v>
                </c:pt>
                <c:pt idx="1117">
                  <c:v>0.8418012740055455</c:v>
                </c:pt>
                <c:pt idx="1118">
                  <c:v>0.82210214493320055</c:v>
                </c:pt>
                <c:pt idx="1119">
                  <c:v>0.79399157706961476</c:v>
                </c:pt>
                <c:pt idx="1120">
                  <c:v>0.77878434657984197</c:v>
                </c:pt>
                <c:pt idx="1121">
                  <c:v>0.77232079761456884</c:v>
                </c:pt>
                <c:pt idx="1122">
                  <c:v>0.60125683280844788</c:v>
                </c:pt>
                <c:pt idx="1123">
                  <c:v>0.47382915853083052</c:v>
                </c:pt>
                <c:pt idx="1124">
                  <c:v>0.47874790603805861</c:v>
                </c:pt>
                <c:pt idx="1125">
                  <c:v>0.48707703319812828</c:v>
                </c:pt>
                <c:pt idx="1126">
                  <c:v>0.7103730871467091</c:v>
                </c:pt>
                <c:pt idx="1127">
                  <c:v>0.72690062930600519</c:v>
                </c:pt>
                <c:pt idx="1128">
                  <c:v>0.72391132033307348</c:v>
                </c:pt>
                <c:pt idx="1129">
                  <c:v>0.69517710267212474</c:v>
                </c:pt>
                <c:pt idx="1130">
                  <c:v>0.68687787684705937</c:v>
                </c:pt>
                <c:pt idx="1131">
                  <c:v>0.6874939993261362</c:v>
                </c:pt>
                <c:pt idx="1132">
                  <c:v>0.68934312265750874</c:v>
                </c:pt>
                <c:pt idx="1133">
                  <c:v>0.68976635672061759</c:v>
                </c:pt>
                <c:pt idx="1134">
                  <c:v>0.69246216908201075</c:v>
                </c:pt>
                <c:pt idx="1135">
                  <c:v>0.70443401975497544</c:v>
                </c:pt>
                <c:pt idx="1136">
                  <c:v>0.70821409294519655</c:v>
                </c:pt>
                <c:pt idx="1137">
                  <c:v>0.72180568059478312</c:v>
                </c:pt>
                <c:pt idx="1138">
                  <c:v>0.81939620215270159</c:v>
                </c:pt>
                <c:pt idx="1139">
                  <c:v>0.91719301726825708</c:v>
                </c:pt>
                <c:pt idx="1140">
                  <c:v>0.89967536613392241</c:v>
                </c:pt>
                <c:pt idx="1141">
                  <c:v>0.74123146590321665</c:v>
                </c:pt>
                <c:pt idx="1142">
                  <c:v>0.71372419214934157</c:v>
                </c:pt>
                <c:pt idx="1143">
                  <c:v>0.72606927584447745</c:v>
                </c:pt>
                <c:pt idx="1144">
                  <c:v>0.81791568885223842</c:v>
                </c:pt>
                <c:pt idx="1145">
                  <c:v>0.86067586319134293</c:v>
                </c:pt>
                <c:pt idx="1146">
                  <c:v>0.85410383936992518</c:v>
                </c:pt>
                <c:pt idx="1147">
                  <c:v>0.7872018988318118</c:v>
                </c:pt>
                <c:pt idx="1148">
                  <c:v>0.72941281096607746</c:v>
                </c:pt>
                <c:pt idx="1149">
                  <c:v>0.73647519008089879</c:v>
                </c:pt>
                <c:pt idx="1150">
                  <c:v>0.74518276153487939</c:v>
                </c:pt>
                <c:pt idx="1151">
                  <c:v>0.79607721928956865</c:v>
                </c:pt>
                <c:pt idx="1152">
                  <c:v>0.80849178894400087</c:v>
                </c:pt>
                <c:pt idx="1153">
                  <c:v>0.81375972086626602</c:v>
                </c:pt>
                <c:pt idx="1154">
                  <c:v>0.82536233262697145</c:v>
                </c:pt>
                <c:pt idx="1155">
                  <c:v>0.83427038449125013</c:v>
                </c:pt>
                <c:pt idx="1156">
                  <c:v>0.84860375555407264</c:v>
                </c:pt>
                <c:pt idx="1157">
                  <c:v>0.86260296536169001</c:v>
                </c:pt>
                <c:pt idx="1158">
                  <c:v>0.8443763032610303</c:v>
                </c:pt>
                <c:pt idx="1159">
                  <c:v>0.83320122814889275</c:v>
                </c:pt>
                <c:pt idx="1160">
                  <c:v>0.80207373460231346</c:v>
                </c:pt>
                <c:pt idx="1161">
                  <c:v>0.78420776693886618</c:v>
                </c:pt>
                <c:pt idx="1162">
                  <c:v>0.79297103669719571</c:v>
                </c:pt>
                <c:pt idx="1163">
                  <c:v>0.84102304952518014</c:v>
                </c:pt>
                <c:pt idx="1164">
                  <c:v>0.8815442361224195</c:v>
                </c:pt>
                <c:pt idx="1165">
                  <c:v>0.8886408662280042</c:v>
                </c:pt>
                <c:pt idx="1166">
                  <c:v>0.88152490472259559</c:v>
                </c:pt>
                <c:pt idx="1167">
                  <c:v>0.80018375956382126</c:v>
                </c:pt>
                <c:pt idx="1168">
                  <c:v>0.78067251891292821</c:v>
                </c:pt>
                <c:pt idx="1169">
                  <c:v>0.76743769558006014</c:v>
                </c:pt>
                <c:pt idx="1170">
                  <c:v>0.57517296360772907</c:v>
                </c:pt>
                <c:pt idx="1171">
                  <c:v>0.48138732137724832</c:v>
                </c:pt>
                <c:pt idx="1172">
                  <c:v>0.50776994389570507</c:v>
                </c:pt>
                <c:pt idx="1173">
                  <c:v>0.79374216485208215</c:v>
                </c:pt>
                <c:pt idx="1174">
                  <c:v>0.77790363477221691</c:v>
                </c:pt>
                <c:pt idx="1175">
                  <c:v>0.61551988554575898</c:v>
                </c:pt>
                <c:pt idx="1176">
                  <c:v>0.56878373843747332</c:v>
                </c:pt>
                <c:pt idx="1177">
                  <c:v>0.58054627062152186</c:v>
                </c:pt>
                <c:pt idx="1178">
                  <c:v>0.67294142239639787</c:v>
                </c:pt>
                <c:pt idx="1179">
                  <c:v>0.74975296032209826</c:v>
                </c:pt>
                <c:pt idx="1180">
                  <c:v>0.74473290048748197</c:v>
                </c:pt>
                <c:pt idx="1181">
                  <c:v>0.69145798799540381</c:v>
                </c:pt>
                <c:pt idx="1182">
                  <c:v>0.63627748421837638</c:v>
                </c:pt>
                <c:pt idx="1183">
                  <c:v>0.61437758906060547</c:v>
                </c:pt>
                <c:pt idx="1184">
                  <c:v>0.62277504683535023</c:v>
                </c:pt>
                <c:pt idx="1185">
                  <c:v>0.74220447983366078</c:v>
                </c:pt>
                <c:pt idx="1186">
                  <c:v>0.78958775734843401</c:v>
                </c:pt>
                <c:pt idx="1187">
                  <c:v>0.78654625200129213</c:v>
                </c:pt>
                <c:pt idx="1188">
                  <c:v>0.77025211425881857</c:v>
                </c:pt>
                <c:pt idx="1189">
                  <c:v>0.75588895788496013</c:v>
                </c:pt>
                <c:pt idx="1190">
                  <c:v>0.75359883523501425</c:v>
                </c:pt>
                <c:pt idx="1191">
                  <c:v>0.7563883623654406</c:v>
                </c:pt>
                <c:pt idx="1192">
                  <c:v>0.79852881543637466</c:v>
                </c:pt>
                <c:pt idx="1193">
                  <c:v>0.80962424165427749</c:v>
                </c:pt>
                <c:pt idx="1194">
                  <c:v>0.80385510920147107</c:v>
                </c:pt>
                <c:pt idx="1195">
                  <c:v>0.74896642457735996</c:v>
                </c:pt>
                <c:pt idx="1196">
                  <c:v>0.72182665969519888</c:v>
                </c:pt>
                <c:pt idx="1197">
                  <c:v>0.72960090733407967</c:v>
                </c:pt>
                <c:pt idx="1198">
                  <c:v>0.78011104391081487</c:v>
                </c:pt>
                <c:pt idx="1199">
                  <c:v>0.83583410604113739</c:v>
                </c:pt>
                <c:pt idx="1200">
                  <c:v>0.87373152683159139</c:v>
                </c:pt>
                <c:pt idx="1201">
                  <c:v>0.87165187558348023</c:v>
                </c:pt>
                <c:pt idx="1202">
                  <c:v>0.87118615791555132</c:v>
                </c:pt>
                <c:pt idx="1203">
                  <c:v>0.85514305128709656</c:v>
                </c:pt>
                <c:pt idx="1204">
                  <c:v>0.84756673502105317</c:v>
                </c:pt>
                <c:pt idx="1205">
                  <c:v>0.84754670392555531</c:v>
                </c:pt>
                <c:pt idx="1206">
                  <c:v>0.84800098883291208</c:v>
                </c:pt>
                <c:pt idx="1207">
                  <c:v>0.84760912485068274</c:v>
                </c:pt>
                <c:pt idx="1208">
                  <c:v>0.83895968448107183</c:v>
                </c:pt>
                <c:pt idx="1209">
                  <c:v>0.76467352165136193</c:v>
                </c:pt>
                <c:pt idx="1210">
                  <c:v>0.74736846614152375</c:v>
                </c:pt>
                <c:pt idx="1211">
                  <c:v>0.75539113049834872</c:v>
                </c:pt>
                <c:pt idx="1212">
                  <c:v>0.8322769625415658</c:v>
                </c:pt>
                <c:pt idx="1213">
                  <c:v>0.88260721005117826</c:v>
                </c:pt>
                <c:pt idx="1214">
                  <c:v>0.87535371411404417</c:v>
                </c:pt>
                <c:pt idx="1215">
                  <c:v>0.79503313012528309</c:v>
                </c:pt>
                <c:pt idx="1216">
                  <c:v>0.81077703995514228</c:v>
                </c:pt>
                <c:pt idx="1217">
                  <c:v>0.83647532774871458</c:v>
                </c:pt>
                <c:pt idx="1218">
                  <c:v>0.85056967306537612</c:v>
                </c:pt>
                <c:pt idx="1219">
                  <c:v>0.84509007556501503</c:v>
                </c:pt>
                <c:pt idx="1220">
                  <c:v>0.77942864949916213</c:v>
                </c:pt>
                <c:pt idx="1221">
                  <c:v>0.73291268059207493</c:v>
                </c:pt>
                <c:pt idx="1222">
                  <c:v>0.72039212305784495</c:v>
                </c:pt>
                <c:pt idx="1223">
                  <c:v>0.72286672190793166</c:v>
                </c:pt>
                <c:pt idx="1224">
                  <c:v>0.74543676112421475</c:v>
                </c:pt>
                <c:pt idx="1225">
                  <c:v>0.75258851505596347</c:v>
                </c:pt>
                <c:pt idx="1226">
                  <c:v>0.78464933542919091</c:v>
                </c:pt>
                <c:pt idx="1227">
                  <c:v>0.81972514518531037</c:v>
                </c:pt>
                <c:pt idx="1228">
                  <c:v>0.83965065009008877</c:v>
                </c:pt>
                <c:pt idx="1229">
                  <c:v>0.83521293160512755</c:v>
                </c:pt>
                <c:pt idx="1230">
                  <c:v>0.80277139470144065</c:v>
                </c:pt>
                <c:pt idx="1231">
                  <c:v>0.76459540135273218</c:v>
                </c:pt>
                <c:pt idx="1232">
                  <c:v>0.85283866156372801</c:v>
                </c:pt>
                <c:pt idx="1233">
                  <c:v>0.9252825289893839</c:v>
                </c:pt>
                <c:pt idx="1234">
                  <c:v>0.91180216201881858</c:v>
                </c:pt>
                <c:pt idx="1235">
                  <c:v>0.87217327927222699</c:v>
                </c:pt>
                <c:pt idx="1236">
                  <c:v>0.82877994500162977</c:v>
                </c:pt>
                <c:pt idx="1237">
                  <c:v>0.78149643254513679</c:v>
                </c:pt>
                <c:pt idx="1238">
                  <c:v>0.77154095042177562</c:v>
                </c:pt>
                <c:pt idx="1239">
                  <c:v>0.75400689162590884</c:v>
                </c:pt>
                <c:pt idx="1240">
                  <c:v>0.62395052038944232</c:v>
                </c:pt>
                <c:pt idx="1241">
                  <c:v>0.5901249669848897</c:v>
                </c:pt>
                <c:pt idx="1242">
                  <c:v>0.61539542546045789</c:v>
                </c:pt>
                <c:pt idx="1243">
                  <c:v>0.82749761416600998</c:v>
                </c:pt>
                <c:pt idx="1244">
                  <c:v>0.9184079606851373</c:v>
                </c:pt>
                <c:pt idx="1245">
                  <c:v>0.87492932610349339</c:v>
                </c:pt>
                <c:pt idx="1246">
                  <c:v>0.75003193475366303</c:v>
                </c:pt>
                <c:pt idx="1247">
                  <c:v>0.62300023443473274</c:v>
                </c:pt>
                <c:pt idx="1248">
                  <c:v>0.56549554307207728</c:v>
                </c:pt>
                <c:pt idx="1249">
                  <c:v>0.51649653205337043</c:v>
                </c:pt>
                <c:pt idx="1250">
                  <c:v>0.44066561356356287</c:v>
                </c:pt>
                <c:pt idx="1251">
                  <c:v>0.35867060491643182</c:v>
                </c:pt>
                <c:pt idx="1252">
                  <c:v>0.36537286752317888</c:v>
                </c:pt>
                <c:pt idx="1253">
                  <c:v>0.58341403412974069</c:v>
                </c:pt>
                <c:pt idx="1254">
                  <c:v>0.59691215262600728</c:v>
                </c:pt>
                <c:pt idx="1255">
                  <c:v>0.63103788900262892</c:v>
                </c:pt>
                <c:pt idx="1256">
                  <c:v>0.87964233395426872</c:v>
                </c:pt>
                <c:pt idx="1257">
                  <c:v>0.98601157037988707</c:v>
                </c:pt>
                <c:pt idx="1258">
                  <c:v>0.9625759631458336</c:v>
                </c:pt>
                <c:pt idx="1259">
                  <c:v>0.77584836014914949</c:v>
                </c:pt>
                <c:pt idx="1260">
                  <c:v>0.46054848295248407</c:v>
                </c:pt>
                <c:pt idx="1261">
                  <c:v>0.4401499275570202</c:v>
                </c:pt>
                <c:pt idx="1262">
                  <c:v>-0.74837188392213461</c:v>
                </c:pt>
                <c:pt idx="1263">
                  <c:v>-1.4223240280025851</c:v>
                </c:pt>
                <c:pt idx="1264">
                  <c:v>-1.674871637877797</c:v>
                </c:pt>
                <c:pt idx="1265">
                  <c:v>-1.8440784448247041</c:v>
                </c:pt>
                <c:pt idx="1266">
                  <c:v>-1.7464444485970541</c:v>
                </c:pt>
                <c:pt idx="1267">
                  <c:v>-1.6806460389007849</c:v>
                </c:pt>
                <c:pt idx="1268">
                  <c:v>-1.489555106152084</c:v>
                </c:pt>
                <c:pt idx="1269">
                  <c:v>-1.2272343409569499</c:v>
                </c:pt>
                <c:pt idx="1270">
                  <c:v>-1.062557496591138</c:v>
                </c:pt>
                <c:pt idx="1271">
                  <c:v>-1</c:v>
                </c:pt>
                <c:pt idx="1272">
                  <c:v>-1</c:v>
                </c:pt>
                <c:pt idx="1273">
                  <c:v>-0.94521237168315619</c:v>
                </c:pt>
                <c:pt idx="1274">
                  <c:v>-0.93064851419378025</c:v>
                </c:pt>
                <c:pt idx="1275">
                  <c:v>-1</c:v>
                </c:pt>
                <c:pt idx="1276">
                  <c:v>-1</c:v>
                </c:pt>
                <c:pt idx="1277">
                  <c:v>-1</c:v>
                </c:pt>
                <c:pt idx="1278">
                  <c:v>-1</c:v>
                </c:pt>
                <c:pt idx="1279">
                  <c:v>-1</c:v>
                </c:pt>
                <c:pt idx="1280">
                  <c:v>-1</c:v>
                </c:pt>
                <c:pt idx="1281">
                  <c:v>-1</c:v>
                </c:pt>
                <c:pt idx="1282">
                  <c:v>-1</c:v>
                </c:pt>
                <c:pt idx="1283">
                  <c:v>-1</c:v>
                </c:pt>
                <c:pt idx="1284">
                  <c:v>-1</c:v>
                </c:pt>
                <c:pt idx="1285">
                  <c:v>-1</c:v>
                </c:pt>
                <c:pt idx="1286">
                  <c:v>-1</c:v>
                </c:pt>
                <c:pt idx="1287">
                  <c:v>-1</c:v>
                </c:pt>
                <c:pt idx="1288">
                  <c:v>-1</c:v>
                </c:pt>
                <c:pt idx="1289">
                  <c:v>-1</c:v>
                </c:pt>
                <c:pt idx="1290">
                  <c:v>-1</c:v>
                </c:pt>
                <c:pt idx="1291">
                  <c:v>-1</c:v>
                </c:pt>
                <c:pt idx="1292">
                  <c:v>-1</c:v>
                </c:pt>
                <c:pt idx="1293">
                  <c:v>-1</c:v>
                </c:pt>
                <c:pt idx="1294">
                  <c:v>-1</c:v>
                </c:pt>
                <c:pt idx="1295">
                  <c:v>-1</c:v>
                </c:pt>
                <c:pt idx="1296">
                  <c:v>-1</c:v>
                </c:pt>
                <c:pt idx="1297">
                  <c:v>-1</c:v>
                </c:pt>
                <c:pt idx="1298">
                  <c:v>-1</c:v>
                </c:pt>
                <c:pt idx="1299">
                  <c:v>-1</c:v>
                </c:pt>
                <c:pt idx="1300">
                  <c:v>-1</c:v>
                </c:pt>
                <c:pt idx="1301">
                  <c:v>-1</c:v>
                </c:pt>
                <c:pt idx="1302">
                  <c:v>-1</c:v>
                </c:pt>
                <c:pt idx="1303">
                  <c:v>-1</c:v>
                </c:pt>
                <c:pt idx="1304">
                  <c:v>-1</c:v>
                </c:pt>
                <c:pt idx="1305">
                  <c:v>-1</c:v>
                </c:pt>
                <c:pt idx="1306">
                  <c:v>-1</c:v>
                </c:pt>
                <c:pt idx="1307">
                  <c:v>-1</c:v>
                </c:pt>
                <c:pt idx="1308">
                  <c:v>-1</c:v>
                </c:pt>
                <c:pt idx="1309">
                  <c:v>-1</c:v>
                </c:pt>
                <c:pt idx="1310">
                  <c:v>-1</c:v>
                </c:pt>
                <c:pt idx="1311">
                  <c:v>-1</c:v>
                </c:pt>
                <c:pt idx="1312">
                  <c:v>-1</c:v>
                </c:pt>
                <c:pt idx="1313">
                  <c:v>-1</c:v>
                </c:pt>
                <c:pt idx="1314">
                  <c:v>-1</c:v>
                </c:pt>
                <c:pt idx="1315">
                  <c:v>-1</c:v>
                </c:pt>
                <c:pt idx="1316">
                  <c:v>-1</c:v>
                </c:pt>
                <c:pt idx="1317">
                  <c:v>-1</c:v>
                </c:pt>
                <c:pt idx="1318">
                  <c:v>-1</c:v>
                </c:pt>
                <c:pt idx="1319">
                  <c:v>-1</c:v>
                </c:pt>
                <c:pt idx="1320">
                  <c:v>-1</c:v>
                </c:pt>
                <c:pt idx="1321">
                  <c:v>-1</c:v>
                </c:pt>
                <c:pt idx="1322">
                  <c:v>-1</c:v>
                </c:pt>
                <c:pt idx="1323">
                  <c:v>-1</c:v>
                </c:pt>
                <c:pt idx="1324">
                  <c:v>-1</c:v>
                </c:pt>
                <c:pt idx="1325">
                  <c:v>-1</c:v>
                </c:pt>
                <c:pt idx="1326">
                  <c:v>-1</c:v>
                </c:pt>
                <c:pt idx="1327">
                  <c:v>-1</c:v>
                </c:pt>
                <c:pt idx="1328">
                  <c:v>-1</c:v>
                </c:pt>
                <c:pt idx="1329">
                  <c:v>-1</c:v>
                </c:pt>
                <c:pt idx="1330">
                  <c:v>-1</c:v>
                </c:pt>
                <c:pt idx="1331">
                  <c:v>-1</c:v>
                </c:pt>
                <c:pt idx="1332">
                  <c:v>-1</c:v>
                </c:pt>
                <c:pt idx="1333">
                  <c:v>-1</c:v>
                </c:pt>
                <c:pt idx="1334">
                  <c:v>-1</c:v>
                </c:pt>
                <c:pt idx="1335">
                  <c:v>-1</c:v>
                </c:pt>
                <c:pt idx="1336">
                  <c:v>-1</c:v>
                </c:pt>
                <c:pt idx="1337">
                  <c:v>-1</c:v>
                </c:pt>
                <c:pt idx="1338">
                  <c:v>-1</c:v>
                </c:pt>
                <c:pt idx="1339">
                  <c:v>-1</c:v>
                </c:pt>
                <c:pt idx="1340">
                  <c:v>-1</c:v>
                </c:pt>
                <c:pt idx="1341">
                  <c:v>-1</c:v>
                </c:pt>
                <c:pt idx="1342">
                  <c:v>-1</c:v>
                </c:pt>
                <c:pt idx="1343">
                  <c:v>-1</c:v>
                </c:pt>
                <c:pt idx="1344">
                  <c:v>-1</c:v>
                </c:pt>
                <c:pt idx="1345">
                  <c:v>-1</c:v>
                </c:pt>
                <c:pt idx="1346">
                  <c:v>-1</c:v>
                </c:pt>
                <c:pt idx="1347">
                  <c:v>-1</c:v>
                </c:pt>
                <c:pt idx="1348">
                  <c:v>-1</c:v>
                </c:pt>
                <c:pt idx="1349">
                  <c:v>-1</c:v>
                </c:pt>
                <c:pt idx="1350">
                  <c:v>-1</c:v>
                </c:pt>
                <c:pt idx="1351">
                  <c:v>-1</c:v>
                </c:pt>
                <c:pt idx="1352">
                  <c:v>-1</c:v>
                </c:pt>
                <c:pt idx="1353">
                  <c:v>-1</c:v>
                </c:pt>
                <c:pt idx="1354">
                  <c:v>-1</c:v>
                </c:pt>
                <c:pt idx="1355">
                  <c:v>-1</c:v>
                </c:pt>
                <c:pt idx="1356">
                  <c:v>-1</c:v>
                </c:pt>
                <c:pt idx="1357">
                  <c:v>-1</c:v>
                </c:pt>
                <c:pt idx="1358">
                  <c:v>-1</c:v>
                </c:pt>
                <c:pt idx="1359">
                  <c:v>-1</c:v>
                </c:pt>
                <c:pt idx="1360">
                  <c:v>-1</c:v>
                </c:pt>
                <c:pt idx="1361">
                  <c:v>-1</c:v>
                </c:pt>
                <c:pt idx="1362">
                  <c:v>-1</c:v>
                </c:pt>
                <c:pt idx="1363">
                  <c:v>-1</c:v>
                </c:pt>
                <c:pt idx="1364">
                  <c:v>-1</c:v>
                </c:pt>
                <c:pt idx="1365">
                  <c:v>-1</c:v>
                </c:pt>
                <c:pt idx="1366">
                  <c:v>-1</c:v>
                </c:pt>
                <c:pt idx="1367">
                  <c:v>-1</c:v>
                </c:pt>
                <c:pt idx="1368">
                  <c:v>-1</c:v>
                </c:pt>
                <c:pt idx="1369">
                  <c:v>-1</c:v>
                </c:pt>
                <c:pt idx="1370">
                  <c:v>-1</c:v>
                </c:pt>
                <c:pt idx="1371">
                  <c:v>-1</c:v>
                </c:pt>
                <c:pt idx="1372">
                  <c:v>-1</c:v>
                </c:pt>
                <c:pt idx="1373">
                  <c:v>-1</c:v>
                </c:pt>
                <c:pt idx="1374">
                  <c:v>-1</c:v>
                </c:pt>
                <c:pt idx="1375">
                  <c:v>-1</c:v>
                </c:pt>
                <c:pt idx="1376">
                  <c:v>-1</c:v>
                </c:pt>
                <c:pt idx="1377">
                  <c:v>-1</c:v>
                </c:pt>
                <c:pt idx="1378">
                  <c:v>-1</c:v>
                </c:pt>
                <c:pt idx="1379">
                  <c:v>-1</c:v>
                </c:pt>
                <c:pt idx="1380">
                  <c:v>-1</c:v>
                </c:pt>
                <c:pt idx="1381">
                  <c:v>-1</c:v>
                </c:pt>
                <c:pt idx="1382">
                  <c:v>-1</c:v>
                </c:pt>
                <c:pt idx="1383">
                  <c:v>-1</c:v>
                </c:pt>
                <c:pt idx="1384">
                  <c:v>-1</c:v>
                </c:pt>
                <c:pt idx="1385">
                  <c:v>-1</c:v>
                </c:pt>
                <c:pt idx="1386">
                  <c:v>-1</c:v>
                </c:pt>
                <c:pt idx="1387">
                  <c:v>-1</c:v>
                </c:pt>
                <c:pt idx="1388">
                  <c:v>-1</c:v>
                </c:pt>
                <c:pt idx="1389">
                  <c:v>-1</c:v>
                </c:pt>
                <c:pt idx="1390">
                  <c:v>-1</c:v>
                </c:pt>
                <c:pt idx="1391">
                  <c:v>-1</c:v>
                </c:pt>
                <c:pt idx="1392">
                  <c:v>-1</c:v>
                </c:pt>
                <c:pt idx="1393">
                  <c:v>-1</c:v>
                </c:pt>
                <c:pt idx="1394">
                  <c:v>-1</c:v>
                </c:pt>
                <c:pt idx="1395">
                  <c:v>-1</c:v>
                </c:pt>
                <c:pt idx="1396">
                  <c:v>-1</c:v>
                </c:pt>
                <c:pt idx="1397">
                  <c:v>-1</c:v>
                </c:pt>
                <c:pt idx="1398">
                  <c:v>-1</c:v>
                </c:pt>
                <c:pt idx="1399">
                  <c:v>-1</c:v>
                </c:pt>
                <c:pt idx="1400">
                  <c:v>-1</c:v>
                </c:pt>
                <c:pt idx="1401">
                  <c:v>-1</c:v>
                </c:pt>
                <c:pt idx="1402">
                  <c:v>-1</c:v>
                </c:pt>
                <c:pt idx="1403">
                  <c:v>-1</c:v>
                </c:pt>
                <c:pt idx="1404">
                  <c:v>-1</c:v>
                </c:pt>
                <c:pt idx="1405">
                  <c:v>-1</c:v>
                </c:pt>
                <c:pt idx="1406">
                  <c:v>-1</c:v>
                </c:pt>
                <c:pt idx="1407">
                  <c:v>-1</c:v>
                </c:pt>
                <c:pt idx="1408">
                  <c:v>-1</c:v>
                </c:pt>
                <c:pt idx="1409">
                  <c:v>-1</c:v>
                </c:pt>
                <c:pt idx="1410">
                  <c:v>-1</c:v>
                </c:pt>
                <c:pt idx="1411">
                  <c:v>-1</c:v>
                </c:pt>
                <c:pt idx="1412">
                  <c:v>-1</c:v>
                </c:pt>
                <c:pt idx="1413">
                  <c:v>-1</c:v>
                </c:pt>
                <c:pt idx="1414">
                  <c:v>-1</c:v>
                </c:pt>
                <c:pt idx="1415">
                  <c:v>-1</c:v>
                </c:pt>
                <c:pt idx="1416">
                  <c:v>-1</c:v>
                </c:pt>
                <c:pt idx="1417">
                  <c:v>-1</c:v>
                </c:pt>
                <c:pt idx="1418">
                  <c:v>-1</c:v>
                </c:pt>
                <c:pt idx="1419">
                  <c:v>-1</c:v>
                </c:pt>
                <c:pt idx="1420">
                  <c:v>-1</c:v>
                </c:pt>
                <c:pt idx="1421">
                  <c:v>-1</c:v>
                </c:pt>
                <c:pt idx="1422">
                  <c:v>-1</c:v>
                </c:pt>
                <c:pt idx="1423">
                  <c:v>-1</c:v>
                </c:pt>
                <c:pt idx="1424">
                  <c:v>-1</c:v>
                </c:pt>
                <c:pt idx="1425">
                  <c:v>-1</c:v>
                </c:pt>
                <c:pt idx="1426">
                  <c:v>-1</c:v>
                </c:pt>
                <c:pt idx="1427">
                  <c:v>-1</c:v>
                </c:pt>
                <c:pt idx="1428">
                  <c:v>-1</c:v>
                </c:pt>
                <c:pt idx="1429">
                  <c:v>-1</c:v>
                </c:pt>
                <c:pt idx="1430">
                  <c:v>-1</c:v>
                </c:pt>
                <c:pt idx="1431">
                  <c:v>-1</c:v>
                </c:pt>
                <c:pt idx="1432">
                  <c:v>-1</c:v>
                </c:pt>
                <c:pt idx="1433">
                  <c:v>-1</c:v>
                </c:pt>
                <c:pt idx="1434">
                  <c:v>-1</c:v>
                </c:pt>
                <c:pt idx="1435">
                  <c:v>-1</c:v>
                </c:pt>
                <c:pt idx="1436">
                  <c:v>-1</c:v>
                </c:pt>
                <c:pt idx="1437">
                  <c:v>-1</c:v>
                </c:pt>
                <c:pt idx="1438">
                  <c:v>-1</c:v>
                </c:pt>
                <c:pt idx="1439">
                  <c:v>-1</c:v>
                </c:pt>
                <c:pt idx="1440">
                  <c:v>-1</c:v>
                </c:pt>
                <c:pt idx="1441">
                  <c:v>-1</c:v>
                </c:pt>
                <c:pt idx="1442">
                  <c:v>-1</c:v>
                </c:pt>
                <c:pt idx="1443">
                  <c:v>-1</c:v>
                </c:pt>
                <c:pt idx="1444">
                  <c:v>-1</c:v>
                </c:pt>
                <c:pt idx="1445">
                  <c:v>-1</c:v>
                </c:pt>
                <c:pt idx="1446">
                  <c:v>-1</c:v>
                </c:pt>
                <c:pt idx="1447">
                  <c:v>-1</c:v>
                </c:pt>
                <c:pt idx="1448">
                  <c:v>-1</c:v>
                </c:pt>
                <c:pt idx="1449">
                  <c:v>-1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8FD-44FA-A365-E90C79E613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37894272"/>
        <c:axId val="937890112"/>
      </c:lineChart>
      <c:catAx>
        <c:axId val="937894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7890112"/>
        <c:crosses val="autoZero"/>
        <c:auto val="1"/>
        <c:lblAlgn val="ctr"/>
        <c:lblOffset val="100"/>
        <c:noMultiLvlLbl val="0"/>
      </c:catAx>
      <c:valAx>
        <c:axId val="937890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7894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Velocities (cm/s)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velocity_cam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Sheet1!$B$2:$B$3104</c:f>
              <c:numCache>
                <c:formatCode>General</c:formatCode>
                <c:ptCount val="3103"/>
                <c:pt idx="0">
                  <c:v>4.6563706802404091E-2</c:v>
                </c:pt>
                <c:pt idx="1">
                  <c:v>4.6563706802404091E-2</c:v>
                </c:pt>
                <c:pt idx="2">
                  <c:v>4.6563706802404091E-2</c:v>
                </c:pt>
                <c:pt idx="3">
                  <c:v>4.6563706802404091E-2</c:v>
                </c:pt>
                <c:pt idx="4">
                  <c:v>4.6563706802404091E-2</c:v>
                </c:pt>
                <c:pt idx="5">
                  <c:v>4.6563706802404091E-2</c:v>
                </c:pt>
                <c:pt idx="6">
                  <c:v>4.6563706802404091E-2</c:v>
                </c:pt>
                <c:pt idx="7">
                  <c:v>4.6563706802404091E-2</c:v>
                </c:pt>
                <c:pt idx="8">
                  <c:v>4.6563706802404091E-2</c:v>
                </c:pt>
                <c:pt idx="9">
                  <c:v>4.6563706802404091E-2</c:v>
                </c:pt>
                <c:pt idx="10">
                  <c:v>4.6563706802404091E-2</c:v>
                </c:pt>
                <c:pt idx="11">
                  <c:v>4.6563706802404091E-2</c:v>
                </c:pt>
                <c:pt idx="12">
                  <c:v>4.6563706802404091E-2</c:v>
                </c:pt>
                <c:pt idx="13">
                  <c:v>4.6563706802404091E-2</c:v>
                </c:pt>
                <c:pt idx="14">
                  <c:v>4.6563706802404091E-2</c:v>
                </c:pt>
                <c:pt idx="15">
                  <c:v>4.6563706802404091E-2</c:v>
                </c:pt>
                <c:pt idx="16">
                  <c:v>4.6563706802404091E-2</c:v>
                </c:pt>
                <c:pt idx="17">
                  <c:v>4.6563706802404091E-2</c:v>
                </c:pt>
                <c:pt idx="18">
                  <c:v>4.6563706802404091E-2</c:v>
                </c:pt>
                <c:pt idx="19">
                  <c:v>4.6563706802404091E-2</c:v>
                </c:pt>
                <c:pt idx="20">
                  <c:v>4.6563706802404091E-2</c:v>
                </c:pt>
                <c:pt idx="21">
                  <c:v>4.6563706802404091E-2</c:v>
                </c:pt>
                <c:pt idx="22">
                  <c:v>4.6563706802404091E-2</c:v>
                </c:pt>
                <c:pt idx="23">
                  <c:v>4.6563706802404091E-2</c:v>
                </c:pt>
                <c:pt idx="24">
                  <c:v>4.6563706802404091E-2</c:v>
                </c:pt>
                <c:pt idx="25">
                  <c:v>4.6563706802404091E-2</c:v>
                </c:pt>
                <c:pt idx="26">
                  <c:v>4.6563706802404091E-2</c:v>
                </c:pt>
                <c:pt idx="27">
                  <c:v>4.6563706802404091E-2</c:v>
                </c:pt>
                <c:pt idx="28">
                  <c:v>1.3460970515363159E-2</c:v>
                </c:pt>
                <c:pt idx="29">
                  <c:v>1.3394186293621119E-2</c:v>
                </c:pt>
                <c:pt idx="30">
                  <c:v>1.335147258209717E-2</c:v>
                </c:pt>
                <c:pt idx="31">
                  <c:v>1.605138857503359E-2</c:v>
                </c:pt>
                <c:pt idx="32">
                  <c:v>2.5760300006723771E-2</c:v>
                </c:pt>
                <c:pt idx="33">
                  <c:v>4.4258842345079173E-2</c:v>
                </c:pt>
                <c:pt idx="34">
                  <c:v>4.9644999591402082E-2</c:v>
                </c:pt>
                <c:pt idx="35">
                  <c:v>4.6135493370066762E-2</c:v>
                </c:pt>
                <c:pt idx="36">
                  <c:v>3.815729827633961E-2</c:v>
                </c:pt>
                <c:pt idx="37">
                  <c:v>2.037349337053649E-2</c:v>
                </c:pt>
                <c:pt idx="38">
                  <c:v>9.9806591372004587E-3</c:v>
                </c:pt>
                <c:pt idx="39">
                  <c:v>1.016084545344618E-2</c:v>
                </c:pt>
                <c:pt idx="40">
                  <c:v>1.158642978630906E-2</c:v>
                </c:pt>
                <c:pt idx="41">
                  <c:v>1.2553663889849831E-2</c:v>
                </c:pt>
                <c:pt idx="42">
                  <c:v>1.238218181605532E-2</c:v>
                </c:pt>
                <c:pt idx="43">
                  <c:v>1.077161671341318E-2</c:v>
                </c:pt>
                <c:pt idx="44">
                  <c:v>1.0388875404837751E-2</c:v>
                </c:pt>
                <c:pt idx="45">
                  <c:v>1.1568509101249321E-2</c:v>
                </c:pt>
                <c:pt idx="46">
                  <c:v>1.935432302527847E-2</c:v>
                </c:pt>
                <c:pt idx="47">
                  <c:v>2.555903419900445E-2</c:v>
                </c:pt>
                <c:pt idx="48">
                  <c:v>2.5506023847434039E-2</c:v>
                </c:pt>
                <c:pt idx="49">
                  <c:v>2.458398522910361E-2</c:v>
                </c:pt>
                <c:pt idx="50">
                  <c:v>2.451118700430965E-2</c:v>
                </c:pt>
                <c:pt idx="51">
                  <c:v>2.3906857608404532E-2</c:v>
                </c:pt>
                <c:pt idx="52">
                  <c:v>1.9696793645213019E-2</c:v>
                </c:pt>
                <c:pt idx="53">
                  <c:v>1.7451206447660999E-2</c:v>
                </c:pt>
                <c:pt idx="54">
                  <c:v>1.8603822446174239E-2</c:v>
                </c:pt>
                <c:pt idx="55">
                  <c:v>2.9154209962616601E-2</c:v>
                </c:pt>
                <c:pt idx="56">
                  <c:v>3.3057647954561301E-2</c:v>
                </c:pt>
                <c:pt idx="57">
                  <c:v>3.4040964475145187E-2</c:v>
                </c:pt>
                <c:pt idx="58">
                  <c:v>4.6135512053883963E-2</c:v>
                </c:pt>
                <c:pt idx="59">
                  <c:v>5.2013959976022373E-2</c:v>
                </c:pt>
                <c:pt idx="60">
                  <c:v>5.3740439883092898E-2</c:v>
                </c:pt>
                <c:pt idx="61">
                  <c:v>6.3120230883102479E-2</c:v>
                </c:pt>
                <c:pt idx="62">
                  <c:v>7.016435325964604E-2</c:v>
                </c:pt>
                <c:pt idx="63">
                  <c:v>7.4602025229253077E-2</c:v>
                </c:pt>
                <c:pt idx="64">
                  <c:v>7.3626780642556316E-2</c:v>
                </c:pt>
                <c:pt idx="65">
                  <c:v>6.1026673257681838E-2</c:v>
                </c:pt>
                <c:pt idx="66">
                  <c:v>5.0595657324314647E-2</c:v>
                </c:pt>
                <c:pt idx="67">
                  <c:v>4.988645816197991E-2</c:v>
                </c:pt>
                <c:pt idx="68">
                  <c:v>3.8712376216949909E-2</c:v>
                </c:pt>
                <c:pt idx="69">
                  <c:v>3.5927908397459449E-2</c:v>
                </c:pt>
                <c:pt idx="70">
                  <c:v>3.5255532531845483E-2</c:v>
                </c:pt>
                <c:pt idx="71">
                  <c:v>3.1398743502040007E-2</c:v>
                </c:pt>
                <c:pt idx="72">
                  <c:v>2.520190420670396E-2</c:v>
                </c:pt>
                <c:pt idx="73">
                  <c:v>2.3750338261792951E-2</c:v>
                </c:pt>
                <c:pt idx="74">
                  <c:v>2.8439770975300951E-2</c:v>
                </c:pt>
                <c:pt idx="75">
                  <c:v>3.8847337161933823E-2</c:v>
                </c:pt>
                <c:pt idx="76">
                  <c:v>4.2228412713354667E-2</c:v>
                </c:pt>
                <c:pt idx="77">
                  <c:v>3.9267910954927862E-2</c:v>
                </c:pt>
                <c:pt idx="78">
                  <c:v>2.1767266588358671E-2</c:v>
                </c:pt>
                <c:pt idx="79">
                  <c:v>1.1075844590698221E-2</c:v>
                </c:pt>
                <c:pt idx="80">
                  <c:v>1.4003289638886611E-2</c:v>
                </c:pt>
                <c:pt idx="81">
                  <c:v>3.4126837839855373E-2</c:v>
                </c:pt>
                <c:pt idx="82">
                  <c:v>3.8650319926868897E-2</c:v>
                </c:pt>
                <c:pt idx="83">
                  <c:v>3.4644222374418103E-2</c:v>
                </c:pt>
                <c:pt idx="84">
                  <c:v>2.704522187493234E-2</c:v>
                </c:pt>
                <c:pt idx="85">
                  <c:v>2.1400342359658341E-2</c:v>
                </c:pt>
                <c:pt idx="86">
                  <c:v>2.0395348763798948E-2</c:v>
                </c:pt>
                <c:pt idx="87">
                  <c:v>2.0613335679090499E-2</c:v>
                </c:pt>
                <c:pt idx="88">
                  <c:v>2.2230828612265292E-2</c:v>
                </c:pt>
                <c:pt idx="89">
                  <c:v>2.269222936805328E-2</c:v>
                </c:pt>
                <c:pt idx="90">
                  <c:v>2.195722570280649E-2</c:v>
                </c:pt>
                <c:pt idx="91">
                  <c:v>1.5542719193258879E-2</c:v>
                </c:pt>
                <c:pt idx="92">
                  <c:v>1.016176282179782E-2</c:v>
                </c:pt>
                <c:pt idx="93">
                  <c:v>1.0955165422121761E-2</c:v>
                </c:pt>
                <c:pt idx="94">
                  <c:v>1.705893296755006E-2</c:v>
                </c:pt>
                <c:pt idx="95">
                  <c:v>1.8554287517151481E-2</c:v>
                </c:pt>
                <c:pt idx="96">
                  <c:v>2.0976702011124351E-2</c:v>
                </c:pt>
                <c:pt idx="97">
                  <c:v>3.4286717107358373E-2</c:v>
                </c:pt>
                <c:pt idx="98">
                  <c:v>4.4011550891996612E-2</c:v>
                </c:pt>
                <c:pt idx="99">
                  <c:v>4.40908531655353E-2</c:v>
                </c:pt>
                <c:pt idx="100">
                  <c:v>4.5404116513250818E-2</c:v>
                </c:pt>
                <c:pt idx="101">
                  <c:v>4.5841463216416002E-2</c:v>
                </c:pt>
                <c:pt idx="102">
                  <c:v>4.3518628011892317E-2</c:v>
                </c:pt>
                <c:pt idx="103">
                  <c:v>2.658880212729605E-2</c:v>
                </c:pt>
                <c:pt idx="104">
                  <c:v>1.216857335760709E-2</c:v>
                </c:pt>
                <c:pt idx="105">
                  <c:v>1.190998294007726E-2</c:v>
                </c:pt>
                <c:pt idx="106">
                  <c:v>1.007257324095385E-2</c:v>
                </c:pt>
                <c:pt idx="107">
                  <c:v>9.6119921736988571E-3</c:v>
                </c:pt>
                <c:pt idx="108">
                  <c:v>2.1342543805575161E-2</c:v>
                </c:pt>
                <c:pt idx="109">
                  <c:v>0.13151256072143139</c:v>
                </c:pt>
                <c:pt idx="110">
                  <c:v>0.23919447708895639</c:v>
                </c:pt>
                <c:pt idx="111">
                  <c:v>0.28165413378355708</c:v>
                </c:pt>
                <c:pt idx="112">
                  <c:v>0.4037184258512454</c:v>
                </c:pt>
                <c:pt idx="113">
                  <c:v>1.380510913214207</c:v>
                </c:pt>
                <c:pt idx="114">
                  <c:v>2.4034032393539908</c:v>
                </c:pt>
                <c:pt idx="115">
                  <c:v>2.7726704141099718</c:v>
                </c:pt>
                <c:pt idx="116">
                  <c:v>3.0748073360415269</c:v>
                </c:pt>
                <c:pt idx="117">
                  <c:v>4.8035098181103368</c:v>
                </c:pt>
                <c:pt idx="118">
                  <c:v>5.8739941324341727</c:v>
                </c:pt>
                <c:pt idx="119">
                  <c:v>5.873237724466299</c:v>
                </c:pt>
                <c:pt idx="120">
                  <c:v>5.8613530804036849</c:v>
                </c:pt>
                <c:pt idx="121">
                  <c:v>5.8604875245903312</c:v>
                </c:pt>
                <c:pt idx="122">
                  <c:v>5.8434728633641901</c:v>
                </c:pt>
                <c:pt idx="123">
                  <c:v>5.5578345117355612</c:v>
                </c:pt>
                <c:pt idx="124">
                  <c:v>5.4181607254854436</c:v>
                </c:pt>
                <c:pt idx="125">
                  <c:v>4.7964993945233072</c:v>
                </c:pt>
                <c:pt idx="126">
                  <c:v>4.4636039799205669</c:v>
                </c:pt>
                <c:pt idx="127">
                  <c:v>4.428664962378507</c:v>
                </c:pt>
                <c:pt idx="128">
                  <c:v>4.7748549420337483</c:v>
                </c:pt>
                <c:pt idx="129">
                  <c:v>5.1170340510230599</c:v>
                </c:pt>
                <c:pt idx="130">
                  <c:v>5.3471338812506417</c:v>
                </c:pt>
                <c:pt idx="131">
                  <c:v>5.7549915361094097</c:v>
                </c:pt>
                <c:pt idx="132">
                  <c:v>6.6741612146345544</c:v>
                </c:pt>
                <c:pt idx="133">
                  <c:v>7.4118684043041281</c:v>
                </c:pt>
                <c:pt idx="134">
                  <c:v>7.5429376476087144</c:v>
                </c:pt>
                <c:pt idx="135">
                  <c:v>7.4267330891616794</c:v>
                </c:pt>
                <c:pt idx="136">
                  <c:v>5.3586949934611621</c:v>
                </c:pt>
                <c:pt idx="137">
                  <c:v>5.0234695836966301</c:v>
                </c:pt>
                <c:pt idx="138">
                  <c:v>4.8465151930826149</c:v>
                </c:pt>
                <c:pt idx="139">
                  <c:v>3.2857038762489812</c:v>
                </c:pt>
                <c:pt idx="140">
                  <c:v>2.3587654127500901</c:v>
                </c:pt>
                <c:pt idx="141">
                  <c:v>2.2802676868570422</c:v>
                </c:pt>
                <c:pt idx="142">
                  <c:v>2.275921449595002</c:v>
                </c:pt>
                <c:pt idx="143">
                  <c:v>2.2005988304144499</c:v>
                </c:pt>
                <c:pt idx="144">
                  <c:v>2.1883378740289219</c:v>
                </c:pt>
                <c:pt idx="145">
                  <c:v>2.3977476737071548</c:v>
                </c:pt>
                <c:pt idx="146">
                  <c:v>4.8082390716837651</c:v>
                </c:pt>
                <c:pt idx="147">
                  <c:v>5.9613486531901971</c:v>
                </c:pt>
                <c:pt idx="148">
                  <c:v>6.0339558915479188</c:v>
                </c:pt>
                <c:pt idx="149">
                  <c:v>6.4365593216380521</c:v>
                </c:pt>
                <c:pt idx="150">
                  <c:v>6.4882830138092116</c:v>
                </c:pt>
                <c:pt idx="151">
                  <c:v>6.5700521507484577</c:v>
                </c:pt>
                <c:pt idx="152">
                  <c:v>7.0977230357085013</c:v>
                </c:pt>
                <c:pt idx="153">
                  <c:v>7.4915239725038054</c:v>
                </c:pt>
                <c:pt idx="154">
                  <c:v>7.9991513039271922</c:v>
                </c:pt>
                <c:pt idx="155">
                  <c:v>8.3399745671824448</c:v>
                </c:pt>
                <c:pt idx="156">
                  <c:v>8.3386614869405804</c:v>
                </c:pt>
                <c:pt idx="157">
                  <c:v>8.3025566717306276</c:v>
                </c:pt>
                <c:pt idx="158">
                  <c:v>8.2742047909785335</c:v>
                </c:pt>
                <c:pt idx="159">
                  <c:v>8.2661714138862372</c:v>
                </c:pt>
                <c:pt idx="160">
                  <c:v>7.6635844204483021</c:v>
                </c:pt>
                <c:pt idx="161">
                  <c:v>4.005390588047236</c:v>
                </c:pt>
                <c:pt idx="162">
                  <c:v>3.944917090396046</c:v>
                </c:pt>
                <c:pt idx="163">
                  <c:v>3.6506109731119549</c:v>
                </c:pt>
                <c:pt idx="164">
                  <c:v>3.456186563705419</c:v>
                </c:pt>
                <c:pt idx="165">
                  <c:v>3.4181835869981918</c:v>
                </c:pt>
                <c:pt idx="166">
                  <c:v>3.5735268461929959</c:v>
                </c:pt>
                <c:pt idx="167">
                  <c:v>4.4127222462534563</c:v>
                </c:pt>
                <c:pt idx="168">
                  <c:v>5.5123393987450058</c:v>
                </c:pt>
                <c:pt idx="169">
                  <c:v>5.7235770776856834</c:v>
                </c:pt>
                <c:pt idx="170">
                  <c:v>5.5051358068198377</c:v>
                </c:pt>
                <c:pt idx="171">
                  <c:v>2.807294393808224</c:v>
                </c:pt>
                <c:pt idx="172">
                  <c:v>2.944175753061919</c:v>
                </c:pt>
                <c:pt idx="173">
                  <c:v>3.362735396026673</c:v>
                </c:pt>
                <c:pt idx="174">
                  <c:v>4.350153889542927</c:v>
                </c:pt>
                <c:pt idx="175">
                  <c:v>4.4534785615536281</c:v>
                </c:pt>
                <c:pt idx="176">
                  <c:v>4.2937182196218684</c:v>
                </c:pt>
                <c:pt idx="177">
                  <c:v>3.3270896463937869</c:v>
                </c:pt>
                <c:pt idx="178">
                  <c:v>2.04903571994556</c:v>
                </c:pt>
                <c:pt idx="179">
                  <c:v>1.807025666316898</c:v>
                </c:pt>
                <c:pt idx="180">
                  <c:v>2.0957480648725362</c:v>
                </c:pt>
                <c:pt idx="181">
                  <c:v>4.4585072551153502</c:v>
                </c:pt>
                <c:pt idx="182">
                  <c:v>6.0219756454031037</c:v>
                </c:pt>
                <c:pt idx="183">
                  <c:v>5.9730185614483613</c:v>
                </c:pt>
                <c:pt idx="184">
                  <c:v>5.2184183046743904</c:v>
                </c:pt>
                <c:pt idx="185">
                  <c:v>4.6494635756068519</c:v>
                </c:pt>
                <c:pt idx="186">
                  <c:v>4.5566021148715574</c:v>
                </c:pt>
                <c:pt idx="187">
                  <c:v>4.5139156462523617</c:v>
                </c:pt>
                <c:pt idx="188">
                  <c:v>4.0597334607392419</c:v>
                </c:pt>
                <c:pt idx="189">
                  <c:v>3.823176084996883</c:v>
                </c:pt>
                <c:pt idx="190">
                  <c:v>3.8734782997770432</c:v>
                </c:pt>
                <c:pt idx="191">
                  <c:v>4.4012420548484048</c:v>
                </c:pt>
                <c:pt idx="192">
                  <c:v>4.2375048034745841</c:v>
                </c:pt>
                <c:pt idx="193">
                  <c:v>4.1259156930711418</c:v>
                </c:pt>
                <c:pt idx="194">
                  <c:v>3.9586866386420869</c:v>
                </c:pt>
                <c:pt idx="195">
                  <c:v>3.9249412435033491</c:v>
                </c:pt>
                <c:pt idx="196">
                  <c:v>4.0341449622670771</c:v>
                </c:pt>
                <c:pt idx="197">
                  <c:v>4.964731654871799</c:v>
                </c:pt>
                <c:pt idx="198">
                  <c:v>5.1436118866372924</c:v>
                </c:pt>
                <c:pt idx="199">
                  <c:v>5.1678797339913602</c:v>
                </c:pt>
                <c:pt idx="200">
                  <c:v>5.3565156000450269</c:v>
                </c:pt>
                <c:pt idx="201">
                  <c:v>5.4917242036544316</c:v>
                </c:pt>
                <c:pt idx="202">
                  <c:v>5.4905802811039317</c:v>
                </c:pt>
                <c:pt idx="203">
                  <c:v>5.4829702064569181</c:v>
                </c:pt>
                <c:pt idx="204">
                  <c:v>5.4796419505631997</c:v>
                </c:pt>
                <c:pt idx="205">
                  <c:v>5.3945243942509817</c:v>
                </c:pt>
                <c:pt idx="206">
                  <c:v>4.9727377987310168</c:v>
                </c:pt>
                <c:pt idx="207">
                  <c:v>4.7818565180887047</c:v>
                </c:pt>
                <c:pt idx="208">
                  <c:v>4.7193601100172957</c:v>
                </c:pt>
                <c:pt idx="209">
                  <c:v>4.655848288567233</c:v>
                </c:pt>
                <c:pt idx="210">
                  <c:v>3.635421767545973</c:v>
                </c:pt>
                <c:pt idx="211">
                  <c:v>3.2758063801429942</c:v>
                </c:pt>
                <c:pt idx="212">
                  <c:v>3.3530880409666879</c:v>
                </c:pt>
                <c:pt idx="213">
                  <c:v>4.0332114475609506</c:v>
                </c:pt>
                <c:pt idx="214">
                  <c:v>4.3119712173690292</c:v>
                </c:pt>
                <c:pt idx="215">
                  <c:v>4.3696546572603996</c:v>
                </c:pt>
                <c:pt idx="216">
                  <c:v>4.9861872965528526</c:v>
                </c:pt>
                <c:pt idx="217">
                  <c:v>5.5800912848221618</c:v>
                </c:pt>
                <c:pt idx="218">
                  <c:v>5.5252395787232542</c:v>
                </c:pt>
                <c:pt idx="219">
                  <c:v>5.1582434056257211</c:v>
                </c:pt>
                <c:pt idx="220">
                  <c:v>4.9894849837876434</c:v>
                </c:pt>
                <c:pt idx="221">
                  <c:v>4.852872734994679</c:v>
                </c:pt>
                <c:pt idx="222">
                  <c:v>4.0647598669689069</c:v>
                </c:pt>
                <c:pt idx="223">
                  <c:v>3.5103999286011418</c:v>
                </c:pt>
                <c:pt idx="224">
                  <c:v>3.410622266670797</c:v>
                </c:pt>
                <c:pt idx="225">
                  <c:v>3.300315899370482</c:v>
                </c:pt>
                <c:pt idx="226">
                  <c:v>2.2065617042993999</c:v>
                </c:pt>
                <c:pt idx="227">
                  <c:v>2.031391314946108</c:v>
                </c:pt>
                <c:pt idx="228">
                  <c:v>2.2183276472946432</c:v>
                </c:pt>
                <c:pt idx="229">
                  <c:v>4.8549191925249549</c:v>
                </c:pt>
                <c:pt idx="230">
                  <c:v>6.1612051758361366</c:v>
                </c:pt>
                <c:pt idx="231">
                  <c:v>6.1299866491917321</c:v>
                </c:pt>
                <c:pt idx="232">
                  <c:v>5.7188569069961508</c:v>
                </c:pt>
                <c:pt idx="233">
                  <c:v>5.3966028466324962</c:v>
                </c:pt>
                <c:pt idx="234">
                  <c:v>5.178816179777554</c:v>
                </c:pt>
                <c:pt idx="235">
                  <c:v>4.3696886558025092</c:v>
                </c:pt>
                <c:pt idx="236">
                  <c:v>3.539832421203259</c:v>
                </c:pt>
                <c:pt idx="237">
                  <c:v>3.4335851397965138</c:v>
                </c:pt>
                <c:pt idx="238">
                  <c:v>3.3840551783138939</c:v>
                </c:pt>
                <c:pt idx="239">
                  <c:v>2.8915683396577498</c:v>
                </c:pt>
                <c:pt idx="240">
                  <c:v>2.452465187315636</c:v>
                </c:pt>
                <c:pt idx="241">
                  <c:v>2.4911679270545251</c:v>
                </c:pt>
                <c:pt idx="242">
                  <c:v>2.6551911813881341</c:v>
                </c:pt>
                <c:pt idx="243">
                  <c:v>2.8379803253728841</c:v>
                </c:pt>
                <c:pt idx="244">
                  <c:v>2.9079299501275191</c:v>
                </c:pt>
                <c:pt idx="245">
                  <c:v>3.021308906839919</c:v>
                </c:pt>
                <c:pt idx="246">
                  <c:v>4.4035255431342311</c:v>
                </c:pt>
                <c:pt idx="247">
                  <c:v>5.0384653609973071</c:v>
                </c:pt>
                <c:pt idx="248">
                  <c:v>4.9734507973790532</c:v>
                </c:pt>
                <c:pt idx="249">
                  <c:v>4.4120654293604566</c:v>
                </c:pt>
                <c:pt idx="250">
                  <c:v>4.2712048376752971</c:v>
                </c:pt>
                <c:pt idx="251">
                  <c:v>4.1865803883420352</c:v>
                </c:pt>
                <c:pt idx="252">
                  <c:v>3.4517685032304239</c:v>
                </c:pt>
                <c:pt idx="253">
                  <c:v>3.171678659159495</c:v>
                </c:pt>
                <c:pt idx="254">
                  <c:v>3.098832150607242</c:v>
                </c:pt>
                <c:pt idx="255">
                  <c:v>2.544001001078251</c:v>
                </c:pt>
                <c:pt idx="256">
                  <c:v>2.173461663820059</c:v>
                </c:pt>
                <c:pt idx="257">
                  <c:v>2.23206651193119</c:v>
                </c:pt>
                <c:pt idx="258">
                  <c:v>2.2867816057361692</c:v>
                </c:pt>
                <c:pt idx="259">
                  <c:v>3.4704185641178409</c:v>
                </c:pt>
                <c:pt idx="260">
                  <c:v>3.6679146694628728</c:v>
                </c:pt>
                <c:pt idx="261">
                  <c:v>3.6924181119960391</c:v>
                </c:pt>
                <c:pt idx="262">
                  <c:v>3.7502550739548068</c:v>
                </c:pt>
                <c:pt idx="263">
                  <c:v>3.7925062123438251</c:v>
                </c:pt>
                <c:pt idx="264">
                  <c:v>3.8037223217817862</c:v>
                </c:pt>
                <c:pt idx="265">
                  <c:v>3.8141867342909239</c:v>
                </c:pt>
                <c:pt idx="266">
                  <c:v>4.0544769879270346</c:v>
                </c:pt>
                <c:pt idx="267">
                  <c:v>3.98448239603893</c:v>
                </c:pt>
                <c:pt idx="268">
                  <c:v>3.5698079766130979</c:v>
                </c:pt>
                <c:pt idx="269">
                  <c:v>3.4255422510969402</c:v>
                </c:pt>
                <c:pt idx="270">
                  <c:v>3.3460104693423309</c:v>
                </c:pt>
                <c:pt idx="271">
                  <c:v>2.863303794681304</c:v>
                </c:pt>
                <c:pt idx="272">
                  <c:v>1.9732634653922489</c:v>
                </c:pt>
                <c:pt idx="273">
                  <c:v>1.9122828092230371</c:v>
                </c:pt>
                <c:pt idx="274">
                  <c:v>2.022212764606266</c:v>
                </c:pt>
                <c:pt idx="275">
                  <c:v>3.020262483997167</c:v>
                </c:pt>
                <c:pt idx="276">
                  <c:v>3.2963735190008459</c:v>
                </c:pt>
                <c:pt idx="277">
                  <c:v>3.3205801621726052</c:v>
                </c:pt>
                <c:pt idx="278">
                  <c:v>3.5236424553560539</c:v>
                </c:pt>
                <c:pt idx="279">
                  <c:v>3.6719262951453668</c:v>
                </c:pt>
                <c:pt idx="280">
                  <c:v>3.6654981559765591</c:v>
                </c:pt>
                <c:pt idx="281">
                  <c:v>3.653466624267121</c:v>
                </c:pt>
                <c:pt idx="282">
                  <c:v>3.6386633833993001</c:v>
                </c:pt>
                <c:pt idx="283">
                  <c:v>3.4474406294543529</c:v>
                </c:pt>
                <c:pt idx="284">
                  <c:v>3.2630080653073321</c:v>
                </c:pt>
                <c:pt idx="285">
                  <c:v>3.1840342211106361</c:v>
                </c:pt>
                <c:pt idx="286">
                  <c:v>3.0626219974550688</c:v>
                </c:pt>
                <c:pt idx="287">
                  <c:v>2.367764947037899</c:v>
                </c:pt>
                <c:pt idx="288">
                  <c:v>2.584625345370168</c:v>
                </c:pt>
                <c:pt idx="289">
                  <c:v>2.6990973294377092</c:v>
                </c:pt>
                <c:pt idx="290">
                  <c:v>3.0074042973836459</c:v>
                </c:pt>
                <c:pt idx="291">
                  <c:v>3.101800635586105</c:v>
                </c:pt>
                <c:pt idx="292">
                  <c:v>3.0376704545722588</c:v>
                </c:pt>
                <c:pt idx="293">
                  <c:v>2.6164760976919088</c:v>
                </c:pt>
                <c:pt idx="294">
                  <c:v>2.3515282308419732</c:v>
                </c:pt>
                <c:pt idx="295">
                  <c:v>2.4711870491308141</c:v>
                </c:pt>
                <c:pt idx="296">
                  <c:v>3.085853377536838</c:v>
                </c:pt>
                <c:pt idx="297">
                  <c:v>3.4243535510716199</c:v>
                </c:pt>
                <c:pt idx="298">
                  <c:v>3.3650133258381421</c:v>
                </c:pt>
                <c:pt idx="299">
                  <c:v>3.232832998015704</c:v>
                </c:pt>
                <c:pt idx="300">
                  <c:v>2.8013671726000742</c:v>
                </c:pt>
                <c:pt idx="301">
                  <c:v>2.6606216359671682</c:v>
                </c:pt>
                <c:pt idx="302">
                  <c:v>2.7298915280755329</c:v>
                </c:pt>
                <c:pt idx="303">
                  <c:v>3.4424756516334178</c:v>
                </c:pt>
                <c:pt idx="304">
                  <c:v>3.854370816535849</c:v>
                </c:pt>
                <c:pt idx="305">
                  <c:v>3.9367047672435991</c:v>
                </c:pt>
                <c:pt idx="306">
                  <c:v>3.9144344173160812</c:v>
                </c:pt>
                <c:pt idx="307">
                  <c:v>3.737639839006047</c:v>
                </c:pt>
                <c:pt idx="308">
                  <c:v>3.7085422214153119</c:v>
                </c:pt>
                <c:pt idx="309">
                  <c:v>3.416916084921648</c:v>
                </c:pt>
                <c:pt idx="310">
                  <c:v>2.9743273343573891</c:v>
                </c:pt>
                <c:pt idx="311">
                  <c:v>2.7889289717138972</c:v>
                </c:pt>
                <c:pt idx="312">
                  <c:v>2.852485987784831</c:v>
                </c:pt>
                <c:pt idx="313">
                  <c:v>3.1749398440948129</c:v>
                </c:pt>
                <c:pt idx="314">
                  <c:v>3.5280833167735359</c:v>
                </c:pt>
                <c:pt idx="315">
                  <c:v>3.6745037652086072</c:v>
                </c:pt>
                <c:pt idx="316">
                  <c:v>3.6475866293479879</c:v>
                </c:pt>
                <c:pt idx="317">
                  <c:v>3.4697791503436188</c:v>
                </c:pt>
                <c:pt idx="318">
                  <c:v>3.3514377472373331</c:v>
                </c:pt>
                <c:pt idx="319">
                  <c:v>3.268538639974051</c:v>
                </c:pt>
                <c:pt idx="320">
                  <c:v>3.2440269161450819</c:v>
                </c:pt>
                <c:pt idx="321">
                  <c:v>3.0780703922436441</c:v>
                </c:pt>
                <c:pt idx="322">
                  <c:v>3.0087508682357491</c:v>
                </c:pt>
                <c:pt idx="323">
                  <c:v>2.9832725667088118</c:v>
                </c:pt>
                <c:pt idx="324">
                  <c:v>2.843248458584692</c:v>
                </c:pt>
                <c:pt idx="325">
                  <c:v>2.7339534494918891</c:v>
                </c:pt>
                <c:pt idx="326">
                  <c:v>2.698158950433009</c:v>
                </c:pt>
                <c:pt idx="327">
                  <c:v>2.7144915131417249</c:v>
                </c:pt>
                <c:pt idx="328">
                  <c:v>2.9261410229095559</c:v>
                </c:pt>
                <c:pt idx="329">
                  <c:v>2.996589788682011</c:v>
                </c:pt>
                <c:pt idx="330">
                  <c:v>3.1125496961578749</c:v>
                </c:pt>
                <c:pt idx="331">
                  <c:v>3.2556734001735319</c:v>
                </c:pt>
                <c:pt idx="332">
                  <c:v>3.4522294110906828</c:v>
                </c:pt>
                <c:pt idx="333">
                  <c:v>3.509202167878263</c:v>
                </c:pt>
                <c:pt idx="334">
                  <c:v>3.4517394610465408</c:v>
                </c:pt>
                <c:pt idx="335">
                  <c:v>2.7303686065715702</c:v>
                </c:pt>
                <c:pt idx="336">
                  <c:v>2.578196299173896</c:v>
                </c:pt>
                <c:pt idx="337">
                  <c:v>2.548637843431055</c:v>
                </c:pt>
                <c:pt idx="338">
                  <c:v>2.4939913085842011</c:v>
                </c:pt>
                <c:pt idx="339">
                  <c:v>2.4467963935629649</c:v>
                </c:pt>
                <c:pt idx="340">
                  <c:v>2.5095785622957312</c:v>
                </c:pt>
                <c:pt idx="341">
                  <c:v>2.6377027075519401</c:v>
                </c:pt>
                <c:pt idx="342">
                  <c:v>3.0225686558135409</c:v>
                </c:pt>
                <c:pt idx="343">
                  <c:v>3.100110076672729</c:v>
                </c:pt>
                <c:pt idx="344">
                  <c:v>3.0552422984228689</c:v>
                </c:pt>
                <c:pt idx="345">
                  <c:v>2.719200992841881</c:v>
                </c:pt>
                <c:pt idx="346">
                  <c:v>2.6158764644233532</c:v>
                </c:pt>
                <c:pt idx="347">
                  <c:v>2.5458277933594289</c:v>
                </c:pt>
                <c:pt idx="348">
                  <c:v>2.411070360671812</c:v>
                </c:pt>
                <c:pt idx="349">
                  <c:v>2.3792291431496868</c:v>
                </c:pt>
                <c:pt idx="350">
                  <c:v>2.340068847323209</c:v>
                </c:pt>
                <c:pt idx="351">
                  <c:v>1.992653277366216</c:v>
                </c:pt>
                <c:pt idx="352">
                  <c:v>1.8005098255004239</c:v>
                </c:pt>
                <c:pt idx="353">
                  <c:v>1.7096412660528231</c:v>
                </c:pt>
                <c:pt idx="354">
                  <c:v>1.761385293346635</c:v>
                </c:pt>
                <c:pt idx="355">
                  <c:v>2.093142113938014</c:v>
                </c:pt>
                <c:pt idx="356">
                  <c:v>2.3417006971580618</c:v>
                </c:pt>
                <c:pt idx="357">
                  <c:v>2.405728469411371</c:v>
                </c:pt>
                <c:pt idx="358">
                  <c:v>2.4211211745835559</c:v>
                </c:pt>
                <c:pt idx="359">
                  <c:v>2.4506628229811911</c:v>
                </c:pt>
                <c:pt idx="360">
                  <c:v>2.3648166937462092</c:v>
                </c:pt>
                <c:pt idx="361">
                  <c:v>2.0159933017227751</c:v>
                </c:pt>
                <c:pt idx="362">
                  <c:v>1.9218936702162559</c:v>
                </c:pt>
                <c:pt idx="363">
                  <c:v>1.940559869973977</c:v>
                </c:pt>
                <c:pt idx="364">
                  <c:v>2.0883089096201388</c:v>
                </c:pt>
                <c:pt idx="365">
                  <c:v>2.206064414196685</c:v>
                </c:pt>
                <c:pt idx="366">
                  <c:v>2.2131292544144818</c:v>
                </c:pt>
                <c:pt idx="367">
                  <c:v>2.225456235497655</c:v>
                </c:pt>
                <c:pt idx="368">
                  <c:v>2.487464758848589</c:v>
                </c:pt>
                <c:pt idx="369">
                  <c:v>1.8887234746279491</c:v>
                </c:pt>
                <c:pt idx="370">
                  <c:v>1.1238921326570399</c:v>
                </c:pt>
                <c:pt idx="371">
                  <c:v>1.4108498423284299</c:v>
                </c:pt>
                <c:pt idx="372">
                  <c:v>1.8022653017865251</c:v>
                </c:pt>
                <c:pt idx="373">
                  <c:v>2.17807581026551</c:v>
                </c:pt>
                <c:pt idx="374">
                  <c:v>2.226956195491272</c:v>
                </c:pt>
                <c:pt idx="375">
                  <c:v>2.2462800671983638</c:v>
                </c:pt>
                <c:pt idx="376">
                  <c:v>2.4881584101227849</c:v>
                </c:pt>
                <c:pt idx="377">
                  <c:v>2.5751657180057301</c:v>
                </c:pt>
                <c:pt idx="378">
                  <c:v>3.107832319688923</c:v>
                </c:pt>
                <c:pt idx="379">
                  <c:v>3.7209340204670061</c:v>
                </c:pt>
                <c:pt idx="380">
                  <c:v>4.2255843484343529</c:v>
                </c:pt>
                <c:pt idx="381">
                  <c:v>4.3816197042075444</c:v>
                </c:pt>
                <c:pt idx="382">
                  <c:v>4.3922749374947649</c:v>
                </c:pt>
                <c:pt idx="383">
                  <c:v>4.4826736471536304</c:v>
                </c:pt>
                <c:pt idx="384">
                  <c:v>4.4998101088407054</c:v>
                </c:pt>
                <c:pt idx="385">
                  <c:v>4.1021361098235483</c:v>
                </c:pt>
                <c:pt idx="386">
                  <c:v>2.7011378305514389</c:v>
                </c:pt>
                <c:pt idx="387">
                  <c:v>1.8933481199175159</c:v>
                </c:pt>
                <c:pt idx="388">
                  <c:v>2.0350589614248511</c:v>
                </c:pt>
                <c:pt idx="389">
                  <c:v>2.9139869554104729</c:v>
                </c:pt>
                <c:pt idx="390">
                  <c:v>3.1306664020087651</c:v>
                </c:pt>
                <c:pt idx="391">
                  <c:v>3.0942392432076571</c:v>
                </c:pt>
                <c:pt idx="392">
                  <c:v>2.9495978813664121</c:v>
                </c:pt>
                <c:pt idx="393">
                  <c:v>2.8041904926757839</c:v>
                </c:pt>
                <c:pt idx="394">
                  <c:v>2.6791990105776842</c:v>
                </c:pt>
                <c:pt idx="395">
                  <c:v>2.6068202321151142</c:v>
                </c:pt>
                <c:pt idx="396">
                  <c:v>2.5720514189593229</c:v>
                </c:pt>
                <c:pt idx="397">
                  <c:v>2.2255917223076418</c:v>
                </c:pt>
                <c:pt idx="398">
                  <c:v>2.2777067077632029</c:v>
                </c:pt>
                <c:pt idx="399">
                  <c:v>2.3900825516240252</c:v>
                </c:pt>
                <c:pt idx="400">
                  <c:v>3.113856151683009</c:v>
                </c:pt>
                <c:pt idx="401">
                  <c:v>3.268821502545364</c:v>
                </c:pt>
                <c:pt idx="402">
                  <c:v>3.2059245224847759</c:v>
                </c:pt>
                <c:pt idx="403">
                  <c:v>2.5206646932093988</c:v>
                </c:pt>
                <c:pt idx="404">
                  <c:v>2.2845877698342369</c:v>
                </c:pt>
                <c:pt idx="405">
                  <c:v>2.251757897218758</c:v>
                </c:pt>
                <c:pt idx="406">
                  <c:v>2.045031319239639</c:v>
                </c:pt>
                <c:pt idx="407">
                  <c:v>1.917681763848436</c:v>
                </c:pt>
                <c:pt idx="408">
                  <c:v>2.028225516169468</c:v>
                </c:pt>
                <c:pt idx="409">
                  <c:v>2.4954970234499712</c:v>
                </c:pt>
                <c:pt idx="410">
                  <c:v>3.4895043517348698</c:v>
                </c:pt>
                <c:pt idx="411">
                  <c:v>3.8559248479587191</c:v>
                </c:pt>
                <c:pt idx="412">
                  <c:v>3.749947681766387</c:v>
                </c:pt>
                <c:pt idx="413">
                  <c:v>2.9822944308027708</c:v>
                </c:pt>
                <c:pt idx="414">
                  <c:v>2.5218914007814059</c:v>
                </c:pt>
                <c:pt idx="415">
                  <c:v>2.502345828915677</c:v>
                </c:pt>
                <c:pt idx="416">
                  <c:v>2.3767886605326471</c:v>
                </c:pt>
                <c:pt idx="417">
                  <c:v>0.83980122083083053</c:v>
                </c:pt>
                <c:pt idx="418">
                  <c:v>0.7183353222983927</c:v>
                </c:pt>
                <c:pt idx="419">
                  <c:v>0.88208453675026499</c:v>
                </c:pt>
                <c:pt idx="420">
                  <c:v>1.996986943586406</c:v>
                </c:pt>
                <c:pt idx="421">
                  <c:v>2.307159236325107</c:v>
                </c:pt>
                <c:pt idx="422">
                  <c:v>2.1503599503193969</c:v>
                </c:pt>
                <c:pt idx="423">
                  <c:v>0.97933234510789546</c:v>
                </c:pt>
                <c:pt idx="424">
                  <c:v>1.127180279049504</c:v>
                </c:pt>
                <c:pt idx="425">
                  <c:v>1.5468839484982699</c:v>
                </c:pt>
                <c:pt idx="426">
                  <c:v>2.0700168241670678</c:v>
                </c:pt>
                <c:pt idx="427">
                  <c:v>2.2351124220187448</c:v>
                </c:pt>
                <c:pt idx="428">
                  <c:v>2.1879796309856911</c:v>
                </c:pt>
                <c:pt idx="429">
                  <c:v>1.9951518811816411</c:v>
                </c:pt>
                <c:pt idx="430">
                  <c:v>1.843052748398734</c:v>
                </c:pt>
                <c:pt idx="431">
                  <c:v>1.8333391923236739</c:v>
                </c:pt>
                <c:pt idx="432">
                  <c:v>1.7825179332842671</c:v>
                </c:pt>
                <c:pt idx="433">
                  <c:v>1.707037329933849</c:v>
                </c:pt>
                <c:pt idx="434">
                  <c:v>1.6943691459281649</c:v>
                </c:pt>
                <c:pt idx="435">
                  <c:v>1.7053096128701279</c:v>
                </c:pt>
                <c:pt idx="436">
                  <c:v>1.8693658582307371</c:v>
                </c:pt>
                <c:pt idx="437">
                  <c:v>1.9514662145435999</c:v>
                </c:pt>
                <c:pt idx="438">
                  <c:v>1.9837892864846911</c:v>
                </c:pt>
                <c:pt idx="439">
                  <c:v>2.3371470828727539</c:v>
                </c:pt>
                <c:pt idx="440">
                  <c:v>2.6104275527893539</c:v>
                </c:pt>
                <c:pt idx="441">
                  <c:v>2.4178318501380649</c:v>
                </c:pt>
                <c:pt idx="442">
                  <c:v>2.1892769636584259</c:v>
                </c:pt>
                <c:pt idx="443">
                  <c:v>2.096040412374923</c:v>
                </c:pt>
                <c:pt idx="444">
                  <c:v>2.0483354387006671</c:v>
                </c:pt>
                <c:pt idx="445">
                  <c:v>1.5636636082120521</c:v>
                </c:pt>
                <c:pt idx="446">
                  <c:v>1.3020857950823079</c:v>
                </c:pt>
                <c:pt idx="447">
                  <c:v>1.355246168910538</c:v>
                </c:pt>
                <c:pt idx="448">
                  <c:v>1.935121464538097</c:v>
                </c:pt>
                <c:pt idx="449">
                  <c:v>2.423439357419904</c:v>
                </c:pt>
                <c:pt idx="450">
                  <c:v>2.375919120968208</c:v>
                </c:pt>
                <c:pt idx="451">
                  <c:v>2.0238876743231571</c:v>
                </c:pt>
                <c:pt idx="452">
                  <c:v>1.937498769452104</c:v>
                </c:pt>
                <c:pt idx="453">
                  <c:v>2.1092849648058301</c:v>
                </c:pt>
                <c:pt idx="454">
                  <c:v>2.6401985866156501</c:v>
                </c:pt>
                <c:pt idx="455">
                  <c:v>3.0049016962459132</c:v>
                </c:pt>
                <c:pt idx="456">
                  <c:v>2.9937331977876598</c:v>
                </c:pt>
                <c:pt idx="457">
                  <c:v>2.92822197683111</c:v>
                </c:pt>
                <c:pt idx="458">
                  <c:v>2.874372862077172</c:v>
                </c:pt>
                <c:pt idx="459">
                  <c:v>2.8659994797955699</c:v>
                </c:pt>
                <c:pt idx="460">
                  <c:v>2.753960890285184</c:v>
                </c:pt>
                <c:pt idx="461">
                  <c:v>1.5559236342975931</c:v>
                </c:pt>
                <c:pt idx="462">
                  <c:v>1.1419472020231749</c:v>
                </c:pt>
                <c:pt idx="463">
                  <c:v>1.2878792997290509</c:v>
                </c:pt>
                <c:pt idx="464">
                  <c:v>2.0711419077111919</c:v>
                </c:pt>
                <c:pt idx="465">
                  <c:v>2.7611575493935949</c:v>
                </c:pt>
                <c:pt idx="466">
                  <c:v>2.7351746367485008</c:v>
                </c:pt>
                <c:pt idx="467">
                  <c:v>2.4944594939953721</c:v>
                </c:pt>
                <c:pt idx="468">
                  <c:v>2.4730796029698952</c:v>
                </c:pt>
                <c:pt idx="469">
                  <c:v>2.55137140198745</c:v>
                </c:pt>
                <c:pt idx="470">
                  <c:v>2.7758837589969669</c:v>
                </c:pt>
                <c:pt idx="471">
                  <c:v>2.7458919901160108</c:v>
                </c:pt>
                <c:pt idx="472">
                  <c:v>2.62657339993733</c:v>
                </c:pt>
                <c:pt idx="473">
                  <c:v>2.563000129490792</c:v>
                </c:pt>
                <c:pt idx="474">
                  <c:v>2.449329331136032</c:v>
                </c:pt>
                <c:pt idx="475">
                  <c:v>1.7545063789477391</c:v>
                </c:pt>
                <c:pt idx="476">
                  <c:v>1.122234210387872</c:v>
                </c:pt>
                <c:pt idx="477">
                  <c:v>0.75681880808488544</c:v>
                </c:pt>
                <c:pt idx="478">
                  <c:v>0.9141561447366815</c:v>
                </c:pt>
                <c:pt idx="479">
                  <c:v>1.7557415438766899</c:v>
                </c:pt>
                <c:pt idx="480">
                  <c:v>2.3243117454298989</c:v>
                </c:pt>
                <c:pt idx="481">
                  <c:v>2.5099148598323371</c:v>
                </c:pt>
                <c:pt idx="482">
                  <c:v>2.427192487080529</c:v>
                </c:pt>
                <c:pt idx="483">
                  <c:v>1.699696230395157</c:v>
                </c:pt>
                <c:pt idx="484">
                  <c:v>1.6802075064625659</c:v>
                </c:pt>
                <c:pt idx="485">
                  <c:v>1.5831602498997139</c:v>
                </c:pt>
                <c:pt idx="486">
                  <c:v>1.5278848533484299</c:v>
                </c:pt>
                <c:pt idx="487">
                  <c:v>1.592013383288915</c:v>
                </c:pt>
                <c:pt idx="488">
                  <c:v>2.5280339597287571</c:v>
                </c:pt>
                <c:pt idx="489">
                  <c:v>2.7708334289397789</c:v>
                </c:pt>
                <c:pt idx="490">
                  <c:v>2.6097389388007679</c:v>
                </c:pt>
                <c:pt idx="491">
                  <c:v>2.396943277058611</c:v>
                </c:pt>
                <c:pt idx="492">
                  <c:v>2.252480834642308</c:v>
                </c:pt>
                <c:pt idx="493">
                  <c:v>2.1938280713711311</c:v>
                </c:pt>
                <c:pt idx="494">
                  <c:v>1.855262378468054</c:v>
                </c:pt>
                <c:pt idx="495">
                  <c:v>1.6701464407211031</c:v>
                </c:pt>
                <c:pt idx="496">
                  <c:v>1.66568529907246</c:v>
                </c:pt>
                <c:pt idx="497">
                  <c:v>1.663051143010926</c:v>
                </c:pt>
                <c:pt idx="498">
                  <c:v>1.6093910652768271</c:v>
                </c:pt>
                <c:pt idx="499">
                  <c:v>1.595536745098372</c:v>
                </c:pt>
                <c:pt idx="500">
                  <c:v>1.569417272966799</c:v>
                </c:pt>
                <c:pt idx="501">
                  <c:v>1.2161749666248101</c:v>
                </c:pt>
                <c:pt idx="502">
                  <c:v>1.0829490322331861</c:v>
                </c:pt>
                <c:pt idx="503">
                  <c:v>1.1495050114878631</c:v>
                </c:pt>
                <c:pt idx="504">
                  <c:v>1.6115696464982281</c:v>
                </c:pt>
                <c:pt idx="505">
                  <c:v>1.6792988882077149</c:v>
                </c:pt>
                <c:pt idx="506">
                  <c:v>1.6823920892681721</c:v>
                </c:pt>
                <c:pt idx="507">
                  <c:v>1.6950113303691849</c:v>
                </c:pt>
                <c:pt idx="508">
                  <c:v>1.706473341177482</c:v>
                </c:pt>
                <c:pt idx="509">
                  <c:v>1.7142960840433841</c:v>
                </c:pt>
                <c:pt idx="510">
                  <c:v>1.7295626976120211</c:v>
                </c:pt>
                <c:pt idx="511">
                  <c:v>1.8369644341291069</c:v>
                </c:pt>
                <c:pt idx="512">
                  <c:v>2.0323303999175808</c:v>
                </c:pt>
                <c:pt idx="513">
                  <c:v>2.0460559866247139</c:v>
                </c:pt>
                <c:pt idx="514">
                  <c:v>1.884653578744496</c:v>
                </c:pt>
                <c:pt idx="515">
                  <c:v>1.475982988739535</c:v>
                </c:pt>
                <c:pt idx="516">
                  <c:v>1.376885768243947</c:v>
                </c:pt>
                <c:pt idx="517">
                  <c:v>1.399980750881229</c:v>
                </c:pt>
                <c:pt idx="518">
                  <c:v>1.551570558264912</c:v>
                </c:pt>
                <c:pt idx="519">
                  <c:v>1.6078807968299691</c:v>
                </c:pt>
                <c:pt idx="520">
                  <c:v>1.6231787174593919</c:v>
                </c:pt>
                <c:pt idx="521">
                  <c:v>1.7171443609062951</c:v>
                </c:pt>
                <c:pt idx="522">
                  <c:v>1.8066544370796249</c:v>
                </c:pt>
                <c:pt idx="523">
                  <c:v>1.812714859953966</c:v>
                </c:pt>
                <c:pt idx="524">
                  <c:v>2.0326004137697482</c:v>
                </c:pt>
                <c:pt idx="525">
                  <c:v>2.2896947861053598</c:v>
                </c:pt>
                <c:pt idx="526">
                  <c:v>2.491390854317534</c:v>
                </c:pt>
                <c:pt idx="527">
                  <c:v>2.4640997194437682</c:v>
                </c:pt>
                <c:pt idx="528">
                  <c:v>2.271106761989194</c:v>
                </c:pt>
                <c:pt idx="529">
                  <c:v>2.1170742103136342</c:v>
                </c:pt>
                <c:pt idx="530">
                  <c:v>2.0202693752962571</c:v>
                </c:pt>
                <c:pt idx="531">
                  <c:v>1.559039182128799</c:v>
                </c:pt>
                <c:pt idx="532">
                  <c:v>0.70537827039329248</c:v>
                </c:pt>
                <c:pt idx="533">
                  <c:v>0.73381621284862786</c:v>
                </c:pt>
                <c:pt idx="534">
                  <c:v>0.88761129512329129</c:v>
                </c:pt>
                <c:pt idx="535">
                  <c:v>1.0273403234374101</c:v>
                </c:pt>
                <c:pt idx="536">
                  <c:v>1.145130976802609</c:v>
                </c:pt>
                <c:pt idx="537">
                  <c:v>1.126297422623183</c:v>
                </c:pt>
                <c:pt idx="538">
                  <c:v>1.0353677340092851</c:v>
                </c:pt>
                <c:pt idx="539">
                  <c:v>1.0225068148546761</c:v>
                </c:pt>
                <c:pt idx="540">
                  <c:v>1.0075357917407199</c:v>
                </c:pt>
                <c:pt idx="541">
                  <c:v>0.90760356987173885</c:v>
                </c:pt>
                <c:pt idx="542">
                  <c:v>0.8649617404965888</c:v>
                </c:pt>
                <c:pt idx="543">
                  <c:v>0.93829242807978652</c:v>
                </c:pt>
                <c:pt idx="544">
                  <c:v>1.0711259311525909</c:v>
                </c:pt>
                <c:pt idx="545">
                  <c:v>1.2553835689991519</c:v>
                </c:pt>
                <c:pt idx="546">
                  <c:v>1.402930559309145</c:v>
                </c:pt>
                <c:pt idx="547">
                  <c:v>1.372828442563627</c:v>
                </c:pt>
                <c:pt idx="548">
                  <c:v>1.1143381021309919</c:v>
                </c:pt>
                <c:pt idx="549">
                  <c:v>1.2618193782037961</c:v>
                </c:pt>
                <c:pt idx="550">
                  <c:v>1.874646121623831</c:v>
                </c:pt>
                <c:pt idx="551">
                  <c:v>2.2245660077826059</c:v>
                </c:pt>
                <c:pt idx="552">
                  <c:v>2.511727482853209</c:v>
                </c:pt>
                <c:pt idx="553">
                  <c:v>2.5042662320371472</c:v>
                </c:pt>
                <c:pt idx="554">
                  <c:v>2.4986901346182671</c:v>
                </c:pt>
                <c:pt idx="555">
                  <c:v>2.3653664274587358</c:v>
                </c:pt>
                <c:pt idx="556">
                  <c:v>2.307089998431846</c:v>
                </c:pt>
                <c:pt idx="557">
                  <c:v>2.243994619179015</c:v>
                </c:pt>
                <c:pt idx="558">
                  <c:v>1.6692437838764069</c:v>
                </c:pt>
                <c:pt idx="559">
                  <c:v>1.625444058120082</c:v>
                </c:pt>
                <c:pt idx="560">
                  <c:v>1.593680114245527</c:v>
                </c:pt>
                <c:pt idx="561">
                  <c:v>1.531128842256595</c:v>
                </c:pt>
                <c:pt idx="562">
                  <c:v>1.4780758968528309</c:v>
                </c:pt>
                <c:pt idx="563">
                  <c:v>1.5331515596065819</c:v>
                </c:pt>
                <c:pt idx="564">
                  <c:v>1.957322074493431</c:v>
                </c:pt>
                <c:pt idx="565">
                  <c:v>2.219231781567077</c:v>
                </c:pt>
                <c:pt idx="566">
                  <c:v>2.1856142444033422</c:v>
                </c:pt>
                <c:pt idx="567">
                  <c:v>1.973660163478363</c:v>
                </c:pt>
                <c:pt idx="568">
                  <c:v>1.8018739070156251</c:v>
                </c:pt>
                <c:pt idx="569">
                  <c:v>1.747957536343101</c:v>
                </c:pt>
                <c:pt idx="570">
                  <c:v>1.711201102943132</c:v>
                </c:pt>
                <c:pt idx="571">
                  <c:v>1.4515281823330599</c:v>
                </c:pt>
                <c:pt idx="572">
                  <c:v>1.342999892126151</c:v>
                </c:pt>
                <c:pt idx="573">
                  <c:v>1.3148931380255811</c:v>
                </c:pt>
                <c:pt idx="574">
                  <c:v>1.2606212528856779</c:v>
                </c:pt>
                <c:pt idx="575">
                  <c:v>1.2136094754367499</c:v>
                </c:pt>
                <c:pt idx="576">
                  <c:v>1.205507322573167</c:v>
                </c:pt>
                <c:pt idx="577">
                  <c:v>1.217269985143669</c:v>
                </c:pt>
                <c:pt idx="578">
                  <c:v>1.305581112311637</c:v>
                </c:pt>
                <c:pt idx="579">
                  <c:v>1.2966587352220871</c:v>
                </c:pt>
                <c:pt idx="580">
                  <c:v>1.29422638916931</c:v>
                </c:pt>
                <c:pt idx="581">
                  <c:v>1.2427458342000539</c:v>
                </c:pt>
                <c:pt idx="582">
                  <c:v>1.21135035214272</c:v>
                </c:pt>
                <c:pt idx="583">
                  <c:v>1.2106163234913909</c:v>
                </c:pt>
                <c:pt idx="584">
                  <c:v>1.204919751124212</c:v>
                </c:pt>
                <c:pt idx="585">
                  <c:v>1.2033212675051499</c:v>
                </c:pt>
                <c:pt idx="586">
                  <c:v>1.202773304693322</c:v>
                </c:pt>
                <c:pt idx="587">
                  <c:v>1.195706806927251</c:v>
                </c:pt>
                <c:pt idx="588">
                  <c:v>1.1937737627310641</c:v>
                </c:pt>
                <c:pt idx="589">
                  <c:v>1.225402829584598</c:v>
                </c:pt>
                <c:pt idx="590">
                  <c:v>1.456699376216559</c:v>
                </c:pt>
                <c:pt idx="591">
                  <c:v>1.6651188209726591</c:v>
                </c:pt>
                <c:pt idx="592">
                  <c:v>1.693913950850259</c:v>
                </c:pt>
                <c:pt idx="593">
                  <c:v>1.7360667869015589</c:v>
                </c:pt>
                <c:pt idx="594">
                  <c:v>2.1681211324160952</c:v>
                </c:pt>
                <c:pt idx="595">
                  <c:v>2.4499890525731161</c:v>
                </c:pt>
                <c:pt idx="596">
                  <c:v>2.50576165975815</c:v>
                </c:pt>
                <c:pt idx="597">
                  <c:v>2.4753220686052519</c:v>
                </c:pt>
                <c:pt idx="598">
                  <c:v>2.311065549559439</c:v>
                </c:pt>
                <c:pt idx="599">
                  <c:v>2.1964402746759371</c:v>
                </c:pt>
                <c:pt idx="600">
                  <c:v>2.163269872834594</c:v>
                </c:pt>
                <c:pt idx="601">
                  <c:v>2.05396506334078</c:v>
                </c:pt>
                <c:pt idx="602">
                  <c:v>1.731164701096122</c:v>
                </c:pt>
                <c:pt idx="603">
                  <c:v>1.654687684431057</c:v>
                </c:pt>
                <c:pt idx="604">
                  <c:v>1.6740833528972969</c:v>
                </c:pt>
                <c:pt idx="605">
                  <c:v>1.8101791123554549</c:v>
                </c:pt>
                <c:pt idx="606">
                  <c:v>1.740212006444982</c:v>
                </c:pt>
                <c:pt idx="607">
                  <c:v>1.734590998634951</c:v>
                </c:pt>
                <c:pt idx="608">
                  <c:v>1.6064820097661341</c:v>
                </c:pt>
                <c:pt idx="609">
                  <c:v>1.5971462489686039</c:v>
                </c:pt>
                <c:pt idx="610">
                  <c:v>1.723300463896668</c:v>
                </c:pt>
                <c:pt idx="611">
                  <c:v>1.7978548115167881</c:v>
                </c:pt>
                <c:pt idx="612">
                  <c:v>1.767082800592678</c:v>
                </c:pt>
                <c:pt idx="613">
                  <c:v>1.669396919625217</c:v>
                </c:pt>
                <c:pt idx="614">
                  <c:v>1.623777957884414</c:v>
                </c:pt>
                <c:pt idx="615">
                  <c:v>1.616214994212243</c:v>
                </c:pt>
                <c:pt idx="616">
                  <c:v>1.5418115401151229</c:v>
                </c:pt>
                <c:pt idx="617">
                  <c:v>0.9906979891966774</c:v>
                </c:pt>
                <c:pt idx="618">
                  <c:v>1.004125399721074</c:v>
                </c:pt>
                <c:pt idx="619">
                  <c:v>1.012837792860996</c:v>
                </c:pt>
                <c:pt idx="620">
                  <c:v>1.1688217561162511</c:v>
                </c:pt>
                <c:pt idx="621">
                  <c:v>1.2225761509212141</c:v>
                </c:pt>
                <c:pt idx="622">
                  <c:v>1.1700137527683561</c:v>
                </c:pt>
                <c:pt idx="623">
                  <c:v>1.081638376686552</c:v>
                </c:pt>
                <c:pt idx="624">
                  <c:v>1.058338824330501</c:v>
                </c:pt>
                <c:pt idx="625">
                  <c:v>1.115180160767741</c:v>
                </c:pt>
                <c:pt idx="626">
                  <c:v>1.2295871022839211</c:v>
                </c:pt>
                <c:pt idx="627">
                  <c:v>1.266906419241153</c:v>
                </c:pt>
                <c:pt idx="628">
                  <c:v>1.280289086094996</c:v>
                </c:pt>
                <c:pt idx="629">
                  <c:v>1.3614600841430211</c:v>
                </c:pt>
                <c:pt idx="630">
                  <c:v>1.3831952557827989</c:v>
                </c:pt>
                <c:pt idx="631">
                  <c:v>1.3847871853277689</c:v>
                </c:pt>
                <c:pt idx="632">
                  <c:v>1.414480658736325</c:v>
                </c:pt>
                <c:pt idx="633">
                  <c:v>1.4356835047493559</c:v>
                </c:pt>
                <c:pt idx="634">
                  <c:v>1.4441667293864811</c:v>
                </c:pt>
                <c:pt idx="635">
                  <c:v>1.457646970082336</c:v>
                </c:pt>
                <c:pt idx="636">
                  <c:v>1.5410348320993841</c:v>
                </c:pt>
                <c:pt idx="637">
                  <c:v>1.575688738322482</c:v>
                </c:pt>
                <c:pt idx="638">
                  <c:v>1.5545179393062509</c:v>
                </c:pt>
                <c:pt idx="639">
                  <c:v>1.4218362048275011</c:v>
                </c:pt>
                <c:pt idx="640">
                  <c:v>1.3633529513066029</c:v>
                </c:pt>
                <c:pt idx="641">
                  <c:v>1.3608667266162759</c:v>
                </c:pt>
                <c:pt idx="642">
                  <c:v>1.3268716616925209</c:v>
                </c:pt>
                <c:pt idx="643">
                  <c:v>1.320093125396206</c:v>
                </c:pt>
                <c:pt idx="644">
                  <c:v>1.3271521257241941</c:v>
                </c:pt>
                <c:pt idx="645">
                  <c:v>1.34195978827256</c:v>
                </c:pt>
                <c:pt idx="646">
                  <c:v>1.350737303266595</c:v>
                </c:pt>
                <c:pt idx="647">
                  <c:v>1.3650646989374819</c:v>
                </c:pt>
                <c:pt idx="648">
                  <c:v>1.445226310006186</c:v>
                </c:pt>
                <c:pt idx="649">
                  <c:v>1.457117563917721</c:v>
                </c:pt>
                <c:pt idx="650">
                  <c:v>1.5253425218575769</c:v>
                </c:pt>
                <c:pt idx="651">
                  <c:v>1.532330545762228</c:v>
                </c:pt>
                <c:pt idx="652">
                  <c:v>1.6917808254589639</c:v>
                </c:pt>
                <c:pt idx="653">
                  <c:v>1.719216439504647</c:v>
                </c:pt>
                <c:pt idx="654">
                  <c:v>1.6572876342255349</c:v>
                </c:pt>
                <c:pt idx="655">
                  <c:v>1.215951770588886</c:v>
                </c:pt>
                <c:pt idx="656">
                  <c:v>1.019065896888085</c:v>
                </c:pt>
                <c:pt idx="657">
                  <c:v>1.029031453951337</c:v>
                </c:pt>
                <c:pt idx="658">
                  <c:v>1.077523255630652</c:v>
                </c:pt>
                <c:pt idx="659">
                  <c:v>1.1211365148643</c:v>
                </c:pt>
                <c:pt idx="660">
                  <c:v>1.1273055294164189</c:v>
                </c:pt>
                <c:pt idx="661">
                  <c:v>1.119120611125493</c:v>
                </c:pt>
                <c:pt idx="662">
                  <c:v>1.0560315161074729</c:v>
                </c:pt>
                <c:pt idx="663">
                  <c:v>1.039600491175108</c:v>
                </c:pt>
                <c:pt idx="664">
                  <c:v>1.039347553496822</c:v>
                </c:pt>
                <c:pt idx="665">
                  <c:v>1.0366770722330649</c:v>
                </c:pt>
                <c:pt idx="666">
                  <c:v>1.034659961275203</c:v>
                </c:pt>
                <c:pt idx="667">
                  <c:v>1.039095195106347</c:v>
                </c:pt>
                <c:pt idx="668">
                  <c:v>1.111785549724043</c:v>
                </c:pt>
                <c:pt idx="669">
                  <c:v>1.122895126041805</c:v>
                </c:pt>
                <c:pt idx="670">
                  <c:v>1.15066459492422</c:v>
                </c:pt>
                <c:pt idx="671">
                  <c:v>1.1813434187183001</c:v>
                </c:pt>
                <c:pt idx="672">
                  <c:v>1.2066995826400411</c:v>
                </c:pt>
                <c:pt idx="673">
                  <c:v>1.2347033583024041</c:v>
                </c:pt>
                <c:pt idx="674">
                  <c:v>1.2264927285641389</c:v>
                </c:pt>
                <c:pt idx="675">
                  <c:v>1.08837673037595</c:v>
                </c:pt>
                <c:pt idx="676">
                  <c:v>1.0784474319181949</c:v>
                </c:pt>
                <c:pt idx="677">
                  <c:v>1.3005439908710721</c:v>
                </c:pt>
                <c:pt idx="678">
                  <c:v>1.5251887825293411</c:v>
                </c:pt>
                <c:pt idx="679">
                  <c:v>1.669835424137428</c:v>
                </c:pt>
                <c:pt idx="680">
                  <c:v>1.707754492095235</c:v>
                </c:pt>
                <c:pt idx="681">
                  <c:v>2.1752738010180401</c:v>
                </c:pt>
                <c:pt idx="682">
                  <c:v>2.6326314711096579</c:v>
                </c:pt>
                <c:pt idx="683">
                  <c:v>2.5898343626800409</c:v>
                </c:pt>
                <c:pt idx="684">
                  <c:v>1.898397060638608</c:v>
                </c:pt>
                <c:pt idx="685">
                  <c:v>1.8282495813810189</c:v>
                </c:pt>
                <c:pt idx="686">
                  <c:v>1.4848331489220239</c:v>
                </c:pt>
                <c:pt idx="687">
                  <c:v>1.202999556380393</c:v>
                </c:pt>
                <c:pt idx="688">
                  <c:v>1.159105126570817</c:v>
                </c:pt>
                <c:pt idx="689">
                  <c:v>1.1791883240590191</c:v>
                </c:pt>
                <c:pt idx="690">
                  <c:v>1.3888188892851181</c:v>
                </c:pt>
                <c:pt idx="691">
                  <c:v>1.4940118472384081</c:v>
                </c:pt>
                <c:pt idx="692">
                  <c:v>1.541739761542368</c:v>
                </c:pt>
                <c:pt idx="693">
                  <c:v>1.9636316113172709</c:v>
                </c:pt>
                <c:pt idx="694">
                  <c:v>1.9979883448286599</c:v>
                </c:pt>
                <c:pt idx="695">
                  <c:v>1.9737816858302011</c:v>
                </c:pt>
                <c:pt idx="696">
                  <c:v>1.7245314306653321</c:v>
                </c:pt>
                <c:pt idx="697">
                  <c:v>1.6279968357711521</c:v>
                </c:pt>
                <c:pt idx="698">
                  <c:v>1.6082119262740131</c:v>
                </c:pt>
                <c:pt idx="699">
                  <c:v>1.522490614763222</c:v>
                </c:pt>
                <c:pt idx="700">
                  <c:v>1.466907203331377</c:v>
                </c:pt>
                <c:pt idx="701">
                  <c:v>1.456756074912696</c:v>
                </c:pt>
                <c:pt idx="702">
                  <c:v>1.4384253652229879</c:v>
                </c:pt>
                <c:pt idx="703">
                  <c:v>1.1962984932687171</c:v>
                </c:pt>
                <c:pt idx="704">
                  <c:v>1.1553479877580031</c:v>
                </c:pt>
                <c:pt idx="705">
                  <c:v>1.1258652011780159</c:v>
                </c:pt>
                <c:pt idx="706">
                  <c:v>0.8513376436820983</c:v>
                </c:pt>
                <c:pt idx="707">
                  <c:v>0.66728778058684235</c:v>
                </c:pt>
                <c:pt idx="708">
                  <c:v>0.68626207735284206</c:v>
                </c:pt>
                <c:pt idx="709">
                  <c:v>0.95546505759485711</c:v>
                </c:pt>
                <c:pt idx="710">
                  <c:v>1.114032658862887</c:v>
                </c:pt>
                <c:pt idx="711">
                  <c:v>1.200510280118664</c:v>
                </c:pt>
                <c:pt idx="712">
                  <c:v>1.2006730103055701</c:v>
                </c:pt>
                <c:pt idx="713">
                  <c:v>1.2025982142164831</c:v>
                </c:pt>
                <c:pt idx="714">
                  <c:v>1.2034452928534951</c:v>
                </c:pt>
                <c:pt idx="715">
                  <c:v>1.1679707153000269</c:v>
                </c:pt>
                <c:pt idx="716">
                  <c:v>0.96997014654001135</c:v>
                </c:pt>
                <c:pt idx="717">
                  <c:v>0.83248172607106619</c:v>
                </c:pt>
                <c:pt idx="718">
                  <c:v>0.82128162357984724</c:v>
                </c:pt>
                <c:pt idx="719">
                  <c:v>1.0491305427301241</c:v>
                </c:pt>
                <c:pt idx="720">
                  <c:v>1.282895722599301</c:v>
                </c:pt>
                <c:pt idx="721">
                  <c:v>1.3549283404246339</c:v>
                </c:pt>
                <c:pt idx="722">
                  <c:v>1.371539248713497</c:v>
                </c:pt>
                <c:pt idx="723">
                  <c:v>1.532366201769692</c:v>
                </c:pt>
                <c:pt idx="724">
                  <c:v>1.629929694432283</c:v>
                </c:pt>
                <c:pt idx="725">
                  <c:v>1.6273191056516509</c:v>
                </c:pt>
                <c:pt idx="726">
                  <c:v>1.622276305235262</c:v>
                </c:pt>
                <c:pt idx="727">
                  <c:v>1.5012760200939761</c:v>
                </c:pt>
                <c:pt idx="728">
                  <c:v>1.4918545656119211</c:v>
                </c:pt>
                <c:pt idx="729">
                  <c:v>1.5231731753776969</c:v>
                </c:pt>
                <c:pt idx="730">
                  <c:v>1.9813832945835259</c:v>
                </c:pt>
                <c:pt idx="731">
                  <c:v>2.0899263454764618</c:v>
                </c:pt>
                <c:pt idx="732">
                  <c:v>2.0914705160866829</c:v>
                </c:pt>
                <c:pt idx="733">
                  <c:v>2.100516329442363</c:v>
                </c:pt>
                <c:pt idx="734">
                  <c:v>2.1063391420421418</c:v>
                </c:pt>
                <c:pt idx="735">
                  <c:v>2.196493158354913</c:v>
                </c:pt>
                <c:pt idx="736">
                  <c:v>2.8375175845235692</c:v>
                </c:pt>
                <c:pt idx="737">
                  <c:v>2.8041950728696592</c:v>
                </c:pt>
                <c:pt idx="738">
                  <c:v>2.4802467679918898</c:v>
                </c:pt>
                <c:pt idx="739">
                  <c:v>2.372959866910576</c:v>
                </c:pt>
                <c:pt idx="740">
                  <c:v>2.1984240808559909</c:v>
                </c:pt>
                <c:pt idx="741">
                  <c:v>0.88225257946076141</c:v>
                </c:pt>
                <c:pt idx="742">
                  <c:v>0.63963490246146215</c:v>
                </c:pt>
                <c:pt idx="743">
                  <c:v>0.69739774297933599</c:v>
                </c:pt>
                <c:pt idx="744">
                  <c:v>1.170422678901788</c:v>
                </c:pt>
                <c:pt idx="745">
                  <c:v>1.2953343259585419</c:v>
                </c:pt>
                <c:pt idx="746">
                  <c:v>1.3170533603808461</c:v>
                </c:pt>
                <c:pt idx="747">
                  <c:v>1.443574084436251</c:v>
                </c:pt>
                <c:pt idx="748">
                  <c:v>1.524684063437862</c:v>
                </c:pt>
                <c:pt idx="749">
                  <c:v>1.579973228078956</c:v>
                </c:pt>
                <c:pt idx="750">
                  <c:v>1.6693105369517001</c:v>
                </c:pt>
                <c:pt idx="751">
                  <c:v>1.751242032190264</c:v>
                </c:pt>
                <c:pt idx="752">
                  <c:v>1.794674662272274</c:v>
                </c:pt>
                <c:pt idx="753">
                  <c:v>1.737510179070975</c:v>
                </c:pt>
                <c:pt idx="754">
                  <c:v>1.4371066177146781</c:v>
                </c:pt>
                <c:pt idx="755">
                  <c:v>1.49109795287129</c:v>
                </c:pt>
                <c:pt idx="756">
                  <c:v>1.71015780133343</c:v>
                </c:pt>
                <c:pt idx="757">
                  <c:v>1.862212524487918</c:v>
                </c:pt>
                <c:pt idx="758">
                  <c:v>1.920302577416009</c:v>
                </c:pt>
                <c:pt idx="759">
                  <c:v>1.9214790895529501</c:v>
                </c:pt>
                <c:pt idx="760">
                  <c:v>1.93614352579409</c:v>
                </c:pt>
                <c:pt idx="761">
                  <c:v>1.940803541733104</c:v>
                </c:pt>
                <c:pt idx="762">
                  <c:v>1.7643751282212179</c:v>
                </c:pt>
                <c:pt idx="763">
                  <c:v>0.83999913184314434</c:v>
                </c:pt>
                <c:pt idx="764">
                  <c:v>0.65391317475547905</c:v>
                </c:pt>
                <c:pt idx="765">
                  <c:v>1.108640522585626</c:v>
                </c:pt>
                <c:pt idx="766">
                  <c:v>1.584967794283259</c:v>
                </c:pt>
                <c:pt idx="767">
                  <c:v>1.8205207410897011</c:v>
                </c:pt>
                <c:pt idx="768">
                  <c:v>1.801005775020402</c:v>
                </c:pt>
                <c:pt idx="769">
                  <c:v>1.6987864512339019</c:v>
                </c:pt>
                <c:pt idx="770">
                  <c:v>1.6086499701333139</c:v>
                </c:pt>
                <c:pt idx="771">
                  <c:v>1.5849834960496989</c:v>
                </c:pt>
                <c:pt idx="772">
                  <c:v>1.3909329491127891</c:v>
                </c:pt>
                <c:pt idx="773">
                  <c:v>1.325019256883714</c:v>
                </c:pt>
                <c:pt idx="774">
                  <c:v>1.425879200255757</c:v>
                </c:pt>
                <c:pt idx="775">
                  <c:v>2.5432176200598411</c:v>
                </c:pt>
                <c:pt idx="776">
                  <c:v>2.8017608759568469</c:v>
                </c:pt>
                <c:pt idx="777">
                  <c:v>2.7473072008393991</c:v>
                </c:pt>
                <c:pt idx="778">
                  <c:v>2.1513392703910492</c:v>
                </c:pt>
                <c:pt idx="779">
                  <c:v>1.8586098515124581</c:v>
                </c:pt>
                <c:pt idx="780">
                  <c:v>1.787526259105946</c:v>
                </c:pt>
                <c:pt idx="781">
                  <c:v>1.2825373583483199</c:v>
                </c:pt>
                <c:pt idx="782">
                  <c:v>0.92161190998731279</c:v>
                </c:pt>
                <c:pt idx="783">
                  <c:v>0.96543732602566323</c:v>
                </c:pt>
                <c:pt idx="784">
                  <c:v>1.2951938679689809</c:v>
                </c:pt>
                <c:pt idx="785">
                  <c:v>1.348015159691484</c:v>
                </c:pt>
                <c:pt idx="786">
                  <c:v>1.396116909670988</c:v>
                </c:pt>
                <c:pt idx="787">
                  <c:v>1.809777157058521</c:v>
                </c:pt>
                <c:pt idx="788">
                  <c:v>2.3180681455584451</c:v>
                </c:pt>
                <c:pt idx="789">
                  <c:v>2.6305969152675659</c:v>
                </c:pt>
                <c:pt idx="790">
                  <c:v>2.566890715677308</c:v>
                </c:pt>
                <c:pt idx="791">
                  <c:v>2.0806021976459288</c:v>
                </c:pt>
                <c:pt idx="792">
                  <c:v>1.9976957875957571</c:v>
                </c:pt>
                <c:pt idx="793">
                  <c:v>1.9070617402721259</c:v>
                </c:pt>
                <c:pt idx="794">
                  <c:v>0.81683663212901081</c:v>
                </c:pt>
                <c:pt idx="795">
                  <c:v>0.40956487256368102</c:v>
                </c:pt>
                <c:pt idx="796">
                  <c:v>0.87596912590412179</c:v>
                </c:pt>
                <c:pt idx="797">
                  <c:v>2.3849648938048582</c:v>
                </c:pt>
                <c:pt idx="798">
                  <c:v>3.5523637683324889</c:v>
                </c:pt>
                <c:pt idx="799">
                  <c:v>3.6462043936685329</c:v>
                </c:pt>
                <c:pt idx="800">
                  <c:v>3.4975555104006029</c:v>
                </c:pt>
                <c:pt idx="801">
                  <c:v>2.626455953734554</c:v>
                </c:pt>
                <c:pt idx="802">
                  <c:v>2.4734591224674758</c:v>
                </c:pt>
                <c:pt idx="803">
                  <c:v>2.3410607939485581</c:v>
                </c:pt>
                <c:pt idx="804">
                  <c:v>1.5860077572917031</c:v>
                </c:pt>
                <c:pt idx="805">
                  <c:v>1.0947487287617621</c:v>
                </c:pt>
                <c:pt idx="806">
                  <c:v>1.0129403651948929</c:v>
                </c:pt>
                <c:pt idx="807">
                  <c:v>1.2606855330093429</c:v>
                </c:pt>
                <c:pt idx="808">
                  <c:v>1.4600121326464981</c:v>
                </c:pt>
                <c:pt idx="809">
                  <c:v>1.486534872756804</c:v>
                </c:pt>
                <c:pt idx="810">
                  <c:v>1.8746197805933329</c:v>
                </c:pt>
                <c:pt idx="811">
                  <c:v>1.9895672489601259</c:v>
                </c:pt>
                <c:pt idx="812">
                  <c:v>1.944800402174055</c:v>
                </c:pt>
                <c:pt idx="813">
                  <c:v>1.8598425645587111</c:v>
                </c:pt>
                <c:pt idx="814">
                  <c:v>1.8212356518643</c:v>
                </c:pt>
                <c:pt idx="815">
                  <c:v>1.7811056359916519</c:v>
                </c:pt>
                <c:pt idx="816">
                  <c:v>1.5419727436213591</c:v>
                </c:pt>
                <c:pt idx="817">
                  <c:v>1.392893672363599</c:v>
                </c:pt>
                <c:pt idx="818">
                  <c:v>1.3444237904936951</c:v>
                </c:pt>
                <c:pt idx="819">
                  <c:v>1.37907809357783</c:v>
                </c:pt>
                <c:pt idx="820">
                  <c:v>1.6956712758103749</c:v>
                </c:pt>
                <c:pt idx="821">
                  <c:v>1.8587036844318101</c:v>
                </c:pt>
                <c:pt idx="822">
                  <c:v>1.8145560147286821</c:v>
                </c:pt>
                <c:pt idx="823">
                  <c:v>1.2297464824330739</c:v>
                </c:pt>
                <c:pt idx="824">
                  <c:v>1.307128106310198</c:v>
                </c:pt>
                <c:pt idx="825">
                  <c:v>1.860715288922105</c:v>
                </c:pt>
                <c:pt idx="826">
                  <c:v>2.650801681918344</c:v>
                </c:pt>
                <c:pt idx="827">
                  <c:v>3.0027243641696009</c:v>
                </c:pt>
                <c:pt idx="828">
                  <c:v>2.97492942499695</c:v>
                </c:pt>
                <c:pt idx="829">
                  <c:v>2.6511416013651878</c:v>
                </c:pt>
                <c:pt idx="830">
                  <c:v>2.4545774594220848</c:v>
                </c:pt>
                <c:pt idx="831">
                  <c:v>2.3608366257538571</c:v>
                </c:pt>
                <c:pt idx="832">
                  <c:v>1.4362235802679779</c:v>
                </c:pt>
                <c:pt idx="833">
                  <c:v>0.79606772713918605</c:v>
                </c:pt>
                <c:pt idx="834">
                  <c:v>0.68654473001770155</c:v>
                </c:pt>
                <c:pt idx="835">
                  <c:v>0.70486999682135565</c:v>
                </c:pt>
                <c:pt idx="836">
                  <c:v>0.93569358997275442</c:v>
                </c:pt>
                <c:pt idx="837">
                  <c:v>0.99669260858325781</c:v>
                </c:pt>
                <c:pt idx="838">
                  <c:v>1.3410069315408271</c:v>
                </c:pt>
                <c:pt idx="839">
                  <c:v>1.6124875977504971</c:v>
                </c:pt>
                <c:pt idx="840">
                  <c:v>1.605044017816557</c:v>
                </c:pt>
                <c:pt idx="841">
                  <c:v>1.559074772624955</c:v>
                </c:pt>
                <c:pt idx="842">
                  <c:v>1.512671408763514</c:v>
                </c:pt>
                <c:pt idx="843">
                  <c:v>1.4956224461114029</c:v>
                </c:pt>
                <c:pt idx="844">
                  <c:v>1.3795502587388591</c:v>
                </c:pt>
                <c:pt idx="845">
                  <c:v>0.69165999215586638</c:v>
                </c:pt>
                <c:pt idx="846">
                  <c:v>0.47371336261829672</c:v>
                </c:pt>
                <c:pt idx="847">
                  <c:v>0.54252704050048817</c:v>
                </c:pt>
                <c:pt idx="848">
                  <c:v>0.94559137629816259</c:v>
                </c:pt>
                <c:pt idx="849">
                  <c:v>1.3051308089551239</c:v>
                </c:pt>
                <c:pt idx="850">
                  <c:v>1.404522746335479</c:v>
                </c:pt>
                <c:pt idx="851">
                  <c:v>1.2721279616713379</c:v>
                </c:pt>
                <c:pt idx="852">
                  <c:v>0.68861913625145976</c:v>
                </c:pt>
                <c:pt idx="853">
                  <c:v>0.68913136823501597</c:v>
                </c:pt>
                <c:pt idx="854">
                  <c:v>0.68980876157482318</c:v>
                </c:pt>
                <c:pt idx="855">
                  <c:v>0.69813172755723607</c:v>
                </c:pt>
                <c:pt idx="856">
                  <c:v>0.70192064421154854</c:v>
                </c:pt>
                <c:pt idx="857">
                  <c:v>0.7025487657841446</c:v>
                </c:pt>
                <c:pt idx="858">
                  <c:v>0.69809631382172121</c:v>
                </c:pt>
                <c:pt idx="859">
                  <c:v>0.64594913810647925</c:v>
                </c:pt>
                <c:pt idx="860">
                  <c:v>0.6393780085697035</c:v>
                </c:pt>
                <c:pt idx="861">
                  <c:v>0.89845573271658397</c:v>
                </c:pt>
                <c:pt idx="862">
                  <c:v>1.2086741530305261</c:v>
                </c:pt>
                <c:pt idx="863">
                  <c:v>1.3680025995185201</c:v>
                </c:pt>
                <c:pt idx="864">
                  <c:v>1.364543937761437</c:v>
                </c:pt>
                <c:pt idx="865">
                  <c:v>1.3286560308880759</c:v>
                </c:pt>
                <c:pt idx="866">
                  <c:v>1.2929220687920551</c:v>
                </c:pt>
                <c:pt idx="867">
                  <c:v>1.2629419938964419</c:v>
                </c:pt>
                <c:pt idx="868">
                  <c:v>1.249414163636881</c:v>
                </c:pt>
                <c:pt idx="869">
                  <c:v>1.2233199586699841</c:v>
                </c:pt>
                <c:pt idx="870">
                  <c:v>0.99831238854239324</c:v>
                </c:pt>
                <c:pt idx="871">
                  <c:v>0.93154628443945175</c:v>
                </c:pt>
                <c:pt idx="872">
                  <c:v>0.99022238686707642</c:v>
                </c:pt>
                <c:pt idx="873">
                  <c:v>1.441783793336618</c:v>
                </c:pt>
                <c:pt idx="874">
                  <c:v>1.6913167387995669</c:v>
                </c:pt>
                <c:pt idx="875">
                  <c:v>1.6689690373388899</c:v>
                </c:pt>
                <c:pt idx="876">
                  <c:v>1.2863807595206549</c:v>
                </c:pt>
                <c:pt idx="877">
                  <c:v>1.22901573978709</c:v>
                </c:pt>
                <c:pt idx="878">
                  <c:v>1.2392598071823571</c:v>
                </c:pt>
                <c:pt idx="879">
                  <c:v>1.3861231476754989</c:v>
                </c:pt>
                <c:pt idx="880">
                  <c:v>1.4261101330338231</c:v>
                </c:pt>
                <c:pt idx="881">
                  <c:v>1.3975758996826051</c:v>
                </c:pt>
                <c:pt idx="882">
                  <c:v>1.1834535501482359</c:v>
                </c:pt>
                <c:pt idx="883">
                  <c:v>1.068606890193081</c:v>
                </c:pt>
                <c:pt idx="884">
                  <c:v>1.052091620941227</c:v>
                </c:pt>
                <c:pt idx="885">
                  <c:v>0.73879667195896848</c:v>
                </c:pt>
                <c:pt idx="886">
                  <c:v>0.71655918098942073</c:v>
                </c:pt>
                <c:pt idx="887">
                  <c:v>0.74159866310059541</c:v>
                </c:pt>
                <c:pt idx="888">
                  <c:v>1.013164726274475</c:v>
                </c:pt>
                <c:pt idx="889">
                  <c:v>1.0921774322089399</c:v>
                </c:pt>
                <c:pt idx="890">
                  <c:v>1.1173379746320891</c:v>
                </c:pt>
                <c:pt idx="891">
                  <c:v>1.2414060589069269</c:v>
                </c:pt>
                <c:pt idx="892">
                  <c:v>1.353538028363003</c:v>
                </c:pt>
                <c:pt idx="893">
                  <c:v>1.3692940749784379</c:v>
                </c:pt>
                <c:pt idx="894">
                  <c:v>1.3695139178189071</c:v>
                </c:pt>
                <c:pt idx="895">
                  <c:v>1.372213325990411</c:v>
                </c:pt>
                <c:pt idx="896">
                  <c:v>1.3728683594389639</c:v>
                </c:pt>
                <c:pt idx="897">
                  <c:v>1.404814710907047</c:v>
                </c:pt>
                <c:pt idx="898">
                  <c:v>1.814039814841268</c:v>
                </c:pt>
                <c:pt idx="899">
                  <c:v>2.1184218070910221</c:v>
                </c:pt>
                <c:pt idx="900">
                  <c:v>2.0811702537993519</c:v>
                </c:pt>
                <c:pt idx="901">
                  <c:v>1.854898219819735</c:v>
                </c:pt>
                <c:pt idx="902">
                  <c:v>1.657774050657137</c:v>
                </c:pt>
                <c:pt idx="903">
                  <c:v>1.5543608202438961</c:v>
                </c:pt>
                <c:pt idx="904">
                  <c:v>1.4792132967143421</c:v>
                </c:pt>
                <c:pt idx="905">
                  <c:v>0.87585415975858927</c:v>
                </c:pt>
                <c:pt idx="906">
                  <c:v>0.62416686318635928</c:v>
                </c:pt>
                <c:pt idx="907">
                  <c:v>0.64116925670539449</c:v>
                </c:pt>
                <c:pt idx="908">
                  <c:v>0.77840953682166725</c:v>
                </c:pt>
                <c:pt idx="909">
                  <c:v>0.92148549860258999</c:v>
                </c:pt>
                <c:pt idx="910">
                  <c:v>1.0309699475985621</c:v>
                </c:pt>
                <c:pt idx="911">
                  <c:v>1.0582418947943559</c:v>
                </c:pt>
                <c:pt idx="912">
                  <c:v>0.99785701512903291</c:v>
                </c:pt>
                <c:pt idx="913">
                  <c:v>0.9128709410469561</c:v>
                </c:pt>
                <c:pt idx="914">
                  <c:v>0.8888890933659106</c:v>
                </c:pt>
                <c:pt idx="915">
                  <c:v>0.85887474125137608</c:v>
                </c:pt>
                <c:pt idx="916">
                  <c:v>0.67338044645653361</c:v>
                </c:pt>
                <c:pt idx="917">
                  <c:v>0.56978988217127269</c:v>
                </c:pt>
                <c:pt idx="918">
                  <c:v>0.5758787289091607</c:v>
                </c:pt>
                <c:pt idx="919">
                  <c:v>0.62508869628807817</c:v>
                </c:pt>
                <c:pt idx="920">
                  <c:v>0.66085693057117645</c:v>
                </c:pt>
                <c:pt idx="921">
                  <c:v>0.66698664695035914</c:v>
                </c:pt>
                <c:pt idx="922">
                  <c:v>0.67960646129230995</c:v>
                </c:pt>
                <c:pt idx="923">
                  <c:v>0.79669464742662233</c:v>
                </c:pt>
                <c:pt idx="924">
                  <c:v>0.82574487929065821</c:v>
                </c:pt>
                <c:pt idx="925">
                  <c:v>0.85842649510186408</c:v>
                </c:pt>
                <c:pt idx="926">
                  <c:v>1.007751275443006</c:v>
                </c:pt>
                <c:pt idx="927">
                  <c:v>1.065276613087013</c:v>
                </c:pt>
                <c:pt idx="928">
                  <c:v>1.0796755101745019</c:v>
                </c:pt>
                <c:pt idx="929">
                  <c:v>1.205121127623928</c:v>
                </c:pt>
                <c:pt idx="930">
                  <c:v>1.330903692743109</c:v>
                </c:pt>
                <c:pt idx="931">
                  <c:v>1.378102573549655</c:v>
                </c:pt>
                <c:pt idx="932">
                  <c:v>1.3552303112525019</c:v>
                </c:pt>
                <c:pt idx="933">
                  <c:v>1.091447259000073</c:v>
                </c:pt>
                <c:pt idx="934">
                  <c:v>1.070874861239649</c:v>
                </c:pt>
                <c:pt idx="935">
                  <c:v>1.036259631803623</c:v>
                </c:pt>
                <c:pt idx="936">
                  <c:v>0.83977750158097686</c:v>
                </c:pt>
                <c:pt idx="937">
                  <c:v>0.75045038401592934</c:v>
                </c:pt>
                <c:pt idx="938">
                  <c:v>0.71860050637025352</c:v>
                </c:pt>
                <c:pt idx="939">
                  <c:v>0.71232335132131319</c:v>
                </c:pt>
                <c:pt idx="940">
                  <c:v>0.63270874540634137</c:v>
                </c:pt>
                <c:pt idx="941">
                  <c:v>0.60102706463914035</c:v>
                </c:pt>
                <c:pt idx="942">
                  <c:v>0.6290147416160371</c:v>
                </c:pt>
                <c:pt idx="943">
                  <c:v>0.89731111043887024</c:v>
                </c:pt>
                <c:pt idx="944">
                  <c:v>1.0671467428397461</c:v>
                </c:pt>
                <c:pt idx="945">
                  <c:v>1.065459360429343</c:v>
                </c:pt>
                <c:pt idx="946">
                  <c:v>1.036301596599345</c:v>
                </c:pt>
                <c:pt idx="947">
                  <c:v>1.0149365953081639</c:v>
                </c:pt>
                <c:pt idx="948">
                  <c:v>1.0368328109872249</c:v>
                </c:pt>
                <c:pt idx="949">
                  <c:v>1.152911181725353</c:v>
                </c:pt>
                <c:pt idx="950">
                  <c:v>1.3086565093665561</c:v>
                </c:pt>
                <c:pt idx="951">
                  <c:v>1.3232170074431959</c:v>
                </c:pt>
                <c:pt idx="952">
                  <c:v>1.3522416908955539</c:v>
                </c:pt>
                <c:pt idx="953">
                  <c:v>1.6662909777811701</c:v>
                </c:pt>
                <c:pt idx="954">
                  <c:v>1.76751101877536</c:v>
                </c:pt>
                <c:pt idx="955">
                  <c:v>1.7611564503019961</c:v>
                </c:pt>
                <c:pt idx="956">
                  <c:v>1.690623004644503</c:v>
                </c:pt>
                <c:pt idx="957">
                  <c:v>1.6519001413012091</c:v>
                </c:pt>
                <c:pt idx="958">
                  <c:v>1.6463641103532509</c:v>
                </c:pt>
                <c:pt idx="959">
                  <c:v>1.6052147913860511</c:v>
                </c:pt>
                <c:pt idx="960">
                  <c:v>1.506760633786284</c:v>
                </c:pt>
                <c:pt idx="961">
                  <c:v>1.4542124791111051</c:v>
                </c:pt>
                <c:pt idx="962">
                  <c:v>1.396088510675042</c:v>
                </c:pt>
                <c:pt idx="963">
                  <c:v>1.001555408489835</c:v>
                </c:pt>
                <c:pt idx="964">
                  <c:v>0.86132608357228668</c:v>
                </c:pt>
                <c:pt idx="965">
                  <c:v>0.84505905054499086</c:v>
                </c:pt>
                <c:pt idx="966">
                  <c:v>0.72340011603179988</c:v>
                </c:pt>
                <c:pt idx="967">
                  <c:v>0.63207993667618634</c:v>
                </c:pt>
                <c:pt idx="968">
                  <c:v>0.6272423239026772</c:v>
                </c:pt>
                <c:pt idx="969">
                  <c:v>0.58579551219841819</c:v>
                </c:pt>
                <c:pt idx="970">
                  <c:v>0.56769236854247129</c:v>
                </c:pt>
                <c:pt idx="971">
                  <c:v>0.57130776091692548</c:v>
                </c:pt>
                <c:pt idx="972">
                  <c:v>0.59138160424197173</c:v>
                </c:pt>
                <c:pt idx="973">
                  <c:v>0.59755790749061755</c:v>
                </c:pt>
                <c:pt idx="974">
                  <c:v>0.59770820539574487</c:v>
                </c:pt>
                <c:pt idx="975">
                  <c:v>0.59873179975494539</c:v>
                </c:pt>
                <c:pt idx="976">
                  <c:v>0.60218196482356667</c:v>
                </c:pt>
                <c:pt idx="977">
                  <c:v>0.60313694238864468</c:v>
                </c:pt>
                <c:pt idx="978">
                  <c:v>0.62321181514136559</c:v>
                </c:pt>
                <c:pt idx="979">
                  <c:v>0.6351230616852328</c:v>
                </c:pt>
                <c:pt idx="980">
                  <c:v>0.63804843349833962</c:v>
                </c:pt>
                <c:pt idx="981">
                  <c:v>0.63420172846646583</c:v>
                </c:pt>
                <c:pt idx="982">
                  <c:v>0.58581151354211181</c:v>
                </c:pt>
                <c:pt idx="983">
                  <c:v>0.57402022167134414</c:v>
                </c:pt>
                <c:pt idx="984">
                  <c:v>0.59061900898260822</c:v>
                </c:pt>
                <c:pt idx="985">
                  <c:v>0.68934018774317074</c:v>
                </c:pt>
                <c:pt idx="986">
                  <c:v>0.70553624738035126</c:v>
                </c:pt>
                <c:pt idx="987">
                  <c:v>0.71033482383017199</c:v>
                </c:pt>
                <c:pt idx="988">
                  <c:v>0.77644042382978129</c:v>
                </c:pt>
                <c:pt idx="989">
                  <c:v>0.84314745067811259</c:v>
                </c:pt>
                <c:pt idx="990">
                  <c:v>0.92529801292926273</c:v>
                </c:pt>
                <c:pt idx="991">
                  <c:v>0.95853548751151574</c:v>
                </c:pt>
                <c:pt idx="992">
                  <c:v>0.95753940111899416</c:v>
                </c:pt>
                <c:pt idx="993">
                  <c:v>0.94512700955607565</c:v>
                </c:pt>
                <c:pt idx="994">
                  <c:v>0.94113839165356694</c:v>
                </c:pt>
                <c:pt idx="995">
                  <c:v>0.97430248890733984</c:v>
                </c:pt>
                <c:pt idx="996">
                  <c:v>1.2048888220090701</c:v>
                </c:pt>
                <c:pt idx="997">
                  <c:v>1.2315602810067321</c:v>
                </c:pt>
                <c:pt idx="998">
                  <c:v>1.310189296959626</c:v>
                </c:pt>
                <c:pt idx="999">
                  <c:v>1.399608485940768</c:v>
                </c:pt>
                <c:pt idx="1000">
                  <c:v>1.4444579201257179</c:v>
                </c:pt>
                <c:pt idx="1001">
                  <c:v>1.42232634489042</c:v>
                </c:pt>
                <c:pt idx="1002">
                  <c:v>1.125712616249154</c:v>
                </c:pt>
                <c:pt idx="1003">
                  <c:v>1.031859997756376</c:v>
                </c:pt>
                <c:pt idx="1004">
                  <c:v>1.030993426256078</c:v>
                </c:pt>
                <c:pt idx="1005">
                  <c:v>1.026546709893118</c:v>
                </c:pt>
                <c:pt idx="1006">
                  <c:v>1.0249974250761109</c:v>
                </c:pt>
                <c:pt idx="1007">
                  <c:v>1.002533651533597</c:v>
                </c:pt>
                <c:pt idx="1008">
                  <c:v>0.96808928262209504</c:v>
                </c:pt>
                <c:pt idx="1009">
                  <c:v>0.94075214249090433</c:v>
                </c:pt>
                <c:pt idx="1010">
                  <c:v>0.92850068441880373</c:v>
                </c:pt>
                <c:pt idx="1011">
                  <c:v>0.89526807645817885</c:v>
                </c:pt>
                <c:pt idx="1012">
                  <c:v>0.80189578661671224</c:v>
                </c:pt>
                <c:pt idx="1013">
                  <c:v>0.7756688077790802</c:v>
                </c:pt>
                <c:pt idx="1014">
                  <c:v>0.78978337490724237</c:v>
                </c:pt>
                <c:pt idx="1015">
                  <c:v>0.82291892130126543</c:v>
                </c:pt>
                <c:pt idx="1016">
                  <c:v>0.82847328779292928</c:v>
                </c:pt>
                <c:pt idx="1017">
                  <c:v>0.83659972848299768</c:v>
                </c:pt>
                <c:pt idx="1018">
                  <c:v>0.89899493651308415</c:v>
                </c:pt>
                <c:pt idx="1019">
                  <c:v>0.9241551149183499</c:v>
                </c:pt>
                <c:pt idx="1020">
                  <c:v>0.84782536814537823</c:v>
                </c:pt>
                <c:pt idx="1021">
                  <c:v>0.680953729040911</c:v>
                </c:pt>
                <c:pt idx="1022">
                  <c:v>0.65325263660744104</c:v>
                </c:pt>
                <c:pt idx="1023">
                  <c:v>0.66284738082557804</c:v>
                </c:pt>
                <c:pt idx="1024">
                  <c:v>0.66850513682529633</c:v>
                </c:pt>
                <c:pt idx="1025">
                  <c:v>0.68597248666264599</c:v>
                </c:pt>
                <c:pt idx="1026">
                  <c:v>0.6892626447932495</c:v>
                </c:pt>
                <c:pt idx="1027">
                  <c:v>0.6926895426762486</c:v>
                </c:pt>
                <c:pt idx="1028">
                  <c:v>0.72128054778773465</c:v>
                </c:pt>
                <c:pt idx="1029">
                  <c:v>0.73577443156765931</c:v>
                </c:pt>
                <c:pt idx="1030">
                  <c:v>0.7391595687429362</c:v>
                </c:pt>
                <c:pt idx="1031">
                  <c:v>0.76991689505168959</c:v>
                </c:pt>
                <c:pt idx="1032">
                  <c:v>0.82116407265996916</c:v>
                </c:pt>
                <c:pt idx="1033">
                  <c:v>0.8326524018785546</c:v>
                </c:pt>
                <c:pt idx="1034">
                  <c:v>0.83311104985458251</c:v>
                </c:pt>
                <c:pt idx="1035">
                  <c:v>0.83782055257237698</c:v>
                </c:pt>
                <c:pt idx="1036">
                  <c:v>0.82924804636406302</c:v>
                </c:pt>
                <c:pt idx="1037">
                  <c:v>0.77972729461538626</c:v>
                </c:pt>
                <c:pt idx="1038">
                  <c:v>0.73477056685169428</c:v>
                </c:pt>
                <c:pt idx="1039">
                  <c:v>0.72485670419422232</c:v>
                </c:pt>
                <c:pt idx="1040">
                  <c:v>0.71460723730881093</c:v>
                </c:pt>
                <c:pt idx="1041">
                  <c:v>0.69665821308545661</c:v>
                </c:pt>
                <c:pt idx="1042">
                  <c:v>0.6947460653352181</c:v>
                </c:pt>
                <c:pt idx="1043">
                  <c:v>0.68430196797652143</c:v>
                </c:pt>
                <c:pt idx="1044">
                  <c:v>0.60763111250281154</c:v>
                </c:pt>
                <c:pt idx="1045">
                  <c:v>0.57862644100112792</c:v>
                </c:pt>
                <c:pt idx="1046">
                  <c:v>0.57736178652225967</c:v>
                </c:pt>
                <c:pt idx="1047">
                  <c:v>0.56729103954754578</c:v>
                </c:pt>
                <c:pt idx="1048">
                  <c:v>0.56111183007774412</c:v>
                </c:pt>
                <c:pt idx="1049">
                  <c:v>0.61886195370459773</c:v>
                </c:pt>
                <c:pt idx="1050">
                  <c:v>0.86664675778030587</c:v>
                </c:pt>
                <c:pt idx="1051">
                  <c:v>0.92243084071950454</c:v>
                </c:pt>
                <c:pt idx="1052">
                  <c:v>0.94375867198926777</c:v>
                </c:pt>
                <c:pt idx="1053">
                  <c:v>1.2658708694565119</c:v>
                </c:pt>
                <c:pt idx="1054">
                  <c:v>1.349796751404986</c:v>
                </c:pt>
                <c:pt idx="1055">
                  <c:v>1.3615969658679921</c:v>
                </c:pt>
                <c:pt idx="1056">
                  <c:v>1.50587941239437</c:v>
                </c:pt>
                <c:pt idx="1057">
                  <c:v>1.587593604504618</c:v>
                </c:pt>
                <c:pt idx="1058">
                  <c:v>1.647247217694247</c:v>
                </c:pt>
                <c:pt idx="1059">
                  <c:v>2.0591090794974591</c:v>
                </c:pt>
                <c:pt idx="1060">
                  <c:v>2.359289120227325</c:v>
                </c:pt>
                <c:pt idx="1061">
                  <c:v>2.4397720116272099</c:v>
                </c:pt>
                <c:pt idx="1062">
                  <c:v>2.3730836514746132</c:v>
                </c:pt>
                <c:pt idx="1063">
                  <c:v>2.267777652245043</c:v>
                </c:pt>
                <c:pt idx="1064">
                  <c:v>2.1606821037517059</c:v>
                </c:pt>
                <c:pt idx="1065">
                  <c:v>2.0803828601423811</c:v>
                </c:pt>
                <c:pt idx="1066">
                  <c:v>0.8748214850783711</c:v>
                </c:pt>
                <c:pt idx="1067">
                  <c:v>0.7819039468872746</c:v>
                </c:pt>
                <c:pt idx="1068">
                  <c:v>0.79411480212574714</c:v>
                </c:pt>
                <c:pt idx="1069">
                  <c:v>0.87370742061087336</c:v>
                </c:pt>
                <c:pt idx="1070">
                  <c:v>0.97793656793946449</c:v>
                </c:pt>
                <c:pt idx="1071">
                  <c:v>1.046507073270512</c:v>
                </c:pt>
                <c:pt idx="1072">
                  <c:v>1.023565799375916</c:v>
                </c:pt>
                <c:pt idx="1073">
                  <c:v>0.69926631401458228</c:v>
                </c:pt>
                <c:pt idx="1074">
                  <c:v>0.67397401861208983</c:v>
                </c:pt>
                <c:pt idx="1075">
                  <c:v>0.70762668764575087</c:v>
                </c:pt>
                <c:pt idx="1076">
                  <c:v>1.000156609645015</c:v>
                </c:pt>
                <c:pt idx="1077">
                  <c:v>1.0564577293406809</c:v>
                </c:pt>
                <c:pt idx="1078">
                  <c:v>1.0688017862218859</c:v>
                </c:pt>
                <c:pt idx="1079">
                  <c:v>1.1457197307043141</c:v>
                </c:pt>
                <c:pt idx="1080">
                  <c:v>1.1855731690961551</c:v>
                </c:pt>
                <c:pt idx="1081">
                  <c:v>1.1801626294505141</c:v>
                </c:pt>
                <c:pt idx="1082">
                  <c:v>1.076677926883532</c:v>
                </c:pt>
                <c:pt idx="1083">
                  <c:v>1.0716779100440119</c:v>
                </c:pt>
                <c:pt idx="1084">
                  <c:v>1.020493567034942</c:v>
                </c:pt>
                <c:pt idx="1085">
                  <c:v>1.0162440834013939</c:v>
                </c:pt>
                <c:pt idx="1086">
                  <c:v>1.1228085275820161</c:v>
                </c:pt>
                <c:pt idx="1087">
                  <c:v>1.257936742254087</c:v>
                </c:pt>
                <c:pt idx="1088">
                  <c:v>1.370590117463349</c:v>
                </c:pt>
                <c:pt idx="1089">
                  <c:v>1.3864291874118331</c:v>
                </c:pt>
                <c:pt idx="1090">
                  <c:v>1.5183696183821469</c:v>
                </c:pt>
                <c:pt idx="1091">
                  <c:v>1.5408865870998421</c:v>
                </c:pt>
                <c:pt idx="1092">
                  <c:v>1.539681748605219</c:v>
                </c:pt>
                <c:pt idx="1093">
                  <c:v>1.525491643524828</c:v>
                </c:pt>
                <c:pt idx="1094">
                  <c:v>1.5187108195710119</c:v>
                </c:pt>
                <c:pt idx="1095">
                  <c:v>1.478158955848055</c:v>
                </c:pt>
                <c:pt idx="1096">
                  <c:v>0.98223494249964516</c:v>
                </c:pt>
                <c:pt idx="1097">
                  <c:v>0.63677184930794495</c:v>
                </c:pt>
                <c:pt idx="1098">
                  <c:v>0.70387354460875484</c:v>
                </c:pt>
                <c:pt idx="1099">
                  <c:v>0.92142682155389077</c:v>
                </c:pt>
                <c:pt idx="1100">
                  <c:v>0.9620110632305876</c:v>
                </c:pt>
                <c:pt idx="1101">
                  <c:v>0.9618922409073708</c:v>
                </c:pt>
                <c:pt idx="1102">
                  <c:v>0.96055000407159041</c:v>
                </c:pt>
                <c:pt idx="1103">
                  <c:v>0.96007011778388041</c:v>
                </c:pt>
                <c:pt idx="1104">
                  <c:v>0.99320907132018843</c:v>
                </c:pt>
                <c:pt idx="1105">
                  <c:v>1.100773837412925</c:v>
                </c:pt>
                <c:pt idx="1106">
                  <c:v>1.1979882055653519</c:v>
                </c:pt>
                <c:pt idx="1107">
                  <c:v>1.3208255922787151</c:v>
                </c:pt>
                <c:pt idx="1108">
                  <c:v>1.3673544209625901</c:v>
                </c:pt>
                <c:pt idx="1109">
                  <c:v>1.3397111703788529</c:v>
                </c:pt>
                <c:pt idx="1110">
                  <c:v>1.2855523761587451</c:v>
                </c:pt>
                <c:pt idx="1111">
                  <c:v>1.249611126492159</c:v>
                </c:pt>
                <c:pt idx="1112">
                  <c:v>1.2863512931943379</c:v>
                </c:pt>
                <c:pt idx="1113">
                  <c:v>1.5071767999615879</c:v>
                </c:pt>
                <c:pt idx="1114">
                  <c:v>1.639382027753862</c:v>
                </c:pt>
                <c:pt idx="1115">
                  <c:v>1.725326866956753</c:v>
                </c:pt>
                <c:pt idx="1116">
                  <c:v>2.3892070879823839</c:v>
                </c:pt>
                <c:pt idx="1117">
                  <c:v>2.453581457738276</c:v>
                </c:pt>
                <c:pt idx="1118">
                  <c:v>2.4306339332496809</c:v>
                </c:pt>
                <c:pt idx="1119">
                  <c:v>2.135469704828961</c:v>
                </c:pt>
                <c:pt idx="1120">
                  <c:v>2.061177610071192</c:v>
                </c:pt>
                <c:pt idx="1121">
                  <c:v>1.9546784726454061</c:v>
                </c:pt>
                <c:pt idx="1122">
                  <c:v>1.355247685340834</c:v>
                </c:pt>
                <c:pt idx="1123">
                  <c:v>0.97856414126426472</c:v>
                </c:pt>
                <c:pt idx="1124">
                  <c:v>0.98666782343917669</c:v>
                </c:pt>
                <c:pt idx="1125">
                  <c:v>1.051414090864454</c:v>
                </c:pt>
                <c:pt idx="1126">
                  <c:v>1.0804493492078251</c:v>
                </c:pt>
                <c:pt idx="1127">
                  <c:v>1.064615757065021</c:v>
                </c:pt>
                <c:pt idx="1128">
                  <c:v>0.96903132866531017</c:v>
                </c:pt>
                <c:pt idx="1129">
                  <c:v>0.87576408117072413</c:v>
                </c:pt>
                <c:pt idx="1130">
                  <c:v>0.81555174867686808</c:v>
                </c:pt>
                <c:pt idx="1131">
                  <c:v>0.9810346649029853</c:v>
                </c:pt>
                <c:pt idx="1132">
                  <c:v>2.343777567383448</c:v>
                </c:pt>
                <c:pt idx="1133">
                  <c:v>2.3322475308020381</c:v>
                </c:pt>
                <c:pt idx="1134">
                  <c:v>2.2616458296376889</c:v>
                </c:pt>
                <c:pt idx="1135">
                  <c:v>2.196853568066417</c:v>
                </c:pt>
                <c:pt idx="1136">
                  <c:v>2.1603403409634199</c:v>
                </c:pt>
                <c:pt idx="1137">
                  <c:v>1.7247219526993049</c:v>
                </c:pt>
                <c:pt idx="1138">
                  <c:v>0.73194222575588741</c:v>
                </c:pt>
                <c:pt idx="1139">
                  <c:v>0.80072231380749104</c:v>
                </c:pt>
                <c:pt idx="1140">
                  <c:v>1.0025774470882991</c:v>
                </c:pt>
                <c:pt idx="1141">
                  <c:v>1.2315645916629909</c:v>
                </c:pt>
                <c:pt idx="1142">
                  <c:v>1.3079875851634031</c:v>
                </c:pt>
                <c:pt idx="1143">
                  <c:v>1.31999566511995</c:v>
                </c:pt>
                <c:pt idx="1144">
                  <c:v>1.387187145354422</c:v>
                </c:pt>
                <c:pt idx="1145">
                  <c:v>1.4582827451170539</c:v>
                </c:pt>
                <c:pt idx="1146">
                  <c:v>1.504364498721446</c:v>
                </c:pt>
                <c:pt idx="1147">
                  <c:v>1.487051480205078</c:v>
                </c:pt>
                <c:pt idx="1148">
                  <c:v>1.47566616405491</c:v>
                </c:pt>
                <c:pt idx="1149">
                  <c:v>1.256708074911145</c:v>
                </c:pt>
                <c:pt idx="1150">
                  <c:v>1.237566467858797</c:v>
                </c:pt>
                <c:pt idx="1151">
                  <c:v>1.1249027171989421</c:v>
                </c:pt>
                <c:pt idx="1152">
                  <c:v>1.089554450902583</c:v>
                </c:pt>
                <c:pt idx="1153">
                  <c:v>1.1210986796999129</c:v>
                </c:pt>
                <c:pt idx="1154">
                  <c:v>1.271215692189702</c:v>
                </c:pt>
                <c:pt idx="1155">
                  <c:v>1.3805332257294041</c:v>
                </c:pt>
                <c:pt idx="1156">
                  <c:v>1.382612217024064</c:v>
                </c:pt>
                <c:pt idx="1157">
                  <c:v>1.3850585269033859</c:v>
                </c:pt>
                <c:pt idx="1158">
                  <c:v>1.4460823168917241</c:v>
                </c:pt>
                <c:pt idx="1159">
                  <c:v>1.452818971628933</c:v>
                </c:pt>
                <c:pt idx="1160">
                  <c:v>1.751735078889054</c:v>
                </c:pt>
                <c:pt idx="1161">
                  <c:v>2.1290124149274088</c:v>
                </c:pt>
                <c:pt idx="1162">
                  <c:v>2.1850264850737058</c:v>
                </c:pt>
                <c:pt idx="1163">
                  <c:v>2.2646088684952339</c:v>
                </c:pt>
                <c:pt idx="1164">
                  <c:v>2.328522358790369</c:v>
                </c:pt>
                <c:pt idx="1165">
                  <c:v>2.338098553403698</c:v>
                </c:pt>
                <c:pt idx="1166">
                  <c:v>2.326935587209924</c:v>
                </c:pt>
                <c:pt idx="1167">
                  <c:v>2.2441625417541009</c:v>
                </c:pt>
                <c:pt idx="1168">
                  <c:v>2.2070644139861728</c:v>
                </c:pt>
                <c:pt idx="1169">
                  <c:v>2.1212188683194739</c:v>
                </c:pt>
                <c:pt idx="1170">
                  <c:v>1.6291573305111391</c:v>
                </c:pt>
                <c:pt idx="1171">
                  <c:v>1.560844536228712</c:v>
                </c:pt>
                <c:pt idx="1172">
                  <c:v>1.4948136867239199</c:v>
                </c:pt>
                <c:pt idx="1173">
                  <c:v>0.93561426427506533</c:v>
                </c:pt>
                <c:pt idx="1174">
                  <c:v>0.41492277782626319</c:v>
                </c:pt>
                <c:pt idx="1175">
                  <c:v>0.2955432056276861</c:v>
                </c:pt>
                <c:pt idx="1176">
                  <c:v>0.43027023007805298</c:v>
                </c:pt>
                <c:pt idx="1177">
                  <c:v>0.84030377811149415</c:v>
                </c:pt>
                <c:pt idx="1178">
                  <c:v>0.93202166492428951</c:v>
                </c:pt>
                <c:pt idx="1179">
                  <c:v>0.9167264051489632</c:v>
                </c:pt>
                <c:pt idx="1180">
                  <c:v>0.79848684652366553</c:v>
                </c:pt>
                <c:pt idx="1181">
                  <c:v>0.75416382653841452</c:v>
                </c:pt>
                <c:pt idx="1182">
                  <c:v>0.78065203180715326</c:v>
                </c:pt>
                <c:pt idx="1183">
                  <c:v>1.0536733938223011</c:v>
                </c:pt>
                <c:pt idx="1184">
                  <c:v>1.243170613925501</c:v>
                </c:pt>
                <c:pt idx="1185">
                  <c:v>1.277194466456377</c:v>
                </c:pt>
                <c:pt idx="1186">
                  <c:v>1.29301037404041</c:v>
                </c:pt>
                <c:pt idx="1187">
                  <c:v>1.296490426560049</c:v>
                </c:pt>
                <c:pt idx="1188">
                  <c:v>1.3187138305091519</c:v>
                </c:pt>
                <c:pt idx="1189">
                  <c:v>1.330945419785958</c:v>
                </c:pt>
                <c:pt idx="1190">
                  <c:v>1.281399252310061</c:v>
                </c:pt>
                <c:pt idx="1191">
                  <c:v>0.80332345869148958</c:v>
                </c:pt>
                <c:pt idx="1192">
                  <c:v>0.48571367782166053</c:v>
                </c:pt>
                <c:pt idx="1193">
                  <c:v>0.5148185677774042</c:v>
                </c:pt>
                <c:pt idx="1194">
                  <c:v>0.67533162622682363</c:v>
                </c:pt>
                <c:pt idx="1195">
                  <c:v>0.80215164184123644</c:v>
                </c:pt>
                <c:pt idx="1196">
                  <c:v>0.84264980218204033</c:v>
                </c:pt>
                <c:pt idx="1197">
                  <c:v>0.83414557861549887</c:v>
                </c:pt>
                <c:pt idx="1198">
                  <c:v>0.7806260525283103</c:v>
                </c:pt>
                <c:pt idx="1199">
                  <c:v>0.75983210961668035</c:v>
                </c:pt>
                <c:pt idx="1200">
                  <c:v>0.8688256206579672</c:v>
                </c:pt>
                <c:pt idx="1201">
                  <c:v>1.7471090006502741</c:v>
                </c:pt>
                <c:pt idx="1202">
                  <c:v>1.879750190894248</c:v>
                </c:pt>
                <c:pt idx="1203">
                  <c:v>1.971328620963495</c:v>
                </c:pt>
                <c:pt idx="1204">
                  <c:v>1.955729610509052</c:v>
                </c:pt>
                <c:pt idx="1205">
                  <c:v>1.8625291483117881</c:v>
                </c:pt>
                <c:pt idx="1206">
                  <c:v>1.755205677645312</c:v>
                </c:pt>
                <c:pt idx="1207">
                  <c:v>1.6673896016374461</c:v>
                </c:pt>
                <c:pt idx="1208">
                  <c:v>1.6575779695574619</c:v>
                </c:pt>
                <c:pt idx="1209">
                  <c:v>1.6489475130890321</c:v>
                </c:pt>
                <c:pt idx="1210">
                  <c:v>1.4773358209035341</c:v>
                </c:pt>
                <c:pt idx="1211">
                  <c:v>1.4385897610649361</c:v>
                </c:pt>
                <c:pt idx="1212">
                  <c:v>1.5219919846395871</c:v>
                </c:pt>
                <c:pt idx="1213">
                  <c:v>1.610470452766279</c:v>
                </c:pt>
                <c:pt idx="1214">
                  <c:v>1.684349226887119</c:v>
                </c:pt>
                <c:pt idx="1215">
                  <c:v>1.6389079313067141</c:v>
                </c:pt>
                <c:pt idx="1216">
                  <c:v>1.19680694956699</c:v>
                </c:pt>
                <c:pt idx="1217">
                  <c:v>0.84057256955446202</c:v>
                </c:pt>
                <c:pt idx="1218">
                  <c:v>0.78505964301644571</c:v>
                </c:pt>
                <c:pt idx="1219">
                  <c:v>0.79315189169683653</c:v>
                </c:pt>
                <c:pt idx="1220">
                  <c:v>0.8834026601325693</c:v>
                </c:pt>
                <c:pt idx="1221">
                  <c:v>0.91765624875289997</c:v>
                </c:pt>
                <c:pt idx="1222">
                  <c:v>0.93449486743586541</c:v>
                </c:pt>
                <c:pt idx="1223">
                  <c:v>1.092822624356935</c:v>
                </c:pt>
                <c:pt idx="1224">
                  <c:v>1.198763335295999</c:v>
                </c:pt>
                <c:pt idx="1225">
                  <c:v>1.196130214972789</c:v>
                </c:pt>
                <c:pt idx="1226">
                  <c:v>1.1502160244413431</c:v>
                </c:pt>
                <c:pt idx="1227">
                  <c:v>1.131840973202622</c:v>
                </c:pt>
                <c:pt idx="1228">
                  <c:v>1.040626476063079</c:v>
                </c:pt>
                <c:pt idx="1229">
                  <c:v>1.0103244083928671</c:v>
                </c:pt>
                <c:pt idx="1230">
                  <c:v>0.99790660794484087</c:v>
                </c:pt>
                <c:pt idx="1231">
                  <c:v>0.83574906267248816</c:v>
                </c:pt>
                <c:pt idx="1232">
                  <c:v>0.76716559975126064</c:v>
                </c:pt>
                <c:pt idx="1233">
                  <c:v>0.75560325824512586</c:v>
                </c:pt>
                <c:pt idx="1234">
                  <c:v>0.71780846662243381</c:v>
                </c:pt>
                <c:pt idx="1235">
                  <c:v>0.62152586006659583</c:v>
                </c:pt>
                <c:pt idx="1236">
                  <c:v>0.64345001466979512</c:v>
                </c:pt>
                <c:pt idx="1237">
                  <c:v>0.77587150912604053</c:v>
                </c:pt>
                <c:pt idx="1238">
                  <c:v>0.88109347407365379</c:v>
                </c:pt>
                <c:pt idx="1239">
                  <c:v>0.94823370162671172</c:v>
                </c:pt>
                <c:pt idx="1240">
                  <c:v>0.96301009011707017</c:v>
                </c:pt>
                <c:pt idx="1241">
                  <c:v>1.0962145004846939</c:v>
                </c:pt>
                <c:pt idx="1242">
                  <c:v>1.1848570876720901</c:v>
                </c:pt>
                <c:pt idx="1243">
                  <c:v>1.1884987346528191</c:v>
                </c:pt>
                <c:pt idx="1244">
                  <c:v>1.2740655139113419</c:v>
                </c:pt>
                <c:pt idx="1245">
                  <c:v>1.405432654315403</c:v>
                </c:pt>
                <c:pt idx="1246">
                  <c:v>1.404033073008123</c:v>
                </c:pt>
                <c:pt idx="1247">
                  <c:v>1.3832989167982941</c:v>
                </c:pt>
                <c:pt idx="1248">
                  <c:v>1.338384143460432</c:v>
                </c:pt>
                <c:pt idx="1249">
                  <c:v>1.3113058197969869</c:v>
                </c:pt>
                <c:pt idx="1250">
                  <c:v>1.273272340799128</c:v>
                </c:pt>
                <c:pt idx="1251">
                  <c:v>0.94518231382139972</c:v>
                </c:pt>
                <c:pt idx="1252">
                  <c:v>0.80533936402081763</c:v>
                </c:pt>
                <c:pt idx="1253">
                  <c:v>0.80016702158318376</c:v>
                </c:pt>
                <c:pt idx="1254">
                  <c:v>0.78704940990723837</c:v>
                </c:pt>
                <c:pt idx="1255">
                  <c:v>0.77325984320553831</c:v>
                </c:pt>
                <c:pt idx="1256">
                  <c:v>0.76501339208811092</c:v>
                </c:pt>
                <c:pt idx="1257">
                  <c:v>0.75981201584651203</c:v>
                </c:pt>
                <c:pt idx="1258">
                  <c:v>0.70318560348506876</c:v>
                </c:pt>
                <c:pt idx="1259">
                  <c:v>0.66856438030468135</c:v>
                </c:pt>
                <c:pt idx="1260">
                  <c:v>0.68841472937232662</c:v>
                </c:pt>
                <c:pt idx="1261">
                  <c:v>0.87211707095406144</c:v>
                </c:pt>
                <c:pt idx="1262">
                  <c:v>0.88559015855653567</c:v>
                </c:pt>
                <c:pt idx="1263">
                  <c:v>0.86401225713963359</c:v>
                </c:pt>
                <c:pt idx="1264">
                  <c:v>0.6112651065181719</c:v>
                </c:pt>
                <c:pt idx="1265">
                  <c:v>0.49872514502658838</c:v>
                </c:pt>
                <c:pt idx="1266">
                  <c:v>0.50336823363560046</c:v>
                </c:pt>
                <c:pt idx="1267">
                  <c:v>0.5252627396047389</c:v>
                </c:pt>
                <c:pt idx="1268">
                  <c:v>0.56615913913800753</c:v>
                </c:pt>
                <c:pt idx="1269">
                  <c:v>0.59489603660617951</c:v>
                </c:pt>
                <c:pt idx="1270">
                  <c:v>0.59927639739898608</c:v>
                </c:pt>
                <c:pt idx="1271">
                  <c:v>0.60436961773105191</c:v>
                </c:pt>
                <c:pt idx="1272">
                  <c:v>0.64487360884749179</c:v>
                </c:pt>
                <c:pt idx="1273">
                  <c:v>0.65749178065395042</c:v>
                </c:pt>
                <c:pt idx="1274">
                  <c:v>0.66026027702889167</c:v>
                </c:pt>
                <c:pt idx="1275">
                  <c:v>0.69259874260220089</c:v>
                </c:pt>
                <c:pt idx="1276">
                  <c:v>0.7086420835520737</c:v>
                </c:pt>
                <c:pt idx="1277">
                  <c:v>0.70668445836835903</c:v>
                </c:pt>
                <c:pt idx="1278">
                  <c:v>0.6945942796761313</c:v>
                </c:pt>
                <c:pt idx="1279">
                  <c:v>0.68524760062070211</c:v>
                </c:pt>
                <c:pt idx="1280">
                  <c:v>0.68370739673342129</c:v>
                </c:pt>
                <c:pt idx="1281">
                  <c:v>0.68146680585561958</c:v>
                </c:pt>
                <c:pt idx="1282">
                  <c:v>0.66239603073577658</c:v>
                </c:pt>
                <c:pt idx="1283">
                  <c:v>0.66055455127228346</c:v>
                </c:pt>
                <c:pt idx="1284">
                  <c:v>0.66324374380724282</c:v>
                </c:pt>
                <c:pt idx="1285">
                  <c:v>0.68546027264158282</c:v>
                </c:pt>
                <c:pt idx="1286">
                  <c:v>0.70203421985488879</c:v>
                </c:pt>
                <c:pt idx="1287">
                  <c:v>0.74859722643466209</c:v>
                </c:pt>
                <c:pt idx="1288">
                  <c:v>0.79240104009299106</c:v>
                </c:pt>
                <c:pt idx="1289">
                  <c:v>0.79923838430596961</c:v>
                </c:pt>
                <c:pt idx="1290">
                  <c:v>0.82109148838014279</c:v>
                </c:pt>
                <c:pt idx="1291">
                  <c:v>0.82807994216122705</c:v>
                </c:pt>
                <c:pt idx="1292">
                  <c:v>0.84667292488611168</c:v>
                </c:pt>
                <c:pt idx="1293">
                  <c:v>0.94931443382538139</c:v>
                </c:pt>
                <c:pt idx="1294">
                  <c:v>1.020572350026439</c:v>
                </c:pt>
                <c:pt idx="1295">
                  <c:v>1.254956958877578</c:v>
                </c:pt>
                <c:pt idx="1296">
                  <c:v>1.5055787056655761</c:v>
                </c:pt>
                <c:pt idx="1297">
                  <c:v>1.573031751788762</c:v>
                </c:pt>
                <c:pt idx="1298">
                  <c:v>1.578115795552951</c:v>
                </c:pt>
                <c:pt idx="1299">
                  <c:v>1.629517188444173</c:v>
                </c:pt>
                <c:pt idx="1300">
                  <c:v>1.6355999238508421</c:v>
                </c:pt>
                <c:pt idx="1301">
                  <c:v>1.439314973157382</c:v>
                </c:pt>
                <c:pt idx="1302">
                  <c:v>1.334416490318729</c:v>
                </c:pt>
                <c:pt idx="1303">
                  <c:v>1.311215635127563</c:v>
                </c:pt>
                <c:pt idx="1304">
                  <c:v>1.224661285596399</c:v>
                </c:pt>
                <c:pt idx="1305">
                  <c:v>0.99868346088795512</c:v>
                </c:pt>
                <c:pt idx="1306">
                  <c:v>0.80780163726291265</c:v>
                </c:pt>
                <c:pt idx="1307">
                  <c:v>0.81722549883590911</c:v>
                </c:pt>
                <c:pt idx="1308">
                  <c:v>0.85313708244214626</c:v>
                </c:pt>
                <c:pt idx="1309">
                  <c:v>0.8989264098431976</c:v>
                </c:pt>
                <c:pt idx="1310">
                  <c:v>0.90945489407929225</c:v>
                </c:pt>
                <c:pt idx="1311">
                  <c:v>0.91121372500696396</c:v>
                </c:pt>
                <c:pt idx="1312">
                  <c:v>0.92275611300636462</c:v>
                </c:pt>
                <c:pt idx="1313">
                  <c:v>0.92621737480621347</c:v>
                </c:pt>
                <c:pt idx="1314">
                  <c:v>0.89710152983483327</c:v>
                </c:pt>
                <c:pt idx="1315">
                  <c:v>0.8512910280003253</c:v>
                </c:pt>
                <c:pt idx="1316">
                  <c:v>0.84635889296556943</c:v>
                </c:pt>
                <c:pt idx="1317">
                  <c:v>0.81238525086468028</c:v>
                </c:pt>
                <c:pt idx="1318">
                  <c:v>0.74976791298284839</c:v>
                </c:pt>
                <c:pt idx="1319">
                  <c:v>0.6948023649895233</c:v>
                </c:pt>
                <c:pt idx="1320">
                  <c:v>0.69526570626081674</c:v>
                </c:pt>
                <c:pt idx="1321">
                  <c:v>0.6973003731411902</c:v>
                </c:pt>
                <c:pt idx="1322">
                  <c:v>0.68550870963082811</c:v>
                </c:pt>
                <c:pt idx="1323">
                  <c:v>0.67779163468531201</c:v>
                </c:pt>
                <c:pt idx="1324">
                  <c:v>0.56315965134109081</c:v>
                </c:pt>
                <c:pt idx="1325">
                  <c:v>0.47234054930293717</c:v>
                </c:pt>
                <c:pt idx="1326">
                  <c:v>0.49681091487668538</c:v>
                </c:pt>
                <c:pt idx="1327">
                  <c:v>0.63817485970235799</c:v>
                </c:pt>
                <c:pt idx="1328">
                  <c:v>0.79925294016945547</c:v>
                </c:pt>
                <c:pt idx="1329">
                  <c:v>0.85305232342816761</c:v>
                </c:pt>
                <c:pt idx="1330">
                  <c:v>0.91710330111347682</c:v>
                </c:pt>
                <c:pt idx="1331">
                  <c:v>1.260858580257505</c:v>
                </c:pt>
                <c:pt idx="1332">
                  <c:v>1.3385980002971529</c:v>
                </c:pt>
                <c:pt idx="1333">
                  <c:v>1.3652266834271469</c:v>
                </c:pt>
                <c:pt idx="1334">
                  <c:v>1.5344945178007581</c:v>
                </c:pt>
                <c:pt idx="1335">
                  <c:v>1.738513189893689</c:v>
                </c:pt>
                <c:pt idx="1336">
                  <c:v>1.759837971511617</c:v>
                </c:pt>
                <c:pt idx="1337">
                  <c:v>1.7678799598193959</c:v>
                </c:pt>
                <c:pt idx="1338">
                  <c:v>1.840248818647493</c:v>
                </c:pt>
                <c:pt idx="1339">
                  <c:v>1.867856085557386</c:v>
                </c:pt>
                <c:pt idx="1340">
                  <c:v>1.8233060642538781</c:v>
                </c:pt>
                <c:pt idx="1341">
                  <c:v>1.3544941419580989</c:v>
                </c:pt>
                <c:pt idx="1342">
                  <c:v>1.078072311661912</c:v>
                </c:pt>
                <c:pt idx="1343">
                  <c:v>1.1015436089142061</c:v>
                </c:pt>
                <c:pt idx="1344">
                  <c:v>1.353440848262488</c:v>
                </c:pt>
                <c:pt idx="1345">
                  <c:v>1.3522218650101661</c:v>
                </c:pt>
                <c:pt idx="1346">
                  <c:v>1.344205671607092</c:v>
                </c:pt>
                <c:pt idx="1347">
                  <c:v>1.332805469212722</c:v>
                </c:pt>
                <c:pt idx="1348">
                  <c:v>1.326575283892065</c:v>
                </c:pt>
                <c:pt idx="1349">
                  <c:v>1.326390244623562</c:v>
                </c:pt>
                <c:pt idx="1350">
                  <c:v>1.321356310115684</c:v>
                </c:pt>
                <c:pt idx="1351">
                  <c:v>1.314277041887399</c:v>
                </c:pt>
                <c:pt idx="1352">
                  <c:v>1.312197423299182</c:v>
                </c:pt>
                <c:pt idx="1353">
                  <c:v>1.286458927147847</c:v>
                </c:pt>
                <c:pt idx="1354">
                  <c:v>1.1981424975721899</c:v>
                </c:pt>
                <c:pt idx="1355">
                  <c:v>1.1928276414230881</c:v>
                </c:pt>
                <c:pt idx="1356">
                  <c:v>1.0860597263577789</c:v>
                </c:pt>
                <c:pt idx="1357">
                  <c:v>1.0402224956526041</c:v>
                </c:pt>
                <c:pt idx="1358">
                  <c:v>1.0257840675725169</c:v>
                </c:pt>
                <c:pt idx="1359">
                  <c:v>0.91455654910295769</c:v>
                </c:pt>
                <c:pt idx="1360">
                  <c:v>0.90735455666477349</c:v>
                </c:pt>
                <c:pt idx="1361">
                  <c:v>0.86546253678835805</c:v>
                </c:pt>
                <c:pt idx="1362">
                  <c:v>0.83215985843147422</c:v>
                </c:pt>
                <c:pt idx="1363">
                  <c:v>0.80035793643779163</c:v>
                </c:pt>
                <c:pt idx="1364">
                  <c:v>0.79575486087542846</c:v>
                </c:pt>
                <c:pt idx="1365">
                  <c:v>0.95754278383486469</c:v>
                </c:pt>
                <c:pt idx="1366">
                  <c:v>1.036752700537225</c:v>
                </c:pt>
                <c:pt idx="1367">
                  <c:v>1.0057915291682911</c:v>
                </c:pt>
                <c:pt idx="1368">
                  <c:v>0.80938586859882755</c:v>
                </c:pt>
                <c:pt idx="1369">
                  <c:v>0.73276184329896954</c:v>
                </c:pt>
                <c:pt idx="1370">
                  <c:v>0.72523943175361183</c:v>
                </c:pt>
                <c:pt idx="1371">
                  <c:v>0.66442055106073972</c:v>
                </c:pt>
                <c:pt idx="1372">
                  <c:v>0.62435076857783245</c:v>
                </c:pt>
                <c:pt idx="1373">
                  <c:v>0.61718737928172029</c:v>
                </c:pt>
                <c:pt idx="1374">
                  <c:v>0.61602666690142038</c:v>
                </c:pt>
                <c:pt idx="1375">
                  <c:v>0.59916128341453645</c:v>
                </c:pt>
                <c:pt idx="1376">
                  <c:v>0.59641003798135594</c:v>
                </c:pt>
                <c:pt idx="1377">
                  <c:v>0.61601212361773217</c:v>
                </c:pt>
                <c:pt idx="1378">
                  <c:v>0.83682744266042475</c:v>
                </c:pt>
                <c:pt idx="1379">
                  <c:v>0.94849936772125842</c:v>
                </c:pt>
                <c:pt idx="1380">
                  <c:v>0.9640629886358818</c:v>
                </c:pt>
                <c:pt idx="1381">
                  <c:v>1.0912635973283189</c:v>
                </c:pt>
                <c:pt idx="1382">
                  <c:v>1.174815291232409</c:v>
                </c:pt>
                <c:pt idx="1383">
                  <c:v>1.1784116278765899</c:v>
                </c:pt>
                <c:pt idx="1384">
                  <c:v>1.185612126092378</c:v>
                </c:pt>
                <c:pt idx="1385">
                  <c:v>1.290508408185318</c:v>
                </c:pt>
                <c:pt idx="1386">
                  <c:v>1.446482686532742</c:v>
                </c:pt>
                <c:pt idx="1387">
                  <c:v>1.499099063518833</c:v>
                </c:pt>
                <c:pt idx="1388">
                  <c:v>1.543590605487579</c:v>
                </c:pt>
                <c:pt idx="1389">
                  <c:v>1.8208466213799659</c:v>
                </c:pt>
                <c:pt idx="1390">
                  <c:v>1.913954626663664</c:v>
                </c:pt>
                <c:pt idx="1391">
                  <c:v>1.9176900100340959</c:v>
                </c:pt>
                <c:pt idx="1392">
                  <c:v>1.9486430248029309</c:v>
                </c:pt>
                <c:pt idx="1393">
                  <c:v>1.978640679724899</c:v>
                </c:pt>
                <c:pt idx="1394">
                  <c:v>1.9863714552872851</c:v>
                </c:pt>
                <c:pt idx="1395">
                  <c:v>1.966005619846475</c:v>
                </c:pt>
                <c:pt idx="1396">
                  <c:v>1.7349750995999971</c:v>
                </c:pt>
                <c:pt idx="1397">
                  <c:v>1.619613523183089</c:v>
                </c:pt>
                <c:pt idx="1398">
                  <c:v>1.583819984701045</c:v>
                </c:pt>
                <c:pt idx="1399">
                  <c:v>1.389986404015549</c:v>
                </c:pt>
                <c:pt idx="1400">
                  <c:v>1.329701015883358</c:v>
                </c:pt>
                <c:pt idx="1401">
                  <c:v>1.29310904528565</c:v>
                </c:pt>
                <c:pt idx="1402">
                  <c:v>1.140039311478563</c:v>
                </c:pt>
                <c:pt idx="1403">
                  <c:v>0.98087782265690748</c:v>
                </c:pt>
                <c:pt idx="1404">
                  <c:v>0.92298082526221925</c:v>
                </c:pt>
                <c:pt idx="1405">
                  <c:v>0.89575812948382305</c:v>
                </c:pt>
                <c:pt idx="1406">
                  <c:v>0.76625683939466627</c:v>
                </c:pt>
                <c:pt idx="1407">
                  <c:v>0.67979399625063575</c:v>
                </c:pt>
                <c:pt idx="1408">
                  <c:v>0.67359012859169209</c:v>
                </c:pt>
                <c:pt idx="1409">
                  <c:v>0.61097030432736987</c:v>
                </c:pt>
                <c:pt idx="1410">
                  <c:v>0.55963683282747467</c:v>
                </c:pt>
                <c:pt idx="1411">
                  <c:v>0.55182899758584558</c:v>
                </c:pt>
                <c:pt idx="1412">
                  <c:v>0.55517888957723271</c:v>
                </c:pt>
                <c:pt idx="1413">
                  <c:v>0.59871874699652539</c:v>
                </c:pt>
                <c:pt idx="1414">
                  <c:v>0.61340155909650762</c:v>
                </c:pt>
                <c:pt idx="1415">
                  <c:v>0.62487818671743522</c:v>
                </c:pt>
                <c:pt idx="1416">
                  <c:v>0.77522623752474096</c:v>
                </c:pt>
                <c:pt idx="1417">
                  <c:v>0.87030160921086752</c:v>
                </c:pt>
                <c:pt idx="1418">
                  <c:v>0.89958778515289139</c:v>
                </c:pt>
                <c:pt idx="1419">
                  <c:v>1.1710625157518759</c:v>
                </c:pt>
                <c:pt idx="1420">
                  <c:v>1.2272666319300789</c:v>
                </c:pt>
                <c:pt idx="1421">
                  <c:v>1.437725818618764</c:v>
                </c:pt>
                <c:pt idx="1422">
                  <c:v>1.789104544466215</c:v>
                </c:pt>
                <c:pt idx="1423">
                  <c:v>1.7864841650815859</c:v>
                </c:pt>
                <c:pt idx="1424">
                  <c:v>1.783636845026813</c:v>
                </c:pt>
                <c:pt idx="1425">
                  <c:v>1.747568985584643</c:v>
                </c:pt>
                <c:pt idx="1426">
                  <c:v>1.711491376901275</c:v>
                </c:pt>
                <c:pt idx="1427">
                  <c:v>1.6651878974486229</c:v>
                </c:pt>
                <c:pt idx="1428">
                  <c:v>1.652116331498098</c:v>
                </c:pt>
                <c:pt idx="1429">
                  <c:v>1.623201515689253</c:v>
                </c:pt>
                <c:pt idx="1430">
                  <c:v>1.433440900835111</c:v>
                </c:pt>
                <c:pt idx="1431">
                  <c:v>1.3163725172299621</c:v>
                </c:pt>
                <c:pt idx="1432">
                  <c:v>1.23313981446094</c:v>
                </c:pt>
                <c:pt idx="1433">
                  <c:v>0.9909097749554211</c:v>
                </c:pt>
                <c:pt idx="1434">
                  <c:v>1.0916609363077929</c:v>
                </c:pt>
                <c:pt idx="1435">
                  <c:v>1.2354032503676471</c:v>
                </c:pt>
                <c:pt idx="1436">
                  <c:v>1.2599523125056</c:v>
                </c:pt>
                <c:pt idx="1437">
                  <c:v>1.253684791690254</c:v>
                </c:pt>
                <c:pt idx="1438">
                  <c:v>1.2119633795465139</c:v>
                </c:pt>
                <c:pt idx="1439">
                  <c:v>1.189477879559474</c:v>
                </c:pt>
                <c:pt idx="1440">
                  <c:v>1.182532435412788</c:v>
                </c:pt>
                <c:pt idx="1441">
                  <c:v>1.108609721050263</c:v>
                </c:pt>
                <c:pt idx="1442">
                  <c:v>1.0521464931694831</c:v>
                </c:pt>
                <c:pt idx="1443">
                  <c:v>1.0334127462287239</c:v>
                </c:pt>
                <c:pt idx="1444">
                  <c:v>1.0300304112636129</c:v>
                </c:pt>
                <c:pt idx="1445">
                  <c:v>0.98576428698414953</c:v>
                </c:pt>
                <c:pt idx="1446">
                  <c:v>0.9782456503366096</c:v>
                </c:pt>
                <c:pt idx="1447">
                  <c:v>0.98926662398439025</c:v>
                </c:pt>
                <c:pt idx="1448">
                  <c:v>1.061691089599144</c:v>
                </c:pt>
                <c:pt idx="1449">
                  <c:v>1.0986461587731009</c:v>
                </c:pt>
                <c:pt idx="1450">
                  <c:v>1.106743447580754</c:v>
                </c:pt>
                <c:pt idx="1451">
                  <c:v>1.120121699024909</c:v>
                </c:pt>
                <c:pt idx="1452">
                  <c:v>1.1347637865901901</c:v>
                </c:pt>
                <c:pt idx="1453">
                  <c:v>1.131323283156779</c:v>
                </c:pt>
                <c:pt idx="1454">
                  <c:v>1.09371267877113</c:v>
                </c:pt>
                <c:pt idx="1455">
                  <c:v>1.066510712297533</c:v>
                </c:pt>
                <c:pt idx="1456">
                  <c:v>1.044713250840454</c:v>
                </c:pt>
                <c:pt idx="1457">
                  <c:v>1.044555461879725</c:v>
                </c:pt>
                <c:pt idx="1458">
                  <c:v>1.043022266664166</c:v>
                </c:pt>
                <c:pt idx="1459">
                  <c:v>1.0418916205057049</c:v>
                </c:pt>
                <c:pt idx="1460">
                  <c:v>1.17958895282183</c:v>
                </c:pt>
                <c:pt idx="1461">
                  <c:v>1.248330813780119</c:v>
                </c:pt>
                <c:pt idx="1462">
                  <c:v>1.268083822730887</c:v>
                </c:pt>
                <c:pt idx="1463">
                  <c:v>1.3952252330312049</c:v>
                </c:pt>
                <c:pt idx="1464">
                  <c:v>1.519317347606632</c:v>
                </c:pt>
                <c:pt idx="1465">
                  <c:v>1.6037002810281069</c:v>
                </c:pt>
                <c:pt idx="1466">
                  <c:v>1.601085197361714</c:v>
                </c:pt>
                <c:pt idx="1467">
                  <c:v>1.5385073183694291</c:v>
                </c:pt>
                <c:pt idx="1468">
                  <c:v>1.463740777277629</c:v>
                </c:pt>
                <c:pt idx="1469">
                  <c:v>1.405942344934374</c:v>
                </c:pt>
                <c:pt idx="1470">
                  <c:v>1.3774622199248341</c:v>
                </c:pt>
                <c:pt idx="1471">
                  <c:v>1.680962058518465</c:v>
                </c:pt>
                <c:pt idx="1472">
                  <c:v>2.0705489395907128</c:v>
                </c:pt>
                <c:pt idx="1473">
                  <c:v>2.2932272250372079</c:v>
                </c:pt>
                <c:pt idx="1474">
                  <c:v>2.345833161060646</c:v>
                </c:pt>
                <c:pt idx="1475">
                  <c:v>2.4827964496061208</c:v>
                </c:pt>
                <c:pt idx="1476">
                  <c:v>2.5155725291112971</c:v>
                </c:pt>
                <c:pt idx="1477">
                  <c:v>2.6127272219611739</c:v>
                </c:pt>
                <c:pt idx="1478">
                  <c:v>1.9097807472963479</c:v>
                </c:pt>
                <c:pt idx="1479">
                  <c:v>0.91421075108919969</c:v>
                </c:pt>
                <c:pt idx="1480">
                  <c:v>0.50634559623571429</c:v>
                </c:pt>
                <c:pt idx="1481">
                  <c:v>0.82708782772081113</c:v>
                </c:pt>
                <c:pt idx="1482">
                  <c:v>1.3611173383637061</c:v>
                </c:pt>
                <c:pt idx="1483">
                  <c:v>1.6074533934533319</c:v>
                </c:pt>
                <c:pt idx="1484">
                  <c:v>1.5708837661672259</c:v>
                </c:pt>
                <c:pt idx="1485">
                  <c:v>1.2714121132134371</c:v>
                </c:pt>
                <c:pt idx="1486">
                  <c:v>1.1209805527802921</c:v>
                </c:pt>
                <c:pt idx="1487">
                  <c:v>1.14261280867227</c:v>
                </c:pt>
                <c:pt idx="1488">
                  <c:v>1.357034136277727</c:v>
                </c:pt>
                <c:pt idx="1489">
                  <c:v>1.3731294392794839</c:v>
                </c:pt>
                <c:pt idx="1490">
                  <c:v>1.364714418462732</c:v>
                </c:pt>
                <c:pt idx="1491">
                  <c:v>1.304715967641616</c:v>
                </c:pt>
                <c:pt idx="1492">
                  <c:v>1.278027132946203</c:v>
                </c:pt>
                <c:pt idx="1493">
                  <c:v>1.3075450516895299</c:v>
                </c:pt>
                <c:pt idx="1494">
                  <c:v>1.341859905610211</c:v>
                </c:pt>
                <c:pt idx="1495">
                  <c:v>2.192229663509456</c:v>
                </c:pt>
                <c:pt idx="1496">
                  <c:v>2.2534817142087471</c:v>
                </c:pt>
                <c:pt idx="1497">
                  <c:v>2.1455717914661898</c:v>
                </c:pt>
                <c:pt idx="1498">
                  <c:v>1.9975298708079221</c:v>
                </c:pt>
                <c:pt idx="1499">
                  <c:v>1.9504588736525721</c:v>
                </c:pt>
                <c:pt idx="1500">
                  <c:v>1.905450228266008</c:v>
                </c:pt>
                <c:pt idx="1501">
                  <c:v>1.783813254579139</c:v>
                </c:pt>
                <c:pt idx="1502">
                  <c:v>1.688426222748544</c:v>
                </c:pt>
                <c:pt idx="1503">
                  <c:v>1.750038777317295</c:v>
                </c:pt>
                <c:pt idx="1504">
                  <c:v>2.2310198576491609</c:v>
                </c:pt>
                <c:pt idx="1505">
                  <c:v>2.3085141240828668</c:v>
                </c:pt>
                <c:pt idx="1506">
                  <c:v>2.2669233577633738</c:v>
                </c:pt>
                <c:pt idx="1507">
                  <c:v>1.832683224632633</c:v>
                </c:pt>
                <c:pt idx="1508">
                  <c:v>1.3428750466731989</c:v>
                </c:pt>
                <c:pt idx="1509">
                  <c:v>0.96617066534100582</c:v>
                </c:pt>
                <c:pt idx="1510">
                  <c:v>0.53551175889540015</c:v>
                </c:pt>
                <c:pt idx="1511">
                  <c:v>0.1607882025795275</c:v>
                </c:pt>
                <c:pt idx="1512">
                  <c:v>2.564885133520729E-3</c:v>
                </c:pt>
                <c:pt idx="1513">
                  <c:v>0.93415025947322561</c:v>
                </c:pt>
                <c:pt idx="1514">
                  <c:v>1.267000839841304</c:v>
                </c:pt>
                <c:pt idx="1515">
                  <c:v>1.3241700019978471</c:v>
                </c:pt>
                <c:pt idx="1516">
                  <c:v>1.2913070530606361</c:v>
                </c:pt>
                <c:pt idx="1517">
                  <c:v>0.80483862929880445</c:v>
                </c:pt>
                <c:pt idx="1518">
                  <c:v>0.8486835739274714</c:v>
                </c:pt>
                <c:pt idx="1519">
                  <c:v>0.96819588419393399</c:v>
                </c:pt>
                <c:pt idx="1520">
                  <c:v>1.034141532619165</c:v>
                </c:pt>
                <c:pt idx="1521">
                  <c:v>1.031232661953716</c:v>
                </c:pt>
                <c:pt idx="1522">
                  <c:v>1.008837283610905</c:v>
                </c:pt>
                <c:pt idx="1523">
                  <c:v>0.99225320451206978</c:v>
                </c:pt>
                <c:pt idx="1524">
                  <c:v>0.98046391702501889</c:v>
                </c:pt>
                <c:pt idx="1525">
                  <c:v>1.062349967101897</c:v>
                </c:pt>
                <c:pt idx="1526">
                  <c:v>1.5778147243519189</c:v>
                </c:pt>
                <c:pt idx="1527">
                  <c:v>2.009415991855946</c:v>
                </c:pt>
                <c:pt idx="1528">
                  <c:v>1.9957031088259549</c:v>
                </c:pt>
                <c:pt idx="1529">
                  <c:v>1.925478874994305</c:v>
                </c:pt>
                <c:pt idx="1530">
                  <c:v>1.863766594935782</c:v>
                </c:pt>
                <c:pt idx="1531">
                  <c:v>1.8430945314286591</c:v>
                </c:pt>
                <c:pt idx="1532">
                  <c:v>1.7530367335691901</c:v>
                </c:pt>
                <c:pt idx="1533">
                  <c:v>1.1336298657480179</c:v>
                </c:pt>
                <c:pt idx="1534">
                  <c:v>1.1807134741807339</c:v>
                </c:pt>
                <c:pt idx="1535">
                  <c:v>1.2612687961686571</c:v>
                </c:pt>
                <c:pt idx="1536">
                  <c:v>1.3129903088948021</c:v>
                </c:pt>
                <c:pt idx="1537">
                  <c:v>1.321146188300947</c:v>
                </c:pt>
                <c:pt idx="1538">
                  <c:v>1.3720922350458189</c:v>
                </c:pt>
                <c:pt idx="1539">
                  <c:v>1.805045880820334</c:v>
                </c:pt>
                <c:pt idx="1540">
                  <c:v>1.875353768360781</c:v>
                </c:pt>
                <c:pt idx="1541">
                  <c:v>2.2888853042938502</c:v>
                </c:pt>
                <c:pt idx="1542">
                  <c:v>2.6619882751285959</c:v>
                </c:pt>
                <c:pt idx="1543">
                  <c:v>2.764800557674687</c:v>
                </c:pt>
                <c:pt idx="1544">
                  <c:v>2.6771031644241199</c:v>
                </c:pt>
                <c:pt idx="1545">
                  <c:v>2.042126967041666</c:v>
                </c:pt>
                <c:pt idx="1546">
                  <c:v>1.628700549675969</c:v>
                </c:pt>
                <c:pt idx="1547">
                  <c:v>1.4608675114042591</c:v>
                </c:pt>
                <c:pt idx="1548">
                  <c:v>0.92149912400805278</c:v>
                </c:pt>
                <c:pt idx="1549">
                  <c:v>0.38712105460763402</c:v>
                </c:pt>
                <c:pt idx="1550">
                  <c:v>2.0372633516943569E-2</c:v>
                </c:pt>
                <c:pt idx="1551">
                  <c:v>1.438327799742579</c:v>
                </c:pt>
                <c:pt idx="1552">
                  <c:v>0.98647250866083036</c:v>
                </c:pt>
                <c:pt idx="1553">
                  <c:v>0.81411681332682506</c:v>
                </c:pt>
                <c:pt idx="1554">
                  <c:v>0.84671822534233476</c:v>
                </c:pt>
                <c:pt idx="1555">
                  <c:v>0.98110021113884394</c:v>
                </c:pt>
                <c:pt idx="1556">
                  <c:v>1.15444119191887</c:v>
                </c:pt>
                <c:pt idx="1557">
                  <c:v>1.387705829163016</c:v>
                </c:pt>
                <c:pt idx="1558">
                  <c:v>1.6938193674084481</c:v>
                </c:pt>
                <c:pt idx="1559">
                  <c:v>1.817727803851964</c:v>
                </c:pt>
                <c:pt idx="1560">
                  <c:v>1.7982137228269299</c:v>
                </c:pt>
                <c:pt idx="1561">
                  <c:v>1.58155536486588</c:v>
                </c:pt>
                <c:pt idx="1562">
                  <c:v>1.475660093669976</c:v>
                </c:pt>
                <c:pt idx="1563">
                  <c:v>1.456718431697992</c:v>
                </c:pt>
                <c:pt idx="1564">
                  <c:v>1.427454178388941</c:v>
                </c:pt>
                <c:pt idx="1565">
                  <c:v>1.072568816179938</c:v>
                </c:pt>
                <c:pt idx="1566">
                  <c:v>1.0211966640033909</c:v>
                </c:pt>
                <c:pt idx="1567">
                  <c:v>1.004569747204898</c:v>
                </c:pt>
                <c:pt idx="1568">
                  <c:v>0.7363023228888399</c:v>
                </c:pt>
                <c:pt idx="1569">
                  <c:v>0.62051441356016313</c:v>
                </c:pt>
                <c:pt idx="1570">
                  <c:v>0.62295303203145025</c:v>
                </c:pt>
                <c:pt idx="1571">
                  <c:v>0.65122075987208738</c:v>
                </c:pt>
                <c:pt idx="1572">
                  <c:v>0.66146906838549135</c:v>
                </c:pt>
                <c:pt idx="1573">
                  <c:v>0.6675789226877068</c:v>
                </c:pt>
                <c:pt idx="1574">
                  <c:v>0.7974510952673084</c:v>
                </c:pt>
                <c:pt idx="1575">
                  <c:v>0.82931174410024355</c:v>
                </c:pt>
                <c:pt idx="1576">
                  <c:v>0.85802664507282678</c:v>
                </c:pt>
                <c:pt idx="1577">
                  <c:v>0.94603650900397429</c:v>
                </c:pt>
                <c:pt idx="1578">
                  <c:v>1.0161502360306069</c:v>
                </c:pt>
                <c:pt idx="1579">
                  <c:v>1.128260817783689</c:v>
                </c:pt>
                <c:pt idx="1580">
                  <c:v>1.1936092256662181</c:v>
                </c:pt>
                <c:pt idx="1581">
                  <c:v>2.7527202676752891</c:v>
                </c:pt>
                <c:pt idx="1582">
                  <c:v>2.6610386693585162</c:v>
                </c:pt>
                <c:pt idx="1583">
                  <c:v>2.1314953964937682</c:v>
                </c:pt>
                <c:pt idx="1584">
                  <c:v>1.4140468592248101</c:v>
                </c:pt>
                <c:pt idx="1585">
                  <c:v>1.0843783487288521</c:v>
                </c:pt>
                <c:pt idx="1586">
                  <c:v>0.55366983334702269</c:v>
                </c:pt>
                <c:pt idx="1587">
                  <c:v>1.149913647063599E-2</c:v>
                </c:pt>
                <c:pt idx="1588">
                  <c:v>0.55401629819548559</c:v>
                </c:pt>
                <c:pt idx="1589">
                  <c:v>0.60282395273295142</c:v>
                </c:pt>
                <c:pt idx="1590">
                  <c:v>0.82318969414398091</c:v>
                </c:pt>
                <c:pt idx="1591">
                  <c:v>0.82255044993999615</c:v>
                </c:pt>
                <c:pt idx="1592">
                  <c:v>0.81858115001967069</c:v>
                </c:pt>
                <c:pt idx="1593">
                  <c:v>0.81559985509871935</c:v>
                </c:pt>
                <c:pt idx="1594">
                  <c:v>0.81450574233792394</c:v>
                </c:pt>
                <c:pt idx="1595">
                  <c:v>1.0244835647142589</c:v>
                </c:pt>
                <c:pt idx="1596">
                  <c:v>1.2316552086126831</c:v>
                </c:pt>
                <c:pt idx="1597">
                  <c:v>1.650185693059717</c:v>
                </c:pt>
                <c:pt idx="1598">
                  <c:v>1.5259122345419931</c:v>
                </c:pt>
                <c:pt idx="1599">
                  <c:v>0.79310503188299131</c:v>
                </c:pt>
                <c:pt idx="1600">
                  <c:v>0.55637615680595742</c:v>
                </c:pt>
                <c:pt idx="1601">
                  <c:v>0.59272108577846272</c:v>
                </c:pt>
                <c:pt idx="1602">
                  <c:v>0.93257019221417503</c:v>
                </c:pt>
                <c:pt idx="1603">
                  <c:v>1.147526334157053</c:v>
                </c:pt>
                <c:pt idx="1604">
                  <c:v>1.147829300434122</c:v>
                </c:pt>
                <c:pt idx="1605">
                  <c:v>1.1504807580235259</c:v>
                </c:pt>
                <c:pt idx="1606">
                  <c:v>1.152438698701018</c:v>
                </c:pt>
                <c:pt idx="1607">
                  <c:v>1.1527764493993331</c:v>
                </c:pt>
                <c:pt idx="1608">
                  <c:v>1.122839563386117</c:v>
                </c:pt>
                <c:pt idx="1609">
                  <c:v>0.88068412061520096</c:v>
                </c:pt>
                <c:pt idx="1610">
                  <c:v>0.81943279507720512</c:v>
                </c:pt>
                <c:pt idx="1611">
                  <c:v>0.99416994994854124</c:v>
                </c:pt>
                <c:pt idx="1612">
                  <c:v>1.960743250686424</c:v>
                </c:pt>
                <c:pt idx="1613">
                  <c:v>2.666322795233647</c:v>
                </c:pt>
                <c:pt idx="1614">
                  <c:v>2.5544370467604689</c:v>
                </c:pt>
                <c:pt idx="1615">
                  <c:v>1.9489147931495641</c:v>
                </c:pt>
                <c:pt idx="1616">
                  <c:v>1.8433733409911119</c:v>
                </c:pt>
                <c:pt idx="1617">
                  <c:v>1.900170654036776</c:v>
                </c:pt>
                <c:pt idx="1618">
                  <c:v>2.275191550524831</c:v>
                </c:pt>
                <c:pt idx="1619">
                  <c:v>2.4534810773618489</c:v>
                </c:pt>
                <c:pt idx="1620">
                  <c:v>2.4273417736046259</c:v>
                </c:pt>
                <c:pt idx="1621">
                  <c:v>2.15676631082495</c:v>
                </c:pt>
                <c:pt idx="1622">
                  <c:v>1.691829514487474</c:v>
                </c:pt>
                <c:pt idx="1623">
                  <c:v>1.461750587411609</c:v>
                </c:pt>
                <c:pt idx="1624">
                  <c:v>1.215379997478784</c:v>
                </c:pt>
                <c:pt idx="1625">
                  <c:v>1.0644209270682219</c:v>
                </c:pt>
                <c:pt idx="1626">
                  <c:v>0.99159257993862138</c:v>
                </c:pt>
                <c:pt idx="1627">
                  <c:v>0.4680563753124477</c:v>
                </c:pt>
                <c:pt idx="1628">
                  <c:v>7.9481850653459141E-2</c:v>
                </c:pt>
                <c:pt idx="1629">
                  <c:v>1.0215759633458129E-2</c:v>
                </c:pt>
                <c:pt idx="1630">
                  <c:v>3.248215111867419</c:v>
                </c:pt>
                <c:pt idx="1631">
                  <c:v>2.8209292035876659</c:v>
                </c:pt>
                <c:pt idx="1632">
                  <c:v>0.55860151272161562</c:v>
                </c:pt>
                <c:pt idx="1633">
                  <c:v>0.64712968896666045</c:v>
                </c:pt>
                <c:pt idx="1634">
                  <c:v>1.1748143312481321</c:v>
                </c:pt>
                <c:pt idx="1635">
                  <c:v>1.7740776726723571</c:v>
                </c:pt>
                <c:pt idx="1636">
                  <c:v>2.043354880492632</c:v>
                </c:pt>
                <c:pt idx="1637">
                  <c:v>1.913795317553417</c:v>
                </c:pt>
                <c:pt idx="1638">
                  <c:v>0.48286223294303238</c:v>
                </c:pt>
                <c:pt idx="1639">
                  <c:v>0.49293637819744018</c:v>
                </c:pt>
                <c:pt idx="1640">
                  <c:v>0.5952983392108655</c:v>
                </c:pt>
                <c:pt idx="1641">
                  <c:v>0.60570942186979104</c:v>
                </c:pt>
                <c:pt idx="1642">
                  <c:v>0.78961553167118614</c:v>
                </c:pt>
                <c:pt idx="1643">
                  <c:v>0.9706608571942692</c:v>
                </c:pt>
                <c:pt idx="1644">
                  <c:v>1.056047650428948</c:v>
                </c:pt>
                <c:pt idx="1645">
                  <c:v>1.003432895022123</c:v>
                </c:pt>
                <c:pt idx="1646">
                  <c:v>0.60547009267216856</c:v>
                </c:pt>
                <c:pt idx="1647">
                  <c:v>0.21842122408565351</c:v>
                </c:pt>
                <c:pt idx="1648">
                  <c:v>0.16804322543364381</c:v>
                </c:pt>
                <c:pt idx="1649">
                  <c:v>0.25767270275313942</c:v>
                </c:pt>
                <c:pt idx="1650">
                  <c:v>1.1658926377962151</c:v>
                </c:pt>
                <c:pt idx="1651">
                  <c:v>1.5252812110647489</c:v>
                </c:pt>
                <c:pt idx="1652">
                  <c:v>1.4617329785466771</c:v>
                </c:pt>
                <c:pt idx="1653">
                  <c:v>1.2017924868725449</c:v>
                </c:pt>
                <c:pt idx="1654">
                  <c:v>1.585810576745414</c:v>
                </c:pt>
                <c:pt idx="1655">
                  <c:v>2.5063645241495309</c:v>
                </c:pt>
                <c:pt idx="1656">
                  <c:v>2.637311131372654</c:v>
                </c:pt>
                <c:pt idx="1657">
                  <c:v>2.5848761917513592</c:v>
                </c:pt>
                <c:pt idx="1658">
                  <c:v>2.285616308378382</c:v>
                </c:pt>
                <c:pt idx="1659">
                  <c:v>1.9905837518233489</c:v>
                </c:pt>
                <c:pt idx="1660">
                  <c:v>1.890669586577693</c:v>
                </c:pt>
                <c:pt idx="1661">
                  <c:v>1.5881341952157599</c:v>
                </c:pt>
                <c:pt idx="1662">
                  <c:v>1.2053600297069069</c:v>
                </c:pt>
                <c:pt idx="1663">
                  <c:v>1.167805637975412</c:v>
                </c:pt>
                <c:pt idx="1664">
                  <c:v>1.0620563132924019</c:v>
                </c:pt>
                <c:pt idx="1665">
                  <c:v>0.30104152449042038</c:v>
                </c:pt>
                <c:pt idx="1666">
                  <c:v>5.1177419643501088E-3</c:v>
                </c:pt>
                <c:pt idx="1667">
                  <c:v>0.95094058379476498</c:v>
                </c:pt>
                <c:pt idx="1668">
                  <c:v>0.95409547787589444</c:v>
                </c:pt>
                <c:pt idx="1669">
                  <c:v>0.99272954957485304</c:v>
                </c:pt>
                <c:pt idx="1670">
                  <c:v>1.024916252942186</c:v>
                </c:pt>
                <c:pt idx="1671">
                  <c:v>1.076494192409543</c:v>
                </c:pt>
                <c:pt idx="1672">
                  <c:v>1.1066580800983421</c:v>
                </c:pt>
                <c:pt idx="1673">
                  <c:v>1.148291257640156</c:v>
                </c:pt>
                <c:pt idx="1674">
                  <c:v>1.2258738241537479</c:v>
                </c:pt>
                <c:pt idx="1675">
                  <c:v>1.3102187986026199</c:v>
                </c:pt>
                <c:pt idx="1676">
                  <c:v>1.38740204645759</c:v>
                </c:pt>
                <c:pt idx="1677">
                  <c:v>1.3779142834252669</c:v>
                </c:pt>
                <c:pt idx="1678">
                  <c:v>1.29875198580033</c:v>
                </c:pt>
                <c:pt idx="1679">
                  <c:v>1.247115717623638</c:v>
                </c:pt>
                <c:pt idx="1680">
                  <c:v>1.3439444440758279</c:v>
                </c:pt>
                <c:pt idx="1681">
                  <c:v>1.5102870113782161</c:v>
                </c:pt>
                <c:pt idx="1682">
                  <c:v>2.7724411585130162</c:v>
                </c:pt>
                <c:pt idx="1683">
                  <c:v>2.6474353841849672</c:v>
                </c:pt>
                <c:pt idx="1684">
                  <c:v>1.8807257598130931</c:v>
                </c:pt>
                <c:pt idx="1685">
                  <c:v>1.209088400369086</c:v>
                </c:pt>
                <c:pt idx="1686">
                  <c:v>0.82870883873955381</c:v>
                </c:pt>
                <c:pt idx="1687">
                  <c:v>1.124602129362166</c:v>
                </c:pt>
                <c:pt idx="1688">
                  <c:v>2.6621781354226042</c:v>
                </c:pt>
                <c:pt idx="1689">
                  <c:v>3.928123086884852</c:v>
                </c:pt>
                <c:pt idx="1690">
                  <c:v>3.815986354987023</c:v>
                </c:pt>
                <c:pt idx="1691">
                  <c:v>2.5393845501252259</c:v>
                </c:pt>
                <c:pt idx="1692">
                  <c:v>1.570315840228879</c:v>
                </c:pt>
                <c:pt idx="1693">
                  <c:v>2.1167397634933982</c:v>
                </c:pt>
                <c:pt idx="1694">
                  <c:v>3.5825917548687789</c:v>
                </c:pt>
                <c:pt idx="1695">
                  <c:v>4.1162191623954003</c:v>
                </c:pt>
                <c:pt idx="1696">
                  <c:v>4.0653030414703704</c:v>
                </c:pt>
                <c:pt idx="1697">
                  <c:v>3.6846954840100632</c:v>
                </c:pt>
                <c:pt idx="1698">
                  <c:v>3.042902542263894</c:v>
                </c:pt>
                <c:pt idx="1699">
                  <c:v>2.7703555680953542</c:v>
                </c:pt>
                <c:pt idx="1700">
                  <c:v>2.3625246830697759</c:v>
                </c:pt>
                <c:pt idx="1701">
                  <c:v>2.170729410487052</c:v>
                </c:pt>
                <c:pt idx="1702">
                  <c:v>2.0556423614889079</c:v>
                </c:pt>
                <c:pt idx="1703">
                  <c:v>0.93507541564562913</c:v>
                </c:pt>
                <c:pt idx="1704">
                  <c:v>0.14932527199519099</c:v>
                </c:pt>
                <c:pt idx="1705">
                  <c:v>9.8791549144787785E-3</c:v>
                </c:pt>
                <c:pt idx="1706">
                  <c:v>3.885000920829516</c:v>
                </c:pt>
                <c:pt idx="1707">
                  <c:v>3.560793305612608</c:v>
                </c:pt>
                <c:pt idx="1708">
                  <c:v>1.019897161423224</c:v>
                </c:pt>
                <c:pt idx="1709">
                  <c:v>1.070043877091412</c:v>
                </c:pt>
                <c:pt idx="1710">
                  <c:v>1.37443138742057</c:v>
                </c:pt>
                <c:pt idx="1711">
                  <c:v>1.612311341834012</c:v>
                </c:pt>
                <c:pt idx="1712">
                  <c:v>1.5959305535614301</c:v>
                </c:pt>
                <c:pt idx="1713">
                  <c:v>1.499128828600627</c:v>
                </c:pt>
                <c:pt idx="1714">
                  <c:v>1.3533360658297</c:v>
                </c:pt>
                <c:pt idx="1715">
                  <c:v>1.341225581591226</c:v>
                </c:pt>
                <c:pt idx="1716">
                  <c:v>1.404644734709442</c:v>
                </c:pt>
                <c:pt idx="1717">
                  <c:v>1.9453236441352131</c:v>
                </c:pt>
                <c:pt idx="1718">
                  <c:v>2.048803803887759</c:v>
                </c:pt>
                <c:pt idx="1719">
                  <c:v>2.057303951556873</c:v>
                </c:pt>
                <c:pt idx="1720">
                  <c:v>2.0729225835923391</c:v>
                </c:pt>
                <c:pt idx="1721">
                  <c:v>2.2961825156958828</c:v>
                </c:pt>
                <c:pt idx="1722">
                  <c:v>2.3154462444424868</c:v>
                </c:pt>
                <c:pt idx="1723">
                  <c:v>2.6425534040672041</c:v>
                </c:pt>
                <c:pt idx="1724">
                  <c:v>2.7071515858645161</c:v>
                </c:pt>
                <c:pt idx="1725">
                  <c:v>2.814003810060862</c:v>
                </c:pt>
                <c:pt idx="1726">
                  <c:v>2.9049464908302061</c:v>
                </c:pt>
                <c:pt idx="1727">
                  <c:v>3.0036122509330458</c:v>
                </c:pt>
                <c:pt idx="1728">
                  <c:v>2.927013184406861</c:v>
                </c:pt>
                <c:pt idx="1729">
                  <c:v>2.4488706822886379</c:v>
                </c:pt>
                <c:pt idx="1730">
                  <c:v>2.086991061913031</c:v>
                </c:pt>
                <c:pt idx="1731">
                  <c:v>2.1294568273580752</c:v>
                </c:pt>
                <c:pt idx="1732">
                  <c:v>2.1701435976271171</c:v>
                </c:pt>
                <c:pt idx="1733">
                  <c:v>3.1604863151568572</c:v>
                </c:pt>
                <c:pt idx="1734">
                  <c:v>3.3096475375506289</c:v>
                </c:pt>
                <c:pt idx="1735">
                  <c:v>3.1690705426408829</c:v>
                </c:pt>
                <c:pt idx="1736">
                  <c:v>2.9536257743202081</c:v>
                </c:pt>
                <c:pt idx="1737">
                  <c:v>2.7054580615355421</c:v>
                </c:pt>
                <c:pt idx="1738">
                  <c:v>2.5712436462416939</c:v>
                </c:pt>
                <c:pt idx="1739">
                  <c:v>2.350272766471301</c:v>
                </c:pt>
                <c:pt idx="1740">
                  <c:v>2.1274895390075188</c:v>
                </c:pt>
                <c:pt idx="1741">
                  <c:v>2.0445474538852619</c:v>
                </c:pt>
                <c:pt idx="1742">
                  <c:v>1.0054708972412161</c:v>
                </c:pt>
                <c:pt idx="1743">
                  <c:v>0.13286917786466851</c:v>
                </c:pt>
                <c:pt idx="1744">
                  <c:v>2.3317657850745969E-3</c:v>
                </c:pt>
                <c:pt idx="1745">
                  <c:v>1.8575690980281121</c:v>
                </c:pt>
                <c:pt idx="1746">
                  <c:v>1.811702663053157</c:v>
                </c:pt>
                <c:pt idx="1747">
                  <c:v>1.593600453395267</c:v>
                </c:pt>
                <c:pt idx="1748">
                  <c:v>1.4329610597127309</c:v>
                </c:pt>
                <c:pt idx="1749">
                  <c:v>1.4044552688510119</c:v>
                </c:pt>
                <c:pt idx="1750">
                  <c:v>1.3368008944973551</c:v>
                </c:pt>
                <c:pt idx="1751">
                  <c:v>0.52132684829636555</c:v>
                </c:pt>
                <c:pt idx="1752">
                  <c:v>0.39022503403489911</c:v>
                </c:pt>
                <c:pt idx="1753">
                  <c:v>0.44079663599775842</c:v>
                </c:pt>
                <c:pt idx="1754">
                  <c:v>1.123125935512425</c:v>
                </c:pt>
                <c:pt idx="1755">
                  <c:v>1.3861718187223031</c:v>
                </c:pt>
                <c:pt idx="1756">
                  <c:v>1.439659944857965</c:v>
                </c:pt>
                <c:pt idx="1757">
                  <c:v>1.780928129104576</c:v>
                </c:pt>
                <c:pt idx="1758">
                  <c:v>1.881956546958806</c:v>
                </c:pt>
                <c:pt idx="1759">
                  <c:v>1.864139604057748</c:v>
                </c:pt>
                <c:pt idx="1760">
                  <c:v>1.6837756426653601</c:v>
                </c:pt>
                <c:pt idx="1761">
                  <c:v>1.492324637676135</c:v>
                </c:pt>
                <c:pt idx="1762">
                  <c:v>1.425281008401984</c:v>
                </c:pt>
                <c:pt idx="1763">
                  <c:v>1.500786791177579</c:v>
                </c:pt>
                <c:pt idx="1764">
                  <c:v>2.1649713579667091</c:v>
                </c:pt>
                <c:pt idx="1765">
                  <c:v>2.6140202274313351</c:v>
                </c:pt>
                <c:pt idx="1766">
                  <c:v>2.5598627584780198</c:v>
                </c:pt>
                <c:pt idx="1767">
                  <c:v>1.8489368155375761</c:v>
                </c:pt>
                <c:pt idx="1768">
                  <c:v>1.7957412460094659</c:v>
                </c:pt>
                <c:pt idx="1769">
                  <c:v>1.7736455641604869</c:v>
                </c:pt>
                <c:pt idx="1770">
                  <c:v>1.621843283063555</c:v>
                </c:pt>
                <c:pt idx="1771">
                  <c:v>1.5525617779466361</c:v>
                </c:pt>
                <c:pt idx="1772">
                  <c:v>1.586239715327441</c:v>
                </c:pt>
                <c:pt idx="1773">
                  <c:v>1.9857027430069421</c:v>
                </c:pt>
                <c:pt idx="1774">
                  <c:v>2.277603893569335</c:v>
                </c:pt>
                <c:pt idx="1775">
                  <c:v>2.2651343523948051</c:v>
                </c:pt>
                <c:pt idx="1776">
                  <c:v>2.2017764095209089</c:v>
                </c:pt>
                <c:pt idx="1777">
                  <c:v>2.1002124396562838</c:v>
                </c:pt>
                <c:pt idx="1778">
                  <c:v>2.048551673729087</c:v>
                </c:pt>
                <c:pt idx="1779">
                  <c:v>1.9981293870998851</c:v>
                </c:pt>
                <c:pt idx="1780">
                  <c:v>1.944525219476527</c:v>
                </c:pt>
                <c:pt idx="1781">
                  <c:v>1.594035218287069</c:v>
                </c:pt>
                <c:pt idx="1782">
                  <c:v>1.106257790635238</c:v>
                </c:pt>
                <c:pt idx="1783">
                  <c:v>1.0618408065598379</c:v>
                </c:pt>
                <c:pt idx="1784">
                  <c:v>0.63426735913175225</c:v>
                </c:pt>
                <c:pt idx="1785">
                  <c:v>0.1072761327260341</c:v>
                </c:pt>
                <c:pt idx="1786">
                  <c:v>0.7773541656086711</c:v>
                </c:pt>
                <c:pt idx="1787">
                  <c:v>1.166611919935082</c:v>
                </c:pt>
                <c:pt idx="1788">
                  <c:v>1.306930333008377</c:v>
                </c:pt>
                <c:pt idx="1789">
                  <c:v>1.563240867447756</c:v>
                </c:pt>
                <c:pt idx="1790">
                  <c:v>1.562757376535487</c:v>
                </c:pt>
                <c:pt idx="1791">
                  <c:v>1.5602374855058361</c:v>
                </c:pt>
                <c:pt idx="1792">
                  <c:v>1.558375922585201</c:v>
                </c:pt>
                <c:pt idx="1793">
                  <c:v>1.558053441674857</c:v>
                </c:pt>
                <c:pt idx="1794">
                  <c:v>1.5628635420412369</c:v>
                </c:pt>
                <c:pt idx="1795">
                  <c:v>1.6031739487317731</c:v>
                </c:pt>
                <c:pt idx="1796">
                  <c:v>1.6167919025220261</c:v>
                </c:pt>
                <c:pt idx="1797">
                  <c:v>1.6372195842240711</c:v>
                </c:pt>
                <c:pt idx="1798">
                  <c:v>1.753213964712476</c:v>
                </c:pt>
                <c:pt idx="1799">
                  <c:v>1.8528302194639461</c:v>
                </c:pt>
                <c:pt idx="1800">
                  <c:v>1.862105030673622</c:v>
                </c:pt>
                <c:pt idx="1801">
                  <c:v>1.924845103172842</c:v>
                </c:pt>
                <c:pt idx="1802">
                  <c:v>2.2671051201627899</c:v>
                </c:pt>
                <c:pt idx="1803">
                  <c:v>2.3288710250161269</c:v>
                </c:pt>
                <c:pt idx="1804">
                  <c:v>2.270976247970109</c:v>
                </c:pt>
                <c:pt idx="1805">
                  <c:v>1.8250259977917931</c:v>
                </c:pt>
                <c:pt idx="1806">
                  <c:v>1.5575476938847119</c:v>
                </c:pt>
                <c:pt idx="1807">
                  <c:v>1.5609586699506659</c:v>
                </c:pt>
                <c:pt idx="1808">
                  <c:v>1.602724903735782</c:v>
                </c:pt>
                <c:pt idx="1809">
                  <c:v>1.669069789989571</c:v>
                </c:pt>
                <c:pt idx="1810">
                  <c:v>1.6769243800811711</c:v>
                </c:pt>
                <c:pt idx="1811">
                  <c:v>1.7857019908313669</c:v>
                </c:pt>
                <c:pt idx="1812">
                  <c:v>2.612109796613745</c:v>
                </c:pt>
                <c:pt idx="1813">
                  <c:v>2.912456816651932</c:v>
                </c:pt>
                <c:pt idx="1814">
                  <c:v>2.8580212617200602</c:v>
                </c:pt>
                <c:pt idx="1815">
                  <c:v>2.5357047067350522</c:v>
                </c:pt>
                <c:pt idx="1816">
                  <c:v>2.21508347778515</c:v>
                </c:pt>
                <c:pt idx="1817">
                  <c:v>1.662319501062425</c:v>
                </c:pt>
                <c:pt idx="1818">
                  <c:v>1.5394522081559689</c:v>
                </c:pt>
                <c:pt idx="1819">
                  <c:v>1.525312106054888</c:v>
                </c:pt>
                <c:pt idx="1820">
                  <c:v>1.4062449958417611</c:v>
                </c:pt>
                <c:pt idx="1821">
                  <c:v>1.2891234958815241</c:v>
                </c:pt>
                <c:pt idx="1822">
                  <c:v>1.214898994391755</c:v>
                </c:pt>
                <c:pt idx="1823">
                  <c:v>1.1600871066480221</c:v>
                </c:pt>
                <c:pt idx="1824">
                  <c:v>0.16586849915715571</c:v>
                </c:pt>
                <c:pt idx="1825">
                  <c:v>1.670420694861555E-2</c:v>
                </c:pt>
                <c:pt idx="1826">
                  <c:v>0.76972982100537768</c:v>
                </c:pt>
                <c:pt idx="1827">
                  <c:v>0.7901207136747227</c:v>
                </c:pt>
                <c:pt idx="1828">
                  <c:v>0.86872200917871989</c:v>
                </c:pt>
                <c:pt idx="1829">
                  <c:v>0.88422935014361259</c:v>
                </c:pt>
                <c:pt idx="1830">
                  <c:v>0.9962285499969965</c:v>
                </c:pt>
                <c:pt idx="1831">
                  <c:v>1.149985791721726</c:v>
                </c:pt>
                <c:pt idx="1832">
                  <c:v>1.2362231169305049</c:v>
                </c:pt>
                <c:pt idx="1833">
                  <c:v>1.263305771230653</c:v>
                </c:pt>
                <c:pt idx="1834">
                  <c:v>1.354917861560887</c:v>
                </c:pt>
                <c:pt idx="1835">
                  <c:v>1.4826533723590789</c:v>
                </c:pt>
                <c:pt idx="1836">
                  <c:v>1.9120452421842089</c:v>
                </c:pt>
                <c:pt idx="1837">
                  <c:v>2.3358272571122889</c:v>
                </c:pt>
                <c:pt idx="1838">
                  <c:v>2.7294611784072651</c:v>
                </c:pt>
                <c:pt idx="1839">
                  <c:v>2.6737922642355429</c:v>
                </c:pt>
                <c:pt idx="1840">
                  <c:v>2.04601364083697</c:v>
                </c:pt>
                <c:pt idx="1841">
                  <c:v>1.995214697965862</c:v>
                </c:pt>
                <c:pt idx="1842">
                  <c:v>1.939404444425131</c:v>
                </c:pt>
                <c:pt idx="1843">
                  <c:v>1.480867294058654</c:v>
                </c:pt>
                <c:pt idx="1844">
                  <c:v>1.368227666537718</c:v>
                </c:pt>
                <c:pt idx="1845">
                  <c:v>1.3331750842773979</c:v>
                </c:pt>
                <c:pt idx="1846">
                  <c:v>0.85435975243464468</c:v>
                </c:pt>
                <c:pt idx="1847">
                  <c:v>0.58426748704510267</c:v>
                </c:pt>
                <c:pt idx="1848">
                  <c:v>0.75524418562406359</c:v>
                </c:pt>
                <c:pt idx="1849">
                  <c:v>2.160057472241669</c:v>
                </c:pt>
                <c:pt idx="1850">
                  <c:v>2.9025234818802428</c:v>
                </c:pt>
                <c:pt idx="1851">
                  <c:v>2.7930463400697971</c:v>
                </c:pt>
                <c:pt idx="1852">
                  <c:v>2.5783077434022021</c:v>
                </c:pt>
                <c:pt idx="1853">
                  <c:v>2.3631443100648948</c:v>
                </c:pt>
                <c:pt idx="1854">
                  <c:v>2.1124547272165022</c:v>
                </c:pt>
                <c:pt idx="1855">
                  <c:v>1.957180192411083</c:v>
                </c:pt>
                <c:pt idx="1856">
                  <c:v>1.9022488110172979</c:v>
                </c:pt>
                <c:pt idx="1857">
                  <c:v>1.893374114203306</c:v>
                </c:pt>
                <c:pt idx="1858">
                  <c:v>1.846374976077128</c:v>
                </c:pt>
                <c:pt idx="1859">
                  <c:v>1.789736164922114</c:v>
                </c:pt>
                <c:pt idx="1860">
                  <c:v>1.7663686081031851</c:v>
                </c:pt>
                <c:pt idx="1861">
                  <c:v>1.6495581337104599</c:v>
                </c:pt>
                <c:pt idx="1862">
                  <c:v>0.73383690872490814</c:v>
                </c:pt>
                <c:pt idx="1863">
                  <c:v>0.12620940586044499</c:v>
                </c:pt>
                <c:pt idx="1864">
                  <c:v>1.838237819095764E-2</c:v>
                </c:pt>
                <c:pt idx="1865">
                  <c:v>1.2363835182255181</c:v>
                </c:pt>
                <c:pt idx="1866">
                  <c:v>1.224888796123011</c:v>
                </c:pt>
                <c:pt idx="1867">
                  <c:v>1.1689074262376751</c:v>
                </c:pt>
                <c:pt idx="1868">
                  <c:v>1.2246758348437541</c:v>
                </c:pt>
                <c:pt idx="1869">
                  <c:v>1.5515145638560619</c:v>
                </c:pt>
                <c:pt idx="1870">
                  <c:v>1.8090376670196671</c:v>
                </c:pt>
                <c:pt idx="1871">
                  <c:v>2.01291456513666</c:v>
                </c:pt>
                <c:pt idx="1872">
                  <c:v>2.053971809679124</c:v>
                </c:pt>
                <c:pt idx="1873">
                  <c:v>2.2516944614677792</c:v>
                </c:pt>
                <c:pt idx="1874">
                  <c:v>2.38005341429837</c:v>
                </c:pt>
                <c:pt idx="1875">
                  <c:v>2.3364498353832488</c:v>
                </c:pt>
                <c:pt idx="1876">
                  <c:v>2.051507283971016</c:v>
                </c:pt>
                <c:pt idx="1877">
                  <c:v>1.691066947961346</c:v>
                </c:pt>
                <c:pt idx="1878">
                  <c:v>1.5543309862066079</c:v>
                </c:pt>
                <c:pt idx="1879">
                  <c:v>1.541263275540975</c:v>
                </c:pt>
                <c:pt idx="1880">
                  <c:v>1.364316348137558</c:v>
                </c:pt>
                <c:pt idx="1881">
                  <c:v>1.2247486674108219</c:v>
                </c:pt>
                <c:pt idx="1882">
                  <c:v>1.2333821886409</c:v>
                </c:pt>
                <c:pt idx="1883">
                  <c:v>1.3477961932846301</c:v>
                </c:pt>
                <c:pt idx="1884">
                  <c:v>1.451811700771265</c:v>
                </c:pt>
                <c:pt idx="1885">
                  <c:v>1.475843466421128</c:v>
                </c:pt>
                <c:pt idx="1886">
                  <c:v>1.4649650939373211</c:v>
                </c:pt>
                <c:pt idx="1887">
                  <c:v>1.36289969630833</c:v>
                </c:pt>
                <c:pt idx="1888">
                  <c:v>1.326560636233761</c:v>
                </c:pt>
                <c:pt idx="1889">
                  <c:v>1.4019118631339691</c:v>
                </c:pt>
                <c:pt idx="1890">
                  <c:v>1.8762403816309789</c:v>
                </c:pt>
                <c:pt idx="1891">
                  <c:v>2.2990874968177439</c:v>
                </c:pt>
                <c:pt idx="1892">
                  <c:v>2.273764037583057</c:v>
                </c:pt>
                <c:pt idx="1893">
                  <c:v>1.9712699266350571</c:v>
                </c:pt>
                <c:pt idx="1894">
                  <c:v>1.6640450095789061</c:v>
                </c:pt>
                <c:pt idx="1895">
                  <c:v>1.2807314446659881</c:v>
                </c:pt>
                <c:pt idx="1896">
                  <c:v>1.0219608994021661</c:v>
                </c:pt>
                <c:pt idx="1897">
                  <c:v>0.94551289223526036</c:v>
                </c:pt>
                <c:pt idx="1898">
                  <c:v>0.82823658881742801</c:v>
                </c:pt>
                <c:pt idx="1899">
                  <c:v>0.7820369952712013</c:v>
                </c:pt>
                <c:pt idx="1900">
                  <c:v>0.73696685281591201</c:v>
                </c:pt>
                <c:pt idx="1901">
                  <c:v>0.39894882402708198</c:v>
                </c:pt>
                <c:pt idx="1902">
                  <c:v>0.19663967940615809</c:v>
                </c:pt>
                <c:pt idx="1903">
                  <c:v>1.89984251296451E-3</c:v>
                </c:pt>
                <c:pt idx="1904">
                  <c:v>0.91618040036222093</c:v>
                </c:pt>
                <c:pt idx="1905">
                  <c:v>1.023769179317062</c:v>
                </c:pt>
                <c:pt idx="1906">
                  <c:v>2.1505653156583522</c:v>
                </c:pt>
                <c:pt idx="1907">
                  <c:v>2.5803136609760791</c:v>
                </c:pt>
                <c:pt idx="1908">
                  <c:v>2.5062704126533042</c:v>
                </c:pt>
                <c:pt idx="1909">
                  <c:v>2.0337474044419359</c:v>
                </c:pt>
                <c:pt idx="1910">
                  <c:v>1.651912263124478</c:v>
                </c:pt>
                <c:pt idx="1911">
                  <c:v>1.759364974648951</c:v>
                </c:pt>
                <c:pt idx="1912">
                  <c:v>2.421404622883121</c:v>
                </c:pt>
                <c:pt idx="1913">
                  <c:v>3.123444261887582</c:v>
                </c:pt>
                <c:pt idx="1914">
                  <c:v>3.5807177882158232</c:v>
                </c:pt>
                <c:pt idx="1915">
                  <c:v>3.5112019706558031</c:v>
                </c:pt>
                <c:pt idx="1916">
                  <c:v>3.4086026807340599</c:v>
                </c:pt>
                <c:pt idx="1917">
                  <c:v>3.345367540424089</c:v>
                </c:pt>
                <c:pt idx="1918">
                  <c:v>2.694626663001729</c:v>
                </c:pt>
                <c:pt idx="1919">
                  <c:v>2.555979270868912</c:v>
                </c:pt>
                <c:pt idx="1920">
                  <c:v>2.4609312729101012</c:v>
                </c:pt>
                <c:pt idx="1921">
                  <c:v>1.3336689803419031</c:v>
                </c:pt>
                <c:pt idx="1922">
                  <c:v>0.8655871840937599</c:v>
                </c:pt>
                <c:pt idx="1923">
                  <c:v>0.85285781824722517</c:v>
                </c:pt>
                <c:pt idx="1924">
                  <c:v>0.73278069310930694</c:v>
                </c:pt>
                <c:pt idx="1925">
                  <c:v>0.61801005730577829</c:v>
                </c:pt>
                <c:pt idx="1926">
                  <c:v>0.66351850311581728</c:v>
                </c:pt>
                <c:pt idx="1927">
                  <c:v>0.99602606371910951</c:v>
                </c:pt>
                <c:pt idx="1928">
                  <c:v>1.107626867411772</c:v>
                </c:pt>
                <c:pt idx="1929">
                  <c:v>1.0961060157503979</c:v>
                </c:pt>
                <c:pt idx="1930">
                  <c:v>1.0740944558040131</c:v>
                </c:pt>
                <c:pt idx="1931">
                  <c:v>1.052466186642081</c:v>
                </c:pt>
                <c:pt idx="1932">
                  <c:v>1.0487684184349499</c:v>
                </c:pt>
                <c:pt idx="1933">
                  <c:v>1.0161163901960191</c:v>
                </c:pt>
                <c:pt idx="1934">
                  <c:v>1.0570026024094601</c:v>
                </c:pt>
                <c:pt idx="1935">
                  <c:v>1.380833290106517</c:v>
                </c:pt>
                <c:pt idx="1936">
                  <c:v>1.6367794926918331</c:v>
                </c:pt>
                <c:pt idx="1937">
                  <c:v>1.638415544045202</c:v>
                </c:pt>
                <c:pt idx="1938">
                  <c:v>1.6430363031525861</c:v>
                </c:pt>
                <c:pt idx="1939">
                  <c:v>1.6475860370030291</c:v>
                </c:pt>
                <c:pt idx="1940">
                  <c:v>1.652850346699394</c:v>
                </c:pt>
                <c:pt idx="1941">
                  <c:v>1.654005004644606</c:v>
                </c:pt>
                <c:pt idx="1942">
                  <c:v>1.2606463951696101</c:v>
                </c:pt>
                <c:pt idx="1943">
                  <c:v>0.52151183700325254</c:v>
                </c:pt>
                <c:pt idx="1944">
                  <c:v>2.777272418168452E-2</c:v>
                </c:pt>
                <c:pt idx="1945">
                  <c:v>0.40944696940656861</c:v>
                </c:pt>
                <c:pt idx="1946">
                  <c:v>2.6806105200140071</c:v>
                </c:pt>
                <c:pt idx="1947">
                  <c:v>1.727468259825037</c:v>
                </c:pt>
                <c:pt idx="1948">
                  <c:v>1.4801388174113881</c:v>
                </c:pt>
                <c:pt idx="1949">
                  <c:v>1.4650518995436359</c:v>
                </c:pt>
                <c:pt idx="1950">
                  <c:v>1.356715436476208</c:v>
                </c:pt>
                <c:pt idx="1951">
                  <c:v>1.253271001778228</c:v>
                </c:pt>
                <c:pt idx="1952">
                  <c:v>1.2418856463962269</c:v>
                </c:pt>
                <c:pt idx="1953">
                  <c:v>1.242038448628876</c:v>
                </c:pt>
                <c:pt idx="1954">
                  <c:v>1.2430881794059681</c:v>
                </c:pt>
                <c:pt idx="1955">
                  <c:v>1.243290057993083</c:v>
                </c:pt>
                <c:pt idx="1956">
                  <c:v>1.2326116391599851</c:v>
                </c:pt>
                <c:pt idx="1957">
                  <c:v>1.084307609217896</c:v>
                </c:pt>
                <c:pt idx="1958">
                  <c:v>1.0658699895079571</c:v>
                </c:pt>
                <c:pt idx="1959">
                  <c:v>1.082277047114967</c:v>
                </c:pt>
                <c:pt idx="1960">
                  <c:v>1.1850075839450309</c:v>
                </c:pt>
                <c:pt idx="1961">
                  <c:v>1.297885439531036</c:v>
                </c:pt>
                <c:pt idx="1962">
                  <c:v>1.335709446409419</c:v>
                </c:pt>
                <c:pt idx="1963">
                  <c:v>1.3024487622390479</c:v>
                </c:pt>
                <c:pt idx="1964">
                  <c:v>1.0292370334754899</c:v>
                </c:pt>
                <c:pt idx="1965">
                  <c:v>0.90974829703536142</c:v>
                </c:pt>
                <c:pt idx="1966">
                  <c:v>0.97295769677142729</c:v>
                </c:pt>
                <c:pt idx="1967">
                  <c:v>1.2801297191307539</c:v>
                </c:pt>
                <c:pt idx="1968">
                  <c:v>1.5540171189070999</c:v>
                </c:pt>
                <c:pt idx="1969">
                  <c:v>1.5351099677514819</c:v>
                </c:pt>
                <c:pt idx="1970">
                  <c:v>1.43194859052359</c:v>
                </c:pt>
                <c:pt idx="1971">
                  <c:v>1.327925892693927</c:v>
                </c:pt>
                <c:pt idx="1972">
                  <c:v>1.1966947754223951</c:v>
                </c:pt>
                <c:pt idx="1973">
                  <c:v>1.107174854211731</c:v>
                </c:pt>
                <c:pt idx="1974">
                  <c:v>1.1322413129724249</c:v>
                </c:pt>
                <c:pt idx="1975">
                  <c:v>1.3669066096305329</c:v>
                </c:pt>
                <c:pt idx="1976">
                  <c:v>1.4651235898065369</c:v>
                </c:pt>
                <c:pt idx="1977">
                  <c:v>1.371998122109906</c:v>
                </c:pt>
                <c:pt idx="1978">
                  <c:v>1.2039298900787569</c:v>
                </c:pt>
                <c:pt idx="1979">
                  <c:v>1.03391660922924</c:v>
                </c:pt>
                <c:pt idx="1980">
                  <c:v>0.57261653371472843</c:v>
                </c:pt>
                <c:pt idx="1981">
                  <c:v>0.20895315019018401</c:v>
                </c:pt>
                <c:pt idx="1982">
                  <c:v>1.6285938771748651E-3</c:v>
                </c:pt>
                <c:pt idx="1983">
                  <c:v>1.679857183357824</c:v>
                </c:pt>
                <c:pt idx="1984">
                  <c:v>1.623894780073001</c:v>
                </c:pt>
                <c:pt idx="1985">
                  <c:v>1.2902493648368569</c:v>
                </c:pt>
                <c:pt idx="1986">
                  <c:v>1.2423072841289211</c:v>
                </c:pt>
                <c:pt idx="1987">
                  <c:v>0.76198263006860811</c:v>
                </c:pt>
                <c:pt idx="1988">
                  <c:v>0.7062581298157653</c:v>
                </c:pt>
                <c:pt idx="1989">
                  <c:v>0.72613763166044365</c:v>
                </c:pt>
                <c:pt idx="1990">
                  <c:v>0.89219255433174616</c:v>
                </c:pt>
                <c:pt idx="1991">
                  <c:v>0.98483940504303447</c:v>
                </c:pt>
                <c:pt idx="1992">
                  <c:v>1.0280019298045531</c:v>
                </c:pt>
                <c:pt idx="1993">
                  <c:v>1.0004252074008151</c:v>
                </c:pt>
                <c:pt idx="1994">
                  <c:v>0.61119126097305665</c:v>
                </c:pt>
                <c:pt idx="1995">
                  <c:v>0.49442571023061682</c:v>
                </c:pt>
                <c:pt idx="1996">
                  <c:v>0.5134228377227934</c:v>
                </c:pt>
                <c:pt idx="1997">
                  <c:v>0.76284873659825758</c:v>
                </c:pt>
                <c:pt idx="1998">
                  <c:v>0.86186167136128988</c:v>
                </c:pt>
                <c:pt idx="1999">
                  <c:v>0.85863416751207722</c:v>
                </c:pt>
                <c:pt idx="2000">
                  <c:v>0.8303046938241927</c:v>
                </c:pt>
                <c:pt idx="2001">
                  <c:v>0.80376576419803403</c:v>
                </c:pt>
                <c:pt idx="2002">
                  <c:v>0.80024667900418844</c:v>
                </c:pt>
                <c:pt idx="2003">
                  <c:v>0.8267454743489342</c:v>
                </c:pt>
                <c:pt idx="2004">
                  <c:v>1.011143262617012</c:v>
                </c:pt>
                <c:pt idx="2005">
                  <c:v>1.119975366236355</c:v>
                </c:pt>
                <c:pt idx="2006">
                  <c:v>1.0920672568406871</c:v>
                </c:pt>
                <c:pt idx="2007">
                  <c:v>0.90423599183881564</c:v>
                </c:pt>
                <c:pt idx="2008">
                  <c:v>0.71586460580514488</c:v>
                </c:pt>
                <c:pt idx="2009">
                  <c:v>0.4615566919564692</c:v>
                </c:pt>
                <c:pt idx="2010">
                  <c:v>0.35020545140581583</c:v>
                </c:pt>
                <c:pt idx="2011">
                  <c:v>0.43100921195394448</c:v>
                </c:pt>
                <c:pt idx="2012">
                  <c:v>0.97974385060179925</c:v>
                </c:pt>
                <c:pt idx="2013">
                  <c:v>1.323765229740012</c:v>
                </c:pt>
                <c:pt idx="2014">
                  <c:v>1.359244876142031</c:v>
                </c:pt>
                <c:pt idx="2015">
                  <c:v>1.3921451320584259</c:v>
                </c:pt>
                <c:pt idx="2016">
                  <c:v>1.818226569499527</c:v>
                </c:pt>
                <c:pt idx="2017">
                  <c:v>2.4902164135158862</c:v>
                </c:pt>
                <c:pt idx="2018">
                  <c:v>2.5997688594192381</c:v>
                </c:pt>
                <c:pt idx="2019">
                  <c:v>2.456439640894196</c:v>
                </c:pt>
                <c:pt idx="2020">
                  <c:v>0.72542966531243191</c:v>
                </c:pt>
                <c:pt idx="2021">
                  <c:v>1.6956961397935781E-2</c:v>
                </c:pt>
                <c:pt idx="2022">
                  <c:v>1.058510225472413</c:v>
                </c:pt>
                <c:pt idx="2023">
                  <c:v>1.709539111975013</c:v>
                </c:pt>
                <c:pt idx="2024">
                  <c:v>2.734778057190395</c:v>
                </c:pt>
                <c:pt idx="2025">
                  <c:v>2.9747770466327141</c:v>
                </c:pt>
                <c:pt idx="2026">
                  <c:v>3.2099291038586051</c:v>
                </c:pt>
                <c:pt idx="2027">
                  <c:v>3.457897804836239</c:v>
                </c:pt>
                <c:pt idx="2028">
                  <c:v>3.7687822779217002</c:v>
                </c:pt>
                <c:pt idx="2029">
                  <c:v>3.8537178121850268</c:v>
                </c:pt>
                <c:pt idx="2030">
                  <c:v>3.8369390361381428</c:v>
                </c:pt>
                <c:pt idx="2031">
                  <c:v>3.721876713490726</c:v>
                </c:pt>
                <c:pt idx="2032">
                  <c:v>3.6771849851452978</c:v>
                </c:pt>
                <c:pt idx="2033">
                  <c:v>3.3868476657673701</c:v>
                </c:pt>
                <c:pt idx="2034">
                  <c:v>2.588830518282569</c:v>
                </c:pt>
                <c:pt idx="2035">
                  <c:v>1.8551456210206949</c:v>
                </c:pt>
                <c:pt idx="2036">
                  <c:v>2.1192422944103391</c:v>
                </c:pt>
                <c:pt idx="2037">
                  <c:v>2.9517796597495498</c:v>
                </c:pt>
                <c:pt idx="2038">
                  <c:v>3.2760544106013718</c:v>
                </c:pt>
                <c:pt idx="2039">
                  <c:v>3.454282495663251</c:v>
                </c:pt>
                <c:pt idx="2040">
                  <c:v>5.8220982374275287</c:v>
                </c:pt>
                <c:pt idx="2041">
                  <c:v>7.0651793672182732</c:v>
                </c:pt>
                <c:pt idx="2042">
                  <c:v>6.8639765799573524</c:v>
                </c:pt>
                <c:pt idx="2043">
                  <c:v>5.6629281698374712</c:v>
                </c:pt>
                <c:pt idx="2044">
                  <c:v>4.8051527340815676</c:v>
                </c:pt>
                <c:pt idx="2045">
                  <c:v>4.7296073061046249</c:v>
                </c:pt>
                <c:pt idx="2046">
                  <c:v>3.8654118367795531</c:v>
                </c:pt>
                <c:pt idx="2047">
                  <c:v>2.8179968483769771</c:v>
                </c:pt>
                <c:pt idx="2048">
                  <c:v>1.832717845919358</c:v>
                </c:pt>
                <c:pt idx="2049">
                  <c:v>1.0177117583913891</c:v>
                </c:pt>
                <c:pt idx="2050">
                  <c:v>0.96350829951617012</c:v>
                </c:pt>
                <c:pt idx="2051">
                  <c:v>0.98740947694852921</c:v>
                </c:pt>
                <c:pt idx="2052">
                  <c:v>1.26066455236602</c:v>
                </c:pt>
                <c:pt idx="2053">
                  <c:v>1.2840806814110191</c:v>
                </c:pt>
                <c:pt idx="2054">
                  <c:v>1.2814257408396319</c:v>
                </c:pt>
                <c:pt idx="2055">
                  <c:v>1.2517131890773161</c:v>
                </c:pt>
                <c:pt idx="2056">
                  <c:v>1.2443082448009131</c:v>
                </c:pt>
                <c:pt idx="2057">
                  <c:v>1.209989452313313</c:v>
                </c:pt>
                <c:pt idx="2058">
                  <c:v>0.99805880188471519</c:v>
                </c:pt>
                <c:pt idx="2059">
                  <c:v>0.77734344455501081</c:v>
                </c:pt>
                <c:pt idx="2060">
                  <c:v>0.59945716541350003</c:v>
                </c:pt>
                <c:pt idx="2061">
                  <c:v>0.55616694290244462</c:v>
                </c:pt>
                <c:pt idx="2062">
                  <c:v>9.2808540723109179E-2</c:v>
                </c:pt>
                <c:pt idx="2063">
                  <c:v>1.7383842893128922E-2</c:v>
                </c:pt>
                <c:pt idx="2064">
                  <c:v>1.3853340219882091</c:v>
                </c:pt>
                <c:pt idx="2065">
                  <c:v>1.4082029149402191</c:v>
                </c:pt>
                <c:pt idx="2066">
                  <c:v>1.774554333682381</c:v>
                </c:pt>
                <c:pt idx="2067">
                  <c:v>1.7391928552315641</c:v>
                </c:pt>
                <c:pt idx="2068">
                  <c:v>1.555451839751832</c:v>
                </c:pt>
                <c:pt idx="2069">
                  <c:v>1.31826482500803</c:v>
                </c:pt>
                <c:pt idx="2070">
                  <c:v>1.295421935314427</c:v>
                </c:pt>
                <c:pt idx="2071">
                  <c:v>1.252100009596643</c:v>
                </c:pt>
                <c:pt idx="2072">
                  <c:v>0.89765511009454146</c:v>
                </c:pt>
                <c:pt idx="2073">
                  <c:v>0.81053128514751416</c:v>
                </c:pt>
                <c:pt idx="2074">
                  <c:v>1.1564192784075531</c:v>
                </c:pt>
                <c:pt idx="2075">
                  <c:v>1.9563908047359211</c:v>
                </c:pt>
                <c:pt idx="2076">
                  <c:v>2.4104140281388049</c:v>
                </c:pt>
                <c:pt idx="2077">
                  <c:v>2.4318974399799438</c:v>
                </c:pt>
                <c:pt idx="2078">
                  <c:v>2.6144915748409718</c:v>
                </c:pt>
                <c:pt idx="2079">
                  <c:v>2.6276313671951161</c:v>
                </c:pt>
                <c:pt idx="2080">
                  <c:v>2.56646303123313</c:v>
                </c:pt>
                <c:pt idx="2081">
                  <c:v>1.7016253731384079</c:v>
                </c:pt>
                <c:pt idx="2082">
                  <c:v>1.5539512999819061</c:v>
                </c:pt>
                <c:pt idx="2083">
                  <c:v>1.418861233230001</c:v>
                </c:pt>
                <c:pt idx="2084">
                  <c:v>1.2671118035950599</c:v>
                </c:pt>
                <c:pt idx="2085">
                  <c:v>1.10526552594772</c:v>
                </c:pt>
                <c:pt idx="2086">
                  <c:v>1.0904009643391439</c:v>
                </c:pt>
                <c:pt idx="2087">
                  <c:v>0.76795051624737176</c:v>
                </c:pt>
                <c:pt idx="2088">
                  <c:v>0.68840329477024875</c:v>
                </c:pt>
                <c:pt idx="2089">
                  <c:v>0.76201381057382833</c:v>
                </c:pt>
                <c:pt idx="2090">
                  <c:v>1.2166140435676329</c:v>
                </c:pt>
                <c:pt idx="2091">
                  <c:v>1.378675490135892</c:v>
                </c:pt>
                <c:pt idx="2092">
                  <c:v>1.2847247292125461</c:v>
                </c:pt>
                <c:pt idx="2093">
                  <c:v>0.68590709861537436</c:v>
                </c:pt>
                <c:pt idx="2094">
                  <c:v>0.65163479044906447</c:v>
                </c:pt>
                <c:pt idx="2095">
                  <c:v>1.3399226269463751</c:v>
                </c:pt>
                <c:pt idx="2096">
                  <c:v>2.212390169712172</c:v>
                </c:pt>
                <c:pt idx="2097">
                  <c:v>2.6783680017615921</c:v>
                </c:pt>
                <c:pt idx="2098">
                  <c:v>2.8352130563594642</c:v>
                </c:pt>
                <c:pt idx="2099">
                  <c:v>2.627423332976984</c:v>
                </c:pt>
                <c:pt idx="2100">
                  <c:v>8.837364343126989E-3</c:v>
                </c:pt>
                <c:pt idx="2101">
                  <c:v>3.5054545814358749</c:v>
                </c:pt>
                <c:pt idx="2102">
                  <c:v>3.4555005878449152</c:v>
                </c:pt>
                <c:pt idx="2103">
                  <c:v>3.0874625727163121</c:v>
                </c:pt>
                <c:pt idx="2104">
                  <c:v>2.6735992222200968</c:v>
                </c:pt>
                <c:pt idx="2105">
                  <c:v>2.615888266031849</c:v>
                </c:pt>
                <c:pt idx="2106">
                  <c:v>1.7413717819608241</c:v>
                </c:pt>
                <c:pt idx="2107">
                  <c:v>1.609981607723026</c:v>
                </c:pt>
                <c:pt idx="2108">
                  <c:v>1.4708316137443509</c:v>
                </c:pt>
                <c:pt idx="2109">
                  <c:v>0.31673468509704239</c:v>
                </c:pt>
                <c:pt idx="2110">
                  <c:v>0.53433355727973431</c:v>
                </c:pt>
                <c:pt idx="2111">
                  <c:v>1.175662942800483</c:v>
                </c:pt>
                <c:pt idx="2112">
                  <c:v>1.908682156309411</c:v>
                </c:pt>
                <c:pt idx="2113">
                  <c:v>2.167453574065092</c:v>
                </c:pt>
                <c:pt idx="2114">
                  <c:v>2.1312876336779292</c:v>
                </c:pt>
                <c:pt idx="2115">
                  <c:v>1.6788554542992831</c:v>
                </c:pt>
                <c:pt idx="2116">
                  <c:v>1.5477876379248661</c:v>
                </c:pt>
                <c:pt idx="2117">
                  <c:v>1.602285895242086</c:v>
                </c:pt>
                <c:pt idx="2118">
                  <c:v>2.0268877297854182</c:v>
                </c:pt>
                <c:pt idx="2119">
                  <c:v>2.4929560510462259</c:v>
                </c:pt>
                <c:pt idx="2120">
                  <c:v>2.8621421709470232</c:v>
                </c:pt>
                <c:pt idx="2121">
                  <c:v>3.1856040268248251</c:v>
                </c:pt>
                <c:pt idx="2122">
                  <c:v>3.401800907245546</c:v>
                </c:pt>
                <c:pt idx="2123">
                  <c:v>3.2644141976637142</c:v>
                </c:pt>
                <c:pt idx="2124">
                  <c:v>1.9850603293070399</c:v>
                </c:pt>
                <c:pt idx="2125">
                  <c:v>1.132900418783173</c:v>
                </c:pt>
                <c:pt idx="2126">
                  <c:v>1.1208732247695661</c:v>
                </c:pt>
                <c:pt idx="2127">
                  <c:v>1.0583398751968589</c:v>
                </c:pt>
                <c:pt idx="2128">
                  <c:v>1.053944417772775</c:v>
                </c:pt>
                <c:pt idx="2129">
                  <c:v>1.097347604466268</c:v>
                </c:pt>
                <c:pt idx="2130">
                  <c:v>1.485025807383036</c:v>
                </c:pt>
                <c:pt idx="2131">
                  <c:v>1.5928143017156</c:v>
                </c:pt>
                <c:pt idx="2132">
                  <c:v>1.6831643234548239</c:v>
                </c:pt>
                <c:pt idx="2133">
                  <c:v>2.8880597420289131</c:v>
                </c:pt>
                <c:pt idx="2134">
                  <c:v>3.5990336450620681</c:v>
                </c:pt>
                <c:pt idx="2135">
                  <c:v>3.940181243135874</c:v>
                </c:pt>
                <c:pt idx="2136">
                  <c:v>3.602751525504567</c:v>
                </c:pt>
                <c:pt idx="2137">
                  <c:v>2.0575119741416801</c:v>
                </c:pt>
                <c:pt idx="2138">
                  <c:v>0.61604824294271721</c:v>
                </c:pt>
                <c:pt idx="2139">
                  <c:v>2.4584698415223989E-2</c:v>
                </c:pt>
                <c:pt idx="2140">
                  <c:v>2.5045777371177498</c:v>
                </c:pt>
                <c:pt idx="2141">
                  <c:v>2.5738515097893968</c:v>
                </c:pt>
                <c:pt idx="2142">
                  <c:v>3.1465656026138622</c:v>
                </c:pt>
                <c:pt idx="2143">
                  <c:v>3.0458435816885041</c:v>
                </c:pt>
                <c:pt idx="2144">
                  <c:v>2.5111356034016601</c:v>
                </c:pt>
                <c:pt idx="2145">
                  <c:v>1.680997825344297</c:v>
                </c:pt>
                <c:pt idx="2146">
                  <c:v>1.66341784111087</c:v>
                </c:pt>
                <c:pt idx="2147">
                  <c:v>1.625477782114078</c:v>
                </c:pt>
                <c:pt idx="2148">
                  <c:v>0.91890550882522781</c:v>
                </c:pt>
                <c:pt idx="2149">
                  <c:v>0.7471804070225796</c:v>
                </c:pt>
                <c:pt idx="2150">
                  <c:v>0.87129980200884938</c:v>
                </c:pt>
                <c:pt idx="2151">
                  <c:v>2.2107280415226112</c:v>
                </c:pt>
                <c:pt idx="2152">
                  <c:v>2.7401130850629332</c:v>
                </c:pt>
                <c:pt idx="2153">
                  <c:v>2.6879556984141422</c:v>
                </c:pt>
                <c:pt idx="2154">
                  <c:v>2.4203340255846029</c:v>
                </c:pt>
                <c:pt idx="2155">
                  <c:v>2.218109360739446</c:v>
                </c:pt>
                <c:pt idx="2156">
                  <c:v>2.2485078736911128</c:v>
                </c:pt>
                <c:pt idx="2157">
                  <c:v>2.576807830796382</c:v>
                </c:pt>
                <c:pt idx="2158">
                  <c:v>2.6604726101921292</c:v>
                </c:pt>
                <c:pt idx="2159">
                  <c:v>2.6406824294841078</c:v>
                </c:pt>
                <c:pt idx="2160">
                  <c:v>2.5232454875008639</c:v>
                </c:pt>
                <c:pt idx="2161">
                  <c:v>2.4043796901946242</c:v>
                </c:pt>
                <c:pt idx="2162">
                  <c:v>2.285082742030323</c:v>
                </c:pt>
                <c:pt idx="2163">
                  <c:v>2.1951058338292819</c:v>
                </c:pt>
                <c:pt idx="2164">
                  <c:v>2.1425535327539782</c:v>
                </c:pt>
                <c:pt idx="2165">
                  <c:v>2.0609675623087051</c:v>
                </c:pt>
                <c:pt idx="2166">
                  <c:v>1.419052638043214</c:v>
                </c:pt>
                <c:pt idx="2167">
                  <c:v>1.279163662330173</c:v>
                </c:pt>
                <c:pt idx="2168">
                  <c:v>1.389657895977519</c:v>
                </c:pt>
                <c:pt idx="2169">
                  <c:v>2.121406239672158</c:v>
                </c:pt>
                <c:pt idx="2170">
                  <c:v>2.5720578762998301</c:v>
                </c:pt>
                <c:pt idx="2171">
                  <c:v>2.7702947298653671</c:v>
                </c:pt>
                <c:pt idx="2172">
                  <c:v>2.7134590930461542</c:v>
                </c:pt>
                <c:pt idx="2173">
                  <c:v>2.3393840193406139</c:v>
                </c:pt>
                <c:pt idx="2174">
                  <c:v>1.93822031031693</c:v>
                </c:pt>
                <c:pt idx="2175">
                  <c:v>1.6454285554447501</c:v>
                </c:pt>
                <c:pt idx="2176">
                  <c:v>1.517863077309807</c:v>
                </c:pt>
                <c:pt idx="2177">
                  <c:v>0.60458228239105782</c:v>
                </c:pt>
                <c:pt idx="2178">
                  <c:v>6.6257437163997849E-3</c:v>
                </c:pt>
                <c:pt idx="2179">
                  <c:v>1.37435213668195</c:v>
                </c:pt>
                <c:pt idx="2180">
                  <c:v>2.750719323147814</c:v>
                </c:pt>
                <c:pt idx="2181">
                  <c:v>2.575991692107118</c:v>
                </c:pt>
                <c:pt idx="2182">
                  <c:v>1.1660417972355841</c:v>
                </c:pt>
                <c:pt idx="2183">
                  <c:v>1.204644803470561</c:v>
                </c:pt>
                <c:pt idx="2184">
                  <c:v>1.521220000992018</c:v>
                </c:pt>
                <c:pt idx="2185">
                  <c:v>1.757424770473073</c:v>
                </c:pt>
                <c:pt idx="2186">
                  <c:v>2.0078383863390838</c:v>
                </c:pt>
                <c:pt idx="2187">
                  <c:v>1.9486997796083381</c:v>
                </c:pt>
                <c:pt idx="2188">
                  <c:v>1.7284229525492969</c:v>
                </c:pt>
                <c:pt idx="2189">
                  <c:v>1.50506222377667</c:v>
                </c:pt>
                <c:pt idx="2190">
                  <c:v>1.6224038510007091</c:v>
                </c:pt>
                <c:pt idx="2191">
                  <c:v>1.924162495586591</c:v>
                </c:pt>
                <c:pt idx="2192">
                  <c:v>2.0125051794518578</c:v>
                </c:pt>
                <c:pt idx="2193">
                  <c:v>1.9563314625962349</c:v>
                </c:pt>
                <c:pt idx="2194">
                  <c:v>1.268304108877256</c:v>
                </c:pt>
                <c:pt idx="2195">
                  <c:v>0.98692542393627913</c:v>
                </c:pt>
                <c:pt idx="2196">
                  <c:v>1.0226772115217431</c:v>
                </c:pt>
                <c:pt idx="2197">
                  <c:v>1.1741314966471601</c:v>
                </c:pt>
                <c:pt idx="2198">
                  <c:v>1.324369319215478</c:v>
                </c:pt>
                <c:pt idx="2199">
                  <c:v>1.3620045102194609</c:v>
                </c:pt>
                <c:pt idx="2200">
                  <c:v>1.353494842825296</c:v>
                </c:pt>
                <c:pt idx="2201">
                  <c:v>1.309277852626741</c:v>
                </c:pt>
                <c:pt idx="2202">
                  <c:v>1.264020688842846</c:v>
                </c:pt>
                <c:pt idx="2203">
                  <c:v>1.2182258700062329</c:v>
                </c:pt>
                <c:pt idx="2204">
                  <c:v>1.1833167428658029</c:v>
                </c:pt>
                <c:pt idx="2205">
                  <c:v>1.168514973782363</c:v>
                </c:pt>
                <c:pt idx="2206">
                  <c:v>1.066925269259833</c:v>
                </c:pt>
                <c:pt idx="2207">
                  <c:v>1.02899298624553</c:v>
                </c:pt>
                <c:pt idx="2208">
                  <c:v>1.1378507706561509</c:v>
                </c:pt>
                <c:pt idx="2209">
                  <c:v>1.63578809986872</c:v>
                </c:pt>
                <c:pt idx="2210">
                  <c:v>1.8134444319288781</c:v>
                </c:pt>
                <c:pt idx="2211">
                  <c:v>2.591742232550875</c:v>
                </c:pt>
                <c:pt idx="2212">
                  <c:v>2.7802355923946629</c:v>
                </c:pt>
                <c:pt idx="2213">
                  <c:v>3.3392359787386861</c:v>
                </c:pt>
                <c:pt idx="2214">
                  <c:v>3.8888204309516841</c:v>
                </c:pt>
                <c:pt idx="2215">
                  <c:v>4.3953427886449656</c:v>
                </c:pt>
                <c:pt idx="2216">
                  <c:v>4.7691437284984577</c:v>
                </c:pt>
                <c:pt idx="2217">
                  <c:v>3.9549733791169701</c:v>
                </c:pt>
                <c:pt idx="2218">
                  <c:v>1.678888989263061</c:v>
                </c:pt>
                <c:pt idx="2219">
                  <c:v>2.387332152421108E-2</c:v>
                </c:pt>
                <c:pt idx="2220">
                  <c:v>1.2806168510140969</c:v>
                </c:pt>
                <c:pt idx="2221">
                  <c:v>2.6004133922880448</c:v>
                </c:pt>
                <c:pt idx="2222">
                  <c:v>2.5996795530278671</c:v>
                </c:pt>
                <c:pt idx="2223">
                  <c:v>2.597311126039624</c:v>
                </c:pt>
                <c:pt idx="2224">
                  <c:v>2.3952711563397808</c:v>
                </c:pt>
                <c:pt idx="2225">
                  <c:v>1.9018507932041371</c:v>
                </c:pt>
                <c:pt idx="2226">
                  <c:v>1.2721674028765859</c:v>
                </c:pt>
                <c:pt idx="2227">
                  <c:v>1.197496401277681</c:v>
                </c:pt>
                <c:pt idx="2228">
                  <c:v>1.203449000157218</c:v>
                </c:pt>
                <c:pt idx="2229">
                  <c:v>1.272189276735374</c:v>
                </c:pt>
                <c:pt idx="2230">
                  <c:v>1.3059310925343171</c:v>
                </c:pt>
                <c:pt idx="2231">
                  <c:v>1.2755000657340729</c:v>
                </c:pt>
                <c:pt idx="2232">
                  <c:v>0.96037230526044381</c:v>
                </c:pt>
                <c:pt idx="2233">
                  <c:v>0.91305943414911184</c:v>
                </c:pt>
                <c:pt idx="2234">
                  <c:v>1.2442816198497899</c:v>
                </c:pt>
                <c:pt idx="2235">
                  <c:v>3.059433709615377</c:v>
                </c:pt>
                <c:pt idx="2236">
                  <c:v>3.743194763073618</c:v>
                </c:pt>
                <c:pt idx="2237">
                  <c:v>3.64941089063218</c:v>
                </c:pt>
                <c:pt idx="2238">
                  <c:v>3.2261350629338659</c:v>
                </c:pt>
                <c:pt idx="2239">
                  <c:v>2.9147787561904202</c:v>
                </c:pt>
                <c:pt idx="2240">
                  <c:v>2.5960734837048411</c:v>
                </c:pt>
                <c:pt idx="2241">
                  <c:v>2.2914757655393059</c:v>
                </c:pt>
                <c:pt idx="2242">
                  <c:v>1.9547824388313531</c:v>
                </c:pt>
                <c:pt idx="2243">
                  <c:v>1.9738865582377121</c:v>
                </c:pt>
                <c:pt idx="2244">
                  <c:v>2.0640767975873331</c:v>
                </c:pt>
                <c:pt idx="2245">
                  <c:v>2.150253360812636</c:v>
                </c:pt>
                <c:pt idx="2246">
                  <c:v>2.09472022513574</c:v>
                </c:pt>
                <c:pt idx="2247">
                  <c:v>1.2367378508104281</c:v>
                </c:pt>
                <c:pt idx="2248">
                  <c:v>1.2351215820590951</c:v>
                </c:pt>
                <c:pt idx="2249">
                  <c:v>1.2099900125125611</c:v>
                </c:pt>
                <c:pt idx="2250">
                  <c:v>1.2060411954426249</c:v>
                </c:pt>
                <c:pt idx="2251">
                  <c:v>1.134189286944459</c:v>
                </c:pt>
                <c:pt idx="2252">
                  <c:v>1.0792214210973301</c:v>
                </c:pt>
                <c:pt idx="2253">
                  <c:v>0.96442765983650269</c:v>
                </c:pt>
                <c:pt idx="2254">
                  <c:v>0.84742475525577987</c:v>
                </c:pt>
                <c:pt idx="2255">
                  <c:v>0.83281416615503767</c:v>
                </c:pt>
                <c:pt idx="2256">
                  <c:v>0.77887299138177846</c:v>
                </c:pt>
                <c:pt idx="2257">
                  <c:v>0.16613475624672119</c:v>
                </c:pt>
                <c:pt idx="2258">
                  <c:v>2.3889362692400781E-3</c:v>
                </c:pt>
                <c:pt idx="2259">
                  <c:v>0.78133990724123104</c:v>
                </c:pt>
                <c:pt idx="2260">
                  <c:v>0.84775085039877096</c:v>
                </c:pt>
                <c:pt idx="2261">
                  <c:v>1.394675751851721</c:v>
                </c:pt>
                <c:pt idx="2262">
                  <c:v>1.598320037314463</c:v>
                </c:pt>
                <c:pt idx="2263">
                  <c:v>1.780324551015722</c:v>
                </c:pt>
                <c:pt idx="2264">
                  <c:v>2.1700603364069382</c:v>
                </c:pt>
                <c:pt idx="2265">
                  <c:v>2.7255296909784401</c:v>
                </c:pt>
                <c:pt idx="2266">
                  <c:v>2.7715256540114321</c:v>
                </c:pt>
                <c:pt idx="2267">
                  <c:v>3.1517128665391039</c:v>
                </c:pt>
                <c:pt idx="2268">
                  <c:v>3.3087544407830962</c:v>
                </c:pt>
                <c:pt idx="2269">
                  <c:v>3.247619303068241</c:v>
                </c:pt>
                <c:pt idx="2270">
                  <c:v>3.127157414345747</c:v>
                </c:pt>
                <c:pt idx="2271">
                  <c:v>3.0121879954238229</c:v>
                </c:pt>
                <c:pt idx="2272">
                  <c:v>2.9962637423350329</c:v>
                </c:pt>
                <c:pt idx="2273">
                  <c:v>2.877376819169859</c:v>
                </c:pt>
                <c:pt idx="2274">
                  <c:v>2.8573112335999968</c:v>
                </c:pt>
                <c:pt idx="2275">
                  <c:v>2.7849944514069449</c:v>
                </c:pt>
                <c:pt idx="2276">
                  <c:v>2.3772163761766052</c:v>
                </c:pt>
                <c:pt idx="2277">
                  <c:v>1.9693025990349511</c:v>
                </c:pt>
                <c:pt idx="2278">
                  <c:v>1.552142587117846</c:v>
                </c:pt>
                <c:pt idx="2279">
                  <c:v>1.218186351642407</c:v>
                </c:pt>
                <c:pt idx="2280">
                  <c:v>1.114497754861</c:v>
                </c:pt>
                <c:pt idx="2281">
                  <c:v>1.128366208411316</c:v>
                </c:pt>
                <c:pt idx="2282">
                  <c:v>1.204701208566306</c:v>
                </c:pt>
                <c:pt idx="2283">
                  <c:v>1.226754337543339</c:v>
                </c:pt>
                <c:pt idx="2284">
                  <c:v>1.2411461503333781</c:v>
                </c:pt>
                <c:pt idx="2285">
                  <c:v>1.375495330350025</c:v>
                </c:pt>
                <c:pt idx="2286">
                  <c:v>1.4427179090638851</c:v>
                </c:pt>
                <c:pt idx="2287">
                  <c:v>1.4503908853915559</c:v>
                </c:pt>
                <c:pt idx="2288">
                  <c:v>1.5255077295481869</c:v>
                </c:pt>
                <c:pt idx="2289">
                  <c:v>1.5700669737216419</c:v>
                </c:pt>
                <c:pt idx="2290">
                  <c:v>1.625778768655578</c:v>
                </c:pt>
                <c:pt idx="2291">
                  <c:v>1.8075513385393209</c:v>
                </c:pt>
                <c:pt idx="2292">
                  <c:v>1.843807434619986</c:v>
                </c:pt>
                <c:pt idx="2293">
                  <c:v>2.1528264178660872</c:v>
                </c:pt>
                <c:pt idx="2294">
                  <c:v>2.1810142280362892</c:v>
                </c:pt>
                <c:pt idx="2295">
                  <c:v>2.0781391713616881</c:v>
                </c:pt>
                <c:pt idx="2296">
                  <c:v>1.3214869143658139</c:v>
                </c:pt>
                <c:pt idx="2297">
                  <c:v>0.20351182224322861</c:v>
                </c:pt>
                <c:pt idx="2298">
                  <c:v>1.191401410777004E-2</c:v>
                </c:pt>
                <c:pt idx="2299">
                  <c:v>1.7685910183794209</c:v>
                </c:pt>
                <c:pt idx="2300">
                  <c:v>2.340090526883785</c:v>
                </c:pt>
                <c:pt idx="2301">
                  <c:v>2.2982494089443879</c:v>
                </c:pt>
                <c:pt idx="2302">
                  <c:v>2.206029053218566</c:v>
                </c:pt>
                <c:pt idx="2303">
                  <c:v>1.9005655731665729</c:v>
                </c:pt>
                <c:pt idx="2304">
                  <c:v>1.7171642270650149</c:v>
                </c:pt>
                <c:pt idx="2305">
                  <c:v>1.6866321955295349</c:v>
                </c:pt>
                <c:pt idx="2306">
                  <c:v>1.6613530493126469</c:v>
                </c:pt>
                <c:pt idx="2307">
                  <c:v>1.0696251377745361</c:v>
                </c:pt>
                <c:pt idx="2308">
                  <c:v>1.0206701122249029</c:v>
                </c:pt>
                <c:pt idx="2309">
                  <c:v>1.1240418968550361</c:v>
                </c:pt>
                <c:pt idx="2310">
                  <c:v>2.546625299247534</c:v>
                </c:pt>
                <c:pt idx="2311">
                  <c:v>2.896573765636385</c:v>
                </c:pt>
                <c:pt idx="2312">
                  <c:v>2.797075264507098</c:v>
                </c:pt>
                <c:pt idx="2313">
                  <c:v>2.502858727780751</c:v>
                </c:pt>
                <c:pt idx="2314">
                  <c:v>2.147654389878773</c:v>
                </c:pt>
                <c:pt idx="2315">
                  <c:v>1.8686998349451449</c:v>
                </c:pt>
                <c:pt idx="2316">
                  <c:v>1.7233753044408711</c:v>
                </c:pt>
                <c:pt idx="2317">
                  <c:v>1.722996974816666</c:v>
                </c:pt>
                <c:pt idx="2318">
                  <c:v>1.7208347485556481</c:v>
                </c:pt>
                <c:pt idx="2319">
                  <c:v>1.719026863329792</c:v>
                </c:pt>
                <c:pt idx="2320">
                  <c:v>1.7172624533139429</c:v>
                </c:pt>
                <c:pt idx="2321">
                  <c:v>1.716986288790203</c:v>
                </c:pt>
                <c:pt idx="2322">
                  <c:v>1.55366048193465</c:v>
                </c:pt>
                <c:pt idx="2323">
                  <c:v>1.432357529155623</c:v>
                </c:pt>
                <c:pt idx="2324">
                  <c:v>1.3709694569647559</c:v>
                </c:pt>
                <c:pt idx="2325">
                  <c:v>1.3595012944781379</c:v>
                </c:pt>
                <c:pt idx="2326">
                  <c:v>1.257117485953605</c:v>
                </c:pt>
                <c:pt idx="2327">
                  <c:v>1.1977103124710451</c:v>
                </c:pt>
                <c:pt idx="2328">
                  <c:v>1.2200638748850849</c:v>
                </c:pt>
                <c:pt idx="2329">
                  <c:v>1.3574850514520731</c:v>
                </c:pt>
                <c:pt idx="2330">
                  <c:v>1.375404255135064</c:v>
                </c:pt>
                <c:pt idx="2331">
                  <c:v>1.3951076585538249</c:v>
                </c:pt>
                <c:pt idx="2332">
                  <c:v>1.5331018583973519</c:v>
                </c:pt>
                <c:pt idx="2333">
                  <c:v>1.672298004741376</c:v>
                </c:pt>
                <c:pt idx="2334">
                  <c:v>1.7323360658401059</c:v>
                </c:pt>
                <c:pt idx="2335">
                  <c:v>1.602004515173421</c:v>
                </c:pt>
                <c:pt idx="2336">
                  <c:v>0.99845790890058839</c:v>
                </c:pt>
                <c:pt idx="2337">
                  <c:v>0.4690724785536462</c:v>
                </c:pt>
                <c:pt idx="2338">
                  <c:v>1.0610060822255451E-2</c:v>
                </c:pt>
                <c:pt idx="2339">
                  <c:v>0.24984018176355191</c:v>
                </c:pt>
                <c:pt idx="2340">
                  <c:v>1.8220560131151839</c:v>
                </c:pt>
                <c:pt idx="2341">
                  <c:v>2.0906033739000418</c:v>
                </c:pt>
                <c:pt idx="2342">
                  <c:v>2.473729483744401</c:v>
                </c:pt>
                <c:pt idx="2343">
                  <c:v>2.2761929756826129</c:v>
                </c:pt>
                <c:pt idx="2344">
                  <c:v>1.967576154702096</c:v>
                </c:pt>
                <c:pt idx="2345">
                  <c:v>1.642558841322213</c:v>
                </c:pt>
                <c:pt idx="2346">
                  <c:v>1.4460042586784909</c:v>
                </c:pt>
                <c:pt idx="2347">
                  <c:v>1.3800565005628109</c:v>
                </c:pt>
                <c:pt idx="2348">
                  <c:v>1.037599954041573</c:v>
                </c:pt>
                <c:pt idx="2349">
                  <c:v>1.062072879799185</c:v>
                </c:pt>
                <c:pt idx="2350">
                  <c:v>1.1602347903600121</c:v>
                </c:pt>
                <c:pt idx="2351">
                  <c:v>1.2204571569487439</c:v>
                </c:pt>
                <c:pt idx="2352">
                  <c:v>1.2434718372083939</c:v>
                </c:pt>
                <c:pt idx="2353">
                  <c:v>1.2935937409540359</c:v>
                </c:pt>
                <c:pt idx="2354">
                  <c:v>1.7894619696931819</c:v>
                </c:pt>
                <c:pt idx="2355">
                  <c:v>1.879020132313262</c:v>
                </c:pt>
                <c:pt idx="2356">
                  <c:v>1.9037337947787829</c:v>
                </c:pt>
                <c:pt idx="2357">
                  <c:v>2.025988714947017</c:v>
                </c:pt>
                <c:pt idx="2358">
                  <c:v>2.1470652304833679</c:v>
                </c:pt>
                <c:pt idx="2359">
                  <c:v>2.3518759686470321</c:v>
                </c:pt>
                <c:pt idx="2360">
                  <c:v>2.0507022463889588</c:v>
                </c:pt>
                <c:pt idx="2361">
                  <c:v>1.5960440622112819</c:v>
                </c:pt>
                <c:pt idx="2362">
                  <c:v>1.330651606360495</c:v>
                </c:pt>
                <c:pt idx="2363">
                  <c:v>1.3604083458869549</c:v>
                </c:pt>
                <c:pt idx="2364">
                  <c:v>1.6172242091338609</c:v>
                </c:pt>
                <c:pt idx="2365">
                  <c:v>1.788161485117213</c:v>
                </c:pt>
                <c:pt idx="2366">
                  <c:v>1.9367168576754501</c:v>
                </c:pt>
                <c:pt idx="2367">
                  <c:v>2.3694842200694088</c:v>
                </c:pt>
                <c:pt idx="2368">
                  <c:v>2.5014846208257091</c:v>
                </c:pt>
                <c:pt idx="2369">
                  <c:v>2.0326612708230689</c:v>
                </c:pt>
                <c:pt idx="2370">
                  <c:v>1.392693481747453</c:v>
                </c:pt>
                <c:pt idx="2371">
                  <c:v>0.85936584467779453</c:v>
                </c:pt>
                <c:pt idx="2372">
                  <c:v>0.9419045579321248</c:v>
                </c:pt>
                <c:pt idx="2373">
                  <c:v>1.672437364092481</c:v>
                </c:pt>
                <c:pt idx="2374">
                  <c:v>2.806580423994574</c:v>
                </c:pt>
                <c:pt idx="2375">
                  <c:v>3.0828599480497889</c:v>
                </c:pt>
                <c:pt idx="2376">
                  <c:v>2.9078207082295489</c:v>
                </c:pt>
                <c:pt idx="2377">
                  <c:v>0.72373657101261468</c:v>
                </c:pt>
                <c:pt idx="2378">
                  <c:v>2.982437995983083E-3</c:v>
                </c:pt>
                <c:pt idx="2379">
                  <c:v>0.57906592325350525</c:v>
                </c:pt>
                <c:pt idx="2380">
                  <c:v>1.476508995867249</c:v>
                </c:pt>
                <c:pt idx="2381">
                  <c:v>1.583827527202786</c:v>
                </c:pt>
                <c:pt idx="2382">
                  <c:v>1.694291802317081</c:v>
                </c:pt>
                <c:pt idx="2383">
                  <c:v>2.255084004810624</c:v>
                </c:pt>
                <c:pt idx="2384">
                  <c:v>2.8334462607716029</c:v>
                </c:pt>
                <c:pt idx="2385">
                  <c:v>3.044647184831526</c:v>
                </c:pt>
                <c:pt idx="2386">
                  <c:v>3.178611946105268</c:v>
                </c:pt>
                <c:pt idx="2387">
                  <c:v>5.2595915823777846</c:v>
                </c:pt>
                <c:pt idx="2388">
                  <c:v>5.8765487252854713</c:v>
                </c:pt>
                <c:pt idx="2389">
                  <c:v>5.5918204613890703</c:v>
                </c:pt>
                <c:pt idx="2390">
                  <c:v>4.9163599739210273</c:v>
                </c:pt>
                <c:pt idx="2391">
                  <c:v>4.413555873353924</c:v>
                </c:pt>
                <c:pt idx="2392">
                  <c:v>3.9229254727459519</c:v>
                </c:pt>
                <c:pt idx="2393">
                  <c:v>3.3050581350068038</c:v>
                </c:pt>
                <c:pt idx="2394">
                  <c:v>3.06631730066053</c:v>
                </c:pt>
                <c:pt idx="2395">
                  <c:v>3.0309173819884689</c:v>
                </c:pt>
                <c:pt idx="2396">
                  <c:v>2.7904643933846192</c:v>
                </c:pt>
                <c:pt idx="2397">
                  <c:v>2.5991692059320939</c:v>
                </c:pt>
                <c:pt idx="2398">
                  <c:v>2.5070760708233211</c:v>
                </c:pt>
                <c:pt idx="2399">
                  <c:v>2.362187778445147</c:v>
                </c:pt>
                <c:pt idx="2400">
                  <c:v>1.5216725627234771</c:v>
                </c:pt>
                <c:pt idx="2401">
                  <c:v>1.3542956021866539</c:v>
                </c:pt>
                <c:pt idx="2402">
                  <c:v>1.3473149847688739</c:v>
                </c:pt>
                <c:pt idx="2403">
                  <c:v>1.2276028874887379</c:v>
                </c:pt>
                <c:pt idx="2404">
                  <c:v>1.1978404919274319</c:v>
                </c:pt>
                <c:pt idx="2405">
                  <c:v>1.4083669312593801</c:v>
                </c:pt>
                <c:pt idx="2406">
                  <c:v>3.578553993738629</c:v>
                </c:pt>
                <c:pt idx="2407">
                  <c:v>4.8841750052150452</c:v>
                </c:pt>
                <c:pt idx="2408">
                  <c:v>4.8802039465962901</c:v>
                </c:pt>
                <c:pt idx="2409">
                  <c:v>4.8588913959000308</c:v>
                </c:pt>
                <c:pt idx="2410">
                  <c:v>4.8098035912652248</c:v>
                </c:pt>
                <c:pt idx="2411">
                  <c:v>4.7827121391672858</c:v>
                </c:pt>
                <c:pt idx="2412">
                  <c:v>4.7372094287002273</c:v>
                </c:pt>
                <c:pt idx="2413">
                  <c:v>3.6072289550046519</c:v>
                </c:pt>
                <c:pt idx="2414">
                  <c:v>2.9396737171964742</c:v>
                </c:pt>
                <c:pt idx="2415">
                  <c:v>2.8271884948317179</c:v>
                </c:pt>
                <c:pt idx="2416">
                  <c:v>2.223860583412816</c:v>
                </c:pt>
                <c:pt idx="2417">
                  <c:v>0.2618792455065253</c:v>
                </c:pt>
                <c:pt idx="2418">
                  <c:v>7.6001369243701667E-3</c:v>
                </c:pt>
                <c:pt idx="2419">
                  <c:v>2.848958370527213</c:v>
                </c:pt>
                <c:pt idx="2420">
                  <c:v>2.97023028729132</c:v>
                </c:pt>
                <c:pt idx="2421">
                  <c:v>3.3899645184035712</c:v>
                </c:pt>
                <c:pt idx="2422">
                  <c:v>3.3459135139337919</c:v>
                </c:pt>
                <c:pt idx="2423">
                  <c:v>3.104380796289187</c:v>
                </c:pt>
                <c:pt idx="2424">
                  <c:v>2.8777935089755888</c:v>
                </c:pt>
                <c:pt idx="2425">
                  <c:v>2.72775024077308</c:v>
                </c:pt>
                <c:pt idx="2426">
                  <c:v>2.6537203997987429</c:v>
                </c:pt>
                <c:pt idx="2427">
                  <c:v>1.165423781384948</c:v>
                </c:pt>
                <c:pt idx="2428">
                  <c:v>1.156001596151639</c:v>
                </c:pt>
                <c:pt idx="2429">
                  <c:v>1.0958311676597869</c:v>
                </c:pt>
                <c:pt idx="2430">
                  <c:v>0.87141468294723023</c:v>
                </c:pt>
                <c:pt idx="2431">
                  <c:v>0.82774347837661977</c:v>
                </c:pt>
                <c:pt idx="2432">
                  <c:v>0.85203837655576786</c:v>
                </c:pt>
                <c:pt idx="2433">
                  <c:v>1.081635833375522</c:v>
                </c:pt>
                <c:pt idx="2434">
                  <c:v>1.3068403607461809</c:v>
                </c:pt>
                <c:pt idx="2435">
                  <c:v>1.5311371740903501</c:v>
                </c:pt>
                <c:pt idx="2436">
                  <c:v>1.7534322747865509</c:v>
                </c:pt>
                <c:pt idx="2437">
                  <c:v>1.8104014909266981</c:v>
                </c:pt>
                <c:pt idx="2438">
                  <c:v>1.323221376419681</c:v>
                </c:pt>
                <c:pt idx="2439">
                  <c:v>0.35032584655818411</c:v>
                </c:pt>
                <c:pt idx="2440">
                  <c:v>0.40818990367196573</c:v>
                </c:pt>
                <c:pt idx="2441">
                  <c:v>0.88674244986930528</c:v>
                </c:pt>
                <c:pt idx="2442">
                  <c:v>1.1629011302458021</c:v>
                </c:pt>
                <c:pt idx="2443">
                  <c:v>1.1817803418497219</c:v>
                </c:pt>
                <c:pt idx="2444">
                  <c:v>1.3557090839721859</c:v>
                </c:pt>
                <c:pt idx="2445">
                  <c:v>1.457954094031964</c:v>
                </c:pt>
                <c:pt idx="2446">
                  <c:v>1.368689738136629</c:v>
                </c:pt>
                <c:pt idx="2447">
                  <c:v>0.97370463729700241</c:v>
                </c:pt>
                <c:pt idx="2448">
                  <c:v>0.715131309580334</c:v>
                </c:pt>
                <c:pt idx="2449">
                  <c:v>0.52645191084045517</c:v>
                </c:pt>
                <c:pt idx="2450">
                  <c:v>0.62311798882190794</c:v>
                </c:pt>
                <c:pt idx="2451">
                  <c:v>1.1955329738179989</c:v>
                </c:pt>
                <c:pt idx="2452">
                  <c:v>1.7672271534531649</c:v>
                </c:pt>
                <c:pt idx="2453">
                  <c:v>2.162237175642221</c:v>
                </c:pt>
                <c:pt idx="2454">
                  <c:v>2.0516617629554998</c:v>
                </c:pt>
                <c:pt idx="2455">
                  <c:v>1.045244236338001</c:v>
                </c:pt>
                <c:pt idx="2456">
                  <c:v>0.25564213298450561</c:v>
                </c:pt>
                <c:pt idx="2457">
                  <c:v>1.7869676565897209E-3</c:v>
                </c:pt>
                <c:pt idx="2458">
                  <c:v>0.69282287472883575</c:v>
                </c:pt>
                <c:pt idx="2459">
                  <c:v>0.80236015291552032</c:v>
                </c:pt>
                <c:pt idx="2460">
                  <c:v>1.509791523265906</c:v>
                </c:pt>
                <c:pt idx="2461">
                  <c:v>1.5413220624416279</c:v>
                </c:pt>
                <c:pt idx="2462">
                  <c:v>1.8534668550844411</c:v>
                </c:pt>
                <c:pt idx="2463">
                  <c:v>2.0211518682227139</c:v>
                </c:pt>
                <c:pt idx="2464">
                  <c:v>2.1372205644739108</c:v>
                </c:pt>
                <c:pt idx="2465">
                  <c:v>2.989529191548741</c:v>
                </c:pt>
                <c:pt idx="2466">
                  <c:v>3.2121463922415541</c:v>
                </c:pt>
                <c:pt idx="2467">
                  <c:v>3.318182593186187</c:v>
                </c:pt>
                <c:pt idx="2468">
                  <c:v>3.549778130896438</c:v>
                </c:pt>
                <c:pt idx="2469">
                  <c:v>3.673091995171462</c:v>
                </c:pt>
                <c:pt idx="2470">
                  <c:v>3.7004057612579859</c:v>
                </c:pt>
                <c:pt idx="2471">
                  <c:v>3.9260895129501292</c:v>
                </c:pt>
                <c:pt idx="2472">
                  <c:v>4.1550166034831264</c:v>
                </c:pt>
                <c:pt idx="2473">
                  <c:v>4.4936977335685038</c:v>
                </c:pt>
                <c:pt idx="2474">
                  <c:v>4.6073915917389074</c:v>
                </c:pt>
                <c:pt idx="2475">
                  <c:v>5.6412760126853314</c:v>
                </c:pt>
                <c:pt idx="2476">
                  <c:v>6.1702810039775304</c:v>
                </c:pt>
                <c:pt idx="2477">
                  <c:v>6.2505276266545904</c:v>
                </c:pt>
                <c:pt idx="2478">
                  <c:v>5.8260657658720367</c:v>
                </c:pt>
                <c:pt idx="2479">
                  <c:v>2.1193397446493569</c:v>
                </c:pt>
                <c:pt idx="2480">
                  <c:v>1.4592970343272691</c:v>
                </c:pt>
                <c:pt idx="2481">
                  <c:v>1.5971598684631449</c:v>
                </c:pt>
                <c:pt idx="2482">
                  <c:v>3.2061144256302869</c:v>
                </c:pt>
                <c:pt idx="2483">
                  <c:v>3.6342416228784118</c:v>
                </c:pt>
                <c:pt idx="2484">
                  <c:v>3.7897977881225868</c:v>
                </c:pt>
                <c:pt idx="2485">
                  <c:v>4.657758626613183</c:v>
                </c:pt>
                <c:pt idx="2486">
                  <c:v>5.1356778442739186</c:v>
                </c:pt>
                <c:pt idx="2487">
                  <c:v>4.9745442860825886</c:v>
                </c:pt>
                <c:pt idx="2488">
                  <c:v>4.1144670977024189</c:v>
                </c:pt>
                <c:pt idx="2489">
                  <c:v>3.4287043356218119</c:v>
                </c:pt>
                <c:pt idx="2490">
                  <c:v>3.2137872157989271</c:v>
                </c:pt>
                <c:pt idx="2491">
                  <c:v>3.1427969727712699</c:v>
                </c:pt>
                <c:pt idx="2492">
                  <c:v>2.4680911467671298</c:v>
                </c:pt>
                <c:pt idx="2493">
                  <c:v>2.0965437945173568</c:v>
                </c:pt>
                <c:pt idx="2494">
                  <c:v>1.843898702540878</c:v>
                </c:pt>
                <c:pt idx="2495">
                  <c:v>1.4534828428900459</c:v>
                </c:pt>
                <c:pt idx="2496">
                  <c:v>0.79688911052978684</c:v>
                </c:pt>
                <c:pt idx="2497">
                  <c:v>0.20810856260110189</c:v>
                </c:pt>
                <c:pt idx="2498">
                  <c:v>5.9437384338406141E-3</c:v>
                </c:pt>
                <c:pt idx="2499">
                  <c:v>1.189014090477124</c:v>
                </c:pt>
                <c:pt idx="2500">
                  <c:v>2.028191479267849</c:v>
                </c:pt>
                <c:pt idx="2501">
                  <c:v>0.86596118719769943</c:v>
                </c:pt>
                <c:pt idx="2502">
                  <c:v>0.89204175417232134</c:v>
                </c:pt>
                <c:pt idx="2503">
                  <c:v>1.043111216411726</c:v>
                </c:pt>
                <c:pt idx="2504">
                  <c:v>1.1309272600792379</c:v>
                </c:pt>
                <c:pt idx="2505">
                  <c:v>1.145553139559937</c:v>
                </c:pt>
                <c:pt idx="2506">
                  <c:v>1.200375698679065</c:v>
                </c:pt>
                <c:pt idx="2507">
                  <c:v>1.3843670422162959</c:v>
                </c:pt>
                <c:pt idx="2508">
                  <c:v>1.40265428935387</c:v>
                </c:pt>
                <c:pt idx="2509">
                  <c:v>1.4054010923473279</c:v>
                </c:pt>
                <c:pt idx="2510">
                  <c:v>1.4435758935527709</c:v>
                </c:pt>
                <c:pt idx="2511">
                  <c:v>1.4623987703572809</c:v>
                </c:pt>
                <c:pt idx="2512">
                  <c:v>1.488928460858669</c:v>
                </c:pt>
                <c:pt idx="2513">
                  <c:v>1.508053379879762</c:v>
                </c:pt>
                <c:pt idx="2514">
                  <c:v>1.2489819659557739</c:v>
                </c:pt>
                <c:pt idx="2515">
                  <c:v>0.95570404302857892</c:v>
                </c:pt>
                <c:pt idx="2516">
                  <c:v>0.78450349461960556</c:v>
                </c:pt>
                <c:pt idx="2517">
                  <c:v>0.76821373118796432</c:v>
                </c:pt>
                <c:pt idx="2518">
                  <c:v>0.6869500814657753</c:v>
                </c:pt>
                <c:pt idx="2519">
                  <c:v>0.62327112449287869</c:v>
                </c:pt>
                <c:pt idx="2520">
                  <c:v>0.64325313294846509</c:v>
                </c:pt>
                <c:pt idx="2521">
                  <c:v>1.0484027922528609</c:v>
                </c:pt>
                <c:pt idx="2522">
                  <c:v>1.32209855662487</c:v>
                </c:pt>
                <c:pt idx="2523">
                  <c:v>1.3873405324804771</c:v>
                </c:pt>
                <c:pt idx="2524">
                  <c:v>1.9153423156757809</c:v>
                </c:pt>
                <c:pt idx="2525">
                  <c:v>1.906061109982828</c:v>
                </c:pt>
                <c:pt idx="2526">
                  <c:v>1.8661127520466201</c:v>
                </c:pt>
                <c:pt idx="2527">
                  <c:v>1.841988471409874</c:v>
                </c:pt>
                <c:pt idx="2528">
                  <c:v>1.837988304599085</c:v>
                </c:pt>
                <c:pt idx="2529">
                  <c:v>1.822307254161466</c:v>
                </c:pt>
                <c:pt idx="2530">
                  <c:v>1.6664739141183511</c:v>
                </c:pt>
                <c:pt idx="2531">
                  <c:v>1.4391102880499951</c:v>
                </c:pt>
                <c:pt idx="2532">
                  <c:v>1.4000608516138651</c:v>
                </c:pt>
                <c:pt idx="2533">
                  <c:v>0.98490264470021693</c:v>
                </c:pt>
                <c:pt idx="2534">
                  <c:v>2.6724295612286789E-2</c:v>
                </c:pt>
                <c:pt idx="2535">
                  <c:v>0.48879642939529361</c:v>
                </c:pt>
                <c:pt idx="2536">
                  <c:v>2.4516629278109958</c:v>
                </c:pt>
                <c:pt idx="2537">
                  <c:v>2.4788239597155401</c:v>
                </c:pt>
                <c:pt idx="2538">
                  <c:v>2.7417811027464389</c:v>
                </c:pt>
                <c:pt idx="2539">
                  <c:v>3.0012315765285669</c:v>
                </c:pt>
                <c:pt idx="2540">
                  <c:v>2.8467900784779321</c:v>
                </c:pt>
                <c:pt idx="2541">
                  <c:v>2.7568355828875388</c:v>
                </c:pt>
                <c:pt idx="2542">
                  <c:v>0.97444204924732025</c:v>
                </c:pt>
                <c:pt idx="2543">
                  <c:v>0.3560876384309406</c:v>
                </c:pt>
                <c:pt idx="2544">
                  <c:v>0.40949228151027611</c:v>
                </c:pt>
                <c:pt idx="2545">
                  <c:v>0.59034916462826947</c:v>
                </c:pt>
                <c:pt idx="2546">
                  <c:v>0.72888288879574037</c:v>
                </c:pt>
                <c:pt idx="2547">
                  <c:v>0.72069992932374893</c:v>
                </c:pt>
                <c:pt idx="2548">
                  <c:v>0.69961307222284796</c:v>
                </c:pt>
                <c:pt idx="2549">
                  <c:v>0.55563891028834556</c:v>
                </c:pt>
                <c:pt idx="2550">
                  <c:v>0.48484571283118572</c:v>
                </c:pt>
                <c:pt idx="2551">
                  <c:v>0.37478041180132288</c:v>
                </c:pt>
                <c:pt idx="2552">
                  <c:v>0.31378251418970282</c:v>
                </c:pt>
                <c:pt idx="2553">
                  <c:v>0.2488016292499528</c:v>
                </c:pt>
                <c:pt idx="2554">
                  <c:v>0.16996722814067969</c:v>
                </c:pt>
                <c:pt idx="2555">
                  <c:v>0.16023116569336779</c:v>
                </c:pt>
                <c:pt idx="2556">
                  <c:v>0.18803808967668639</c:v>
                </c:pt>
                <c:pt idx="2557">
                  <c:v>0.38695719783318222</c:v>
                </c:pt>
                <c:pt idx="2558">
                  <c:v>0.47623757714116449</c:v>
                </c:pt>
                <c:pt idx="2559">
                  <c:v>0.44649843784859339</c:v>
                </c:pt>
                <c:pt idx="2560">
                  <c:v>0.41717046979284178</c:v>
                </c:pt>
                <c:pt idx="2561">
                  <c:v>0.22995049996111211</c:v>
                </c:pt>
                <c:pt idx="2562">
                  <c:v>0.23511536332186961</c:v>
                </c:pt>
                <c:pt idx="2563">
                  <c:v>0.27343559996352612</c:v>
                </c:pt>
                <c:pt idx="2564">
                  <c:v>0.29268889730324821</c:v>
                </c:pt>
                <c:pt idx="2565">
                  <c:v>0.29048487054349048</c:v>
                </c:pt>
                <c:pt idx="2566">
                  <c:v>0.25839795039195551</c:v>
                </c:pt>
                <c:pt idx="2567">
                  <c:v>0.24548817765233641</c:v>
                </c:pt>
                <c:pt idx="2568">
                  <c:v>0.24334758895328601</c:v>
                </c:pt>
                <c:pt idx="2569">
                  <c:v>0.24690684548280151</c:v>
                </c:pt>
                <c:pt idx="2570">
                  <c:v>0.28794740465885538</c:v>
                </c:pt>
                <c:pt idx="2571">
                  <c:v>0.34518397987864868</c:v>
                </c:pt>
                <c:pt idx="2572">
                  <c:v>0.3608857410855385</c:v>
                </c:pt>
                <c:pt idx="2573">
                  <c:v>0.24193300819680069</c:v>
                </c:pt>
                <c:pt idx="2574">
                  <c:v>1.252645809102384E-2</c:v>
                </c:pt>
                <c:pt idx="2575">
                  <c:v>5.7726518181662703E-2</c:v>
                </c:pt>
                <c:pt idx="2576">
                  <c:v>8.2701459925538442E-2</c:v>
                </c:pt>
                <c:pt idx="2577">
                  <c:v>0.12778503459200299</c:v>
                </c:pt>
                <c:pt idx="2578">
                  <c:v>0.46587427494493161</c:v>
                </c:pt>
                <c:pt idx="2579">
                  <c:v>0.45325369805645987</c:v>
                </c:pt>
                <c:pt idx="2580">
                  <c:v>0.34195291820224771</c:v>
                </c:pt>
                <c:pt idx="2581">
                  <c:v>0.28185284432334018</c:v>
                </c:pt>
                <c:pt idx="2582">
                  <c:v>0.26598468701582428</c:v>
                </c:pt>
                <c:pt idx="2583">
                  <c:v>0.18364078490120109</c:v>
                </c:pt>
                <c:pt idx="2584">
                  <c:v>1.7532014968127271E-2</c:v>
                </c:pt>
                <c:pt idx="2585">
                  <c:v>1.9413562452633482E-2</c:v>
                </c:pt>
                <c:pt idx="2586">
                  <c:v>3.1869524054003708E-2</c:v>
                </c:pt>
                <c:pt idx="2587">
                  <c:v>4.4552050524852123E-2</c:v>
                </c:pt>
                <c:pt idx="2588">
                  <c:v>5.9940495319985861E-2</c:v>
                </c:pt>
                <c:pt idx="2589">
                  <c:v>6.9486478919135064E-2</c:v>
                </c:pt>
                <c:pt idx="2590">
                  <c:v>7.1077539225412142E-2</c:v>
                </c:pt>
                <c:pt idx="2591">
                  <c:v>7.532658810277143E-2</c:v>
                </c:pt>
                <c:pt idx="2592">
                  <c:v>0.11135633379449759</c:v>
                </c:pt>
                <c:pt idx="2593">
                  <c:v>0.122046613300059</c:v>
                </c:pt>
                <c:pt idx="2594">
                  <c:v>0.1183706649652957</c:v>
                </c:pt>
                <c:pt idx="2595">
                  <c:v>9.3375162707335341E-2</c:v>
                </c:pt>
                <c:pt idx="2596">
                  <c:v>8.9601319216179157E-2</c:v>
                </c:pt>
                <c:pt idx="2597">
                  <c:v>9.1611637865202933E-2</c:v>
                </c:pt>
                <c:pt idx="2598">
                  <c:v>9.4495269419079916E-2</c:v>
                </c:pt>
                <c:pt idx="2599">
                  <c:v>9.6787084787885447E-2</c:v>
                </c:pt>
                <c:pt idx="2600">
                  <c:v>8.5670060909643353E-2</c:v>
                </c:pt>
                <c:pt idx="2601">
                  <c:v>7.0287967484037317E-2</c:v>
                </c:pt>
                <c:pt idx="2602">
                  <c:v>5.7455620289516562E-2</c:v>
                </c:pt>
                <c:pt idx="2603">
                  <c:v>5.9198924708460457E-2</c:v>
                </c:pt>
                <c:pt idx="2604">
                  <c:v>7.9248378279997728E-2</c:v>
                </c:pt>
                <c:pt idx="2605">
                  <c:v>8.3023670028213009E-2</c:v>
                </c:pt>
                <c:pt idx="2606">
                  <c:v>6.289663792501371E-2</c:v>
                </c:pt>
                <c:pt idx="2607">
                  <c:v>6.1012528962124148E-2</c:v>
                </c:pt>
                <c:pt idx="2608">
                  <c:v>1.305990038100617E-2</c:v>
                </c:pt>
                <c:pt idx="2609">
                  <c:v>5.2980550727452624E-3</c:v>
                </c:pt>
                <c:pt idx="2610">
                  <c:v>5.1343424173986244E-3</c:v>
                </c:pt>
                <c:pt idx="2611">
                  <c:v>3.435688531821622E-3</c:v>
                </c:pt>
                <c:pt idx="2612">
                  <c:v>1.61395596667127E-3</c:v>
                </c:pt>
                <c:pt idx="2613">
                  <c:v>1.4121069321709769E-3</c:v>
                </c:pt>
                <c:pt idx="2614">
                  <c:v>5.1242660903553422E-2</c:v>
                </c:pt>
                <c:pt idx="2615">
                  <c:v>7.0685121182974445E-2</c:v>
                </c:pt>
                <c:pt idx="2616">
                  <c:v>7.9325764153570705E-2</c:v>
                </c:pt>
                <c:pt idx="2617">
                  <c:v>8.3992561229682988E-2</c:v>
                </c:pt>
                <c:pt idx="2618">
                  <c:v>8.0181089528612734E-2</c:v>
                </c:pt>
                <c:pt idx="2619">
                  <c:v>5.312828121254716E-2</c:v>
                </c:pt>
                <c:pt idx="2620">
                  <c:v>3.9526162020343432E-2</c:v>
                </c:pt>
                <c:pt idx="2621">
                  <c:v>3.2791957691243698E-2</c:v>
                </c:pt>
                <c:pt idx="2622">
                  <c:v>2.7259450382476329E-2</c:v>
                </c:pt>
                <c:pt idx="2623">
                  <c:v>2.441070295107153E-2</c:v>
                </c:pt>
                <c:pt idx="2624">
                  <c:v>2.5501635517308639E-2</c:v>
                </c:pt>
                <c:pt idx="2625">
                  <c:v>3.0970777248869111E-2</c:v>
                </c:pt>
                <c:pt idx="2626">
                  <c:v>3.6432234647828368E-2</c:v>
                </c:pt>
                <c:pt idx="2627">
                  <c:v>4.4766661787101238E-2</c:v>
                </c:pt>
                <c:pt idx="2628">
                  <c:v>4.748610665081384E-2</c:v>
                </c:pt>
                <c:pt idx="2629">
                  <c:v>4.6054971434528753E-2</c:v>
                </c:pt>
                <c:pt idx="2630">
                  <c:v>3.3381339461941301E-2</c:v>
                </c:pt>
                <c:pt idx="2631">
                  <c:v>2.5853098065375391E-2</c:v>
                </c:pt>
                <c:pt idx="2632">
                  <c:v>2.573335518210516E-2</c:v>
                </c:pt>
                <c:pt idx="2633">
                  <c:v>2.4576785704981861E-2</c:v>
                </c:pt>
                <c:pt idx="2634">
                  <c:v>2.4380645531829899E-2</c:v>
                </c:pt>
                <c:pt idx="2635">
                  <c:v>2.5146016875135881E-2</c:v>
                </c:pt>
                <c:pt idx="2636">
                  <c:v>3.5696539206576332E-2</c:v>
                </c:pt>
                <c:pt idx="2637">
                  <c:v>4.0323661947244689E-2</c:v>
                </c:pt>
                <c:pt idx="2638">
                  <c:v>3.9551230104417058E-2</c:v>
                </c:pt>
                <c:pt idx="2639">
                  <c:v>3.020726091316989E-2</c:v>
                </c:pt>
                <c:pt idx="2640">
                  <c:v>2.943464509229228E-2</c:v>
                </c:pt>
                <c:pt idx="2641">
                  <c:v>3.036161515886554E-2</c:v>
                </c:pt>
                <c:pt idx="2642">
                  <c:v>3.8008651612423817E-2</c:v>
                </c:pt>
                <c:pt idx="2643">
                  <c:v>4.0623064923508249E-2</c:v>
                </c:pt>
                <c:pt idx="2644">
                  <c:v>3.9277682045682723E-2</c:v>
                </c:pt>
                <c:pt idx="2645">
                  <c:v>2.741104329110268E-2</c:v>
                </c:pt>
                <c:pt idx="2646">
                  <c:v>1.9312125053964249E-2</c:v>
                </c:pt>
                <c:pt idx="2647">
                  <c:v>1.6751392498833631E-2</c:v>
                </c:pt>
                <c:pt idx="2648">
                  <c:v>1.8940459085787689E-2</c:v>
                </c:pt>
                <c:pt idx="2649">
                  <c:v>2.1139751188750819E-2</c:v>
                </c:pt>
                <c:pt idx="2650">
                  <c:v>2.3556537047159969E-2</c:v>
                </c:pt>
                <c:pt idx="2651">
                  <c:v>2.489247313455235E-2</c:v>
                </c:pt>
                <c:pt idx="2652">
                  <c:v>2.1129200552690259E-2</c:v>
                </c:pt>
                <c:pt idx="2653">
                  <c:v>1.0012308272747321E-2</c:v>
                </c:pt>
                <c:pt idx="2654">
                  <c:v>5.2552433370874855E-4</c:v>
                </c:pt>
                <c:pt idx="2655">
                  <c:v>3.4856465151527891E-2</c:v>
                </c:pt>
                <c:pt idx="2656">
                  <c:v>3.2945180361166178E-2</c:v>
                </c:pt>
                <c:pt idx="2657">
                  <c:v>1.4527013307515119E-2</c:v>
                </c:pt>
                <c:pt idx="2658">
                  <c:v>1.50155408386018E-2</c:v>
                </c:pt>
                <c:pt idx="2659">
                  <c:v>1.537041006457039E-2</c:v>
                </c:pt>
                <c:pt idx="2660">
                  <c:v>2.2597276067025381E-2</c:v>
                </c:pt>
                <c:pt idx="2661">
                  <c:v>2.605415856544329E-2</c:v>
                </c:pt>
                <c:pt idx="2662">
                  <c:v>3.1499609969996192E-2</c:v>
                </c:pt>
                <c:pt idx="2663">
                  <c:v>3.7446601312744632E-2</c:v>
                </c:pt>
                <c:pt idx="2664">
                  <c:v>4.0147880640341679E-2</c:v>
                </c:pt>
                <c:pt idx="2665">
                  <c:v>3.9919170655174432E-2</c:v>
                </c:pt>
                <c:pt idx="2666">
                  <c:v>3.8732745170851943E-2</c:v>
                </c:pt>
                <c:pt idx="2667">
                  <c:v>3.8151383717135168E-2</c:v>
                </c:pt>
                <c:pt idx="2668">
                  <c:v>3.6383921353552458E-2</c:v>
                </c:pt>
                <c:pt idx="2669">
                  <c:v>1.9871913968595219E-2</c:v>
                </c:pt>
                <c:pt idx="2670">
                  <c:v>1.8646918407787701E-2</c:v>
                </c:pt>
                <c:pt idx="2671">
                  <c:v>1.9290970481925331E-2</c:v>
                </c:pt>
                <c:pt idx="2672">
                  <c:v>2.374359297485153E-2</c:v>
                </c:pt>
                <c:pt idx="2673">
                  <c:v>2.5317521265032061E-2</c:v>
                </c:pt>
                <c:pt idx="2674">
                  <c:v>2.5562465818850709E-2</c:v>
                </c:pt>
                <c:pt idx="2675">
                  <c:v>2.8049957424131699E-2</c:v>
                </c:pt>
                <c:pt idx="2676">
                  <c:v>2.986605000980495E-2</c:v>
                </c:pt>
                <c:pt idx="2677">
                  <c:v>3.0488842787022071E-2</c:v>
                </c:pt>
                <c:pt idx="2678">
                  <c:v>2.9935036260058979E-2</c:v>
                </c:pt>
                <c:pt idx="2679">
                  <c:v>2.5681263588457369E-2</c:v>
                </c:pt>
                <c:pt idx="2680">
                  <c:v>2.4863482755022759E-2</c:v>
                </c:pt>
                <c:pt idx="2681">
                  <c:v>2.5137799316170439E-2</c:v>
                </c:pt>
                <c:pt idx="2682">
                  <c:v>2.88300757407172E-2</c:v>
                </c:pt>
                <c:pt idx="2683">
                  <c:v>2.7688146027890499E-2</c:v>
                </c:pt>
                <c:pt idx="2684">
                  <c:v>2.3771450189550899E-2</c:v>
                </c:pt>
                <c:pt idx="2685">
                  <c:v>1.8910680570647351E-2</c:v>
                </c:pt>
                <c:pt idx="2686">
                  <c:v>1.6950086939982241E-2</c:v>
                </c:pt>
                <c:pt idx="2687">
                  <c:v>1.65994030034688E-2</c:v>
                </c:pt>
                <c:pt idx="2688">
                  <c:v>1.287728791170688E-2</c:v>
                </c:pt>
                <c:pt idx="2689">
                  <c:v>9.1693912373899157E-3</c:v>
                </c:pt>
                <c:pt idx="2690">
                  <c:v>8.4527477755474891E-3</c:v>
                </c:pt>
                <c:pt idx="2691">
                  <c:v>5.9113846759974061E-3</c:v>
                </c:pt>
                <c:pt idx="2692">
                  <c:v>3.267377528832399E-3</c:v>
                </c:pt>
                <c:pt idx="2693">
                  <c:v>1.667127521392753E-3</c:v>
                </c:pt>
                <c:pt idx="2694">
                  <c:v>2.143793289583475E-2</c:v>
                </c:pt>
                <c:pt idx="2695">
                  <c:v>2.8618770087554882E-2</c:v>
                </c:pt>
                <c:pt idx="2696">
                  <c:v>4.1537582885732449E-2</c:v>
                </c:pt>
                <c:pt idx="2697">
                  <c:v>4.4157660887063001E-2</c:v>
                </c:pt>
                <c:pt idx="2698">
                  <c:v>3.8221996439381831E-2</c:v>
                </c:pt>
                <c:pt idx="2699">
                  <c:v>3.1864398923182158E-2</c:v>
                </c:pt>
                <c:pt idx="2700">
                  <c:v>2.588778790019575E-2</c:v>
                </c:pt>
                <c:pt idx="2701">
                  <c:v>2.4861067802989668E-2</c:v>
                </c:pt>
                <c:pt idx="2702">
                  <c:v>2.4303263733768871E-2</c:v>
                </c:pt>
                <c:pt idx="2703">
                  <c:v>2.3840375979168861E-2</c:v>
                </c:pt>
                <c:pt idx="2704">
                  <c:v>2.3351708264385949E-2</c:v>
                </c:pt>
                <c:pt idx="2705">
                  <c:v>2.2482339807954579E-2</c:v>
                </c:pt>
                <c:pt idx="2706">
                  <c:v>2.218387071215272E-2</c:v>
                </c:pt>
                <c:pt idx="2707">
                  <c:v>2.1712447827060329E-2</c:v>
                </c:pt>
                <c:pt idx="2708">
                  <c:v>1.8696693397736289E-2</c:v>
                </c:pt>
                <c:pt idx="2709">
                  <c:v>1.769423877856344E-2</c:v>
                </c:pt>
                <c:pt idx="2710">
                  <c:v>1.6946456385135769E-2</c:v>
                </c:pt>
                <c:pt idx="2711">
                  <c:v>1.176967646708256E-2</c:v>
                </c:pt>
                <c:pt idx="2712">
                  <c:v>6.5170664217932377E-3</c:v>
                </c:pt>
                <c:pt idx="2713">
                  <c:v>6.7341897528575018E-3</c:v>
                </c:pt>
                <c:pt idx="2714">
                  <c:v>6.9901364609994817E-3</c:v>
                </c:pt>
                <c:pt idx="2715">
                  <c:v>1.225245007992504E-2</c:v>
                </c:pt>
                <c:pt idx="2716">
                  <c:v>1.354738430795638E-2</c:v>
                </c:pt>
                <c:pt idx="2717">
                  <c:v>1.4741041892517889E-2</c:v>
                </c:pt>
                <c:pt idx="2718">
                  <c:v>2.2577145421751339E-2</c:v>
                </c:pt>
                <c:pt idx="2719">
                  <c:v>2.85736450257006E-2</c:v>
                </c:pt>
                <c:pt idx="2720">
                  <c:v>2.8233804986619749E-2</c:v>
                </c:pt>
                <c:pt idx="2721">
                  <c:v>2.4582720786854011E-2</c:v>
                </c:pt>
                <c:pt idx="2722">
                  <c:v>2.3663588899540532E-2</c:v>
                </c:pt>
                <c:pt idx="2723">
                  <c:v>2.3230304081836961E-2</c:v>
                </c:pt>
                <c:pt idx="2724">
                  <c:v>1.8051975861979919E-2</c:v>
                </c:pt>
                <c:pt idx="2725">
                  <c:v>1.6120238138913171E-2</c:v>
                </c:pt>
                <c:pt idx="2726">
                  <c:v>1.5711702367903951E-2</c:v>
                </c:pt>
                <c:pt idx="2727">
                  <c:v>1.106598629848719E-2</c:v>
                </c:pt>
                <c:pt idx="2728">
                  <c:v>7.7472534056531733E-3</c:v>
                </c:pt>
                <c:pt idx="2729">
                  <c:v>4.5150793738831926E-3</c:v>
                </c:pt>
                <c:pt idx="2730">
                  <c:v>4.1811132662065301E-3</c:v>
                </c:pt>
                <c:pt idx="2731">
                  <c:v>2.403834371395271E-3</c:v>
                </c:pt>
                <c:pt idx="2732">
                  <c:v>1.5555153864307131E-3</c:v>
                </c:pt>
                <c:pt idx="2733">
                  <c:v>1.701230271220731E-2</c:v>
                </c:pt>
                <c:pt idx="2734">
                  <c:v>1.5389240297492311E-2</c:v>
                </c:pt>
                <c:pt idx="2735">
                  <c:v>1.0329559579591681E-2</c:v>
                </c:pt>
                <c:pt idx="2736">
                  <c:v>1.115502542752915E-2</c:v>
                </c:pt>
                <c:pt idx="2737">
                  <c:v>1.6181425060180079E-2</c:v>
                </c:pt>
                <c:pt idx="2738">
                  <c:v>2.039528526292498E-2</c:v>
                </c:pt>
                <c:pt idx="2739">
                  <c:v>2.0281639477489899E-2</c:v>
                </c:pt>
                <c:pt idx="2740">
                  <c:v>2.0195822473306139E-2</c:v>
                </c:pt>
                <c:pt idx="2741">
                  <c:v>1.901795191385576E-2</c:v>
                </c:pt>
                <c:pt idx="2742">
                  <c:v>1.786183998274625E-2</c:v>
                </c:pt>
                <c:pt idx="2743">
                  <c:v>1.6682543198256738E-2</c:v>
                </c:pt>
                <c:pt idx="2744">
                  <c:v>1.5399079806945871E-2</c:v>
                </c:pt>
                <c:pt idx="2745">
                  <c:v>1.481420578998455E-2</c:v>
                </c:pt>
                <c:pt idx="2746">
                  <c:v>1.4728082402550311E-2</c:v>
                </c:pt>
                <c:pt idx="2747">
                  <c:v>1.4310080257493101E-2</c:v>
                </c:pt>
                <c:pt idx="2748">
                  <c:v>1.3987711002054971E-2</c:v>
                </c:pt>
                <c:pt idx="2749">
                  <c:v>1.3323810199821279E-2</c:v>
                </c:pt>
                <c:pt idx="2750">
                  <c:v>1.1494546086627731E-2</c:v>
                </c:pt>
                <c:pt idx="2751">
                  <c:v>9.9680550533045153E-3</c:v>
                </c:pt>
                <c:pt idx="2752">
                  <c:v>1.103706217051123E-2</c:v>
                </c:pt>
                <c:pt idx="2753">
                  <c:v>1.731525948695746E-2</c:v>
                </c:pt>
                <c:pt idx="2754">
                  <c:v>2.5074135034574539E-2</c:v>
                </c:pt>
                <c:pt idx="2755">
                  <c:v>3.1211743929235682E-2</c:v>
                </c:pt>
                <c:pt idx="2756">
                  <c:v>2.952752727557751E-2</c:v>
                </c:pt>
                <c:pt idx="2757">
                  <c:v>1.4785696264997591E-2</c:v>
                </c:pt>
                <c:pt idx="2758">
                  <c:v>1.217442210119476E-2</c:v>
                </c:pt>
                <c:pt idx="2759">
                  <c:v>1.217370734593249E-2</c:v>
                </c:pt>
                <c:pt idx="2760">
                  <c:v>1.216337384151576E-2</c:v>
                </c:pt>
                <c:pt idx="2761">
                  <c:v>1.284980215851941E-2</c:v>
                </c:pt>
                <c:pt idx="2762">
                  <c:v>1.304108949472025E-2</c:v>
                </c:pt>
                <c:pt idx="2763">
                  <c:v>1.5719786726467871E-2</c:v>
                </c:pt>
                <c:pt idx="2764">
                  <c:v>1.9023649539874989E-2</c:v>
                </c:pt>
                <c:pt idx="2765">
                  <c:v>1.9690595989615711E-2</c:v>
                </c:pt>
                <c:pt idx="2766">
                  <c:v>1.970492017268265E-2</c:v>
                </c:pt>
                <c:pt idx="2767">
                  <c:v>1.9936800938307481E-2</c:v>
                </c:pt>
                <c:pt idx="2768">
                  <c:v>1.999599975342892E-2</c:v>
                </c:pt>
                <c:pt idx="2769">
                  <c:v>1.979096724458922E-2</c:v>
                </c:pt>
                <c:pt idx="2770">
                  <c:v>1.7717946772776411E-2</c:v>
                </c:pt>
                <c:pt idx="2771">
                  <c:v>1.391047884095418E-2</c:v>
                </c:pt>
                <c:pt idx="2772">
                  <c:v>1.36502714709317E-2</c:v>
                </c:pt>
                <c:pt idx="2773">
                  <c:v>1.7710128824928041E-2</c:v>
                </c:pt>
                <c:pt idx="2774">
                  <c:v>1.7625210648168469E-2</c:v>
                </c:pt>
                <c:pt idx="2775">
                  <c:v>1.5560152484494289E-2</c:v>
                </c:pt>
                <c:pt idx="2776">
                  <c:v>1.528190197900239E-2</c:v>
                </c:pt>
                <c:pt idx="2777">
                  <c:v>1.302379557822307E-2</c:v>
                </c:pt>
                <c:pt idx="2778">
                  <c:v>1.14083679840315E-2</c:v>
                </c:pt>
                <c:pt idx="2779">
                  <c:v>1.146675742269424E-2</c:v>
                </c:pt>
                <c:pt idx="2780">
                  <c:v>1.178968299806523E-2</c:v>
                </c:pt>
                <c:pt idx="2781">
                  <c:v>1.211743466904068E-2</c:v>
                </c:pt>
                <c:pt idx="2782">
                  <c:v>1.2517004280345689E-2</c:v>
                </c:pt>
                <c:pt idx="2783">
                  <c:v>1.2762236034636051E-2</c:v>
                </c:pt>
                <c:pt idx="2784">
                  <c:v>1.3150787937192781E-2</c:v>
                </c:pt>
                <c:pt idx="2785">
                  <c:v>1.6350948906713281E-2</c:v>
                </c:pt>
                <c:pt idx="2786">
                  <c:v>1.6932686197870792E-2</c:v>
                </c:pt>
                <c:pt idx="2787">
                  <c:v>1.5816949785236262E-2</c:v>
                </c:pt>
                <c:pt idx="2788">
                  <c:v>6.6559443126648302E-3</c:v>
                </c:pt>
                <c:pt idx="2789">
                  <c:v>3.2738400287780009E-3</c:v>
                </c:pt>
                <c:pt idx="2790">
                  <c:v>3.577647314363146E-3</c:v>
                </c:pt>
                <c:pt idx="2791">
                  <c:v>6.6211145401018816E-3</c:v>
                </c:pt>
                <c:pt idx="2792">
                  <c:v>8.3960888872179548E-3</c:v>
                </c:pt>
                <c:pt idx="2793">
                  <c:v>8.4550341074092917E-3</c:v>
                </c:pt>
                <c:pt idx="2794">
                  <c:v>8.825485865215487E-3</c:v>
                </c:pt>
                <c:pt idx="2795">
                  <c:v>9.1247894713463538E-3</c:v>
                </c:pt>
                <c:pt idx="2796">
                  <c:v>9.2665965327435058E-3</c:v>
                </c:pt>
                <c:pt idx="2797">
                  <c:v>1.04766493012005E-2</c:v>
                </c:pt>
                <c:pt idx="2798">
                  <c:v>1.734515551740301E-2</c:v>
                </c:pt>
                <c:pt idx="2799">
                  <c:v>1.8798978297141569E-2</c:v>
                </c:pt>
                <c:pt idx="2800">
                  <c:v>1.8812302159297099E-2</c:v>
                </c:pt>
                <c:pt idx="2801">
                  <c:v>1.8844501181999249E-2</c:v>
                </c:pt>
                <c:pt idx="2802">
                  <c:v>1.8869418613321118E-2</c:v>
                </c:pt>
                <c:pt idx="2803">
                  <c:v>1.8871369447561698E-2</c:v>
                </c:pt>
                <c:pt idx="2804">
                  <c:v>1.4904669027832031E-2</c:v>
                </c:pt>
                <c:pt idx="2805">
                  <c:v>7.9230899470182636E-3</c:v>
                </c:pt>
                <c:pt idx="2806">
                  <c:v>7.8624536996078839E-3</c:v>
                </c:pt>
                <c:pt idx="2807">
                  <c:v>7.7992962539596951E-3</c:v>
                </c:pt>
                <c:pt idx="2808">
                  <c:v>7.7409119274706112E-3</c:v>
                </c:pt>
                <c:pt idx="2809">
                  <c:v>7.6573025121853709E-3</c:v>
                </c:pt>
                <c:pt idx="2810">
                  <c:v>7.6172207027714236E-3</c:v>
                </c:pt>
                <c:pt idx="2811">
                  <c:v>7.2912776887257757E-3</c:v>
                </c:pt>
                <c:pt idx="2812">
                  <c:v>2.6506330374637529E-3</c:v>
                </c:pt>
                <c:pt idx="2813">
                  <c:v>1.162049757634486E-3</c:v>
                </c:pt>
                <c:pt idx="2814">
                  <c:v>7.9961553174166238E-3</c:v>
                </c:pt>
                <c:pt idx="2815">
                  <c:v>1.2903533643992819E-2</c:v>
                </c:pt>
                <c:pt idx="2816">
                  <c:v>1.155875438855827E-2</c:v>
                </c:pt>
                <c:pt idx="2817">
                  <c:v>4.6150384254009949E-3</c:v>
                </c:pt>
                <c:pt idx="2818">
                  <c:v>5.1623523933918818E-3</c:v>
                </c:pt>
                <c:pt idx="2819">
                  <c:v>7.9863831420889323E-3</c:v>
                </c:pt>
                <c:pt idx="2820">
                  <c:v>1.0882628928229219E-2</c:v>
                </c:pt>
                <c:pt idx="2821">
                  <c:v>1.379655480041417E-2</c:v>
                </c:pt>
                <c:pt idx="2822">
                  <c:v>1.7333554236346541E-2</c:v>
                </c:pt>
                <c:pt idx="2823">
                  <c:v>1.877315737780821E-2</c:v>
                </c:pt>
                <c:pt idx="2824">
                  <c:v>1.8038315294873621E-2</c:v>
                </c:pt>
                <c:pt idx="2825">
                  <c:v>1.3609964549236931E-2</c:v>
                </c:pt>
                <c:pt idx="2826">
                  <c:v>1.096685889815475E-2</c:v>
                </c:pt>
                <c:pt idx="2827">
                  <c:v>1.0582550958107589E-2</c:v>
                </c:pt>
                <c:pt idx="2828">
                  <c:v>8.1193037158811612E-3</c:v>
                </c:pt>
                <c:pt idx="2829">
                  <c:v>6.4838803976830931E-3</c:v>
                </c:pt>
                <c:pt idx="2830">
                  <c:v>7.1355396981469957E-3</c:v>
                </c:pt>
                <c:pt idx="2831">
                  <c:v>1.286614394683522E-2</c:v>
                </c:pt>
                <c:pt idx="2832">
                  <c:v>1.4589978832490221E-2</c:v>
                </c:pt>
                <c:pt idx="2833">
                  <c:v>1.409426109061016E-2</c:v>
                </c:pt>
                <c:pt idx="2834">
                  <c:v>1.1245891833145521E-2</c:v>
                </c:pt>
                <c:pt idx="2835">
                  <c:v>9.1516895621925522E-3</c:v>
                </c:pt>
                <c:pt idx="2836">
                  <c:v>8.7809823564301906E-3</c:v>
                </c:pt>
                <c:pt idx="2837">
                  <c:v>8.7177816267163984E-3</c:v>
                </c:pt>
                <c:pt idx="2838">
                  <c:v>8.1163918039237233E-3</c:v>
                </c:pt>
                <c:pt idx="2839">
                  <c:v>8.0187232205152087E-3</c:v>
                </c:pt>
                <c:pt idx="2840">
                  <c:v>8.7686849144115071E-3</c:v>
                </c:pt>
                <c:pt idx="2841">
                  <c:v>1.68157300558134E-2</c:v>
                </c:pt>
                <c:pt idx="2842">
                  <c:v>2.100377995614635E-2</c:v>
                </c:pt>
                <c:pt idx="2843">
                  <c:v>2.1543053078135869E-2</c:v>
                </c:pt>
                <c:pt idx="2844">
                  <c:v>2.6425571142713981E-2</c:v>
                </c:pt>
                <c:pt idx="2845">
                  <c:v>2.9919126321860699E-2</c:v>
                </c:pt>
                <c:pt idx="2846">
                  <c:v>3.1167299953998789E-2</c:v>
                </c:pt>
                <c:pt idx="2847">
                  <c:v>3.04725448621706E-2</c:v>
                </c:pt>
                <c:pt idx="2848">
                  <c:v>2.3830640451648569E-2</c:v>
                </c:pt>
                <c:pt idx="2849">
                  <c:v>1.9199752864252701E-2</c:v>
                </c:pt>
                <c:pt idx="2850">
                  <c:v>1.6116839073887938E-2</c:v>
                </c:pt>
                <c:pt idx="2851">
                  <c:v>1.495616854964491E-2</c:v>
                </c:pt>
                <c:pt idx="2852">
                  <c:v>1.1744116784830901E-2</c:v>
                </c:pt>
                <c:pt idx="2853">
                  <c:v>3.9931895184287577E-3</c:v>
                </c:pt>
                <c:pt idx="2854">
                  <c:v>9.5031952878783842E-4</c:v>
                </c:pt>
                <c:pt idx="2855">
                  <c:v>2.0027505795120051E-2</c:v>
                </c:pt>
                <c:pt idx="2856">
                  <c:v>2.4076205447685631E-2</c:v>
                </c:pt>
                <c:pt idx="2857">
                  <c:v>2.3171407553994761E-2</c:v>
                </c:pt>
                <c:pt idx="2858">
                  <c:v>2.2060356194416809E-2</c:v>
                </c:pt>
                <c:pt idx="2859">
                  <c:v>2.035383606185431E-2</c:v>
                </c:pt>
                <c:pt idx="2860">
                  <c:v>1.891473544901737E-2</c:v>
                </c:pt>
                <c:pt idx="2861">
                  <c:v>1.848560258778649E-2</c:v>
                </c:pt>
                <c:pt idx="2862">
                  <c:v>1.7696028423255621E-2</c:v>
                </c:pt>
                <c:pt idx="2863">
                  <c:v>8.8967336069780949E-3</c:v>
                </c:pt>
                <c:pt idx="2864">
                  <c:v>7.2786937926115026E-3</c:v>
                </c:pt>
                <c:pt idx="2865">
                  <c:v>7.1709171201396341E-3</c:v>
                </c:pt>
                <c:pt idx="2866">
                  <c:v>6.476427094937072E-3</c:v>
                </c:pt>
                <c:pt idx="2867">
                  <c:v>6.381251423116195E-3</c:v>
                </c:pt>
                <c:pt idx="2868">
                  <c:v>5.3732779241309481E-3</c:v>
                </c:pt>
                <c:pt idx="2869">
                  <c:v>2.5886461507727511E-3</c:v>
                </c:pt>
                <c:pt idx="2870">
                  <c:v>1.295191650170014E-4</c:v>
                </c:pt>
                <c:pt idx="2871">
                  <c:v>8.6417682856012852E-4</c:v>
                </c:pt>
                <c:pt idx="2872">
                  <c:v>5.4723771616522034E-3</c:v>
                </c:pt>
                <c:pt idx="2873">
                  <c:v>9.0968634177888558E-3</c:v>
                </c:pt>
                <c:pt idx="2874">
                  <c:v>1.292001415689718E-2</c:v>
                </c:pt>
                <c:pt idx="2875">
                  <c:v>1.3596703610315701E-2</c:v>
                </c:pt>
                <c:pt idx="2876">
                  <c:v>1.9665700851328551E-2</c:v>
                </c:pt>
                <c:pt idx="2877">
                  <c:v>1.975360900205585E-2</c:v>
                </c:pt>
                <c:pt idx="2878">
                  <c:v>2.0156840148619119E-2</c:v>
                </c:pt>
                <c:pt idx="2879">
                  <c:v>2.03380862867889E-2</c:v>
                </c:pt>
                <c:pt idx="2880">
                  <c:v>1.9550609069918831E-2</c:v>
                </c:pt>
                <c:pt idx="2881">
                  <c:v>1.0496456211840441E-2</c:v>
                </c:pt>
                <c:pt idx="2882">
                  <c:v>3.270778417480216E-3</c:v>
                </c:pt>
                <c:pt idx="2883">
                  <c:v>4.295809833303914E-3</c:v>
                </c:pt>
                <c:pt idx="2884">
                  <c:v>1.203735608306741E-2</c:v>
                </c:pt>
                <c:pt idx="2885">
                  <c:v>1.359753107713565E-2</c:v>
                </c:pt>
                <c:pt idx="2886">
                  <c:v>1.336786916101229E-2</c:v>
                </c:pt>
                <c:pt idx="2887">
                  <c:v>1.252985763089997E-2</c:v>
                </c:pt>
                <c:pt idx="2888">
                  <c:v>1.108651782405696E-2</c:v>
                </c:pt>
                <c:pt idx="2889">
                  <c:v>1.0860844073114479E-2</c:v>
                </c:pt>
                <c:pt idx="2890">
                  <c:v>6.7183903606570072E-3</c:v>
                </c:pt>
                <c:pt idx="2891">
                  <c:v>2.0084336473378422E-3</c:v>
                </c:pt>
                <c:pt idx="2892">
                  <c:v>8.7402963394693695E-4</c:v>
                </c:pt>
                <c:pt idx="2893">
                  <c:v>2.6452326559159169E-2</c:v>
                </c:pt>
                <c:pt idx="2894">
                  <c:v>3.2389417165750091E-2</c:v>
                </c:pt>
                <c:pt idx="2895">
                  <c:v>1.674563871562498E-2</c:v>
                </c:pt>
                <c:pt idx="2896">
                  <c:v>1.4435065974973771E-2</c:v>
                </c:pt>
                <c:pt idx="2897">
                  <c:v>1.384273644135694E-2</c:v>
                </c:pt>
                <c:pt idx="2898">
                  <c:v>1.2527897960752611E-2</c:v>
                </c:pt>
                <c:pt idx="2899">
                  <c:v>1.0755556738553889E-2</c:v>
                </c:pt>
                <c:pt idx="2900">
                  <c:v>8.6296714665336886E-3</c:v>
                </c:pt>
                <c:pt idx="2901">
                  <c:v>6.8407475523275148E-3</c:v>
                </c:pt>
                <c:pt idx="2902">
                  <c:v>7.3286018113752306E-3</c:v>
                </c:pt>
                <c:pt idx="2903">
                  <c:v>1.0460272644139399E-2</c:v>
                </c:pt>
                <c:pt idx="2904">
                  <c:v>1.2849621872635639E-2</c:v>
                </c:pt>
                <c:pt idx="2905">
                  <c:v>1.186806394604256E-2</c:v>
                </c:pt>
                <c:pt idx="2906">
                  <c:v>8.9970375991484681E-3</c:v>
                </c:pt>
                <c:pt idx="2907">
                  <c:v>6.552460477049965E-3</c:v>
                </c:pt>
                <c:pt idx="2908">
                  <c:v>7.6119725520601639E-3</c:v>
                </c:pt>
                <c:pt idx="2909">
                  <c:v>7.8592386902175421E-3</c:v>
                </c:pt>
                <c:pt idx="2910">
                  <c:v>1.296658408998521E-2</c:v>
                </c:pt>
                <c:pt idx="2911">
                  <c:v>1.6962698136249382E-2</c:v>
                </c:pt>
                <c:pt idx="2912">
                  <c:v>1.5327350529403261E-2</c:v>
                </c:pt>
                <c:pt idx="2913">
                  <c:v>1.065926632005108E-2</c:v>
                </c:pt>
                <c:pt idx="2914">
                  <c:v>4.8322813077039967E-3</c:v>
                </c:pt>
                <c:pt idx="2915">
                  <c:v>4.4534540231301878E-3</c:v>
                </c:pt>
                <c:pt idx="2916">
                  <c:v>5.3278066653931009E-3</c:v>
                </c:pt>
                <c:pt idx="2917">
                  <c:v>7.833680533824423E-3</c:v>
                </c:pt>
                <c:pt idx="2918">
                  <c:v>9.2315405853134764E-3</c:v>
                </c:pt>
                <c:pt idx="2919">
                  <c:v>9.2357971889115743E-3</c:v>
                </c:pt>
                <c:pt idx="2920">
                  <c:v>9.2402934761325051E-3</c:v>
                </c:pt>
                <c:pt idx="2921">
                  <c:v>9.2413527275163783E-3</c:v>
                </c:pt>
                <c:pt idx="2922">
                  <c:v>1.057559504796244E-2</c:v>
                </c:pt>
                <c:pt idx="2923">
                  <c:v>1.5676772132281951E-2</c:v>
                </c:pt>
                <c:pt idx="2924">
                  <c:v>1.3230937764513799E-2</c:v>
                </c:pt>
                <c:pt idx="2925">
                  <c:v>9.6774064528302086E-3</c:v>
                </c:pt>
                <c:pt idx="2926">
                  <c:v>7.2891822050463774E-3</c:v>
                </c:pt>
                <c:pt idx="2927">
                  <c:v>6.2649518916593969E-3</c:v>
                </c:pt>
                <c:pt idx="2928">
                  <c:v>6.6169317708100932E-3</c:v>
                </c:pt>
                <c:pt idx="2929">
                  <c:v>9.5553474545370127E-3</c:v>
                </c:pt>
                <c:pt idx="2930">
                  <c:v>1.195954968469372E-2</c:v>
                </c:pt>
                <c:pt idx="2931">
                  <c:v>1.425712674431805E-2</c:v>
                </c:pt>
                <c:pt idx="2932">
                  <c:v>1.4238971060259399E-2</c:v>
                </c:pt>
                <c:pt idx="2933">
                  <c:v>1.4228451523531161E-2</c:v>
                </c:pt>
                <c:pt idx="2934">
                  <c:v>1.3986472427558381E-2</c:v>
                </c:pt>
                <c:pt idx="2935">
                  <c:v>2.562818215618707E-2</c:v>
                </c:pt>
                <c:pt idx="2936">
                  <c:v>2.399510909190251E-2</c:v>
                </c:pt>
                <c:pt idx="2937">
                  <c:v>2.2339605368911001E-2</c:v>
                </c:pt>
                <c:pt idx="2938">
                  <c:v>2.206518934630488E-2</c:v>
                </c:pt>
                <c:pt idx="2939">
                  <c:v>2.0385261688973279E-2</c:v>
                </c:pt>
                <c:pt idx="2940">
                  <c:v>1.9079565223926911E-2</c:v>
                </c:pt>
                <c:pt idx="2941">
                  <c:v>1.706370564517104E-2</c:v>
                </c:pt>
                <c:pt idx="2942">
                  <c:v>1.1463054840520639E-2</c:v>
                </c:pt>
                <c:pt idx="2943">
                  <c:v>1.093719126898611E-2</c:v>
                </c:pt>
                <c:pt idx="2944">
                  <c:v>9.3907248253088434E-3</c:v>
                </c:pt>
                <c:pt idx="2945">
                  <c:v>8.8189501850947389E-3</c:v>
                </c:pt>
                <c:pt idx="2946">
                  <c:v>8.806691614257664E-3</c:v>
                </c:pt>
                <c:pt idx="2947">
                  <c:v>8.6755061112179024E-3</c:v>
                </c:pt>
                <c:pt idx="2948">
                  <c:v>8.5350567205745194E-3</c:v>
                </c:pt>
                <c:pt idx="2949">
                  <c:v>8.6497843416473048E-3</c:v>
                </c:pt>
                <c:pt idx="2950">
                  <c:v>9.8175386877521024E-3</c:v>
                </c:pt>
                <c:pt idx="2951">
                  <c:v>1.020196263655402E-2</c:v>
                </c:pt>
                <c:pt idx="2952">
                  <c:v>1.0725037780283121E-2</c:v>
                </c:pt>
                <c:pt idx="2953">
                  <c:v>1.219376897801192E-2</c:v>
                </c:pt>
                <c:pt idx="2954">
                  <c:v>1.3808296571583681E-2</c:v>
                </c:pt>
                <c:pt idx="2955">
                  <c:v>1.414516493987804E-2</c:v>
                </c:pt>
                <c:pt idx="2956">
                  <c:v>1.4726090700291751E-2</c:v>
                </c:pt>
                <c:pt idx="2957">
                  <c:v>1.8167023045963321E-2</c:v>
                </c:pt>
                <c:pt idx="2958">
                  <c:v>1.9708493781474181E-2</c:v>
                </c:pt>
                <c:pt idx="2959">
                  <c:v>1.986034700644777E-2</c:v>
                </c:pt>
                <c:pt idx="2960">
                  <c:v>2.035627611265553E-2</c:v>
                </c:pt>
                <c:pt idx="2961">
                  <c:v>2.0957899562253419E-2</c:v>
                </c:pt>
                <c:pt idx="2962">
                  <c:v>1.5991239638821889E-2</c:v>
                </c:pt>
                <c:pt idx="2963">
                  <c:v>8.8477541124741804E-3</c:v>
                </c:pt>
                <c:pt idx="2964">
                  <c:v>4.5933798442721148E-3</c:v>
                </c:pt>
                <c:pt idx="2965">
                  <c:v>4.8644239433452046E-3</c:v>
                </c:pt>
                <c:pt idx="2966">
                  <c:v>6.9523212013621336E-3</c:v>
                </c:pt>
                <c:pt idx="2967">
                  <c:v>8.8536697633534098E-3</c:v>
                </c:pt>
                <c:pt idx="2968">
                  <c:v>1.050591381970723E-2</c:v>
                </c:pt>
                <c:pt idx="2969">
                  <c:v>1.099477698654174E-2</c:v>
                </c:pt>
                <c:pt idx="2970">
                  <c:v>1.2743826008711011E-2</c:v>
                </c:pt>
                <c:pt idx="2971">
                  <c:v>1.344751504972868E-2</c:v>
                </c:pt>
                <c:pt idx="2972">
                  <c:v>1.390338052028444E-2</c:v>
                </c:pt>
                <c:pt idx="2973">
                  <c:v>1.6658528323593599E-2</c:v>
                </c:pt>
                <c:pt idx="2974">
                  <c:v>1.7162200824437441E-2</c:v>
                </c:pt>
                <c:pt idx="2975">
                  <c:v>1.7644845811771091E-2</c:v>
                </c:pt>
                <c:pt idx="2976">
                  <c:v>1.7001056111227479E-2</c:v>
                </c:pt>
                <c:pt idx="2977">
                  <c:v>1.3917911729179911E-2</c:v>
                </c:pt>
                <c:pt idx="2978">
                  <c:v>1.1038556100566491E-2</c:v>
                </c:pt>
                <c:pt idx="2979">
                  <c:v>9.5253888249322242E-3</c:v>
                </c:pt>
                <c:pt idx="2980">
                  <c:v>1.0595571408967179E-2</c:v>
                </c:pt>
                <c:pt idx="2981">
                  <c:v>1.395123625799076E-2</c:v>
                </c:pt>
                <c:pt idx="2982">
                  <c:v>1.6363465736960559E-2</c:v>
                </c:pt>
                <c:pt idx="2983">
                  <c:v>1.5846672462755802E-2</c:v>
                </c:pt>
                <c:pt idx="2984">
                  <c:v>1.1540703373166679E-2</c:v>
                </c:pt>
                <c:pt idx="2985">
                  <c:v>7.2365751922615889E-3</c:v>
                </c:pt>
                <c:pt idx="2986">
                  <c:v>5.8173182745499923E-3</c:v>
                </c:pt>
                <c:pt idx="2987">
                  <c:v>6.5073838506244687E-3</c:v>
                </c:pt>
                <c:pt idx="2988">
                  <c:v>1.135732978479575E-2</c:v>
                </c:pt>
                <c:pt idx="2989">
                  <c:v>1.65679983285533E-2</c:v>
                </c:pt>
                <c:pt idx="2990">
                  <c:v>1.503039858375641E-2</c:v>
                </c:pt>
                <c:pt idx="2991">
                  <c:v>1.1953300262294381E-2</c:v>
                </c:pt>
                <c:pt idx="2992">
                  <c:v>1.0851564989169501E-2</c:v>
                </c:pt>
                <c:pt idx="2993">
                  <c:v>1.0835292384496939E-2</c:v>
                </c:pt>
                <c:pt idx="2994">
                  <c:v>1.0818306246563131E-2</c:v>
                </c:pt>
                <c:pt idx="2995">
                  <c:v>1.079486130029142E-2</c:v>
                </c:pt>
                <c:pt idx="2996">
                  <c:v>1.124910445930862E-2</c:v>
                </c:pt>
                <c:pt idx="2997">
                  <c:v>1.377889911638364E-2</c:v>
                </c:pt>
                <c:pt idx="2998">
                  <c:v>1.4437929184348349E-2</c:v>
                </c:pt>
                <c:pt idx="2999">
                  <c:v>1.5373204276322491E-2</c:v>
                </c:pt>
                <c:pt idx="3000">
                  <c:v>1.7538689873223781E-2</c:v>
                </c:pt>
                <c:pt idx="3001">
                  <c:v>1.7853540420775828E-2</c:v>
                </c:pt>
                <c:pt idx="3002">
                  <c:v>1.6685944937066249E-2</c:v>
                </c:pt>
                <c:pt idx="3003">
                  <c:v>1.6624426112475402E-2</c:v>
                </c:pt>
                <c:pt idx="3004">
                  <c:v>1.474488339448779E-2</c:v>
                </c:pt>
                <c:pt idx="3005">
                  <c:v>1.268146578182652E-2</c:v>
                </c:pt>
                <c:pt idx="3006">
                  <c:v>1.252026927435106E-2</c:v>
                </c:pt>
                <c:pt idx="3007">
                  <c:v>1.196376341685108E-2</c:v>
                </c:pt>
                <c:pt idx="3008">
                  <c:v>1.092103215582859E-2</c:v>
                </c:pt>
                <c:pt idx="3009">
                  <c:v>1.045317054270508E-2</c:v>
                </c:pt>
                <c:pt idx="3010">
                  <c:v>1.2913857644049511E-2</c:v>
                </c:pt>
                <c:pt idx="3011">
                  <c:v>1.6135200850182649E-2</c:v>
                </c:pt>
                <c:pt idx="3012">
                  <c:v>1.6653502840359439E-2</c:v>
                </c:pt>
                <c:pt idx="3013">
                  <c:v>1.7743388676061279E-2</c:v>
                </c:pt>
                <c:pt idx="3014">
                  <c:v>1.9391438704714669E-2</c:v>
                </c:pt>
                <c:pt idx="3015">
                  <c:v>2.0861765856242869E-2</c:v>
                </c:pt>
                <c:pt idx="3016">
                  <c:v>2.1026699221002389E-2</c:v>
                </c:pt>
                <c:pt idx="3017">
                  <c:v>1.7245225197492331E-2</c:v>
                </c:pt>
                <c:pt idx="3018">
                  <c:v>1.1570609324309519E-2</c:v>
                </c:pt>
                <c:pt idx="3019">
                  <c:v>3.70465169965653E-3</c:v>
                </c:pt>
                <c:pt idx="3020">
                  <c:v>4.4333938471147402E-3</c:v>
                </c:pt>
                <c:pt idx="3021">
                  <c:v>7.8386508922521445E-3</c:v>
                </c:pt>
                <c:pt idx="3022">
                  <c:v>1.044465205624908E-2</c:v>
                </c:pt>
                <c:pt idx="3023">
                  <c:v>1.1314421671071811E-2</c:v>
                </c:pt>
                <c:pt idx="3024">
                  <c:v>1.5043766614496671E-2</c:v>
                </c:pt>
                <c:pt idx="3025">
                  <c:v>1.8019270376336449E-2</c:v>
                </c:pt>
                <c:pt idx="3026">
                  <c:v>2.450595845971416E-2</c:v>
                </c:pt>
                <c:pt idx="3027">
                  <c:v>2.372433847670357E-2</c:v>
                </c:pt>
                <c:pt idx="3028">
                  <c:v>1.8144144438960438E-2</c:v>
                </c:pt>
                <c:pt idx="3029">
                  <c:v>1.359208533084638E-2</c:v>
                </c:pt>
                <c:pt idx="3030">
                  <c:v>1.165348620389762E-2</c:v>
                </c:pt>
                <c:pt idx="3031">
                  <c:v>9.5342477080612997E-3</c:v>
                </c:pt>
                <c:pt idx="3032">
                  <c:v>8.6063009386613595E-3</c:v>
                </c:pt>
                <c:pt idx="3033">
                  <c:v>5.3899836525831994E-3</c:v>
                </c:pt>
                <c:pt idx="3034">
                  <c:v>6.3753415859478793E-3</c:v>
                </c:pt>
                <c:pt idx="3035">
                  <c:v>7.0380112658241026E-3</c:v>
                </c:pt>
                <c:pt idx="3036">
                  <c:v>7.2130294968538273E-3</c:v>
                </c:pt>
                <c:pt idx="3037">
                  <c:v>7.3761627117735987E-3</c:v>
                </c:pt>
                <c:pt idx="3038">
                  <c:v>8.6005283114027505E-3</c:v>
                </c:pt>
                <c:pt idx="3039">
                  <c:v>9.1544536382481626E-3</c:v>
                </c:pt>
                <c:pt idx="3040">
                  <c:v>9.0469850151223309E-3</c:v>
                </c:pt>
                <c:pt idx="3041">
                  <c:v>8.439040214435891E-3</c:v>
                </c:pt>
                <c:pt idx="3042">
                  <c:v>7.4234609765687787E-3</c:v>
                </c:pt>
                <c:pt idx="3043">
                  <c:v>7.1378770855792598E-3</c:v>
                </c:pt>
                <c:pt idx="3044">
                  <c:v>7.48888545314794E-3</c:v>
                </c:pt>
                <c:pt idx="3045">
                  <c:v>1.121489734101962E-2</c:v>
                </c:pt>
                <c:pt idx="3046">
                  <c:v>1.5503789514386111E-2</c:v>
                </c:pt>
                <c:pt idx="3047">
                  <c:v>1.785438425449342E-2</c:v>
                </c:pt>
                <c:pt idx="3048">
                  <c:v>1.8321080356948599E-2</c:v>
                </c:pt>
                <c:pt idx="3049">
                  <c:v>1.7357836193532528E-2</c:v>
                </c:pt>
                <c:pt idx="3050">
                  <c:v>8.9778874467879664E-3</c:v>
                </c:pt>
                <c:pt idx="3051">
                  <c:v>7.2226109909296014E-3</c:v>
                </c:pt>
                <c:pt idx="3052">
                  <c:v>9.126789889675713E-3</c:v>
                </c:pt>
                <c:pt idx="3053">
                  <c:v>1.0266609072194909E-2</c:v>
                </c:pt>
                <c:pt idx="3054">
                  <c:v>8.8767624982329079E-3</c:v>
                </c:pt>
                <c:pt idx="3055">
                  <c:v>6.4212778257575339E-3</c:v>
                </c:pt>
                <c:pt idx="3056">
                  <c:v>6.342763873456822E-3</c:v>
                </c:pt>
                <c:pt idx="3057">
                  <c:v>3.880795743940282E-3</c:v>
                </c:pt>
                <c:pt idx="3058">
                  <c:v>4.6513434580969246E-3</c:v>
                </c:pt>
                <c:pt idx="3059">
                  <c:v>7.5087549766958686E-3</c:v>
                </c:pt>
                <c:pt idx="3060">
                  <c:v>9.4300900335952467E-3</c:v>
                </c:pt>
                <c:pt idx="3061">
                  <c:v>9.9577931947233307E-3</c:v>
                </c:pt>
                <c:pt idx="3062">
                  <c:v>8.2049004272285939E-3</c:v>
                </c:pt>
                <c:pt idx="3063">
                  <c:v>7.6041339124790237E-3</c:v>
                </c:pt>
                <c:pt idx="3064">
                  <c:v>5.1664369351952536E-3</c:v>
                </c:pt>
                <c:pt idx="3065">
                  <c:v>5.1605057934042686E-3</c:v>
                </c:pt>
                <c:pt idx="3066">
                  <c:v>5.1289012281881992E-3</c:v>
                </c:pt>
                <c:pt idx="3067">
                  <c:v>5.1072330720884924E-3</c:v>
                </c:pt>
                <c:pt idx="3068">
                  <c:v>6.3296135462775228E-3</c:v>
                </c:pt>
                <c:pt idx="3069">
                  <c:v>1.0391267560729471E-2</c:v>
                </c:pt>
                <c:pt idx="3070">
                  <c:v>1.4119340179643671E-2</c:v>
                </c:pt>
                <c:pt idx="3071">
                  <c:v>1.4949748127047781E-2</c:v>
                </c:pt>
                <c:pt idx="3072">
                  <c:v>1.611544732162818E-2</c:v>
                </c:pt>
                <c:pt idx="3073">
                  <c:v>1.727375123012112E-2</c:v>
                </c:pt>
                <c:pt idx="3074">
                  <c:v>1.7264039172700849E-2</c:v>
                </c:pt>
                <c:pt idx="3075">
                  <c:v>1.7199467851328549E-2</c:v>
                </c:pt>
                <c:pt idx="3076">
                  <c:v>1.7135034648349212E-2</c:v>
                </c:pt>
                <c:pt idx="3077">
                  <c:v>1.7088394401442889E-2</c:v>
                </c:pt>
                <c:pt idx="3078">
                  <c:v>1.708022596296362E-2</c:v>
                </c:pt>
                <c:pt idx="3079">
                  <c:v>1.6623081377520312E-2</c:v>
                </c:pt>
                <c:pt idx="3080">
                  <c:v>1.182940348214884E-2</c:v>
                </c:pt>
                <c:pt idx="3081">
                  <c:v>1.141104631937993E-2</c:v>
                </c:pt>
                <c:pt idx="3082">
                  <c:v>1.1406835673640269E-2</c:v>
                </c:pt>
                <c:pt idx="3083">
                  <c:v>1.137008262340939E-2</c:v>
                </c:pt>
                <c:pt idx="3084">
                  <c:v>1.135637682475758E-2</c:v>
                </c:pt>
                <c:pt idx="3085">
                  <c:v>1.158362006931486E-2</c:v>
                </c:pt>
                <c:pt idx="3086">
                  <c:v>1.335548595217553E-2</c:v>
                </c:pt>
                <c:pt idx="3087">
                  <c:v>1.455326608185392E-2</c:v>
                </c:pt>
                <c:pt idx="3088">
                  <c:v>1.47483113102501E-2</c:v>
                </c:pt>
                <c:pt idx="3089">
                  <c:v>1.449469989531786E-2</c:v>
                </c:pt>
                <c:pt idx="3090">
                  <c:v>1.2272617432135639E-2</c:v>
                </c:pt>
                <c:pt idx="3091">
                  <c:v>9.902124335969615E-3</c:v>
                </c:pt>
                <c:pt idx="3092">
                  <c:v>8.1182225122117778E-3</c:v>
                </c:pt>
                <c:pt idx="3093">
                  <c:v>7.8932127738045744E-3</c:v>
                </c:pt>
                <c:pt idx="3094">
                  <c:v>7.0937189186280926E-3</c:v>
                </c:pt>
                <c:pt idx="3095">
                  <c:v>6.388128230571102E-3</c:v>
                </c:pt>
                <c:pt idx="3096">
                  <c:v>6.1301235531074317E-3</c:v>
                </c:pt>
                <c:pt idx="3097">
                  <c:v>6.495765238219306E-3</c:v>
                </c:pt>
                <c:pt idx="3098">
                  <c:v>9.4809636607748344E-3</c:v>
                </c:pt>
                <c:pt idx="3099">
                  <c:v>9.6248714494373295E-3</c:v>
                </c:pt>
                <c:pt idx="3100">
                  <c:v>9.8508070089654252E-3</c:v>
                </c:pt>
                <c:pt idx="3101">
                  <c:v>9.8918796298123144E-3</c:v>
                </c:pt>
                <c:pt idx="3102">
                  <c:v>9.8918796298123144E-3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C3-43CE-87F0-14A01F6CD6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velocity_aruco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Sheet1!$C$2:$C$3104</c:f>
              <c:numCache>
                <c:formatCode>General</c:formatCode>
                <c:ptCount val="3103"/>
                <c:pt idx="0">
                  <c:v>8.7760880589485168E-2</c:v>
                </c:pt>
                <c:pt idx="1">
                  <c:v>8.7760880589485168E-2</c:v>
                </c:pt>
                <c:pt idx="2">
                  <c:v>8.7760880589485168E-2</c:v>
                </c:pt>
                <c:pt idx="3">
                  <c:v>8.7760880589485168E-2</c:v>
                </c:pt>
                <c:pt idx="4">
                  <c:v>8.7760880589485168E-2</c:v>
                </c:pt>
                <c:pt idx="5">
                  <c:v>8.7760880589485168E-2</c:v>
                </c:pt>
                <c:pt idx="6">
                  <c:v>8.7760880589485168E-2</c:v>
                </c:pt>
                <c:pt idx="7">
                  <c:v>8.7760880589485168E-2</c:v>
                </c:pt>
                <c:pt idx="8">
                  <c:v>8.7760880589485168E-2</c:v>
                </c:pt>
                <c:pt idx="9">
                  <c:v>8.7760880589485168E-2</c:v>
                </c:pt>
                <c:pt idx="10">
                  <c:v>8.7760880589485168E-2</c:v>
                </c:pt>
                <c:pt idx="11">
                  <c:v>8.7760880589485168E-2</c:v>
                </c:pt>
                <c:pt idx="12">
                  <c:v>8.7760880589485168E-2</c:v>
                </c:pt>
                <c:pt idx="13">
                  <c:v>8.7760880589485168E-2</c:v>
                </c:pt>
                <c:pt idx="14">
                  <c:v>8.7760880589485168E-2</c:v>
                </c:pt>
                <c:pt idx="15">
                  <c:v>8.7760880589485168E-2</c:v>
                </c:pt>
                <c:pt idx="16">
                  <c:v>8.7760880589485168E-2</c:v>
                </c:pt>
                <c:pt idx="17">
                  <c:v>8.7760880589485168E-2</c:v>
                </c:pt>
                <c:pt idx="18">
                  <c:v>8.7760880589485168E-2</c:v>
                </c:pt>
                <c:pt idx="19">
                  <c:v>8.7760880589485168E-2</c:v>
                </c:pt>
                <c:pt idx="20">
                  <c:v>8.7760880589485168E-2</c:v>
                </c:pt>
                <c:pt idx="21">
                  <c:v>8.7760880589485168E-2</c:v>
                </c:pt>
                <c:pt idx="22">
                  <c:v>8.7760880589485168E-2</c:v>
                </c:pt>
                <c:pt idx="23">
                  <c:v>8.7760880589485168E-2</c:v>
                </c:pt>
                <c:pt idx="24">
                  <c:v>8.7760880589485168E-2</c:v>
                </c:pt>
                <c:pt idx="25">
                  <c:v>8.7760880589485168E-2</c:v>
                </c:pt>
                <c:pt idx="26">
                  <c:v>8.7760880589485168E-2</c:v>
                </c:pt>
                <c:pt idx="27">
                  <c:v>8.7760880589485168E-2</c:v>
                </c:pt>
                <c:pt idx="28">
                  <c:v>8.7760880589485168E-2</c:v>
                </c:pt>
                <c:pt idx="29">
                  <c:v>0.1185971392349586</c:v>
                </c:pt>
                <c:pt idx="30">
                  <c:v>0.13831932842731481</c:v>
                </c:pt>
                <c:pt idx="31">
                  <c:v>0.13952018720463261</c:v>
                </c:pt>
                <c:pt idx="32">
                  <c:v>0.14383848138172889</c:v>
                </c:pt>
                <c:pt idx="33">
                  <c:v>0.15206619550050759</c:v>
                </c:pt>
                <c:pt idx="34">
                  <c:v>0.15446183085441589</c:v>
                </c:pt>
                <c:pt idx="35">
                  <c:v>0.15535211087277451</c:v>
                </c:pt>
                <c:pt idx="36">
                  <c:v>0.15737599321591769</c:v>
                </c:pt>
                <c:pt idx="37">
                  <c:v>0.16188733046951001</c:v>
                </c:pt>
                <c:pt idx="38">
                  <c:v>0.16452375054359439</c:v>
                </c:pt>
                <c:pt idx="39">
                  <c:v>0.16584875131799839</c:v>
                </c:pt>
                <c:pt idx="40">
                  <c:v>0.1763317912312273</c:v>
                </c:pt>
                <c:pt idx="41">
                  <c:v>0.18344435095787051</c:v>
                </c:pt>
                <c:pt idx="42">
                  <c:v>0.18476118279801959</c:v>
                </c:pt>
                <c:pt idx="43">
                  <c:v>0.1971289094114356</c:v>
                </c:pt>
                <c:pt idx="44">
                  <c:v>0.20006802678108221</c:v>
                </c:pt>
                <c:pt idx="45">
                  <c:v>0.19935495965779759</c:v>
                </c:pt>
                <c:pt idx="46">
                  <c:v>0.1946485766898268</c:v>
                </c:pt>
                <c:pt idx="47">
                  <c:v>0.1908979415893555</c:v>
                </c:pt>
                <c:pt idx="48">
                  <c:v>0.19086004724052441</c:v>
                </c:pt>
                <c:pt idx="49">
                  <c:v>0.19020092969077049</c:v>
                </c:pt>
                <c:pt idx="50">
                  <c:v>0.19014889001846311</c:v>
                </c:pt>
                <c:pt idx="51">
                  <c:v>0.19210328994881759</c:v>
                </c:pt>
                <c:pt idx="52">
                  <c:v>0.20571862749850869</c:v>
                </c:pt>
                <c:pt idx="53">
                  <c:v>0.21298085153102869</c:v>
                </c:pt>
                <c:pt idx="54">
                  <c:v>0.21279760381104951</c:v>
                </c:pt>
                <c:pt idx="55">
                  <c:v>0.21112025900603279</c:v>
                </c:pt>
                <c:pt idx="56">
                  <c:v>0.2104996740818024</c:v>
                </c:pt>
                <c:pt idx="57">
                  <c:v>0.2120085558448736</c:v>
                </c:pt>
                <c:pt idx="58">
                  <c:v>0.23056742462429741</c:v>
                </c:pt>
                <c:pt idx="59">
                  <c:v>0.23958779871463781</c:v>
                </c:pt>
                <c:pt idx="60">
                  <c:v>0.2405941508186869</c:v>
                </c:pt>
                <c:pt idx="61">
                  <c:v>0.24606156018136929</c:v>
                </c:pt>
                <c:pt idx="62">
                  <c:v>0.25016752593618791</c:v>
                </c:pt>
                <c:pt idx="63">
                  <c:v>0.25275421142578119</c:v>
                </c:pt>
                <c:pt idx="64">
                  <c:v>0.25297099122073791</c:v>
                </c:pt>
                <c:pt idx="65">
                  <c:v>0.2557717744627927</c:v>
                </c:pt>
                <c:pt idx="66">
                  <c:v>0.25809040665626531</c:v>
                </c:pt>
                <c:pt idx="67">
                  <c:v>0.25807363232774772</c:v>
                </c:pt>
                <c:pt idx="68">
                  <c:v>0.25780933742811668</c:v>
                </c:pt>
                <c:pt idx="69">
                  <c:v>0.2577434778213501</c:v>
                </c:pt>
                <c:pt idx="70">
                  <c:v>0.25751346129043978</c:v>
                </c:pt>
                <c:pt idx="71">
                  <c:v>0.25619407242112219</c:v>
                </c:pt>
                <c:pt idx="72">
                  <c:v>0.25407416367630081</c:v>
                </c:pt>
                <c:pt idx="73">
                  <c:v>0.2535775899887085</c:v>
                </c:pt>
                <c:pt idx="74">
                  <c:v>0.25199187495688191</c:v>
                </c:pt>
                <c:pt idx="75">
                  <c:v>0.2484725933816638</c:v>
                </c:pt>
                <c:pt idx="76">
                  <c:v>0.2473292946815491</c:v>
                </c:pt>
                <c:pt idx="77">
                  <c:v>0.2497260593337858</c:v>
                </c:pt>
                <c:pt idx="78">
                  <c:v>0.26389424068674938</c:v>
                </c:pt>
                <c:pt idx="79">
                  <c:v>0.27254980802536011</c:v>
                </c:pt>
                <c:pt idx="80">
                  <c:v>0.27848430436965971</c:v>
                </c:pt>
                <c:pt idx="81">
                  <c:v>0.31927862203136598</c:v>
                </c:pt>
                <c:pt idx="82">
                  <c:v>0.3284485936164856</c:v>
                </c:pt>
                <c:pt idx="83">
                  <c:v>0.33708606128194291</c:v>
                </c:pt>
                <c:pt idx="84">
                  <c:v>0.35347011589987087</c:v>
                </c:pt>
                <c:pt idx="85">
                  <c:v>0.36564092892931233</c:v>
                </c:pt>
                <c:pt idx="86">
                  <c:v>0.3678077757358551</c:v>
                </c:pt>
                <c:pt idx="87">
                  <c:v>0.36517105991478271</c:v>
                </c:pt>
                <c:pt idx="88">
                  <c:v>0.34560626538722627</c:v>
                </c:pt>
                <c:pt idx="89">
                  <c:v>0.34002527594566351</c:v>
                </c:pt>
                <c:pt idx="90">
                  <c:v>0.33914820165224963</c:v>
                </c:pt>
                <c:pt idx="91">
                  <c:v>0.33149381973488729</c:v>
                </c:pt>
                <c:pt idx="92">
                  <c:v>0.3250727653503418</c:v>
                </c:pt>
                <c:pt idx="93">
                  <c:v>0.3305447184519168</c:v>
                </c:pt>
                <c:pt idx="94">
                  <c:v>0.37264129053002992</c:v>
                </c:pt>
                <c:pt idx="95">
                  <c:v>0.38295447826385498</c:v>
                </c:pt>
                <c:pt idx="96">
                  <c:v>0.38277129218148498</c:v>
                </c:pt>
                <c:pt idx="97">
                  <c:v>0.38176477181602742</c:v>
                </c:pt>
                <c:pt idx="98">
                  <c:v>0.38102936744689941</c:v>
                </c:pt>
                <c:pt idx="99">
                  <c:v>0.38066897811395922</c:v>
                </c:pt>
                <c:pt idx="100">
                  <c:v>0.37470085033226308</c:v>
                </c:pt>
                <c:pt idx="101">
                  <c:v>0.37271332740783691</c:v>
                </c:pt>
                <c:pt idx="102">
                  <c:v>0.37258726364552552</c:v>
                </c:pt>
                <c:pt idx="103">
                  <c:v>0.37166845651614638</c:v>
                </c:pt>
                <c:pt idx="104">
                  <c:v>0.37088584899902338</c:v>
                </c:pt>
                <c:pt idx="105">
                  <c:v>0.37176337515838859</c:v>
                </c:pt>
                <c:pt idx="106">
                  <c:v>0.37799862197013928</c:v>
                </c:pt>
                <c:pt idx="107">
                  <c:v>0.37956160306930542</c:v>
                </c:pt>
                <c:pt idx="108">
                  <c:v>0.37992484047687242</c:v>
                </c:pt>
                <c:pt idx="109">
                  <c:v>0.38333626328050152</c:v>
                </c:pt>
                <c:pt idx="110">
                  <c:v>0.38667064186478728</c:v>
                </c:pt>
                <c:pt idx="111">
                  <c:v>0.38798540830612183</c:v>
                </c:pt>
                <c:pt idx="112">
                  <c:v>0.38803376545736218</c:v>
                </c:pt>
                <c:pt idx="113">
                  <c:v>0.38842073285988188</c:v>
                </c:pt>
                <c:pt idx="114">
                  <c:v>0.38882596323544738</c:v>
                </c:pt>
                <c:pt idx="115">
                  <c:v>0.38897225260734558</c:v>
                </c:pt>
                <c:pt idx="116">
                  <c:v>0.38500537261458467</c:v>
                </c:pt>
                <c:pt idx="117">
                  <c:v>0.36230852627844462</c:v>
                </c:pt>
                <c:pt idx="118">
                  <c:v>0.34825369715690607</c:v>
                </c:pt>
                <c:pt idx="119">
                  <c:v>0.34657788885877161</c:v>
                </c:pt>
                <c:pt idx="120">
                  <c:v>0.32024767290865708</c:v>
                </c:pt>
                <c:pt idx="121">
                  <c:v>0.31833004951477051</c:v>
                </c:pt>
                <c:pt idx="122">
                  <c:v>0.31883856846470249</c:v>
                </c:pt>
                <c:pt idx="123">
                  <c:v>0.32737547159194952</c:v>
                </c:pt>
                <c:pt idx="124">
                  <c:v>0.3278760554523581</c:v>
                </c:pt>
                <c:pt idx="125">
                  <c:v>0.33010405855354519</c:v>
                </c:pt>
                <c:pt idx="126">
                  <c:v>0.33129713906083358</c:v>
                </c:pt>
                <c:pt idx="127">
                  <c:v>0.331422358751297</c:v>
                </c:pt>
                <c:pt idx="128">
                  <c:v>0.3342890155530181</c:v>
                </c:pt>
                <c:pt idx="129">
                  <c:v>0.33712245998479501</c:v>
                </c:pt>
                <c:pt idx="130">
                  <c:v>0.33902782201766968</c:v>
                </c:pt>
                <c:pt idx="131">
                  <c:v>0.33444304461063878</c:v>
                </c:pt>
                <c:pt idx="132">
                  <c:v>0.32411054667875833</c:v>
                </c:pt>
                <c:pt idx="133">
                  <c:v>0.31581789061135529</c:v>
                </c:pt>
                <c:pt idx="134">
                  <c:v>0.31434452533721918</c:v>
                </c:pt>
                <c:pt idx="135">
                  <c:v>0.31492978233222851</c:v>
                </c:pt>
                <c:pt idx="136">
                  <c:v>0.32534532693417217</c:v>
                </c:pt>
                <c:pt idx="137">
                  <c:v>0.32703366875648499</c:v>
                </c:pt>
                <c:pt idx="138">
                  <c:v>0.3286220784298779</c:v>
                </c:pt>
                <c:pt idx="139">
                  <c:v>0.34263251233545711</c:v>
                </c:pt>
                <c:pt idx="140">
                  <c:v>0.35095306328054898</c:v>
                </c:pt>
                <c:pt idx="141">
                  <c:v>0.3516576886177063</c:v>
                </c:pt>
                <c:pt idx="142">
                  <c:v>0.35206705586777792</c:v>
                </c:pt>
                <c:pt idx="143">
                  <c:v>0.35916160952950282</c:v>
                </c:pt>
                <c:pt idx="144">
                  <c:v>0.36031645536422729</c:v>
                </c:pt>
                <c:pt idx="145">
                  <c:v>0.35849399253822378</c:v>
                </c:pt>
                <c:pt idx="146">
                  <c:v>0.33751583883212383</c:v>
                </c:pt>
                <c:pt idx="147">
                  <c:v>0.3274804949760437</c:v>
                </c:pt>
                <c:pt idx="148">
                  <c:v>0.32493573635679202</c:v>
                </c:pt>
                <c:pt idx="149">
                  <c:v>0.31082517972310619</c:v>
                </c:pt>
                <c:pt idx="150">
                  <c:v>0.30901235342025762</c:v>
                </c:pt>
                <c:pt idx="151">
                  <c:v>0.31160603678258608</c:v>
                </c:pt>
                <c:pt idx="152">
                  <c:v>0.32834354003057697</c:v>
                </c:pt>
                <c:pt idx="153">
                  <c:v>0.34083474363217869</c:v>
                </c:pt>
                <c:pt idx="154">
                  <c:v>0.35693647361318998</c:v>
                </c:pt>
                <c:pt idx="155">
                  <c:v>0.36774724721908569</c:v>
                </c:pt>
                <c:pt idx="156">
                  <c:v>0.36771303926042409</c:v>
                </c:pt>
                <c:pt idx="157">
                  <c:v>0.36677244782754193</c:v>
                </c:pt>
                <c:pt idx="158">
                  <c:v>0.36603383343534951</c:v>
                </c:pt>
                <c:pt idx="159">
                  <c:v>0.36582455039024347</c:v>
                </c:pt>
                <c:pt idx="160">
                  <c:v>0.4088633394976991</c:v>
                </c:pt>
                <c:pt idx="161">
                  <c:v>0.67014384269714355</c:v>
                </c:pt>
                <c:pt idx="162">
                  <c:v>0.6639805871862039</c:v>
                </c:pt>
                <c:pt idx="163">
                  <c:v>0.63398589745092715</c:v>
                </c:pt>
                <c:pt idx="164">
                  <c:v>0.61417081548481156</c:v>
                </c:pt>
                <c:pt idx="165">
                  <c:v>0.61029767990112305</c:v>
                </c:pt>
                <c:pt idx="166">
                  <c:v>0.60724329864343307</c:v>
                </c:pt>
                <c:pt idx="167">
                  <c:v>0.5907429193236583</c:v>
                </c:pt>
                <c:pt idx="168">
                  <c:v>0.56912209046623852</c:v>
                </c:pt>
                <c:pt idx="169">
                  <c:v>0.56496870517730713</c:v>
                </c:pt>
                <c:pt idx="170">
                  <c:v>0.56605267642661627</c:v>
                </c:pt>
                <c:pt idx="171">
                  <c:v>0.57944017648696899</c:v>
                </c:pt>
                <c:pt idx="172">
                  <c:v>0.58134365216482675</c:v>
                </c:pt>
                <c:pt idx="173">
                  <c:v>0.58716415325029303</c:v>
                </c:pt>
                <c:pt idx="174">
                  <c:v>0.60089522004070706</c:v>
                </c:pt>
                <c:pt idx="175">
                  <c:v>0.60233205556869507</c:v>
                </c:pt>
                <c:pt idx="176">
                  <c:v>0.60695148903044149</c:v>
                </c:pt>
                <c:pt idx="177">
                  <c:v>0.63490133141471305</c:v>
                </c:pt>
                <c:pt idx="178">
                  <c:v>0.67185596610292098</c:v>
                </c:pt>
                <c:pt idx="179">
                  <c:v>0.67885363101959229</c:v>
                </c:pt>
                <c:pt idx="180">
                  <c:v>0.6913919794924781</c:v>
                </c:pt>
                <c:pt idx="181">
                  <c:v>0.7939995299734256</c:v>
                </c:pt>
                <c:pt idx="182">
                  <c:v>0.86189627647399902</c:v>
                </c:pt>
                <c:pt idx="183">
                  <c:v>0.86936545884327343</c:v>
                </c:pt>
                <c:pt idx="184">
                  <c:v>0.98449173840184279</c:v>
                </c:pt>
                <c:pt idx="185">
                  <c:v>1.07129483793275</c:v>
                </c:pt>
                <c:pt idx="186">
                  <c:v>1.085462331771851</c:v>
                </c:pt>
                <c:pt idx="187">
                  <c:v>1.1110347898116959</c:v>
                </c:pt>
                <c:pt idx="188">
                  <c:v>1.383124640698465</c:v>
                </c:pt>
                <c:pt idx="189">
                  <c:v>1.5248405933380129</c:v>
                </c:pt>
                <c:pt idx="190">
                  <c:v>1.523064994235839</c:v>
                </c:pt>
                <c:pt idx="191">
                  <c:v>1.504435658454895</c:v>
                </c:pt>
                <c:pt idx="192">
                  <c:v>1.515140888382474</c:v>
                </c:pt>
                <c:pt idx="193">
                  <c:v>1.522436644688749</c:v>
                </c:pt>
                <c:pt idx="194">
                  <c:v>1.533370170585965</c:v>
                </c:pt>
                <c:pt idx="195">
                  <c:v>1.5355764627456669</c:v>
                </c:pt>
                <c:pt idx="196">
                  <c:v>1.5741096677241539</c:v>
                </c:pt>
                <c:pt idx="197">
                  <c:v>1.902472915627581</c:v>
                </c:pt>
                <c:pt idx="198">
                  <c:v>1.9655919075012209</c:v>
                </c:pt>
                <c:pt idx="199">
                  <c:v>1.993028712023468</c:v>
                </c:pt>
                <c:pt idx="200">
                  <c:v>2.2062971287597302</c:v>
                </c:pt>
                <c:pt idx="201">
                  <c:v>2.3591616153717041</c:v>
                </c:pt>
                <c:pt idx="202">
                  <c:v>2.4504796801769331</c:v>
                </c:pt>
                <c:pt idx="203">
                  <c:v>3.0579834744544572</c:v>
                </c:pt>
                <c:pt idx="204">
                  <c:v>3.3236744403839111</c:v>
                </c:pt>
                <c:pt idx="205">
                  <c:v>3.3718028807841618</c:v>
                </c:pt>
                <c:pt idx="206">
                  <c:v>3.6102957593819198</c:v>
                </c:pt>
                <c:pt idx="207">
                  <c:v>3.7182267049699158</c:v>
                </c:pt>
                <c:pt idx="208">
                  <c:v>3.7535643577575679</c:v>
                </c:pt>
                <c:pt idx="209">
                  <c:v>3.7672394222093559</c:v>
                </c:pt>
                <c:pt idx="210">
                  <c:v>3.9869528255519282</c:v>
                </c:pt>
                <c:pt idx="211">
                  <c:v>4.0643835067749023</c:v>
                </c:pt>
                <c:pt idx="212">
                  <c:v>4.0906673675664882</c:v>
                </c:pt>
                <c:pt idx="213">
                  <c:v>4.3219805762823889</c:v>
                </c:pt>
                <c:pt idx="214">
                  <c:v>4.4167881011962891</c:v>
                </c:pt>
                <c:pt idx="215">
                  <c:v>4.4216856312665698</c:v>
                </c:pt>
                <c:pt idx="216">
                  <c:v>4.4740314543646837</c:v>
                </c:pt>
                <c:pt idx="217">
                  <c:v>4.5244560241699219</c:v>
                </c:pt>
                <c:pt idx="218">
                  <c:v>4.5831727444358208</c:v>
                </c:pt>
                <c:pt idx="219">
                  <c:v>4.9760285581741757</c:v>
                </c:pt>
                <c:pt idx="220">
                  <c:v>5.1566781997680664</c:v>
                </c:pt>
                <c:pt idx="221">
                  <c:v>5.1566351257029188</c:v>
                </c:pt>
                <c:pt idx="222">
                  <c:v>5.1563866324285552</c:v>
                </c:pt>
                <c:pt idx="223">
                  <c:v>5.156211841834657</c:v>
                </c:pt>
                <c:pt idx="224">
                  <c:v>5.1561803817749023</c:v>
                </c:pt>
                <c:pt idx="225">
                  <c:v>5.1404264150111416</c:v>
                </c:pt>
                <c:pt idx="226">
                  <c:v>4.9842163279727272</c:v>
                </c:pt>
                <c:pt idx="227">
                  <c:v>4.9591984748840332</c:v>
                </c:pt>
                <c:pt idx="228">
                  <c:v>4.9965475056149282</c:v>
                </c:pt>
                <c:pt idx="229">
                  <c:v>5.5233265293096023</c:v>
                </c:pt>
                <c:pt idx="230">
                  <c:v>5.7843165397644043</c:v>
                </c:pt>
                <c:pt idx="231">
                  <c:v>5.7721151819207206</c:v>
                </c:pt>
                <c:pt idx="232">
                  <c:v>5.6114304333466274</c:v>
                </c:pt>
                <c:pt idx="233">
                  <c:v>5.4854815968796178</c:v>
                </c:pt>
                <c:pt idx="234">
                  <c:v>5.400362491607666</c:v>
                </c:pt>
                <c:pt idx="235">
                  <c:v>5.8758644803508737</c:v>
                </c:pt>
                <c:pt idx="236">
                  <c:v>6.363548162132366</c:v>
                </c:pt>
                <c:pt idx="237">
                  <c:v>6.4259867668151864</c:v>
                </c:pt>
                <c:pt idx="238">
                  <c:v>6.4004014493175907</c:v>
                </c:pt>
                <c:pt idx="239">
                  <c:v>6.1460012488485161</c:v>
                </c:pt>
                <c:pt idx="240">
                  <c:v>5.9191770553588867</c:v>
                </c:pt>
                <c:pt idx="241">
                  <c:v>5.8730987049076386</c:v>
                </c:pt>
                <c:pt idx="242">
                  <c:v>5.6778174135487198</c:v>
                </c:pt>
                <c:pt idx="243">
                  <c:v>5.4601940025954647</c:v>
                </c:pt>
                <c:pt idx="244">
                  <c:v>5.3769140243530273</c:v>
                </c:pt>
                <c:pt idx="245">
                  <c:v>5.362526016067763</c:v>
                </c:pt>
                <c:pt idx="246">
                  <c:v>5.1871200589863324</c:v>
                </c:pt>
                <c:pt idx="247">
                  <c:v>5.1065449714660636</c:v>
                </c:pt>
                <c:pt idx="248">
                  <c:v>5.1055453857768107</c:v>
                </c:pt>
                <c:pt idx="249">
                  <c:v>5.0969141999501604</c:v>
                </c:pt>
                <c:pt idx="250">
                  <c:v>5.0947484970092773</c:v>
                </c:pt>
                <c:pt idx="251">
                  <c:v>5.0915185356381549</c:v>
                </c:pt>
                <c:pt idx="252">
                  <c:v>5.0634721019815476</c:v>
                </c:pt>
                <c:pt idx="253">
                  <c:v>5.0527815818786621</c:v>
                </c:pt>
                <c:pt idx="254">
                  <c:v>5.0425830284905313</c:v>
                </c:pt>
                <c:pt idx="255">
                  <c:v>4.9649063462126062</c:v>
                </c:pt>
                <c:pt idx="256">
                  <c:v>4.9130306243896484</c:v>
                </c:pt>
                <c:pt idx="257">
                  <c:v>4.9066969489799286</c:v>
                </c:pt>
                <c:pt idx="258">
                  <c:v>4.9007836558763307</c:v>
                </c:pt>
                <c:pt idx="259">
                  <c:v>4.7728629711725654</c:v>
                </c:pt>
                <c:pt idx="260">
                  <c:v>4.751518726348877</c:v>
                </c:pt>
                <c:pt idx="261">
                  <c:v>4.7279538684273623</c:v>
                </c:pt>
                <c:pt idx="262">
                  <c:v>4.6723323046684868</c:v>
                </c:pt>
                <c:pt idx="263">
                  <c:v>4.6316995620727539</c:v>
                </c:pt>
                <c:pt idx="264">
                  <c:v>4.632650229069311</c:v>
                </c:pt>
                <c:pt idx="265">
                  <c:v>4.6335371829338241</c:v>
                </c:pt>
                <c:pt idx="266">
                  <c:v>4.6539039611816406</c:v>
                </c:pt>
                <c:pt idx="267">
                  <c:v>4.6565906648367568</c:v>
                </c:pt>
                <c:pt idx="268">
                  <c:v>4.6725077128300594</c:v>
                </c:pt>
                <c:pt idx="269">
                  <c:v>4.6780452728271484</c:v>
                </c:pt>
                <c:pt idx="270">
                  <c:v>4.6797493167155402</c:v>
                </c:pt>
                <c:pt idx="271">
                  <c:v>4.6900917652398304</c:v>
                </c:pt>
                <c:pt idx="272">
                  <c:v>4.7091617238159724</c:v>
                </c:pt>
                <c:pt idx="273">
                  <c:v>4.7104682922363281</c:v>
                </c:pt>
                <c:pt idx="274">
                  <c:v>4.6977028302583426</c:v>
                </c:pt>
                <c:pt idx="275">
                  <c:v>4.5818057055791899</c:v>
                </c:pt>
                <c:pt idx="276">
                  <c:v>4.5497426986694336</c:v>
                </c:pt>
                <c:pt idx="277">
                  <c:v>4.5393110440846884</c:v>
                </c:pt>
                <c:pt idx="278">
                  <c:v>4.4518030122338574</c:v>
                </c:pt>
                <c:pt idx="279">
                  <c:v>4.3879013061523438</c:v>
                </c:pt>
                <c:pt idx="280">
                  <c:v>4.3603092523664078</c:v>
                </c:pt>
                <c:pt idx="281">
                  <c:v>4.3086652755737296</c:v>
                </c:pt>
                <c:pt idx="282">
                  <c:v>4.3091513233168106</c:v>
                </c:pt>
                <c:pt idx="283">
                  <c:v>4.3154299070952211</c:v>
                </c:pt>
                <c:pt idx="284">
                  <c:v>4.321485542638456</c:v>
                </c:pt>
                <c:pt idx="285">
                  <c:v>4.3240785598754883</c:v>
                </c:pt>
                <c:pt idx="286">
                  <c:v>4.3434944784670533</c:v>
                </c:pt>
                <c:pt idx="287">
                  <c:v>4.4546141624450684</c:v>
                </c:pt>
                <c:pt idx="288">
                  <c:v>4.3574734132496218</c:v>
                </c:pt>
                <c:pt idx="289">
                  <c:v>4.3061966730991568</c:v>
                </c:pt>
                <c:pt idx="290">
                  <c:v>4.1680932200078393</c:v>
                </c:pt>
                <c:pt idx="291">
                  <c:v>4.1258091926574707</c:v>
                </c:pt>
                <c:pt idx="292">
                  <c:v>4.1212080551824233</c:v>
                </c:pt>
                <c:pt idx="293">
                  <c:v>4.0909886934235269</c:v>
                </c:pt>
                <c:pt idx="294">
                  <c:v>4.0719795227050781</c:v>
                </c:pt>
                <c:pt idx="295">
                  <c:v>4.0751204448203007</c:v>
                </c:pt>
                <c:pt idx="296">
                  <c:v>4.0912548099425861</c:v>
                </c:pt>
                <c:pt idx="297">
                  <c:v>4.1001400947570801</c:v>
                </c:pt>
                <c:pt idx="298">
                  <c:v>4.1055879881903996</c:v>
                </c:pt>
                <c:pt idx="299">
                  <c:v>4.1177231686202784</c:v>
                </c:pt>
                <c:pt idx="300">
                  <c:v>4.1573350815804151</c:v>
                </c:pt>
                <c:pt idx="301">
                  <c:v>4.1702566146850586</c:v>
                </c:pt>
                <c:pt idx="302">
                  <c:v>4.1604325829889968</c:v>
                </c:pt>
                <c:pt idx="303">
                  <c:v>4.0593720962050437</c:v>
                </c:pt>
                <c:pt idx="304">
                  <c:v>4.0009560797757722</c:v>
                </c:pt>
                <c:pt idx="305">
                  <c:v>3.9892792701721191</c:v>
                </c:pt>
                <c:pt idx="306">
                  <c:v>3.9905906609241151</c:v>
                </c:pt>
                <c:pt idx="307">
                  <c:v>4.0010012191664996</c:v>
                </c:pt>
                <c:pt idx="308">
                  <c:v>4.0027146339416504</c:v>
                </c:pt>
                <c:pt idx="309">
                  <c:v>3.970817300761766</c:v>
                </c:pt>
                <c:pt idx="310">
                  <c:v>3.9224080566242008</c:v>
                </c:pt>
                <c:pt idx="311">
                  <c:v>3.9021296501159668</c:v>
                </c:pt>
                <c:pt idx="312">
                  <c:v>3.8927902145063729</c:v>
                </c:pt>
                <c:pt idx="313">
                  <c:v>3.8454069795113379</c:v>
                </c:pt>
                <c:pt idx="314">
                  <c:v>3.7935140347520959</c:v>
                </c:pt>
                <c:pt idx="315">
                  <c:v>3.7719981670379639</c:v>
                </c:pt>
                <c:pt idx="316">
                  <c:v>3.764275521179703</c:v>
                </c:pt>
                <c:pt idx="317">
                  <c:v>3.713261765540492</c:v>
                </c:pt>
                <c:pt idx="318">
                  <c:v>3.679309091255532</c:v>
                </c:pt>
                <c:pt idx="319">
                  <c:v>3.6555249691009521</c:v>
                </c:pt>
                <c:pt idx="320">
                  <c:v>3.6579856820636039</c:v>
                </c:pt>
                <c:pt idx="321">
                  <c:v>3.6746459289091669</c:v>
                </c:pt>
                <c:pt idx="322">
                  <c:v>3.6816048622131352</c:v>
                </c:pt>
                <c:pt idx="323">
                  <c:v>3.6667415066625302</c:v>
                </c:pt>
                <c:pt idx="324">
                  <c:v>3.5850552096970598</c:v>
                </c:pt>
                <c:pt idx="325">
                  <c:v>3.521295442259837</c:v>
                </c:pt>
                <c:pt idx="326">
                  <c:v>3.5004138946533199</c:v>
                </c:pt>
                <c:pt idx="327">
                  <c:v>3.499997108927924</c:v>
                </c:pt>
                <c:pt idx="328">
                  <c:v>3.4945960891350318</c:v>
                </c:pt>
                <c:pt idx="329">
                  <c:v>3.4927983283996582</c:v>
                </c:pt>
                <c:pt idx="330">
                  <c:v>3.54391626076128</c:v>
                </c:pt>
                <c:pt idx="331">
                  <c:v>3.6070086517477069</c:v>
                </c:pt>
                <c:pt idx="332">
                  <c:v>3.6936552961788829</c:v>
                </c:pt>
                <c:pt idx="333">
                  <c:v>3.7187702655792241</c:v>
                </c:pt>
                <c:pt idx="334">
                  <c:v>3.727740572775736</c:v>
                </c:pt>
                <c:pt idx="335">
                  <c:v>3.8403513167527188</c:v>
                </c:pt>
                <c:pt idx="336">
                  <c:v>3.864106416702271</c:v>
                </c:pt>
                <c:pt idx="337">
                  <c:v>3.863948094021</c:v>
                </c:pt>
                <c:pt idx="338">
                  <c:v>3.8636553931439859</c:v>
                </c:pt>
                <c:pt idx="339">
                  <c:v>3.8634026050567631</c:v>
                </c:pt>
                <c:pt idx="340">
                  <c:v>3.8432357356391891</c:v>
                </c:pt>
                <c:pt idx="341">
                  <c:v>3.802079736112979</c:v>
                </c:pt>
                <c:pt idx="342">
                  <c:v>3.6784532115993129</c:v>
                </c:pt>
                <c:pt idx="343">
                  <c:v>3.6535453796386719</c:v>
                </c:pt>
                <c:pt idx="344">
                  <c:v>3.6468415113188049</c:v>
                </c:pt>
                <c:pt idx="345">
                  <c:v>3.596632279872003</c:v>
                </c:pt>
                <c:pt idx="346">
                  <c:v>3.581194162368774</c:v>
                </c:pt>
                <c:pt idx="347">
                  <c:v>3.607521691620748</c:v>
                </c:pt>
                <c:pt idx="348">
                  <c:v>3.6581697652689482</c:v>
                </c:pt>
                <c:pt idx="349">
                  <c:v>3.6701371669769292</c:v>
                </c:pt>
                <c:pt idx="350">
                  <c:v>3.6609604599726109</c:v>
                </c:pt>
                <c:pt idx="351">
                  <c:v>3.5795481308022659</c:v>
                </c:pt>
                <c:pt idx="352">
                  <c:v>3.534521806987359</c:v>
                </c:pt>
                <c:pt idx="353">
                  <c:v>3.5132279396057129</c:v>
                </c:pt>
                <c:pt idx="354">
                  <c:v>3.512773132571072</c:v>
                </c:pt>
                <c:pt idx="355">
                  <c:v>3.509857137359909</c:v>
                </c:pt>
                <c:pt idx="356">
                  <c:v>3.507672417729816</c:v>
                </c:pt>
                <c:pt idx="357">
                  <c:v>3.507109642028809</c:v>
                </c:pt>
                <c:pt idx="358">
                  <c:v>3.4918401268648589</c:v>
                </c:pt>
                <c:pt idx="359">
                  <c:v>3.46253490447998</c:v>
                </c:pt>
                <c:pt idx="360">
                  <c:v>3.433886776039468</c:v>
                </c:pt>
                <c:pt idx="361">
                  <c:v>3.317479228875766</c:v>
                </c:pt>
                <c:pt idx="362">
                  <c:v>3.2860767841339111</c:v>
                </c:pt>
                <c:pt idx="363">
                  <c:v>3.2838290851776319</c:v>
                </c:pt>
                <c:pt idx="364">
                  <c:v>3.2660378171898099</c:v>
                </c:pt>
                <c:pt idx="365">
                  <c:v>3.251858234405518</c:v>
                </c:pt>
                <c:pt idx="366">
                  <c:v>3.247692782210617</c:v>
                </c:pt>
                <c:pt idx="367">
                  <c:v>3.2404247550753298</c:v>
                </c:pt>
                <c:pt idx="368">
                  <c:v>3.0859436988830571</c:v>
                </c:pt>
                <c:pt idx="369">
                  <c:v>2.9960126078348579</c:v>
                </c:pt>
                <c:pt idx="370">
                  <c:v>2.8811347484588619</c:v>
                </c:pt>
                <c:pt idx="371">
                  <c:v>2.8697213441181599</c:v>
                </c:pt>
                <c:pt idx="372">
                  <c:v>2.8541532560221379</c:v>
                </c:pt>
                <c:pt idx="373">
                  <c:v>2.839205836440112</c:v>
                </c:pt>
                <c:pt idx="374">
                  <c:v>2.8372616767883301</c:v>
                </c:pt>
                <c:pt idx="375">
                  <c:v>2.8209484821595772</c:v>
                </c:pt>
                <c:pt idx="376">
                  <c:v>2.6167550086975102</c:v>
                </c:pt>
                <c:pt idx="377">
                  <c:v>2.6209972895678768</c:v>
                </c:pt>
                <c:pt idx="378">
                  <c:v>2.6469689164298922</c:v>
                </c:pt>
                <c:pt idx="379">
                  <c:v>2.6768623780262422</c:v>
                </c:pt>
                <c:pt idx="380">
                  <c:v>2.701467994320458</c:v>
                </c:pt>
                <c:pt idx="381">
                  <c:v>2.709075927734375</c:v>
                </c:pt>
                <c:pt idx="382">
                  <c:v>2.6948347022529822</c:v>
                </c:pt>
                <c:pt idx="383">
                  <c:v>2.5740125322660701</c:v>
                </c:pt>
                <c:pt idx="384">
                  <c:v>2.551108837127686</c:v>
                </c:pt>
                <c:pt idx="385">
                  <c:v>2.5805223171484339</c:v>
                </c:pt>
                <c:pt idx="386">
                  <c:v>2.6841454732972339</c:v>
                </c:pt>
                <c:pt idx="387">
                  <c:v>2.7438926696777339</c:v>
                </c:pt>
                <c:pt idx="388">
                  <c:v>2.743012398744312</c:v>
                </c:pt>
                <c:pt idx="389">
                  <c:v>2.7375527263759389</c:v>
                </c:pt>
                <c:pt idx="390">
                  <c:v>2.7362067699432369</c:v>
                </c:pt>
                <c:pt idx="391">
                  <c:v>2.7385487869618781</c:v>
                </c:pt>
                <c:pt idx="392">
                  <c:v>2.7478482366631618</c:v>
                </c:pt>
                <c:pt idx="393">
                  <c:v>2.757196936648493</c:v>
                </c:pt>
                <c:pt idx="394">
                  <c:v>2.765233033557867</c:v>
                </c:pt>
                <c:pt idx="395">
                  <c:v>2.7698864936828609</c:v>
                </c:pt>
                <c:pt idx="396">
                  <c:v>2.771878876544176</c:v>
                </c:pt>
                <c:pt idx="397">
                  <c:v>2.7917323112487789</c:v>
                </c:pt>
                <c:pt idx="398">
                  <c:v>2.7985695148683409</c:v>
                </c:pt>
                <c:pt idx="399">
                  <c:v>2.8133126164864288</c:v>
                </c:pt>
                <c:pt idx="400">
                  <c:v>2.9082677898364468</c:v>
                </c:pt>
                <c:pt idx="401">
                  <c:v>2.9285984039306641</c:v>
                </c:pt>
                <c:pt idx="402">
                  <c:v>2.936959217720994</c:v>
                </c:pt>
                <c:pt idx="403">
                  <c:v>3.0280499159555689</c:v>
                </c:pt>
                <c:pt idx="404">
                  <c:v>3.0594313144683838</c:v>
                </c:pt>
                <c:pt idx="405">
                  <c:v>3.0615864720586812</c:v>
                </c:pt>
                <c:pt idx="406">
                  <c:v>3.0751572939398999</c:v>
                </c:pt>
                <c:pt idx="407">
                  <c:v>3.08351731300354</c:v>
                </c:pt>
                <c:pt idx="408">
                  <c:v>3.078853961755188</c:v>
                </c:pt>
                <c:pt idx="409">
                  <c:v>3.0591418466781848</c:v>
                </c:pt>
                <c:pt idx="410">
                  <c:v>3.0172090805299301</c:v>
                </c:pt>
                <c:pt idx="411">
                  <c:v>3.0017514228820801</c:v>
                </c:pt>
                <c:pt idx="412">
                  <c:v>3.00360169578616</c:v>
                </c:pt>
                <c:pt idx="413">
                  <c:v>3.017004281088445</c:v>
                </c:pt>
                <c:pt idx="414">
                  <c:v>3.0250425338745122</c:v>
                </c:pt>
                <c:pt idx="415">
                  <c:v>3.0231312559705028</c:v>
                </c:pt>
                <c:pt idx="416">
                  <c:v>3.0108535573045918</c:v>
                </c:pt>
                <c:pt idx="417">
                  <c:v>2.860558127095612</c:v>
                </c:pt>
                <c:pt idx="418">
                  <c:v>2.8486804962158199</c:v>
                </c:pt>
                <c:pt idx="419">
                  <c:v>2.8364928215944079</c:v>
                </c:pt>
                <c:pt idx="420">
                  <c:v>2.753511856985615</c:v>
                </c:pt>
                <c:pt idx="421">
                  <c:v>2.7304260730743408</c:v>
                </c:pt>
                <c:pt idx="422">
                  <c:v>2.712519627299991</c:v>
                </c:pt>
                <c:pt idx="423">
                  <c:v>2.5787885189056401</c:v>
                </c:pt>
                <c:pt idx="424">
                  <c:v>2.5642763504889938</c:v>
                </c:pt>
                <c:pt idx="425">
                  <c:v>2.5230798983388389</c:v>
                </c:pt>
                <c:pt idx="426">
                  <c:v>2.471731244396957</c:v>
                </c:pt>
                <c:pt idx="427">
                  <c:v>2.4555261135101318</c:v>
                </c:pt>
                <c:pt idx="428">
                  <c:v>2.4580545012239292</c:v>
                </c:pt>
                <c:pt idx="429">
                  <c:v>2.468398537781022</c:v>
                </c:pt>
                <c:pt idx="430">
                  <c:v>2.476557731628418</c:v>
                </c:pt>
                <c:pt idx="431">
                  <c:v>2.4665985459706841</c:v>
                </c:pt>
                <c:pt idx="432">
                  <c:v>2.4144921546324181</c:v>
                </c:pt>
                <c:pt idx="433">
                  <c:v>2.3371028508063239</c:v>
                </c:pt>
                <c:pt idx="434">
                  <c:v>2.324114322662354</c:v>
                </c:pt>
                <c:pt idx="435">
                  <c:v>2.3261931511878071</c:v>
                </c:pt>
                <c:pt idx="436">
                  <c:v>2.3573659342548932</c:v>
                </c:pt>
                <c:pt idx="437">
                  <c:v>2.372966051101685</c:v>
                </c:pt>
                <c:pt idx="438">
                  <c:v>2.372889882871005</c:v>
                </c:pt>
                <c:pt idx="439">
                  <c:v>2.3720572071217281</c:v>
                </c:pt>
                <c:pt idx="440">
                  <c:v>2.3714132308959961</c:v>
                </c:pt>
                <c:pt idx="441">
                  <c:v>2.3338301748741652</c:v>
                </c:pt>
                <c:pt idx="442">
                  <c:v>2.2892300566764092</c:v>
                </c:pt>
                <c:pt idx="443">
                  <c:v>2.27103590965271</c:v>
                </c:pt>
                <c:pt idx="444">
                  <c:v>2.2749716390332249</c:v>
                </c:pt>
                <c:pt idx="445">
                  <c:v>2.3149577666053189</c:v>
                </c:pt>
                <c:pt idx="446">
                  <c:v>2.3365383148193359</c:v>
                </c:pt>
                <c:pt idx="447">
                  <c:v>2.3310422440769938</c:v>
                </c:pt>
                <c:pt idx="448">
                  <c:v>2.2710909040656628</c:v>
                </c:pt>
                <c:pt idx="449">
                  <c:v>2.2206053733825679</c:v>
                </c:pt>
                <c:pt idx="450">
                  <c:v>2.2223351369208459</c:v>
                </c:pt>
                <c:pt idx="451">
                  <c:v>2.2351492810876712</c:v>
                </c:pt>
                <c:pt idx="452">
                  <c:v>2.2382938861846919</c:v>
                </c:pt>
                <c:pt idx="453">
                  <c:v>2.208490425772287</c:v>
                </c:pt>
                <c:pt idx="454">
                  <c:v>2.1163813766287589</c:v>
                </c:pt>
                <c:pt idx="455">
                  <c:v>2.0531084537506099</c:v>
                </c:pt>
                <c:pt idx="456">
                  <c:v>2.0464100073126281</c:v>
                </c:pt>
                <c:pt idx="457">
                  <c:v>2.0071188343492619</c:v>
                </c:pt>
                <c:pt idx="458">
                  <c:v>1.9748221552334151</c:v>
                </c:pt>
                <c:pt idx="459">
                  <c:v>1.9698001146316531</c:v>
                </c:pt>
                <c:pt idx="460">
                  <c:v>1.9663614102978559</c:v>
                </c:pt>
                <c:pt idx="461">
                  <c:v>1.929591080340852</c:v>
                </c:pt>
                <c:pt idx="462">
                  <c:v>1.9168852567672729</c:v>
                </c:pt>
                <c:pt idx="463">
                  <c:v>1.923259227168147</c:v>
                </c:pt>
                <c:pt idx="464">
                  <c:v>1.957470293533083</c:v>
                </c:pt>
                <c:pt idx="465">
                  <c:v>1.9876085519790649</c:v>
                </c:pt>
                <c:pt idx="466">
                  <c:v>1.980425356400022</c:v>
                </c:pt>
                <c:pt idx="467">
                  <c:v>1.913877622785578</c:v>
                </c:pt>
                <c:pt idx="468">
                  <c:v>1.9079669713973999</c:v>
                </c:pt>
                <c:pt idx="469">
                  <c:v>1.905329232837951</c:v>
                </c:pt>
                <c:pt idx="470">
                  <c:v>1.897765159606934</c:v>
                </c:pt>
                <c:pt idx="471">
                  <c:v>1.925155650618283</c:v>
                </c:pt>
                <c:pt idx="472">
                  <c:v>2.0341253744364498</c:v>
                </c:pt>
                <c:pt idx="473">
                  <c:v>2.0921847406458789</c:v>
                </c:pt>
                <c:pt idx="474">
                  <c:v>2.1959965229034419</c:v>
                </c:pt>
                <c:pt idx="475">
                  <c:v>2.2418387230635441</c:v>
                </c:pt>
                <c:pt idx="476">
                  <c:v>2.2835540222134898</c:v>
                </c:pt>
                <c:pt idx="477">
                  <c:v>2.3076629638671879</c:v>
                </c:pt>
                <c:pt idx="478">
                  <c:v>2.3014925221364551</c:v>
                </c:pt>
                <c:pt idx="479">
                  <c:v>2.2684873005066968</c:v>
                </c:pt>
                <c:pt idx="480">
                  <c:v>2.2461891647102399</c:v>
                </c:pt>
                <c:pt idx="481">
                  <c:v>2.2389101982116699</c:v>
                </c:pt>
                <c:pt idx="482">
                  <c:v>2.2127099934829109</c:v>
                </c:pt>
                <c:pt idx="483">
                  <c:v>1.982294082641602</c:v>
                </c:pt>
                <c:pt idx="484">
                  <c:v>1.9905803226149701</c:v>
                </c:pt>
                <c:pt idx="485">
                  <c:v>2.0318429963240492</c:v>
                </c:pt>
                <c:pt idx="486">
                  <c:v>2.0553450584411621</c:v>
                </c:pt>
                <c:pt idx="487">
                  <c:v>2.055483394786497</c:v>
                </c:pt>
                <c:pt idx="488">
                  <c:v>2.0575025532768429</c:v>
                </c:pt>
                <c:pt idx="489">
                  <c:v>2.0580263137817378</c:v>
                </c:pt>
                <c:pt idx="490">
                  <c:v>2.0581888065873279</c:v>
                </c:pt>
                <c:pt idx="491">
                  <c:v>2.0584034493355921</c:v>
                </c:pt>
                <c:pt idx="492">
                  <c:v>2.058549165725708</c:v>
                </c:pt>
                <c:pt idx="493">
                  <c:v>2.0462239297291309</c:v>
                </c:pt>
                <c:pt idx="494">
                  <c:v>1.975078056412273</c:v>
                </c:pt>
                <c:pt idx="495">
                  <c:v>1.9361779689788821</c:v>
                </c:pt>
                <c:pt idx="496">
                  <c:v>1.925476728721953</c:v>
                </c:pt>
                <c:pt idx="497">
                  <c:v>1.919158001564456</c:v>
                </c:pt>
                <c:pt idx="498">
                  <c:v>1.790439967199247</c:v>
                </c:pt>
                <c:pt idx="499">
                  <c:v>1.7572066783905029</c:v>
                </c:pt>
                <c:pt idx="500">
                  <c:v>1.7557289309539359</c:v>
                </c:pt>
                <c:pt idx="501">
                  <c:v>1.7357437294898921</c:v>
                </c:pt>
                <c:pt idx="502">
                  <c:v>1.7282062768936159</c:v>
                </c:pt>
                <c:pt idx="503">
                  <c:v>1.8040773193143069</c:v>
                </c:pt>
                <c:pt idx="504">
                  <c:v>2.3308117452300552</c:v>
                </c:pt>
                <c:pt idx="505">
                  <c:v>2.4080202579498291</c:v>
                </c:pt>
                <c:pt idx="506">
                  <c:v>2.4455168043441891</c:v>
                </c:pt>
                <c:pt idx="507">
                  <c:v>2.5984903583283741</c:v>
                </c:pt>
                <c:pt idx="508">
                  <c:v>2.7374356811980309</c:v>
                </c:pt>
                <c:pt idx="509">
                  <c:v>2.83226490020752</c:v>
                </c:pt>
                <c:pt idx="510">
                  <c:v>2.8388091175144718</c:v>
                </c:pt>
                <c:pt idx="511">
                  <c:v>2.884848162110178</c:v>
                </c:pt>
                <c:pt idx="512">
                  <c:v>2.968594130314218</c:v>
                </c:pt>
                <c:pt idx="513">
                  <c:v>2.9744777679443359</c:v>
                </c:pt>
                <c:pt idx="514">
                  <c:v>2.9287525837704611</c:v>
                </c:pt>
                <c:pt idx="515">
                  <c:v>2.8129765043436219</c:v>
                </c:pt>
                <c:pt idx="516">
                  <c:v>2.7849023342132568</c:v>
                </c:pt>
                <c:pt idx="517">
                  <c:v>2.8054954277691251</c:v>
                </c:pt>
                <c:pt idx="518">
                  <c:v>2.9406634482260401</c:v>
                </c:pt>
                <c:pt idx="519">
                  <c:v>2.9908735752105708</c:v>
                </c:pt>
                <c:pt idx="520">
                  <c:v>2.9991394448713389</c:v>
                </c:pt>
                <c:pt idx="521">
                  <c:v>3.049911558293628</c:v>
                </c:pt>
                <c:pt idx="522">
                  <c:v>3.0982762113008531</c:v>
                </c:pt>
                <c:pt idx="523">
                  <c:v>3.101550817489624</c:v>
                </c:pt>
                <c:pt idx="524">
                  <c:v>3.014914359314036</c:v>
                </c:pt>
                <c:pt idx="525">
                  <c:v>2.9136173643568579</c:v>
                </c:pt>
                <c:pt idx="526">
                  <c:v>2.834147691726685</c:v>
                </c:pt>
                <c:pt idx="527">
                  <c:v>2.9071813568717841</c:v>
                </c:pt>
                <c:pt idx="528">
                  <c:v>3.4236488139891188</c:v>
                </c:pt>
                <c:pt idx="529">
                  <c:v>3.8358545303344731</c:v>
                </c:pt>
                <c:pt idx="530">
                  <c:v>3.8332833601716509</c:v>
                </c:pt>
                <c:pt idx="531">
                  <c:v>3.8210329254629771</c:v>
                </c:pt>
                <c:pt idx="532">
                  <c:v>3.7983593940734859</c:v>
                </c:pt>
                <c:pt idx="533">
                  <c:v>3.766923788043663</c:v>
                </c:pt>
                <c:pt idx="534">
                  <c:v>3.5969170576585818</c:v>
                </c:pt>
                <c:pt idx="535">
                  <c:v>3.4424590939042941</c:v>
                </c:pt>
                <c:pt idx="536">
                  <c:v>3.3122520446777339</c:v>
                </c:pt>
                <c:pt idx="537">
                  <c:v>3.2913472955086251</c:v>
                </c:pt>
                <c:pt idx="538">
                  <c:v>3.1904177357245662</c:v>
                </c:pt>
                <c:pt idx="539">
                  <c:v>3.1761424541473389</c:v>
                </c:pt>
                <c:pt idx="540">
                  <c:v>3.1433631032154992</c:v>
                </c:pt>
                <c:pt idx="541">
                  <c:v>2.9245595287965842</c:v>
                </c:pt>
                <c:pt idx="542">
                  <c:v>2.831194400787354</c:v>
                </c:pt>
                <c:pt idx="543">
                  <c:v>2.8015033998163892</c:v>
                </c:pt>
                <c:pt idx="544">
                  <c:v>2.747720191193987</c:v>
                </c:pt>
                <c:pt idx="545">
                  <c:v>2.6731157672547861</c:v>
                </c:pt>
                <c:pt idx="546">
                  <c:v>2.613375186920166</c:v>
                </c:pt>
                <c:pt idx="547">
                  <c:v>2.5814543389280509</c:v>
                </c:pt>
                <c:pt idx="548">
                  <c:v>2.3073463439941411</c:v>
                </c:pt>
                <c:pt idx="549">
                  <c:v>2.2924579483586141</c:v>
                </c:pt>
                <c:pt idx="550">
                  <c:v>2.230592420374133</c:v>
                </c:pt>
                <c:pt idx="551">
                  <c:v>2.1952676263080808</c:v>
                </c:pt>
                <c:pt idx="552">
                  <c:v>2.1662783622741699</c:v>
                </c:pt>
                <c:pt idx="553">
                  <c:v>2.162698375991603</c:v>
                </c:pt>
                <c:pt idx="554">
                  <c:v>2.1600229060520491</c:v>
                </c:pt>
                <c:pt idx="555">
                  <c:v>2.0960527950695029</c:v>
                </c:pt>
                <c:pt idx="556">
                  <c:v>2.0680911540985112</c:v>
                </c:pt>
                <c:pt idx="557">
                  <c:v>2.0555955434698401</c:v>
                </c:pt>
                <c:pt idx="558">
                  <c:v>1.941770050517879</c:v>
                </c:pt>
                <c:pt idx="559">
                  <c:v>1.9330958127975459</c:v>
                </c:pt>
                <c:pt idx="560">
                  <c:v>1.963890591069565</c:v>
                </c:pt>
                <c:pt idx="561">
                  <c:v>2.0245333298660819</c:v>
                </c:pt>
                <c:pt idx="562">
                  <c:v>2.07596755027771</c:v>
                </c:pt>
                <c:pt idx="563">
                  <c:v>2.079368382212551</c:v>
                </c:pt>
                <c:pt idx="564">
                  <c:v>2.1055602165132088</c:v>
                </c:pt>
                <c:pt idx="565">
                  <c:v>2.1217327117919922</c:v>
                </c:pt>
                <c:pt idx="566">
                  <c:v>2.1161813644824208</c:v>
                </c:pt>
                <c:pt idx="567">
                  <c:v>2.0811808612877698</c:v>
                </c:pt>
                <c:pt idx="568">
                  <c:v>2.0528133705941172</c:v>
                </c:pt>
                <c:pt idx="569">
                  <c:v>2.043910026550293</c:v>
                </c:pt>
                <c:pt idx="570">
                  <c:v>2.042543699462235</c:v>
                </c:pt>
                <c:pt idx="571">
                  <c:v>2.0328910179410422</c:v>
                </c:pt>
                <c:pt idx="572">
                  <c:v>2.028856754302979</c:v>
                </c:pt>
                <c:pt idx="573">
                  <c:v>1.996655710329883</c:v>
                </c:pt>
                <c:pt idx="574">
                  <c:v>1.9344780802257591</c:v>
                </c:pt>
                <c:pt idx="575">
                  <c:v>1.880618132276251</c:v>
                </c:pt>
                <c:pt idx="576">
                  <c:v>1.8713357448577881</c:v>
                </c:pt>
                <c:pt idx="577">
                  <c:v>1.868520848830979</c:v>
                </c:pt>
                <c:pt idx="578">
                  <c:v>1.847387313842773</c:v>
                </c:pt>
                <c:pt idx="579">
                  <c:v>1.835463339654972</c:v>
                </c:pt>
                <c:pt idx="580">
                  <c:v>1.8322127225539431</c:v>
                </c:pt>
                <c:pt idx="581">
                  <c:v>1.7634134774126371</c:v>
                </c:pt>
                <c:pt idx="582">
                  <c:v>1.7214561700820921</c:v>
                </c:pt>
                <c:pt idx="583">
                  <c:v>1.72701089218646</c:v>
                </c:pt>
                <c:pt idx="584">
                  <c:v>1.7701193953625101</c:v>
                </c:pt>
                <c:pt idx="585">
                  <c:v>1.78221583366394</c:v>
                </c:pt>
                <c:pt idx="586">
                  <c:v>1.8133261530182621</c:v>
                </c:pt>
                <c:pt idx="587">
                  <c:v>2.214523090974152</c:v>
                </c:pt>
                <c:pt idx="588">
                  <c:v>2.3242707252502441</c:v>
                </c:pt>
                <c:pt idx="589">
                  <c:v>2.3359635468528248</c:v>
                </c:pt>
                <c:pt idx="590">
                  <c:v>2.421470630244956</c:v>
                </c:pt>
                <c:pt idx="591">
                  <c:v>2.4985203705147891</c:v>
                </c:pt>
                <c:pt idx="592">
                  <c:v>2.5091655254364009</c:v>
                </c:pt>
                <c:pt idx="593">
                  <c:v>2.5009787567540149</c:v>
                </c:pt>
                <c:pt idx="594">
                  <c:v>2.4170667518620439</c:v>
                </c:pt>
                <c:pt idx="595">
                  <c:v>2.3623234017704289</c:v>
                </c:pt>
                <c:pt idx="596">
                  <c:v>2.3514914512634282</c:v>
                </c:pt>
                <c:pt idx="597">
                  <c:v>2.3499167614085148</c:v>
                </c:pt>
                <c:pt idx="598">
                  <c:v>2.3414195029254619</c:v>
                </c:pt>
                <c:pt idx="599">
                  <c:v>2.3354897499084468</c:v>
                </c:pt>
                <c:pt idx="600">
                  <c:v>2.333850860358504</c:v>
                </c:pt>
                <c:pt idx="601">
                  <c:v>2.3284503074530911</c:v>
                </c:pt>
                <c:pt idx="602">
                  <c:v>2.3125013254982978</c:v>
                </c:pt>
                <c:pt idx="603">
                  <c:v>2.3087227344512939</c:v>
                </c:pt>
                <c:pt idx="604">
                  <c:v>2.3142516354109972</c:v>
                </c:pt>
                <c:pt idx="605">
                  <c:v>2.3530468940734859</c:v>
                </c:pt>
                <c:pt idx="606">
                  <c:v>2.3221374754693831</c:v>
                </c:pt>
                <c:pt idx="607">
                  <c:v>2.319654278814093</c:v>
                </c:pt>
                <c:pt idx="608">
                  <c:v>2.2630594788382101</c:v>
                </c:pt>
                <c:pt idx="609">
                  <c:v>2.2589352130889888</c:v>
                </c:pt>
                <c:pt idx="610">
                  <c:v>2.2481262042685661</c:v>
                </c:pt>
                <c:pt idx="611">
                  <c:v>2.2417383193969731</c:v>
                </c:pt>
                <c:pt idx="612">
                  <c:v>2.2473145836817898</c:v>
                </c:pt>
                <c:pt idx="613">
                  <c:v>2.2650164586263011</c:v>
                </c:pt>
                <c:pt idx="614">
                  <c:v>2.2732831717667921</c:v>
                </c:pt>
                <c:pt idx="615">
                  <c:v>2.2746536731719971</c:v>
                </c:pt>
                <c:pt idx="616">
                  <c:v>2.2845776938339561</c:v>
                </c:pt>
                <c:pt idx="617">
                  <c:v>2.3580858707427979</c:v>
                </c:pt>
                <c:pt idx="618">
                  <c:v>2.3439142329431362</c:v>
                </c:pt>
                <c:pt idx="619">
                  <c:v>2.3347189469479019</c:v>
                </c:pt>
                <c:pt idx="620">
                  <c:v>2.1700894209649961</c:v>
                </c:pt>
                <c:pt idx="621">
                  <c:v>2.1133556365966801</c:v>
                </c:pt>
                <c:pt idx="622">
                  <c:v>2.106012663488686</c:v>
                </c:pt>
                <c:pt idx="623">
                  <c:v>2.0936666132173438</c:v>
                </c:pt>
                <c:pt idx="624">
                  <c:v>2.0904116630554199</c:v>
                </c:pt>
                <c:pt idx="625">
                  <c:v>2.0707174251225462</c:v>
                </c:pt>
                <c:pt idx="626">
                  <c:v>2.0310780065476521</c:v>
                </c:pt>
                <c:pt idx="627">
                  <c:v>2.0181477069854741</c:v>
                </c:pt>
                <c:pt idx="628">
                  <c:v>1.9831146279725309</c:v>
                </c:pt>
                <c:pt idx="629">
                  <c:v>1.7706255912780759</c:v>
                </c:pt>
                <c:pt idx="630">
                  <c:v>1.7765151939569479</c:v>
                </c:pt>
                <c:pt idx="631">
                  <c:v>1.7769465608064039</c:v>
                </c:pt>
                <c:pt idx="632">
                  <c:v>1.7849926330174</c:v>
                </c:pt>
                <c:pt idx="633">
                  <c:v>1.7907379908525101</c:v>
                </c:pt>
                <c:pt idx="634">
                  <c:v>1.7930366992950439</c:v>
                </c:pt>
                <c:pt idx="635">
                  <c:v>1.792192600899897</c:v>
                </c:pt>
                <c:pt idx="636">
                  <c:v>1.786971065017011</c:v>
                </c:pt>
                <c:pt idx="637">
                  <c:v>1.784801125526428</c:v>
                </c:pt>
                <c:pt idx="638">
                  <c:v>1.7785788871382759</c:v>
                </c:pt>
                <c:pt idx="639">
                  <c:v>1.7395828444736889</c:v>
                </c:pt>
                <c:pt idx="640">
                  <c:v>1.7223942279815669</c:v>
                </c:pt>
                <c:pt idx="641">
                  <c:v>1.7183350514771121</c:v>
                </c:pt>
                <c:pt idx="642">
                  <c:v>1.6628324376776491</c:v>
                </c:pt>
                <c:pt idx="643">
                  <c:v>1.6517653465271001</c:v>
                </c:pt>
                <c:pt idx="644">
                  <c:v>1.676759824293506</c:v>
                </c:pt>
                <c:pt idx="645">
                  <c:v>1.7291907316657751</c:v>
                </c:pt>
                <c:pt idx="646">
                  <c:v>1.7602701187133789</c:v>
                </c:pt>
                <c:pt idx="647">
                  <c:v>1.755523103452183</c:v>
                </c:pt>
                <c:pt idx="648">
                  <c:v>1.7289636086321729</c:v>
                </c:pt>
                <c:pt idx="649">
                  <c:v>1.725023746490479</c:v>
                </c:pt>
                <c:pt idx="650">
                  <c:v>1.7416323659642521</c:v>
                </c:pt>
                <c:pt idx="651">
                  <c:v>1.7433335239189161</c:v>
                </c:pt>
                <c:pt idx="652">
                  <c:v>1.7821499497612661</c:v>
                </c:pt>
                <c:pt idx="653">
                  <c:v>1.78882884979248</c:v>
                </c:pt>
                <c:pt idx="654">
                  <c:v>1.7679777713183991</c:v>
                </c:pt>
                <c:pt idx="655">
                  <c:v>1.619382482185344</c:v>
                </c:pt>
                <c:pt idx="656">
                  <c:v>1.5530921220779419</c:v>
                </c:pt>
                <c:pt idx="657">
                  <c:v>1.5861479939012511</c:v>
                </c:pt>
                <c:pt idx="658">
                  <c:v>1.7469958793349429</c:v>
                </c:pt>
                <c:pt idx="659">
                  <c:v>1.891661581199269</c:v>
                </c:pt>
                <c:pt idx="660">
                  <c:v>1.9121242761611941</c:v>
                </c:pt>
                <c:pt idx="661">
                  <c:v>1.902590064662127</c:v>
                </c:pt>
                <c:pt idx="662">
                  <c:v>1.8291006596605679</c:v>
                </c:pt>
                <c:pt idx="663">
                  <c:v>1.8099609613418579</c:v>
                </c:pt>
                <c:pt idx="664">
                  <c:v>1.8027222823407589</c:v>
                </c:pt>
                <c:pt idx="665">
                  <c:v>1.7262973037538689</c:v>
                </c:pt>
                <c:pt idx="666">
                  <c:v>1.668570756912231</c:v>
                </c:pt>
                <c:pt idx="667">
                  <c:v>1.6751462407316891</c:v>
                </c:pt>
                <c:pt idx="668">
                  <c:v>1.7829137832822</c:v>
                </c:pt>
                <c:pt idx="669">
                  <c:v>1.7993843555450439</c:v>
                </c:pt>
                <c:pt idx="670">
                  <c:v>1.767613337145596</c:v>
                </c:pt>
                <c:pt idx="671">
                  <c:v>1.7325137290341741</c:v>
                </c:pt>
                <c:pt idx="672">
                  <c:v>1.7035037701506179</c:v>
                </c:pt>
                <c:pt idx="673">
                  <c:v>1.671464681625366</c:v>
                </c:pt>
                <c:pt idx="674">
                  <c:v>1.6848156068446229</c:v>
                </c:pt>
                <c:pt idx="675">
                  <c:v>1.9093996426829269</c:v>
                </c:pt>
                <c:pt idx="676">
                  <c:v>1.925545215606689</c:v>
                </c:pt>
                <c:pt idx="677">
                  <c:v>2.1236443122823792</c:v>
                </c:pt>
                <c:pt idx="678">
                  <c:v>2.324016305933319</c:v>
                </c:pt>
                <c:pt idx="679">
                  <c:v>2.4530339241027832</c:v>
                </c:pt>
                <c:pt idx="680">
                  <c:v>2.450608855880382</c:v>
                </c:pt>
                <c:pt idx="681">
                  <c:v>2.420709222780514</c:v>
                </c:pt>
                <c:pt idx="682">
                  <c:v>2.391459465026855</c:v>
                </c:pt>
                <c:pt idx="683">
                  <c:v>2.3768484798685701</c:v>
                </c:pt>
                <c:pt idx="684">
                  <c:v>2.1407909393310551</c:v>
                </c:pt>
                <c:pt idx="685">
                  <c:v>2.1598855158441039</c:v>
                </c:pt>
                <c:pt idx="686">
                  <c:v>2.253365586900502</c:v>
                </c:pt>
                <c:pt idx="687">
                  <c:v>2.3300824290976712</c:v>
                </c:pt>
                <c:pt idx="688">
                  <c:v>2.3420307636260991</c:v>
                </c:pt>
                <c:pt idx="689">
                  <c:v>2.3319917426424568</c:v>
                </c:pt>
                <c:pt idx="690">
                  <c:v>2.2272033669690199</c:v>
                </c:pt>
                <c:pt idx="691">
                  <c:v>2.174620389938354</c:v>
                </c:pt>
                <c:pt idx="692">
                  <c:v>2.158106608387905</c:v>
                </c:pt>
                <c:pt idx="693">
                  <c:v>2.012132707229608</c:v>
                </c:pt>
                <c:pt idx="694">
                  <c:v>2.000245332717896</c:v>
                </c:pt>
                <c:pt idx="695">
                  <c:v>1.99088418950775</c:v>
                </c:pt>
                <c:pt idx="696">
                  <c:v>1.894494707014013</c:v>
                </c:pt>
                <c:pt idx="697">
                  <c:v>1.857163071632385</c:v>
                </c:pt>
                <c:pt idx="698">
                  <c:v>1.8763339878684491</c:v>
                </c:pt>
                <c:pt idx="699">
                  <c:v>1.959395074544459</c:v>
                </c:pt>
                <c:pt idx="700">
                  <c:v>2.0132535430316989</c:v>
                </c:pt>
                <c:pt idx="701">
                  <c:v>2.0230896472930908</c:v>
                </c:pt>
                <c:pt idx="702">
                  <c:v>2.023478099137253</c:v>
                </c:pt>
                <c:pt idx="703">
                  <c:v>2.0286090859634029</c:v>
                </c:pt>
                <c:pt idx="704">
                  <c:v>2.0294768810272221</c:v>
                </c:pt>
                <c:pt idx="705">
                  <c:v>2.039146473074926</c:v>
                </c:pt>
                <c:pt idx="706">
                  <c:v>2.1291844170676422</c:v>
                </c:pt>
                <c:pt idx="707">
                  <c:v>2.189548015594482</c:v>
                </c:pt>
                <c:pt idx="708">
                  <c:v>2.1857842197655519</c:v>
                </c:pt>
                <c:pt idx="709">
                  <c:v>2.1323843458905931</c:v>
                </c:pt>
                <c:pt idx="710">
                  <c:v>2.100930422532258</c:v>
                </c:pt>
                <c:pt idx="711">
                  <c:v>2.083776473999023</c:v>
                </c:pt>
                <c:pt idx="712">
                  <c:v>2.0698214587029349</c:v>
                </c:pt>
                <c:pt idx="713">
                  <c:v>1.904724554830048</c:v>
                </c:pt>
                <c:pt idx="714">
                  <c:v>1.832082867622375</c:v>
                </c:pt>
                <c:pt idx="715">
                  <c:v>1.823076304010141</c:v>
                </c:pt>
                <c:pt idx="716">
                  <c:v>1.7728063687273941</c:v>
                </c:pt>
                <c:pt idx="717">
                  <c:v>1.7378997316283971</c:v>
                </c:pt>
                <c:pt idx="718">
                  <c:v>1.7350561618804929</c:v>
                </c:pt>
                <c:pt idx="719">
                  <c:v>1.7353052581339949</c:v>
                </c:pt>
                <c:pt idx="720">
                  <c:v>1.735560822350503</c:v>
                </c:pt>
                <c:pt idx="721">
                  <c:v>1.7356395721435549</c:v>
                </c:pt>
                <c:pt idx="722">
                  <c:v>1.7263367433886709</c:v>
                </c:pt>
                <c:pt idx="723">
                  <c:v>1.636266677535948</c:v>
                </c:pt>
                <c:pt idx="724">
                  <c:v>1.581626892089844</c:v>
                </c:pt>
                <c:pt idx="725">
                  <c:v>1.5800144013767221</c:v>
                </c:pt>
                <c:pt idx="726">
                  <c:v>1.576899598731478</c:v>
                </c:pt>
                <c:pt idx="727">
                  <c:v>1.5021609660050239</c:v>
                </c:pt>
                <c:pt idx="728">
                  <c:v>1.4963415861129761</c:v>
                </c:pt>
                <c:pt idx="729">
                  <c:v>1.5039535657844629</c:v>
                </c:pt>
                <c:pt idx="730">
                  <c:v>1.615321411890956</c:v>
                </c:pt>
                <c:pt idx="731">
                  <c:v>1.6417027711868291</c:v>
                </c:pt>
                <c:pt idx="732">
                  <c:v>1.6420258255402249</c:v>
                </c:pt>
                <c:pt idx="733">
                  <c:v>1.643918290896849</c:v>
                </c:pt>
                <c:pt idx="734">
                  <c:v>1.6451364755630491</c:v>
                </c:pt>
                <c:pt idx="735">
                  <c:v>1.6323150540203031</c:v>
                </c:pt>
                <c:pt idx="736">
                  <c:v>1.541150569915771</c:v>
                </c:pt>
                <c:pt idx="737">
                  <c:v>1.559494668855701</c:v>
                </c:pt>
                <c:pt idx="738">
                  <c:v>1.7378287577689211</c:v>
                </c:pt>
                <c:pt idx="739">
                  <c:v>1.7968903779983521</c:v>
                </c:pt>
                <c:pt idx="740">
                  <c:v>1.790825264021993</c:v>
                </c:pt>
                <c:pt idx="741">
                  <c:v>1.745088338954363</c:v>
                </c:pt>
                <c:pt idx="742">
                  <c:v>1.736657381057739</c:v>
                </c:pt>
                <c:pt idx="743">
                  <c:v>1.7356893157040729</c:v>
                </c:pt>
                <c:pt idx="744">
                  <c:v>1.7277617441410871</c:v>
                </c:pt>
                <c:pt idx="745">
                  <c:v>1.72566831111908</c:v>
                </c:pt>
                <c:pt idx="746">
                  <c:v>1.7141275473837989</c:v>
                </c:pt>
                <c:pt idx="747">
                  <c:v>1.646898693856105</c:v>
                </c:pt>
                <c:pt idx="748">
                  <c:v>1.60379958152771</c:v>
                </c:pt>
                <c:pt idx="749">
                  <c:v>1.5954639448277259</c:v>
                </c:pt>
                <c:pt idx="750">
                  <c:v>1.5819950607280751</c:v>
                </c:pt>
                <c:pt idx="751">
                  <c:v>1.5696427095390419</c:v>
                </c:pt>
                <c:pt idx="752">
                  <c:v>1.5630946159362791</c:v>
                </c:pt>
                <c:pt idx="753">
                  <c:v>1.562640158492365</c:v>
                </c:pt>
                <c:pt idx="754">
                  <c:v>1.5602519512176509</c:v>
                </c:pt>
                <c:pt idx="755">
                  <c:v>1.5801711706095951</c:v>
                </c:pt>
                <c:pt idx="756">
                  <c:v>1.660989716193364</c:v>
                </c:pt>
                <c:pt idx="757">
                  <c:v>1.717087817514805</c:v>
                </c:pt>
                <c:pt idx="758">
                  <c:v>1.7385191917419429</c:v>
                </c:pt>
                <c:pt idx="759">
                  <c:v>1.7409465312312771</c:v>
                </c:pt>
                <c:pt idx="760">
                  <c:v>1.7712016931282659</c:v>
                </c:pt>
                <c:pt idx="761">
                  <c:v>1.7808160781860349</c:v>
                </c:pt>
                <c:pt idx="762">
                  <c:v>1.7938326520084891</c:v>
                </c:pt>
                <c:pt idx="763">
                  <c:v>1.862031465096774</c:v>
                </c:pt>
                <c:pt idx="764">
                  <c:v>1.875760555267334</c:v>
                </c:pt>
                <c:pt idx="765">
                  <c:v>1.8542201178508471</c:v>
                </c:pt>
                <c:pt idx="766">
                  <c:v>1.8316564919006399</c:v>
                </c:pt>
                <c:pt idx="767">
                  <c:v>1.8204983472824099</c:v>
                </c:pt>
                <c:pt idx="768">
                  <c:v>1.8103846630008289</c:v>
                </c:pt>
                <c:pt idx="769">
                  <c:v>1.7574092202261791</c:v>
                </c:pt>
                <c:pt idx="770">
                  <c:v>1.710695743560791</c:v>
                </c:pt>
                <c:pt idx="771">
                  <c:v>1.7196737708306931</c:v>
                </c:pt>
                <c:pt idx="772">
                  <c:v>1.793288078394363</c:v>
                </c:pt>
                <c:pt idx="773">
                  <c:v>1.8182928562164311</c:v>
                </c:pt>
                <c:pt idx="774">
                  <c:v>1.808585496865571</c:v>
                </c:pt>
                <c:pt idx="775">
                  <c:v>1.7010462181892909</c:v>
                </c:pt>
                <c:pt idx="776">
                  <c:v>1.676162481307983</c:v>
                </c:pt>
                <c:pt idx="777">
                  <c:v>1.6751658039130619</c:v>
                </c:pt>
                <c:pt idx="778">
                  <c:v>1.664257673964171</c:v>
                </c:pt>
                <c:pt idx="779">
                  <c:v>1.658899784088135</c:v>
                </c:pt>
                <c:pt idx="780">
                  <c:v>1.6503106713335349</c:v>
                </c:pt>
                <c:pt idx="781">
                  <c:v>1.589292277895795</c:v>
                </c:pt>
                <c:pt idx="782">
                  <c:v>1.545681238174438</c:v>
                </c:pt>
                <c:pt idx="783">
                  <c:v>1.55214625730836</c:v>
                </c:pt>
                <c:pt idx="784">
                  <c:v>1.600791142991447</c:v>
                </c:pt>
                <c:pt idx="785">
                  <c:v>1.6085832118988039</c:v>
                </c:pt>
                <c:pt idx="786">
                  <c:v>1.613189609493578</c:v>
                </c:pt>
                <c:pt idx="787">
                  <c:v>1.652803211273794</c:v>
                </c:pt>
                <c:pt idx="788">
                  <c:v>1.7014789951666689</c:v>
                </c:pt>
                <c:pt idx="789">
                  <c:v>1.7314078807830811</c:v>
                </c:pt>
                <c:pt idx="790">
                  <c:v>1.7232755948815459</c:v>
                </c:pt>
                <c:pt idx="791">
                  <c:v>1.6611994188625649</c:v>
                </c:pt>
                <c:pt idx="792">
                  <c:v>1.6506161689758301</c:v>
                </c:pt>
                <c:pt idx="793">
                  <c:v>1.6520995861338119</c:v>
                </c:pt>
                <c:pt idx="794">
                  <c:v>1.6699434172242149</c:v>
                </c:pt>
                <c:pt idx="795">
                  <c:v>1.6766092777252199</c:v>
                </c:pt>
                <c:pt idx="796">
                  <c:v>1.676855166827905</c:v>
                </c:pt>
                <c:pt idx="797">
                  <c:v>1.6776507119213879</c:v>
                </c:pt>
                <c:pt idx="798">
                  <c:v>1.6782661665611709</c:v>
                </c:pt>
                <c:pt idx="799">
                  <c:v>1.6783156394958501</c:v>
                </c:pt>
                <c:pt idx="800">
                  <c:v>1.681837431905242</c:v>
                </c:pt>
                <c:pt idx="801">
                  <c:v>1.7024755405748</c:v>
                </c:pt>
                <c:pt idx="802">
                  <c:v>1.7061003446578979</c:v>
                </c:pt>
                <c:pt idx="803">
                  <c:v>1.699236092677662</c:v>
                </c:pt>
                <c:pt idx="804">
                  <c:v>1.6600900221793911</c:v>
                </c:pt>
                <c:pt idx="805">
                  <c:v>1.634620472849593</c:v>
                </c:pt>
                <c:pt idx="806">
                  <c:v>1.6303790807723999</c:v>
                </c:pt>
                <c:pt idx="807">
                  <c:v>1.5002993681688011</c:v>
                </c:pt>
                <c:pt idx="808">
                  <c:v>1.395642042160034</c:v>
                </c:pt>
                <c:pt idx="809">
                  <c:v>1.396201140241399</c:v>
                </c:pt>
                <c:pt idx="810">
                  <c:v>1.404381951367089</c:v>
                </c:pt>
                <c:pt idx="811">
                  <c:v>1.406805038452148</c:v>
                </c:pt>
                <c:pt idx="812">
                  <c:v>1.398623465633841</c:v>
                </c:pt>
                <c:pt idx="813">
                  <c:v>1.383096601786193</c:v>
                </c:pt>
                <c:pt idx="814">
                  <c:v>1.3760408163070681</c:v>
                </c:pt>
                <c:pt idx="815">
                  <c:v>1.398125144376509</c:v>
                </c:pt>
                <c:pt idx="816">
                  <c:v>1.5297246250260921</c:v>
                </c:pt>
                <c:pt idx="817">
                  <c:v>1.6117657368061651</c:v>
                </c:pt>
                <c:pt idx="818">
                  <c:v>1.6384396553039551</c:v>
                </c:pt>
                <c:pt idx="819">
                  <c:v>1.6361633003416589</c:v>
                </c:pt>
                <c:pt idx="820">
                  <c:v>1.615367081769485</c:v>
                </c:pt>
                <c:pt idx="821">
                  <c:v>1.604657888412476</c:v>
                </c:pt>
                <c:pt idx="822">
                  <c:v>1.606876536498044</c:v>
                </c:pt>
                <c:pt idx="823">
                  <c:v>1.636266231536865</c:v>
                </c:pt>
                <c:pt idx="824">
                  <c:v>1.637590554276358</c:v>
                </c:pt>
                <c:pt idx="825">
                  <c:v>1.6470647428174141</c:v>
                </c:pt>
                <c:pt idx="826">
                  <c:v>1.660586420497254</c:v>
                </c:pt>
                <c:pt idx="827">
                  <c:v>1.6666092872619629</c:v>
                </c:pt>
                <c:pt idx="828">
                  <c:v>1.658526250016932</c:v>
                </c:pt>
                <c:pt idx="829">
                  <c:v>1.564365618052743</c:v>
                </c:pt>
                <c:pt idx="830">
                  <c:v>1.5072028636932371</c:v>
                </c:pt>
                <c:pt idx="831">
                  <c:v>1.5088973218376851</c:v>
                </c:pt>
                <c:pt idx="832">
                  <c:v>1.525610615757506</c:v>
                </c:pt>
                <c:pt idx="833">
                  <c:v>1.5371820650032959</c:v>
                </c:pt>
                <c:pt idx="834">
                  <c:v>1.539161801338196</c:v>
                </c:pt>
                <c:pt idx="835">
                  <c:v>1.5342711754796849</c:v>
                </c:pt>
                <c:pt idx="836">
                  <c:v>1.472669243812561</c:v>
                </c:pt>
                <c:pt idx="837">
                  <c:v>1.4779971925990989</c:v>
                </c:pt>
                <c:pt idx="838">
                  <c:v>1.5080712679035451</c:v>
                </c:pt>
                <c:pt idx="839">
                  <c:v>1.5317836999893191</c:v>
                </c:pt>
                <c:pt idx="840">
                  <c:v>1.5254659853175141</c:v>
                </c:pt>
                <c:pt idx="841">
                  <c:v>1.4864497354248341</c:v>
                </c:pt>
                <c:pt idx="842">
                  <c:v>1.447065028699005</c:v>
                </c:pt>
                <c:pt idx="843">
                  <c:v>1.432594776153564</c:v>
                </c:pt>
                <c:pt idx="844">
                  <c:v>1.4240032706781069</c:v>
                </c:pt>
                <c:pt idx="845">
                  <c:v>1.3730865685322851</c:v>
                </c:pt>
                <c:pt idx="846">
                  <c:v>1.3569544553756709</c:v>
                </c:pt>
                <c:pt idx="847">
                  <c:v>1.3585271717340091</c:v>
                </c:pt>
                <c:pt idx="848">
                  <c:v>1.3677390885197529</c:v>
                </c:pt>
                <c:pt idx="849">
                  <c:v>1.375956256452199</c:v>
                </c:pt>
                <c:pt idx="850">
                  <c:v>1.3782278299331669</c:v>
                </c:pt>
                <c:pt idx="851">
                  <c:v>1.3422533808275039</c:v>
                </c:pt>
                <c:pt idx="852">
                  <c:v>1.183701753616333</c:v>
                </c:pt>
                <c:pt idx="853">
                  <c:v>1.182371478273321</c:v>
                </c:pt>
                <c:pt idx="854">
                  <c:v>1.180612276024352</c:v>
                </c:pt>
                <c:pt idx="855">
                  <c:v>1.158997389054069</c:v>
                </c:pt>
                <c:pt idx="856">
                  <c:v>1.1491575068058599</c:v>
                </c:pt>
                <c:pt idx="857">
                  <c:v>1.1475262641906741</c:v>
                </c:pt>
                <c:pt idx="858">
                  <c:v>1.14096272232228</c:v>
                </c:pt>
                <c:pt idx="859">
                  <c:v>1.064090433971032</c:v>
                </c:pt>
                <c:pt idx="860">
                  <c:v>1.05440366268158</c:v>
                </c:pt>
                <c:pt idx="861">
                  <c:v>1.057850772189133</c:v>
                </c:pt>
                <c:pt idx="862">
                  <c:v>1.0619783245273511</c:v>
                </c:pt>
                <c:pt idx="863">
                  <c:v>1.0640982389450071</c:v>
                </c:pt>
                <c:pt idx="864">
                  <c:v>1.0659163910145</c:v>
                </c:pt>
                <c:pt idx="865">
                  <c:v>1.084781974507286</c:v>
                </c:pt>
                <c:pt idx="866">
                  <c:v>1.103566632186805</c:v>
                </c:pt>
                <c:pt idx="867">
                  <c:v>1.119326581856174</c:v>
                </c:pt>
                <c:pt idx="868">
                  <c:v>1.126437902450562</c:v>
                </c:pt>
                <c:pt idx="869">
                  <c:v>1.114788204341906</c:v>
                </c:pt>
                <c:pt idx="870">
                  <c:v>1.014334089435021</c:v>
                </c:pt>
                <c:pt idx="871">
                  <c:v>0.98452651500701904</c:v>
                </c:pt>
                <c:pt idx="872">
                  <c:v>0.98005030338345489</c:v>
                </c:pt>
                <c:pt idx="873">
                  <c:v>0.9456021322752064</c:v>
                </c:pt>
                <c:pt idx="874">
                  <c:v>0.92656606435775757</c:v>
                </c:pt>
                <c:pt idx="875">
                  <c:v>0.93634576790669566</c:v>
                </c:pt>
                <c:pt idx="876">
                  <c:v>1.1037723797640659</c:v>
                </c:pt>
                <c:pt idx="877">
                  <c:v>1.128876209259033</c:v>
                </c:pt>
                <c:pt idx="878">
                  <c:v>1.136876773361212</c:v>
                </c:pt>
                <c:pt idx="879">
                  <c:v>1.251576289143228</c:v>
                </c:pt>
                <c:pt idx="880">
                  <c:v>1.282805919647217</c:v>
                </c:pt>
                <c:pt idx="881">
                  <c:v>1.2816044094616641</c:v>
                </c:pt>
                <c:pt idx="882">
                  <c:v>1.2725882154481989</c:v>
                </c:pt>
                <c:pt idx="883">
                  <c:v>1.2677522897720339</c:v>
                </c:pt>
                <c:pt idx="884">
                  <c:v>1.2720544835512271</c:v>
                </c:pt>
                <c:pt idx="885">
                  <c:v>1.35366717541895</c:v>
                </c:pt>
                <c:pt idx="886">
                  <c:v>1.3594599962234499</c:v>
                </c:pt>
                <c:pt idx="887">
                  <c:v>1.350273029663517</c:v>
                </c:pt>
                <c:pt idx="888">
                  <c:v>1.250635651777114</c:v>
                </c:pt>
                <c:pt idx="889">
                  <c:v>1.2216459512710569</c:v>
                </c:pt>
                <c:pt idx="890">
                  <c:v>1.2164179113185281</c:v>
                </c:pt>
                <c:pt idx="891">
                  <c:v>1.1906381451070529</c:v>
                </c:pt>
                <c:pt idx="892">
                  <c:v>1.167338551385543</c:v>
                </c:pt>
                <c:pt idx="893">
                  <c:v>1.1640646457672119</c:v>
                </c:pt>
                <c:pt idx="894">
                  <c:v>1.170159611120174</c:v>
                </c:pt>
                <c:pt idx="895">
                  <c:v>1.244998524426475</c:v>
                </c:pt>
                <c:pt idx="896">
                  <c:v>1.263158798217773</c:v>
                </c:pt>
                <c:pt idx="897">
                  <c:v>1.265272098435237</c:v>
                </c:pt>
                <c:pt idx="898">
                  <c:v>1.292342967607877</c:v>
                </c:pt>
                <c:pt idx="899">
                  <c:v>1.312478303909302</c:v>
                </c:pt>
                <c:pt idx="900">
                  <c:v>1.3172120051851419</c:v>
                </c:pt>
                <c:pt idx="901">
                  <c:v>1.3459652817948391</c:v>
                </c:pt>
                <c:pt idx="902">
                  <c:v>1.371014624670766</c:v>
                </c:pt>
                <c:pt idx="903">
                  <c:v>1.384155750274658</c:v>
                </c:pt>
                <c:pt idx="904">
                  <c:v>1.38302056801374</c:v>
                </c:pt>
                <c:pt idx="905">
                  <c:v>1.373906194617714</c:v>
                </c:pt>
                <c:pt idx="906">
                  <c:v>1.370104193687439</c:v>
                </c:pt>
                <c:pt idx="907">
                  <c:v>1.363882435562074</c:v>
                </c:pt>
                <c:pt idx="908">
                  <c:v>1.313661516549421</c:v>
                </c:pt>
                <c:pt idx="909">
                  <c:v>1.2613051217419371</c:v>
                </c:pt>
                <c:pt idx="910">
                  <c:v>1.221241011981206</c:v>
                </c:pt>
                <c:pt idx="911">
                  <c:v>1.2112612724304199</c:v>
                </c:pt>
                <c:pt idx="912">
                  <c:v>1.177685989346468</c:v>
                </c:pt>
                <c:pt idx="913">
                  <c:v>1.130431916616436</c:v>
                </c:pt>
                <c:pt idx="914">
                  <c:v>1.1170974969863889</c:v>
                </c:pt>
                <c:pt idx="915">
                  <c:v>1.1128620483450491</c:v>
                </c:pt>
                <c:pt idx="916">
                  <c:v>1.086686185682177</c:v>
                </c:pt>
                <c:pt idx="917">
                  <c:v>1.0720680952072139</c:v>
                </c:pt>
                <c:pt idx="918">
                  <c:v>1.079092445424914</c:v>
                </c:pt>
                <c:pt idx="919">
                  <c:v>1.135863137799245</c:v>
                </c:pt>
                <c:pt idx="920">
                  <c:v>1.17712688035821</c:v>
                </c:pt>
                <c:pt idx="921">
                  <c:v>1.184198379516602</c:v>
                </c:pt>
                <c:pt idx="922">
                  <c:v>1.1732496415898981</c:v>
                </c:pt>
                <c:pt idx="923">
                  <c:v>1.071665907506254</c:v>
                </c:pt>
                <c:pt idx="924">
                  <c:v>1.046462416648865</c:v>
                </c:pt>
                <c:pt idx="925">
                  <c:v>1.0292761024636139</c:v>
                </c:pt>
                <c:pt idx="926">
                  <c:v>0.95075053000074672</c:v>
                </c:pt>
                <c:pt idx="927">
                  <c:v>0.92049962282180786</c:v>
                </c:pt>
                <c:pt idx="928">
                  <c:v>0.92246959467942702</c:v>
                </c:pt>
                <c:pt idx="929">
                  <c:v>0.93963232141713982</c:v>
                </c:pt>
                <c:pt idx="930">
                  <c:v>0.95684114734028836</c:v>
                </c:pt>
                <c:pt idx="931">
                  <c:v>0.96329861879348755</c:v>
                </c:pt>
                <c:pt idx="932">
                  <c:v>0.97416255287307063</c:v>
                </c:pt>
                <c:pt idx="933">
                  <c:v>1.099454998970032</c:v>
                </c:pt>
                <c:pt idx="934">
                  <c:v>1.0947454612853369</c:v>
                </c:pt>
                <c:pt idx="935">
                  <c:v>1.0868211673167001</c:v>
                </c:pt>
                <c:pt idx="936">
                  <c:v>1.0418414810677381</c:v>
                </c:pt>
                <c:pt idx="937">
                  <c:v>1.0213922640471009</c:v>
                </c:pt>
                <c:pt idx="938">
                  <c:v>1.014101028442383</c:v>
                </c:pt>
                <c:pt idx="939">
                  <c:v>1.01753745299624</c:v>
                </c:pt>
                <c:pt idx="940">
                  <c:v>1.061122418554493</c:v>
                </c:pt>
                <c:pt idx="941">
                  <c:v>1.078466534614563</c:v>
                </c:pt>
                <c:pt idx="942">
                  <c:v>1.0882418766463799</c:v>
                </c:pt>
                <c:pt idx="943">
                  <c:v>1.1819505747031189</c:v>
                </c:pt>
                <c:pt idx="944">
                  <c:v>1.241269588470459</c:v>
                </c:pt>
                <c:pt idx="945">
                  <c:v>1.239291654122413</c:v>
                </c:pt>
                <c:pt idx="946">
                  <c:v>1.2051131879750809</c:v>
                </c:pt>
                <c:pt idx="947">
                  <c:v>1.1800693273544309</c:v>
                </c:pt>
                <c:pt idx="948">
                  <c:v>1.173773407673343</c:v>
                </c:pt>
                <c:pt idx="949">
                  <c:v>1.1403968594336571</c:v>
                </c:pt>
                <c:pt idx="950">
                  <c:v>1.095614688491152</c:v>
                </c:pt>
                <c:pt idx="951">
                  <c:v>1.0914280414581301</c:v>
                </c:pt>
                <c:pt idx="952">
                  <c:v>1.088670679306122</c:v>
                </c:pt>
                <c:pt idx="953">
                  <c:v>1.058835810686628</c:v>
                </c:pt>
                <c:pt idx="954">
                  <c:v>1.0492198467254641</c:v>
                </c:pt>
                <c:pt idx="955">
                  <c:v>1.049537083066642</c:v>
                </c:pt>
                <c:pt idx="956">
                  <c:v>1.053058293409231</c:v>
                </c:pt>
                <c:pt idx="957">
                  <c:v>1.054991437971049</c:v>
                </c:pt>
                <c:pt idx="958">
                  <c:v>1.055267810821533</c:v>
                </c:pt>
                <c:pt idx="959">
                  <c:v>1.106976138779483</c:v>
                </c:pt>
                <c:pt idx="960">
                  <c:v>1.2306938575113611</c:v>
                </c:pt>
                <c:pt idx="961">
                  <c:v>1.296725988388062</c:v>
                </c:pt>
                <c:pt idx="962">
                  <c:v>1.2971149585949759</c:v>
                </c:pt>
                <c:pt idx="963">
                  <c:v>1.299755205407451</c:v>
                </c:pt>
                <c:pt idx="964">
                  <c:v>1.30069363117218</c:v>
                </c:pt>
                <c:pt idx="965">
                  <c:v>1.2950293074911621</c:v>
                </c:pt>
                <c:pt idx="966">
                  <c:v>1.252666598654572</c:v>
                </c:pt>
                <c:pt idx="967">
                  <c:v>1.2208681106567381</c:v>
                </c:pt>
                <c:pt idx="968">
                  <c:v>1.233174947898418</c:v>
                </c:pt>
                <c:pt idx="969">
                  <c:v>1.3386152114565251</c:v>
                </c:pt>
                <c:pt idx="970">
                  <c:v>1.384669423103333</c:v>
                </c:pt>
                <c:pt idx="971">
                  <c:v>1.3834969510091999</c:v>
                </c:pt>
                <c:pt idx="972">
                  <c:v>1.3769870016916941</c:v>
                </c:pt>
                <c:pt idx="973">
                  <c:v>1.3749840259552</c:v>
                </c:pt>
                <c:pt idx="974">
                  <c:v>1.359093033929335</c:v>
                </c:pt>
                <c:pt idx="975">
                  <c:v>1.250868439674377</c:v>
                </c:pt>
                <c:pt idx="976">
                  <c:v>1.2369908524057349</c:v>
                </c:pt>
                <c:pt idx="977">
                  <c:v>1.233149649380552</c:v>
                </c:pt>
                <c:pt idx="978">
                  <c:v>1.1524025567076479</c:v>
                </c:pt>
                <c:pt idx="979">
                  <c:v>1.1044919900816601</c:v>
                </c:pt>
                <c:pt idx="980">
                  <c:v>1.092725276947021</c:v>
                </c:pt>
                <c:pt idx="981">
                  <c:v>1.0880487851631579</c:v>
                </c:pt>
                <c:pt idx="982">
                  <c:v>1.029220140742017</c:v>
                </c:pt>
                <c:pt idx="983">
                  <c:v>1.014885306358337</c:v>
                </c:pt>
                <c:pt idx="984">
                  <c:v>1.016530816491634</c:v>
                </c:pt>
                <c:pt idx="985">
                  <c:v>1.0263174772262571</c:v>
                </c:pt>
                <c:pt idx="986">
                  <c:v>1.030094289741615</c:v>
                </c:pt>
                <c:pt idx="987">
                  <c:v>1.031213285596013</c:v>
                </c:pt>
                <c:pt idx="988">
                  <c:v>1.0466286682882719</c:v>
                </c:pt>
                <c:pt idx="989">
                  <c:v>1.0621842996891799</c:v>
                </c:pt>
                <c:pt idx="990">
                  <c:v>1.08134125999955</c:v>
                </c:pt>
                <c:pt idx="991">
                  <c:v>1.089092016220093</c:v>
                </c:pt>
                <c:pt idx="992">
                  <c:v>1.0840565240682949</c:v>
                </c:pt>
                <c:pt idx="993">
                  <c:v>1.0213084524458169</c:v>
                </c:pt>
                <c:pt idx="994">
                  <c:v>1.0011448860168459</c:v>
                </c:pt>
                <c:pt idx="995">
                  <c:v>0.99024257182095909</c:v>
                </c:pt>
                <c:pt idx="996">
                  <c:v>0.91443997621536255</c:v>
                </c:pt>
                <c:pt idx="997">
                  <c:v>0.91361038307463482</c:v>
                </c:pt>
                <c:pt idx="998">
                  <c:v>0.91116469413416823</c:v>
                </c:pt>
                <c:pt idx="999">
                  <c:v>0.90838338600120505</c:v>
                </c:pt>
                <c:pt idx="1000">
                  <c:v>0.90698838233947754</c:v>
                </c:pt>
                <c:pt idx="1001">
                  <c:v>0.90636078155056554</c:v>
                </c:pt>
                <c:pt idx="1002">
                  <c:v>0.89794949549802583</c:v>
                </c:pt>
                <c:pt idx="1003">
                  <c:v>0.89528805017471313</c:v>
                </c:pt>
                <c:pt idx="1004">
                  <c:v>0.93530646485656865</c:v>
                </c:pt>
                <c:pt idx="1005">
                  <c:v>1.140656559250802</c:v>
                </c:pt>
                <c:pt idx="1006">
                  <c:v>1.212202787399292</c:v>
                </c:pt>
                <c:pt idx="1007">
                  <c:v>1.1898620813838501</c:v>
                </c:pt>
                <c:pt idx="1008">
                  <c:v>1.155606415554467</c:v>
                </c:pt>
                <c:pt idx="1009">
                  <c:v>1.128419041633606</c:v>
                </c:pt>
                <c:pt idx="1010">
                  <c:v>1.128607552909481</c:v>
                </c:pt>
                <c:pt idx="1011">
                  <c:v>1.129118897868622</c:v>
                </c:pt>
                <c:pt idx="1012">
                  <c:v>1.1305556027396491</c:v>
                </c:pt>
                <c:pt idx="1013">
                  <c:v>1.130959153175354</c:v>
                </c:pt>
                <c:pt idx="1014">
                  <c:v>1.1214002221503849</c:v>
                </c:pt>
                <c:pt idx="1015">
                  <c:v>1.0989595479462739</c:v>
                </c:pt>
                <c:pt idx="1016">
                  <c:v>1.095197916030884</c:v>
                </c:pt>
                <c:pt idx="1017">
                  <c:v>1.089286008036487</c:v>
                </c:pt>
                <c:pt idx="1018">
                  <c:v>1.043894090069754</c:v>
                </c:pt>
                <c:pt idx="1019">
                  <c:v>1.025590300559998</c:v>
                </c:pt>
                <c:pt idx="1020">
                  <c:v>1.058322083840932</c:v>
                </c:pt>
                <c:pt idx="1021">
                  <c:v>1.12988011406927</c:v>
                </c:pt>
                <c:pt idx="1022">
                  <c:v>1.141758918762207</c:v>
                </c:pt>
                <c:pt idx="1023">
                  <c:v>1.1260353572900881</c:v>
                </c:pt>
                <c:pt idx="1024">
                  <c:v>1.1167636068157341</c:v>
                </c:pt>
                <c:pt idx="1025">
                  <c:v>1.088138669800383</c:v>
                </c:pt>
                <c:pt idx="1026">
                  <c:v>1.0827468633651729</c:v>
                </c:pt>
                <c:pt idx="1027">
                  <c:v>1.079571356896746</c:v>
                </c:pt>
                <c:pt idx="1028">
                  <c:v>1.053077739412321</c:v>
                </c:pt>
                <c:pt idx="1029">
                  <c:v>1.039647102355957</c:v>
                </c:pt>
                <c:pt idx="1030">
                  <c:v>1.038275134103515</c:v>
                </c:pt>
                <c:pt idx="1031">
                  <c:v>1.0258094427472539</c:v>
                </c:pt>
                <c:pt idx="1032">
                  <c:v>1.005039383200091</c:v>
                </c:pt>
                <c:pt idx="1033">
                  <c:v>1.000383257865906</c:v>
                </c:pt>
                <c:pt idx="1034">
                  <c:v>0.99102413871129091</c:v>
                </c:pt>
                <c:pt idx="1035">
                  <c:v>0.89492255449295044</c:v>
                </c:pt>
                <c:pt idx="1036">
                  <c:v>0.90461997441715336</c:v>
                </c:pt>
                <c:pt idx="1037">
                  <c:v>0.96063900934108104</c:v>
                </c:pt>
                <c:pt idx="1038">
                  <c:v>1.011495113372803</c:v>
                </c:pt>
                <c:pt idx="1039">
                  <c:v>1.000713461920425</c:v>
                </c:pt>
                <c:pt idx="1040">
                  <c:v>0.98956682984075783</c:v>
                </c:pt>
                <c:pt idx="1041">
                  <c:v>0.97004667611534423</c:v>
                </c:pt>
                <c:pt idx="1042">
                  <c:v>0.96796715259552002</c:v>
                </c:pt>
                <c:pt idx="1043">
                  <c:v>0.96329719530497826</c:v>
                </c:pt>
                <c:pt idx="1044">
                  <c:v>0.92901470939982889</c:v>
                </c:pt>
                <c:pt idx="1045">
                  <c:v>0.91604560613632202</c:v>
                </c:pt>
                <c:pt idx="1046">
                  <c:v>0.90732447072593303</c:v>
                </c:pt>
                <c:pt idx="1047">
                  <c:v>0.83787597746725317</c:v>
                </c:pt>
                <c:pt idx="1048">
                  <c:v>0.79526376724243164</c:v>
                </c:pt>
                <c:pt idx="1049">
                  <c:v>0.7850047659391981</c:v>
                </c:pt>
                <c:pt idx="1050">
                  <c:v>0.74098711769381653</c:v>
                </c:pt>
                <c:pt idx="1051">
                  <c:v>0.73107737302780151</c:v>
                </c:pt>
                <c:pt idx="1052">
                  <c:v>0.72874388553567759</c:v>
                </c:pt>
                <c:pt idx="1053">
                  <c:v>0.69350144694249682</c:v>
                </c:pt>
                <c:pt idx="1054">
                  <c:v>0.68431907892227173</c:v>
                </c:pt>
                <c:pt idx="1055">
                  <c:v>0.68587872404296057</c:v>
                </c:pt>
                <c:pt idx="1056">
                  <c:v>0.70494866674878132</c:v>
                </c:pt>
                <c:pt idx="1057">
                  <c:v>0.71574890613555908</c:v>
                </c:pt>
                <c:pt idx="1058">
                  <c:v>0.7258400483104348</c:v>
                </c:pt>
                <c:pt idx="1059">
                  <c:v>0.79551154650876588</c:v>
                </c:pt>
                <c:pt idx="1060">
                  <c:v>0.84629069142721092</c:v>
                </c:pt>
                <c:pt idx="1061">
                  <c:v>0.85990536212921143</c:v>
                </c:pt>
                <c:pt idx="1062">
                  <c:v>0.92150440007226708</c:v>
                </c:pt>
                <c:pt idx="1063">
                  <c:v>1.0187739719635329</c:v>
                </c:pt>
                <c:pt idx="1064">
                  <c:v>1.1176965236663821</c:v>
                </c:pt>
                <c:pt idx="1065">
                  <c:v>1.114546955974733</c:v>
                </c:pt>
                <c:pt idx="1066">
                  <c:v>1.0672613653946379</c:v>
                </c:pt>
                <c:pt idx="1067">
                  <c:v>1.063616871833801</c:v>
                </c:pt>
                <c:pt idx="1068">
                  <c:v>1.069193101683058</c:v>
                </c:pt>
                <c:pt idx="1069">
                  <c:v>1.105540001741208</c:v>
                </c:pt>
                <c:pt idx="1070">
                  <c:v>1.1531374608172209</c:v>
                </c:pt>
                <c:pt idx="1071">
                  <c:v>1.1844509840011599</c:v>
                </c:pt>
                <c:pt idx="1072">
                  <c:v>1.1859723667779261</c:v>
                </c:pt>
                <c:pt idx="1073">
                  <c:v>1.2074787423091939</c:v>
                </c:pt>
                <c:pt idx="1074">
                  <c:v>1.2091560363769529</c:v>
                </c:pt>
                <c:pt idx="1075">
                  <c:v>1.212069669335466</c:v>
                </c:pt>
                <c:pt idx="1076">
                  <c:v>1.2373967784938991</c:v>
                </c:pt>
                <c:pt idx="1077">
                  <c:v>1.242271304130554</c:v>
                </c:pt>
                <c:pt idx="1078">
                  <c:v>1.2350687538654981</c:v>
                </c:pt>
                <c:pt idx="1079">
                  <c:v>1.1901884226461059</c:v>
                </c:pt>
                <c:pt idx="1080">
                  <c:v>1.166934609413147</c:v>
                </c:pt>
                <c:pt idx="1081">
                  <c:v>1.1774669068863119</c:v>
                </c:pt>
                <c:pt idx="1082">
                  <c:v>1.3789129257202151</c:v>
                </c:pt>
                <c:pt idx="1083">
                  <c:v>1.375324504314285</c:v>
                </c:pt>
                <c:pt idx="1084">
                  <c:v>1.3385904296106821</c:v>
                </c:pt>
                <c:pt idx="1085">
                  <c:v>1.335540652275085</c:v>
                </c:pt>
                <c:pt idx="1086">
                  <c:v>1.3031086326046499</c:v>
                </c:pt>
                <c:pt idx="1087">
                  <c:v>1.2619834622913011</c:v>
                </c:pt>
                <c:pt idx="1088">
                  <c:v>1.2276983261108401</c:v>
                </c:pt>
                <c:pt idx="1089">
                  <c:v>1.2261009370636939</c:v>
                </c:pt>
                <c:pt idx="1090">
                  <c:v>1.2127945876383071</c:v>
                </c:pt>
                <c:pt idx="1091">
                  <c:v>1.210523724555969</c:v>
                </c:pt>
                <c:pt idx="1092">
                  <c:v>1.211002670728401</c:v>
                </c:pt>
                <c:pt idx="1093">
                  <c:v>1.216643506861196</c:v>
                </c:pt>
                <c:pt idx="1094">
                  <c:v>1.21933901309967</c:v>
                </c:pt>
                <c:pt idx="1095">
                  <c:v>1.227514163340125</c:v>
                </c:pt>
                <c:pt idx="1096">
                  <c:v>1.3274911544019969</c:v>
                </c:pt>
                <c:pt idx="1097">
                  <c:v>1.3971356153488159</c:v>
                </c:pt>
                <c:pt idx="1098">
                  <c:v>1.369486134919504</c:v>
                </c:pt>
                <c:pt idx="1099">
                  <c:v>1.27984257157492</c:v>
                </c:pt>
                <c:pt idx="1100">
                  <c:v>1.263119697570801</c:v>
                </c:pt>
                <c:pt idx="1101">
                  <c:v>1.2623079725399271</c:v>
                </c:pt>
                <c:pt idx="1102">
                  <c:v>1.253138590832289</c:v>
                </c:pt>
                <c:pt idx="1103">
                  <c:v>1.249860286712646</c:v>
                </c:pt>
                <c:pt idx="1104">
                  <c:v>1.2569680430187431</c:v>
                </c:pt>
                <c:pt idx="1105">
                  <c:v>1.280038902624246</c:v>
                </c:pt>
                <c:pt idx="1106">
                  <c:v>1.3008897734135589</c:v>
                </c:pt>
                <c:pt idx="1107">
                  <c:v>1.3272363570218719</c:v>
                </c:pt>
                <c:pt idx="1108">
                  <c:v>1.3372160196304319</c:v>
                </c:pt>
                <c:pt idx="1109">
                  <c:v>1.3104252477603091</c:v>
                </c:pt>
                <c:pt idx="1110">
                  <c:v>1.25793663408166</c:v>
                </c:pt>
                <c:pt idx="1111">
                  <c:v>1.2231037616729741</c:v>
                </c:pt>
                <c:pt idx="1112">
                  <c:v>1.2219594194167529</c:v>
                </c:pt>
                <c:pt idx="1113">
                  <c:v>1.215081389692676</c:v>
                </c:pt>
                <c:pt idx="1114">
                  <c:v>1.2109636068344121</c:v>
                </c:pt>
                <c:pt idx="1115">
                  <c:v>1.221299726024055</c:v>
                </c:pt>
                <c:pt idx="1116">
                  <c:v>1.301140995794404</c:v>
                </c:pt>
                <c:pt idx="1117">
                  <c:v>1.30888295173645</c:v>
                </c:pt>
                <c:pt idx="1118">
                  <c:v>1.323326515004112</c:v>
                </c:pt>
                <c:pt idx="1119">
                  <c:v>1.5091079141987991</c:v>
                </c:pt>
                <c:pt idx="1120">
                  <c:v>1.5558686256408689</c:v>
                </c:pt>
                <c:pt idx="1121">
                  <c:v>1.5561845362671041</c:v>
                </c:pt>
                <c:pt idx="1122">
                  <c:v>1.557962640390564</c:v>
                </c:pt>
                <c:pt idx="1123">
                  <c:v>1.5590800046920781</c:v>
                </c:pt>
                <c:pt idx="1124">
                  <c:v>1.561013624119884</c:v>
                </c:pt>
                <c:pt idx="1125">
                  <c:v>1.576462729584438</c:v>
                </c:pt>
                <c:pt idx="1126">
                  <c:v>1.5833908319473271</c:v>
                </c:pt>
                <c:pt idx="1127">
                  <c:v>1.5787608296054181</c:v>
                </c:pt>
                <c:pt idx="1128">
                  <c:v>1.55081037317398</c:v>
                </c:pt>
                <c:pt idx="1129">
                  <c:v>1.523537498489032</c:v>
                </c:pt>
                <c:pt idx="1130">
                  <c:v>1.505930423736572</c:v>
                </c:pt>
                <c:pt idx="1131">
                  <c:v>1.4937027064226369</c:v>
                </c:pt>
                <c:pt idx="1132">
                  <c:v>1.3930081129074099</c:v>
                </c:pt>
                <c:pt idx="1133">
                  <c:v>1.3842498937891019</c:v>
                </c:pt>
                <c:pt idx="1134">
                  <c:v>1.3306208211875781</c:v>
                </c:pt>
                <c:pt idx="1135">
                  <c:v>1.281404600579322</c:v>
                </c:pt>
                <c:pt idx="1136">
                  <c:v>1.2536691427230831</c:v>
                </c:pt>
                <c:pt idx="1137">
                  <c:v>1.232567797038018</c:v>
                </c:pt>
                <c:pt idx="1138">
                  <c:v>1.184477567672729</c:v>
                </c:pt>
                <c:pt idx="1139">
                  <c:v>1.1827226303520599</c:v>
                </c:pt>
                <c:pt idx="1140">
                  <c:v>1.1775722573764189</c:v>
                </c:pt>
                <c:pt idx="1141">
                  <c:v>1.171729605856896</c:v>
                </c:pt>
                <c:pt idx="1142">
                  <c:v>1.1697796583175659</c:v>
                </c:pt>
                <c:pt idx="1143">
                  <c:v>1.1632497554235759</c:v>
                </c:pt>
                <c:pt idx="1144">
                  <c:v>1.1267115375884009</c:v>
                </c:pt>
                <c:pt idx="1145">
                  <c:v>1.088050289135702</c:v>
                </c:pt>
                <c:pt idx="1146">
                  <c:v>1.0629913806915281</c:v>
                </c:pt>
                <c:pt idx="1147">
                  <c:v>1.067663220454145</c:v>
                </c:pt>
                <c:pt idx="1148">
                  <c:v>1.0707354965364491</c:v>
                </c:pt>
                <c:pt idx="1149">
                  <c:v>1.1298203468322749</c:v>
                </c:pt>
                <c:pt idx="1150">
                  <c:v>1.1345449109838901</c:v>
                </c:pt>
                <c:pt idx="1151">
                  <c:v>1.1623527703814001</c:v>
                </c:pt>
                <c:pt idx="1152">
                  <c:v>1.1710774898529051</c:v>
                </c:pt>
                <c:pt idx="1153">
                  <c:v>1.1897249240152981</c:v>
                </c:pt>
                <c:pt idx="1154">
                  <c:v>1.2784668972314961</c:v>
                </c:pt>
                <c:pt idx="1155">
                  <c:v>1.343090176582336</c:v>
                </c:pt>
                <c:pt idx="1156">
                  <c:v>1.343653445707264</c:v>
                </c:pt>
                <c:pt idx="1157">
                  <c:v>1.344316233872161</c:v>
                </c:pt>
                <c:pt idx="1158">
                  <c:v>1.36084964450969</c:v>
                </c:pt>
                <c:pt idx="1159">
                  <c:v>1.362674832344055</c:v>
                </c:pt>
                <c:pt idx="1160">
                  <c:v>1.285218478917237</c:v>
                </c:pt>
                <c:pt idx="1161">
                  <c:v>1.1874568462371831</c:v>
                </c:pt>
                <c:pt idx="1162">
                  <c:v>1.1644461778036299</c:v>
                </c:pt>
                <c:pt idx="1163">
                  <c:v>1.1317536090743481</c:v>
                </c:pt>
                <c:pt idx="1164">
                  <c:v>1.1054978463745251</c:v>
                </c:pt>
                <c:pt idx="1165">
                  <c:v>1.1015639305114751</c:v>
                </c:pt>
                <c:pt idx="1166">
                  <c:v>1.1098359243107589</c:v>
                </c:pt>
                <c:pt idx="1167">
                  <c:v>1.171172499811661</c:v>
                </c:pt>
                <c:pt idx="1168">
                  <c:v>1.198662996292114</c:v>
                </c:pt>
                <c:pt idx="1169">
                  <c:v>1.2064350727339279</c:v>
                </c:pt>
                <c:pt idx="1170">
                  <c:v>1.250984150455104</c:v>
                </c:pt>
                <c:pt idx="1171">
                  <c:v>1.2571688890457151</c:v>
                </c:pt>
                <c:pt idx="1172">
                  <c:v>1.2622114093069929</c:v>
                </c:pt>
                <c:pt idx="1173">
                  <c:v>1.304915303607014</c:v>
                </c:pt>
                <c:pt idx="1174">
                  <c:v>1.3446784959630711</c:v>
                </c:pt>
                <c:pt idx="1175">
                  <c:v>1.353795051574707</c:v>
                </c:pt>
                <c:pt idx="1176">
                  <c:v>1.3669683351179209</c:v>
                </c:pt>
                <c:pt idx="1177">
                  <c:v>1.407060426608181</c:v>
                </c:pt>
                <c:pt idx="1178">
                  <c:v>1.4160283803939819</c:v>
                </c:pt>
                <c:pt idx="1179">
                  <c:v>1.4096549372455061</c:v>
                </c:pt>
                <c:pt idx="1180">
                  <c:v>1.360385221276714</c:v>
                </c:pt>
                <c:pt idx="1181">
                  <c:v>1.341916084289551</c:v>
                </c:pt>
                <c:pt idx="1182">
                  <c:v>1.337705113737863</c:v>
                </c:pt>
                <c:pt idx="1183">
                  <c:v>1.2943014590257711</c:v>
                </c:pt>
                <c:pt idx="1184">
                  <c:v>1.2641760803757141</c:v>
                </c:pt>
                <c:pt idx="1185">
                  <c:v>1.2587671279907231</c:v>
                </c:pt>
                <c:pt idx="1186">
                  <c:v>1.241248378274056</c:v>
                </c:pt>
                <c:pt idx="1187">
                  <c:v>1.237393640961733</c:v>
                </c:pt>
                <c:pt idx="1188">
                  <c:v>1.212777522691685</c:v>
                </c:pt>
                <c:pt idx="1189">
                  <c:v>1.1992290019989009</c:v>
                </c:pt>
                <c:pt idx="1190">
                  <c:v>1.192634898304699</c:v>
                </c:pt>
                <c:pt idx="1191">
                  <c:v>1.1290077497801969</c:v>
                </c:pt>
                <c:pt idx="1192">
                  <c:v>1.0867370367050171</c:v>
                </c:pt>
                <c:pt idx="1193">
                  <c:v>1.0841521211579641</c:v>
                </c:pt>
                <c:pt idx="1194">
                  <c:v>1.0698963482991151</c:v>
                </c:pt>
                <c:pt idx="1195">
                  <c:v>1.058632982227721</c:v>
                </c:pt>
                <c:pt idx="1196">
                  <c:v>1.055036187171936</c:v>
                </c:pt>
                <c:pt idx="1197">
                  <c:v>1.049910200183156</c:v>
                </c:pt>
                <c:pt idx="1198">
                  <c:v>1.017650889004182</c:v>
                </c:pt>
                <c:pt idx="1199">
                  <c:v>1.0051171779632571</c:v>
                </c:pt>
                <c:pt idx="1200">
                  <c:v>1.004138380330478</c:v>
                </c:pt>
                <c:pt idx="1201">
                  <c:v>0.99625110626220703</c:v>
                </c:pt>
                <c:pt idx="1202">
                  <c:v>0.96820174979139473</c:v>
                </c:pt>
                <c:pt idx="1203">
                  <c:v>0.94883584976196289</c:v>
                </c:pt>
                <c:pt idx="1204">
                  <c:v>0.94894067828177575</c:v>
                </c:pt>
                <c:pt idx="1205">
                  <c:v>0.94956700432511953</c:v>
                </c:pt>
                <c:pt idx="1206">
                  <c:v>0.95028823985502697</c:v>
                </c:pt>
                <c:pt idx="1207">
                  <c:v>0.95087838172912598</c:v>
                </c:pt>
                <c:pt idx="1208">
                  <c:v>0.95076631522869925</c:v>
                </c:pt>
                <c:pt idx="1209">
                  <c:v>0.95066773988000919</c:v>
                </c:pt>
                <c:pt idx="1210">
                  <c:v>0.94870762543434273</c:v>
                </c:pt>
                <c:pt idx="1211">
                  <c:v>0.94826507568359375</c:v>
                </c:pt>
                <c:pt idx="1212">
                  <c:v>0.90340032066523945</c:v>
                </c:pt>
                <c:pt idx="1213">
                  <c:v>0.85580488943131972</c:v>
                </c:pt>
                <c:pt idx="1214">
                  <c:v>0.81606310606002808</c:v>
                </c:pt>
                <c:pt idx="1215">
                  <c:v>0.81716907915713388</c:v>
                </c:pt>
                <c:pt idx="1216">
                  <c:v>0.82792915511366239</c:v>
                </c:pt>
                <c:pt idx="1217">
                  <c:v>0.83659936654856548</c:v>
                </c:pt>
                <c:pt idx="1218">
                  <c:v>0.83795046806335449</c:v>
                </c:pt>
                <c:pt idx="1219">
                  <c:v>0.84397609985746236</c:v>
                </c:pt>
                <c:pt idx="1220">
                  <c:v>0.91117842163568419</c:v>
                </c:pt>
                <c:pt idx="1221">
                  <c:v>0.936684250831604</c:v>
                </c:pt>
                <c:pt idx="1222">
                  <c:v>0.93919659704961855</c:v>
                </c:pt>
                <c:pt idx="1223">
                  <c:v>0.96281932696568762</c:v>
                </c:pt>
                <c:pt idx="1224">
                  <c:v>0.9786258339881897</c:v>
                </c:pt>
                <c:pt idx="1225">
                  <c:v>0.97840636541339743</c:v>
                </c:pt>
                <c:pt idx="1226">
                  <c:v>0.9745794525792757</c:v>
                </c:pt>
                <c:pt idx="1227">
                  <c:v>0.97304790604433367</c:v>
                </c:pt>
                <c:pt idx="1228">
                  <c:v>0.96544524713385593</c:v>
                </c:pt>
                <c:pt idx="1229">
                  <c:v>0.96291959285736084</c:v>
                </c:pt>
                <c:pt idx="1230">
                  <c:v>0.96707289031226851</c:v>
                </c:pt>
                <c:pt idx="1231">
                  <c:v>1.0213086241600291</c:v>
                </c:pt>
                <c:pt idx="1232">
                  <c:v>1.0442472696304319</c:v>
                </c:pt>
                <c:pt idx="1233">
                  <c:v>1.04892993799208</c:v>
                </c:pt>
                <c:pt idx="1234">
                  <c:v>1.064236567265461</c:v>
                </c:pt>
                <c:pt idx="1235">
                  <c:v>1.103230357170105</c:v>
                </c:pt>
                <c:pt idx="1236">
                  <c:v>1.105992059672932</c:v>
                </c:pt>
                <c:pt idx="1237">
                  <c:v>1.1226726924857759</c:v>
                </c:pt>
                <c:pt idx="1238">
                  <c:v>1.1359271038511221</c:v>
                </c:pt>
                <c:pt idx="1239">
                  <c:v>1.144384503364563</c:v>
                </c:pt>
                <c:pt idx="1240">
                  <c:v>1.1466560853563399</c:v>
                </c:pt>
                <c:pt idx="1241">
                  <c:v>1.167133669578883</c:v>
                </c:pt>
                <c:pt idx="1242">
                  <c:v>1.1807607412338259</c:v>
                </c:pt>
                <c:pt idx="1243">
                  <c:v>1.1796716059033161</c:v>
                </c:pt>
                <c:pt idx="1244">
                  <c:v>1.154080492074447</c:v>
                </c:pt>
                <c:pt idx="1245">
                  <c:v>1.1147915124893191</c:v>
                </c:pt>
                <c:pt idx="1246">
                  <c:v>1.1134894527112029</c:v>
                </c:pt>
                <c:pt idx="1247">
                  <c:v>1.0942000333015891</c:v>
                </c:pt>
                <c:pt idx="1248">
                  <c:v>1.05241487976874</c:v>
                </c:pt>
                <c:pt idx="1249">
                  <c:v>1.0272233486175539</c:v>
                </c:pt>
                <c:pt idx="1250">
                  <c:v>1.025309171559265</c:v>
                </c:pt>
                <c:pt idx="1251">
                  <c:v>1.0087968140457819</c:v>
                </c:pt>
                <c:pt idx="1252">
                  <c:v>1.0017586946487429</c:v>
                </c:pt>
                <c:pt idx="1253">
                  <c:v>1.0232919280237289</c:v>
                </c:pt>
                <c:pt idx="1254">
                  <c:v>1.077902502815794</c:v>
                </c:pt>
                <c:pt idx="1255">
                  <c:v>1.1353105266479291</c:v>
                </c:pt>
                <c:pt idx="1256">
                  <c:v>1.1696417331695561</c:v>
                </c:pt>
                <c:pt idx="1257">
                  <c:v>1.1707991632550101</c:v>
                </c:pt>
                <c:pt idx="1258">
                  <c:v>1.18339988857349</c:v>
                </c:pt>
                <c:pt idx="1259">
                  <c:v>1.191103935241699</c:v>
                </c:pt>
                <c:pt idx="1260">
                  <c:v>1.1909943984290461</c:v>
                </c:pt>
                <c:pt idx="1261">
                  <c:v>1.1899807049718041</c:v>
                </c:pt>
                <c:pt idx="1262">
                  <c:v>1.1899063587188721</c:v>
                </c:pt>
                <c:pt idx="1263">
                  <c:v>1.181093024575947</c:v>
                </c:pt>
                <c:pt idx="1264">
                  <c:v>1.077860321401473</c:v>
                </c:pt>
                <c:pt idx="1265">
                  <c:v>1.031894207000732</c:v>
                </c:pt>
                <c:pt idx="1266">
                  <c:v>1.0339266443066419</c:v>
                </c:pt>
                <c:pt idx="1267">
                  <c:v>1.043510611892305</c:v>
                </c:pt>
                <c:pt idx="1268">
                  <c:v>1.0614123525412891</c:v>
                </c:pt>
                <c:pt idx="1269">
                  <c:v>1.0739914668741579</c:v>
                </c:pt>
                <c:pt idx="1270">
                  <c:v>1.075908899307251</c:v>
                </c:pt>
                <c:pt idx="1271">
                  <c:v>1.074621832534761</c:v>
                </c:pt>
                <c:pt idx="1272">
                  <c:v>1.0643863944974521</c:v>
                </c:pt>
                <c:pt idx="1273">
                  <c:v>1.061197757720947</c:v>
                </c:pt>
                <c:pt idx="1274">
                  <c:v>1.058976630216137</c:v>
                </c:pt>
                <c:pt idx="1275">
                  <c:v>1.0330319130771191</c:v>
                </c:pt>
                <c:pt idx="1276">
                  <c:v>1.020160555839539</c:v>
                </c:pt>
                <c:pt idx="1277">
                  <c:v>1.012482550546181</c:v>
                </c:pt>
                <c:pt idx="1278">
                  <c:v>0.96506363870912437</c:v>
                </c:pt>
                <c:pt idx="1279">
                  <c:v>0.92840501178712709</c:v>
                </c:pt>
                <c:pt idx="1280">
                  <c:v>0.92236417531967163</c:v>
                </c:pt>
                <c:pt idx="1281">
                  <c:v>0.91751010180700032</c:v>
                </c:pt>
                <c:pt idx="1282">
                  <c:v>0.87619468572971693</c:v>
                </c:pt>
                <c:pt idx="1283">
                  <c:v>0.87220525741577148</c:v>
                </c:pt>
                <c:pt idx="1284">
                  <c:v>0.87467432825559099</c:v>
                </c:pt>
                <c:pt idx="1285">
                  <c:v>0.895072340965271</c:v>
                </c:pt>
                <c:pt idx="1286">
                  <c:v>0.89844284587581258</c:v>
                </c:pt>
                <c:pt idx="1287">
                  <c:v>0.90791197476266638</c:v>
                </c:pt>
                <c:pt idx="1288">
                  <c:v>0.9168199896812439</c:v>
                </c:pt>
                <c:pt idx="1289">
                  <c:v>0.92498400003596137</c:v>
                </c:pt>
                <c:pt idx="1290">
                  <c:v>0.95107731381203453</c:v>
                </c:pt>
                <c:pt idx="1291">
                  <c:v>0.95942175388336182</c:v>
                </c:pt>
                <c:pt idx="1292">
                  <c:v>0.94776980403208033</c:v>
                </c:pt>
                <c:pt idx="1293">
                  <c:v>0.8834458742723027</c:v>
                </c:pt>
                <c:pt idx="1294">
                  <c:v>0.83878958225250244</c:v>
                </c:pt>
                <c:pt idx="1295">
                  <c:v>0.81983986171312706</c:v>
                </c:pt>
                <c:pt idx="1296">
                  <c:v>0.7995773876283252</c:v>
                </c:pt>
                <c:pt idx="1297">
                  <c:v>0.79412388801574707</c:v>
                </c:pt>
                <c:pt idx="1298">
                  <c:v>0.80171669704623116</c:v>
                </c:pt>
                <c:pt idx="1299">
                  <c:v>0.87848255080872917</c:v>
                </c:pt>
                <c:pt idx="1300">
                  <c:v>0.88756686449050903</c:v>
                </c:pt>
                <c:pt idx="1301">
                  <c:v>0.97601979766278812</c:v>
                </c:pt>
                <c:pt idx="1302">
                  <c:v>1.0232907599022281</c:v>
                </c:pt>
                <c:pt idx="1303">
                  <c:v>1.0337458848953249</c:v>
                </c:pt>
                <c:pt idx="1304">
                  <c:v>1.007745818809658</c:v>
                </c:pt>
                <c:pt idx="1305">
                  <c:v>0.93986432691306288</c:v>
                </c:pt>
                <c:pt idx="1306">
                  <c:v>0.88252532482147217</c:v>
                </c:pt>
                <c:pt idx="1307">
                  <c:v>0.87896658837708919</c:v>
                </c:pt>
                <c:pt idx="1308">
                  <c:v>0.86540528334675793</c:v>
                </c:pt>
                <c:pt idx="1309">
                  <c:v>0.84811384215530028</c:v>
                </c:pt>
                <c:pt idx="1310">
                  <c:v>0.84413796663284302</c:v>
                </c:pt>
                <c:pt idx="1311">
                  <c:v>0.84484621395703829</c:v>
                </c:pt>
                <c:pt idx="1312">
                  <c:v>0.84949411119763374</c:v>
                </c:pt>
                <c:pt idx="1313">
                  <c:v>0.85088789463043213</c:v>
                </c:pt>
                <c:pt idx="1314">
                  <c:v>0.85274071698088794</c:v>
                </c:pt>
                <c:pt idx="1315">
                  <c:v>0.85565592420801817</c:v>
                </c:pt>
                <c:pt idx="1316">
                  <c:v>0.85596978664398193</c:v>
                </c:pt>
                <c:pt idx="1317">
                  <c:v>0.86247650871432313</c:v>
                </c:pt>
                <c:pt idx="1318">
                  <c:v>0.8744691473949745</c:v>
                </c:pt>
                <c:pt idx="1319">
                  <c:v>0.88499629497528076</c:v>
                </c:pt>
                <c:pt idx="1320">
                  <c:v>0.88631765314992694</c:v>
                </c:pt>
                <c:pt idx="1321">
                  <c:v>0.8921201229095459</c:v>
                </c:pt>
                <c:pt idx="1322">
                  <c:v>0.89068527143433995</c:v>
                </c:pt>
                <c:pt idx="1323">
                  <c:v>0.88974623036009992</c:v>
                </c:pt>
                <c:pt idx="1324">
                  <c:v>0.8757974036943208</c:v>
                </c:pt>
                <c:pt idx="1325">
                  <c:v>0.86474621295928955</c:v>
                </c:pt>
                <c:pt idx="1326">
                  <c:v>0.86085838284303806</c:v>
                </c:pt>
                <c:pt idx="1327">
                  <c:v>0.83839860387533161</c:v>
                </c:pt>
                <c:pt idx="1328">
                  <c:v>0.81280666041128335</c:v>
                </c:pt>
                <c:pt idx="1329">
                  <c:v>0.80425906181335449</c:v>
                </c:pt>
                <c:pt idx="1330">
                  <c:v>0.80234641852540656</c:v>
                </c:pt>
                <c:pt idx="1331">
                  <c:v>0.79208145066524682</c:v>
                </c:pt>
                <c:pt idx="1332">
                  <c:v>0.7897600531578064</c:v>
                </c:pt>
                <c:pt idx="1333">
                  <c:v>0.79010915731293019</c:v>
                </c:pt>
                <c:pt idx="1334">
                  <c:v>0.79232827209304002</c:v>
                </c:pt>
                <c:pt idx="1335">
                  <c:v>0.79500297312135548</c:v>
                </c:pt>
                <c:pt idx="1336">
                  <c:v>0.79528254270553589</c:v>
                </c:pt>
                <c:pt idx="1337">
                  <c:v>0.80037157273984605</c:v>
                </c:pt>
                <c:pt idx="1338">
                  <c:v>0.84616712503736302</c:v>
                </c:pt>
                <c:pt idx="1339">
                  <c:v>0.86363720893859863</c:v>
                </c:pt>
                <c:pt idx="1340">
                  <c:v>0.8892572218360334</c:v>
                </c:pt>
                <c:pt idx="1341">
                  <c:v>1.1588635462384731</c:v>
                </c:pt>
                <c:pt idx="1342">
                  <c:v>1.317829370498657</c:v>
                </c:pt>
                <c:pt idx="1343">
                  <c:v>1.3011659655429919</c:v>
                </c:pt>
                <c:pt idx="1344">
                  <c:v>1.122331976890564</c:v>
                </c:pt>
                <c:pt idx="1345">
                  <c:v>1.1326388619502621</c:v>
                </c:pt>
                <c:pt idx="1346">
                  <c:v>1.200418287027972</c:v>
                </c:pt>
                <c:pt idx="1347">
                  <c:v>1.2968105676537891</c:v>
                </c:pt>
                <c:pt idx="1348">
                  <c:v>1.3494887351989751</c:v>
                </c:pt>
                <c:pt idx="1349">
                  <c:v>1.3477974510637021</c:v>
                </c:pt>
                <c:pt idx="1350">
                  <c:v>1.3017866035281269</c:v>
                </c:pt>
                <c:pt idx="1351">
                  <c:v>1.237081127005673</c:v>
                </c:pt>
                <c:pt idx="1352">
                  <c:v>1.2180731296539311</c:v>
                </c:pt>
                <c:pt idx="1353">
                  <c:v>1.217192207606433</c:v>
                </c:pt>
                <c:pt idx="1354">
                  <c:v>1.214169502258301</c:v>
                </c:pt>
                <c:pt idx="1355">
                  <c:v>1.2148520212521481</c:v>
                </c:pt>
                <c:pt idx="1356">
                  <c:v>1.2285628589345221</c:v>
                </c:pt>
                <c:pt idx="1357">
                  <c:v>1.234449148178101</c:v>
                </c:pt>
                <c:pt idx="1358">
                  <c:v>1.2465444684835629</c:v>
                </c:pt>
                <c:pt idx="1359">
                  <c:v>1.3397216796875</c:v>
                </c:pt>
                <c:pt idx="1360">
                  <c:v>1.333544569403877</c:v>
                </c:pt>
                <c:pt idx="1361">
                  <c:v>1.297614008659554</c:v>
                </c:pt>
                <c:pt idx="1362">
                  <c:v>1.2690504800643549</c:v>
                </c:pt>
                <c:pt idx="1363">
                  <c:v>1.241774142151999</c:v>
                </c:pt>
                <c:pt idx="1364">
                  <c:v>1.2378261089324949</c:v>
                </c:pt>
                <c:pt idx="1365">
                  <c:v>1.192272136716803</c:v>
                </c:pt>
                <c:pt idx="1366">
                  <c:v>1.169969320297241</c:v>
                </c:pt>
                <c:pt idx="1367">
                  <c:v>1.170553489187087</c:v>
                </c:pt>
                <c:pt idx="1368">
                  <c:v>1.1742592300108781</c:v>
                </c:pt>
                <c:pt idx="1369">
                  <c:v>1.1757049560546879</c:v>
                </c:pt>
                <c:pt idx="1370">
                  <c:v>1.1765707354125281</c:v>
                </c:pt>
                <c:pt idx="1371">
                  <c:v>1.183570582622878</c:v>
                </c:pt>
                <c:pt idx="1372">
                  <c:v>1.1881823471265469</c:v>
                </c:pt>
                <c:pt idx="1373">
                  <c:v>1.1890068054199221</c:v>
                </c:pt>
                <c:pt idx="1374">
                  <c:v>1.1981429991344641</c:v>
                </c:pt>
                <c:pt idx="1375">
                  <c:v>1.3308937246556261</c:v>
                </c:pt>
                <c:pt idx="1376">
                  <c:v>1.3525493144989009</c:v>
                </c:pt>
                <c:pt idx="1377">
                  <c:v>1.34252411125743</c:v>
                </c:pt>
                <c:pt idx="1378">
                  <c:v>1.2295913094475379</c:v>
                </c:pt>
                <c:pt idx="1379">
                  <c:v>1.1724783182144169</c:v>
                </c:pt>
                <c:pt idx="1380">
                  <c:v>1.161003621512535</c:v>
                </c:pt>
                <c:pt idx="1381">
                  <c:v>1.067221563144034</c:v>
                </c:pt>
                <c:pt idx="1382">
                  <c:v>1.0056208372116091</c:v>
                </c:pt>
                <c:pt idx="1383">
                  <c:v>1.0054214620548561</c:v>
                </c:pt>
                <c:pt idx="1384">
                  <c:v>1.005022277939877</c:v>
                </c:pt>
                <c:pt idx="1385">
                  <c:v>0.99920699568065696</c:v>
                </c:pt>
                <c:pt idx="1386">
                  <c:v>0.99056003092965839</c:v>
                </c:pt>
                <c:pt idx="1387">
                  <c:v>0.98764306306838989</c:v>
                </c:pt>
                <c:pt idx="1388">
                  <c:v>0.98171782632177151</c:v>
                </c:pt>
                <c:pt idx="1389">
                  <c:v>0.94479378501206335</c:v>
                </c:pt>
                <c:pt idx="1390">
                  <c:v>0.93239396810531616</c:v>
                </c:pt>
                <c:pt idx="1391">
                  <c:v>0.94145897680276402</c:v>
                </c:pt>
                <c:pt idx="1392">
                  <c:v>1.0165755900834139</c:v>
                </c:pt>
                <c:pt idx="1393">
                  <c:v>1.089373741117434</c:v>
                </c:pt>
                <c:pt idx="1394">
                  <c:v>1.1081347465515139</c:v>
                </c:pt>
                <c:pt idx="1395">
                  <c:v>1.11324489172241</c:v>
                </c:pt>
                <c:pt idx="1396">
                  <c:v>1.1712144997357159</c:v>
                </c:pt>
                <c:pt idx="1397">
                  <c:v>1.2001607418060301</c:v>
                </c:pt>
                <c:pt idx="1398">
                  <c:v>1.219892323439534</c:v>
                </c:pt>
                <c:pt idx="1399">
                  <c:v>1.326745215967295</c:v>
                </c:pt>
                <c:pt idx="1400">
                  <c:v>1.359978199005127</c:v>
                </c:pt>
                <c:pt idx="1401">
                  <c:v>1.358824739096542</c:v>
                </c:pt>
                <c:pt idx="1402">
                  <c:v>1.353999642271194</c:v>
                </c:pt>
                <c:pt idx="1403">
                  <c:v>1.3489825198438501</c:v>
                </c:pt>
                <c:pt idx="1404">
                  <c:v>1.34715747833252</c:v>
                </c:pt>
                <c:pt idx="1405">
                  <c:v>1.3430225355973959</c:v>
                </c:pt>
                <c:pt idx="1406">
                  <c:v>1.3233521685256611</c:v>
                </c:pt>
                <c:pt idx="1407">
                  <c:v>1.3102190494537349</c:v>
                </c:pt>
                <c:pt idx="1408">
                  <c:v>1.309496748025659</c:v>
                </c:pt>
                <c:pt idx="1409">
                  <c:v>1.302206072115311</c:v>
                </c:pt>
                <c:pt idx="1410">
                  <c:v>1.2962294391806819</c:v>
                </c:pt>
                <c:pt idx="1411">
                  <c:v>1.295320391654968</c:v>
                </c:pt>
                <c:pt idx="1412">
                  <c:v>1.2919972794554839</c:v>
                </c:pt>
                <c:pt idx="1413">
                  <c:v>1.2488054894736449</c:v>
                </c:pt>
                <c:pt idx="1414">
                  <c:v>1.234240055084229</c:v>
                </c:pt>
                <c:pt idx="1415">
                  <c:v>1.230909526103285</c:v>
                </c:pt>
                <c:pt idx="1416">
                  <c:v>1.187278369200625</c:v>
                </c:pt>
                <c:pt idx="1417">
                  <c:v>1.159687399864197</c:v>
                </c:pt>
                <c:pt idx="1418">
                  <c:v>1.1595221538458</c:v>
                </c:pt>
                <c:pt idx="1419">
                  <c:v>1.1579903690741831</c:v>
                </c:pt>
                <c:pt idx="1420">
                  <c:v>1.157673239707947</c:v>
                </c:pt>
                <c:pt idx="1421">
                  <c:v>1.094112979120484</c:v>
                </c:pt>
                <c:pt idx="1422">
                  <c:v>0.98799395561218262</c:v>
                </c:pt>
                <c:pt idx="1423">
                  <c:v>0.98812562669804582</c:v>
                </c:pt>
                <c:pt idx="1424">
                  <c:v>0.98826870129465239</c:v>
                </c:pt>
                <c:pt idx="1425">
                  <c:v>0.99008107023838932</c:v>
                </c:pt>
                <c:pt idx="1426">
                  <c:v>0.99189392907041596</c:v>
                </c:pt>
                <c:pt idx="1427">
                  <c:v>0.99422062628629881</c:v>
                </c:pt>
                <c:pt idx="1428">
                  <c:v>0.99487745761871338</c:v>
                </c:pt>
                <c:pt idx="1429">
                  <c:v>1.003067816511696</c:v>
                </c:pt>
                <c:pt idx="1430">
                  <c:v>1.056819068108223</c:v>
                </c:pt>
                <c:pt idx="1431">
                  <c:v>1.0899796485900879</c:v>
                </c:pt>
                <c:pt idx="1432">
                  <c:v>1.128088240867527</c:v>
                </c:pt>
                <c:pt idx="1433">
                  <c:v>1.238994717597961</c:v>
                </c:pt>
                <c:pt idx="1434">
                  <c:v>1.2893387281571631</c:v>
                </c:pt>
                <c:pt idx="1435">
                  <c:v>1.361164843903103</c:v>
                </c:pt>
                <c:pt idx="1436">
                  <c:v>1.3734316825866699</c:v>
                </c:pt>
                <c:pt idx="1437">
                  <c:v>1.364709062921013</c:v>
                </c:pt>
                <c:pt idx="1438">
                  <c:v>1.306644635092882</c:v>
                </c:pt>
                <c:pt idx="1439">
                  <c:v>1.2753511667251589</c:v>
                </c:pt>
                <c:pt idx="1440">
                  <c:v>1.2774099992497721</c:v>
                </c:pt>
                <c:pt idx="1441">
                  <c:v>1.2993228511024351</c:v>
                </c:pt>
                <c:pt idx="1442">
                  <c:v>1.316060201162484</c:v>
                </c:pt>
                <c:pt idx="1443">
                  <c:v>1.3216134309768679</c:v>
                </c:pt>
                <c:pt idx="1444">
                  <c:v>1.32776507250593</c:v>
                </c:pt>
                <c:pt idx="1445">
                  <c:v>1.408274345318083</c:v>
                </c:pt>
                <c:pt idx="1446">
                  <c:v>1.421948909759521</c:v>
                </c:pt>
                <c:pt idx="1447">
                  <c:v>1.4186921884056249</c:v>
                </c:pt>
                <c:pt idx="1448">
                  <c:v>1.397290603459487</c:v>
                </c:pt>
                <c:pt idx="1449">
                  <c:v>1.3863703012466431</c:v>
                </c:pt>
                <c:pt idx="1450">
                  <c:v>1.370974136309363</c:v>
                </c:pt>
                <c:pt idx="1451">
                  <c:v>1.3455367620598579</c:v>
                </c:pt>
                <c:pt idx="1452">
                  <c:v>1.317696332931519</c:v>
                </c:pt>
                <c:pt idx="1453">
                  <c:v>1.3154898841117599</c:v>
                </c:pt>
                <c:pt idx="1454">
                  <c:v>1.291369613557392</c:v>
                </c:pt>
                <c:pt idx="1455">
                  <c:v>1.2739245657664451</c:v>
                </c:pt>
                <c:pt idx="1456">
                  <c:v>1.2599455118179319</c:v>
                </c:pt>
                <c:pt idx="1457">
                  <c:v>1.2773828961361791</c:v>
                </c:pt>
                <c:pt idx="1458">
                  <c:v>1.446817526323281</c:v>
                </c:pt>
                <c:pt idx="1459">
                  <c:v>1.571766138076782</c:v>
                </c:pt>
                <c:pt idx="1460">
                  <c:v>1.765582171371048</c:v>
                </c:pt>
                <c:pt idx="1461">
                  <c:v>1.862339854240417</c:v>
                </c:pt>
                <c:pt idx="1462">
                  <c:v>1.8486457858330481</c:v>
                </c:pt>
                <c:pt idx="1463">
                  <c:v>1.760503104664755</c:v>
                </c:pt>
                <c:pt idx="1464">
                  <c:v>1.674474393289876</c:v>
                </c:pt>
                <c:pt idx="1465">
                  <c:v>1.6159746646881099</c:v>
                </c:pt>
                <c:pt idx="1466">
                  <c:v>1.6148022948269141</c:v>
                </c:pt>
                <c:pt idx="1467">
                  <c:v>1.586747965150582</c:v>
                </c:pt>
                <c:pt idx="1468">
                  <c:v>1.553229328432215</c:v>
                </c:pt>
                <c:pt idx="1469">
                  <c:v>1.5273176755950719</c:v>
                </c:pt>
                <c:pt idx="1470">
                  <c:v>1.514549732208252</c:v>
                </c:pt>
                <c:pt idx="1471">
                  <c:v>1.5966362738713189</c:v>
                </c:pt>
                <c:pt idx="1472">
                  <c:v>1.70200647733736</c:v>
                </c:pt>
                <c:pt idx="1473">
                  <c:v>1.7622334957122801</c:v>
                </c:pt>
                <c:pt idx="1474">
                  <c:v>1.8173309152336601</c:v>
                </c:pt>
                <c:pt idx="1475">
                  <c:v>1.960780957918117</c:v>
                </c:pt>
                <c:pt idx="1476">
                  <c:v>1.9951093538990989</c:v>
                </c:pt>
                <c:pt idx="1477">
                  <c:v>2.0968654155731201</c:v>
                </c:pt>
                <c:pt idx="1478">
                  <c:v>2.0643258337210719</c:v>
                </c:pt>
                <c:pt idx="1479">
                  <c:v>2.0182406301549372</c:v>
                </c:pt>
                <c:pt idx="1480">
                  <c:v>1.9993604421615601</c:v>
                </c:pt>
                <c:pt idx="1481">
                  <c:v>1.950481148409829</c:v>
                </c:pt>
                <c:pt idx="1482">
                  <c:v>1.869098085125815</c:v>
                </c:pt>
                <c:pt idx="1483">
                  <c:v>1.8315578699111941</c:v>
                </c:pt>
                <c:pt idx="1484">
                  <c:v>1.8264518615421581</c:v>
                </c:pt>
                <c:pt idx="1485">
                  <c:v>1.784638343610788</c:v>
                </c:pt>
                <c:pt idx="1486">
                  <c:v>1.7636344432830811</c:v>
                </c:pt>
                <c:pt idx="1487">
                  <c:v>1.7534425715292969</c:v>
                </c:pt>
                <c:pt idx="1488">
                  <c:v>1.6524196045699699</c:v>
                </c:pt>
                <c:pt idx="1489">
                  <c:v>1.64483642578125</c:v>
                </c:pt>
                <c:pt idx="1490">
                  <c:v>1.636127661130673</c:v>
                </c:pt>
                <c:pt idx="1491">
                  <c:v>1.5740348393802961</c:v>
                </c:pt>
                <c:pt idx="1492">
                  <c:v>1.546414375305176</c:v>
                </c:pt>
                <c:pt idx="1493">
                  <c:v>1.543656296942759</c:v>
                </c:pt>
                <c:pt idx="1494">
                  <c:v>1.5404500053023791</c:v>
                </c:pt>
                <c:pt idx="1495">
                  <c:v>1.4609936435679991</c:v>
                </c:pt>
                <c:pt idx="1496">
                  <c:v>1.455270409584045</c:v>
                </c:pt>
                <c:pt idx="1497">
                  <c:v>1.5995443399726279</c:v>
                </c:pt>
                <c:pt idx="1498">
                  <c:v>1.7974741430232579</c:v>
                </c:pt>
                <c:pt idx="1499">
                  <c:v>1.86040735244751</c:v>
                </c:pt>
                <c:pt idx="1500">
                  <c:v>1.8748567528067981</c:v>
                </c:pt>
                <c:pt idx="1501">
                  <c:v>1.9139066134768661</c:v>
                </c:pt>
                <c:pt idx="1502">
                  <c:v>1.9445292949676509</c:v>
                </c:pt>
                <c:pt idx="1503">
                  <c:v>1.917223547264397</c:v>
                </c:pt>
                <c:pt idx="1504">
                  <c:v>1.7040600431456789</c:v>
                </c:pt>
                <c:pt idx="1505">
                  <c:v>1.6697157621383669</c:v>
                </c:pt>
                <c:pt idx="1506">
                  <c:v>1.6746404752868069</c:v>
                </c:pt>
                <c:pt idx="1507">
                  <c:v>1.726058332721355</c:v>
                </c:pt>
                <c:pt idx="1508">
                  <c:v>1.78405593622018</c:v>
                </c:pt>
                <c:pt idx="1509">
                  <c:v>1.828661053749647</c:v>
                </c:pt>
                <c:pt idx="1510">
                  <c:v>1.8796548623939331</c:v>
                </c:pt>
                <c:pt idx="1511">
                  <c:v>1.9240254327903259</c:v>
                </c:pt>
                <c:pt idx="1512">
                  <c:v>1.9427604675292971</c:v>
                </c:pt>
                <c:pt idx="1513">
                  <c:v>1.9036031433572891</c:v>
                </c:pt>
                <c:pt idx="1514">
                  <c:v>1.8896124362945561</c:v>
                </c:pt>
                <c:pt idx="1515">
                  <c:v>1.745908737182617</c:v>
                </c:pt>
                <c:pt idx="1516">
                  <c:v>1.732751057471567</c:v>
                </c:pt>
                <c:pt idx="1517">
                  <c:v>1.5379786491394041</c:v>
                </c:pt>
                <c:pt idx="1518">
                  <c:v>1.505878737193167</c:v>
                </c:pt>
                <c:pt idx="1519">
                  <c:v>1.418380972775044</c:v>
                </c:pt>
                <c:pt idx="1520">
                  <c:v>1.370100617408752</c:v>
                </c:pt>
                <c:pt idx="1521">
                  <c:v>1.36680001395807</c:v>
                </c:pt>
                <c:pt idx="1522">
                  <c:v>1.341388687179051</c:v>
                </c:pt>
                <c:pt idx="1523">
                  <c:v>1.32257125766932</c:v>
                </c:pt>
                <c:pt idx="1524">
                  <c:v>1.3091943264007571</c:v>
                </c:pt>
                <c:pt idx="1525">
                  <c:v>1.3031612669762289</c:v>
                </c:pt>
                <c:pt idx="1526">
                  <c:v>1.265183742003176</c:v>
                </c:pt>
                <c:pt idx="1527">
                  <c:v>1.233384966850281</c:v>
                </c:pt>
                <c:pt idx="1528">
                  <c:v>1.2212238442330221</c:v>
                </c:pt>
                <c:pt idx="1529">
                  <c:v>1.1589462388263421</c:v>
                </c:pt>
                <c:pt idx="1530">
                  <c:v>1.104217367943324</c:v>
                </c:pt>
                <c:pt idx="1531">
                  <c:v>1.085884571075439</c:v>
                </c:pt>
                <c:pt idx="1532">
                  <c:v>1.074063766364717</c:v>
                </c:pt>
                <c:pt idx="1533">
                  <c:v>0.99276167154312134</c:v>
                </c:pt>
                <c:pt idx="1534">
                  <c:v>1.058701867251713</c:v>
                </c:pt>
                <c:pt idx="1535">
                  <c:v>1.1715189149264471</c:v>
                </c:pt>
                <c:pt idx="1536">
                  <c:v>1.243954456403267</c:v>
                </c:pt>
                <c:pt idx="1537">
                  <c:v>1.2553766965866091</c:v>
                </c:pt>
                <c:pt idx="1538">
                  <c:v>1.2767672484743939</c:v>
                </c:pt>
                <c:pt idx="1539">
                  <c:v>1.4585500955581669</c:v>
                </c:pt>
                <c:pt idx="1540">
                  <c:v>1.4446261833633529</c:v>
                </c:pt>
                <c:pt idx="1541">
                  <c:v>1.362729585448843</c:v>
                </c:pt>
                <c:pt idx="1542">
                  <c:v>1.288839540003536</c:v>
                </c:pt>
                <c:pt idx="1543">
                  <c:v>1.2684783935546879</c:v>
                </c:pt>
                <c:pt idx="1544">
                  <c:v>1.274562421556749</c:v>
                </c:pt>
                <c:pt idx="1545">
                  <c:v>1.318614049801607</c:v>
                </c:pt>
                <c:pt idx="1546">
                  <c:v>1.3472956081331979</c:v>
                </c:pt>
                <c:pt idx="1547">
                  <c:v>1.3589390660133951</c:v>
                </c:pt>
                <c:pt idx="1548">
                  <c:v>1.396357879169781</c:v>
                </c:pt>
                <c:pt idx="1549">
                  <c:v>1.433430487800579</c:v>
                </c:pt>
                <c:pt idx="1550">
                  <c:v>1.4588737487792971</c:v>
                </c:pt>
                <c:pt idx="1551">
                  <c:v>1.543556809425354</c:v>
                </c:pt>
                <c:pt idx="1552">
                  <c:v>1.593837181831363</c:v>
                </c:pt>
                <c:pt idx="1553">
                  <c:v>1.6130161285400391</c:v>
                </c:pt>
                <c:pt idx="1554">
                  <c:v>1.6222491807541719</c:v>
                </c:pt>
                <c:pt idx="1555">
                  <c:v>1.6603075289909841</c:v>
                </c:pt>
                <c:pt idx="1556">
                  <c:v>1.709399461746216</c:v>
                </c:pt>
                <c:pt idx="1557">
                  <c:v>1.645772465928985</c:v>
                </c:pt>
                <c:pt idx="1558">
                  <c:v>1.5622746625428929</c:v>
                </c:pt>
                <c:pt idx="1559">
                  <c:v>1.528476476669312</c:v>
                </c:pt>
                <c:pt idx="1560">
                  <c:v>1.5279249547806959</c:v>
                </c:pt>
                <c:pt idx="1561">
                  <c:v>1.5218015904975499</c:v>
                </c:pt>
                <c:pt idx="1562">
                  <c:v>1.518808697320027</c:v>
                </c:pt>
                <c:pt idx="1563">
                  <c:v>1.5182733535766599</c:v>
                </c:pt>
                <c:pt idx="1564">
                  <c:v>1.50660680202506</c:v>
                </c:pt>
                <c:pt idx="1565">
                  <c:v>1.36512742343319</c:v>
                </c:pt>
                <c:pt idx="1566">
                  <c:v>1.344647288322449</c:v>
                </c:pt>
                <c:pt idx="1567">
                  <c:v>1.3400278757671089</c:v>
                </c:pt>
                <c:pt idx="1568">
                  <c:v>1.2654958429739629</c:v>
                </c:pt>
                <c:pt idx="1569">
                  <c:v>1.23332679271698</c:v>
                </c:pt>
                <c:pt idx="1570">
                  <c:v>1.2291971027357</c:v>
                </c:pt>
                <c:pt idx="1571">
                  <c:v>1.1813269853591919</c:v>
                </c:pt>
                <c:pt idx="1572">
                  <c:v>1.1898885068117451</c:v>
                </c:pt>
                <c:pt idx="1573">
                  <c:v>1.1949927294853679</c:v>
                </c:pt>
                <c:pt idx="1574">
                  <c:v>1.3034890135478261</c:v>
                </c:pt>
                <c:pt idx="1575">
                  <c:v>1.330105662345886</c:v>
                </c:pt>
                <c:pt idx="1576">
                  <c:v>1.307267685050159</c:v>
                </c:pt>
                <c:pt idx="1577">
                  <c:v>1.237270324579419</c:v>
                </c:pt>
                <c:pt idx="1578">
                  <c:v>1.181506395339966</c:v>
                </c:pt>
                <c:pt idx="1579">
                  <c:v>1.173072238527582</c:v>
                </c:pt>
                <c:pt idx="1580">
                  <c:v>1.1681560324843849</c:v>
                </c:pt>
                <c:pt idx="1581">
                  <c:v>1.0508630275726321</c:v>
                </c:pt>
                <c:pt idx="1582">
                  <c:v>1.0455910274604889</c:v>
                </c:pt>
                <c:pt idx="1583">
                  <c:v>1.015140509088398</c:v>
                </c:pt>
                <c:pt idx="1584">
                  <c:v>0.97388480632599594</c:v>
                </c:pt>
                <c:pt idx="1585">
                  <c:v>0.95492775871542057</c:v>
                </c:pt>
                <c:pt idx="1586">
                  <c:v>0.92441023498136532</c:v>
                </c:pt>
                <c:pt idx="1587">
                  <c:v>0.89323359727859497</c:v>
                </c:pt>
                <c:pt idx="1588">
                  <c:v>0.83256989717483521</c:v>
                </c:pt>
                <c:pt idx="1589">
                  <c:v>0.84721609447378854</c:v>
                </c:pt>
                <c:pt idx="1590">
                  <c:v>0.91334342956542969</c:v>
                </c:pt>
                <c:pt idx="1591">
                  <c:v>0.90950108547182285</c:v>
                </c:pt>
                <c:pt idx="1592">
                  <c:v>0.88564257254429457</c:v>
                </c:pt>
                <c:pt idx="1593">
                  <c:v>0.86772272147734431</c:v>
                </c:pt>
                <c:pt idx="1594">
                  <c:v>0.86114627122879028</c:v>
                </c:pt>
                <c:pt idx="1595">
                  <c:v>0.8813773362915841</c:v>
                </c:pt>
                <c:pt idx="1596">
                  <c:v>0.90133803004219859</c:v>
                </c:pt>
                <c:pt idx="1597">
                  <c:v>0.94166284799575806</c:v>
                </c:pt>
                <c:pt idx="1598">
                  <c:v>0.9352097913448022</c:v>
                </c:pt>
                <c:pt idx="1599">
                  <c:v>0.89715784968814871</c:v>
                </c:pt>
                <c:pt idx="1600">
                  <c:v>0.884865403175354</c:v>
                </c:pt>
                <c:pt idx="1601">
                  <c:v>0.88342512166421938</c:v>
                </c:pt>
                <c:pt idx="1602">
                  <c:v>0.86995753764595729</c:v>
                </c:pt>
                <c:pt idx="1603">
                  <c:v>0.86143922805786133</c:v>
                </c:pt>
                <c:pt idx="1604">
                  <c:v>0.86878403393450543</c:v>
                </c:pt>
                <c:pt idx="1605">
                  <c:v>0.93306327145461787</c:v>
                </c:pt>
                <c:pt idx="1606">
                  <c:v>0.98052959124860828</c:v>
                </c:pt>
                <c:pt idx="1607">
                  <c:v>0.98871767520904541</c:v>
                </c:pt>
                <c:pt idx="1608">
                  <c:v>0.99477667672088976</c:v>
                </c:pt>
                <c:pt idx="1609">
                  <c:v>1.043787124674715</c:v>
                </c:pt>
                <c:pt idx="1610">
                  <c:v>1.056183934211731</c:v>
                </c:pt>
                <c:pt idx="1611">
                  <c:v>1.052366451511731</c:v>
                </c:pt>
                <c:pt idx="1612">
                  <c:v>1.031249724181668</c:v>
                </c:pt>
                <c:pt idx="1613">
                  <c:v>1.0158349275588989</c:v>
                </c:pt>
                <c:pt idx="1614">
                  <c:v>1.006624183490856</c:v>
                </c:pt>
                <c:pt idx="1615">
                  <c:v>0.95677591790185679</c:v>
                </c:pt>
                <c:pt idx="1616">
                  <c:v>0.94808745384216309</c:v>
                </c:pt>
                <c:pt idx="1617">
                  <c:v>0.955659785786101</c:v>
                </c:pt>
                <c:pt idx="1618">
                  <c:v>1.005658325538106</c:v>
                </c:pt>
                <c:pt idx="1619">
                  <c:v>1.029428243637085</c:v>
                </c:pt>
                <c:pt idx="1620">
                  <c:v>1.0265224798854931</c:v>
                </c:pt>
                <c:pt idx="1621">
                  <c:v>0.99644408226948322</c:v>
                </c:pt>
                <c:pt idx="1622">
                  <c:v>0.94475959586821745</c:v>
                </c:pt>
                <c:pt idx="1623">
                  <c:v>0.91918297712918595</c:v>
                </c:pt>
                <c:pt idx="1624">
                  <c:v>0.89179530313701549</c:v>
                </c:pt>
                <c:pt idx="1625">
                  <c:v>0.87501400709152222</c:v>
                </c:pt>
                <c:pt idx="1626">
                  <c:v>0.87566654008416434</c:v>
                </c:pt>
                <c:pt idx="1627">
                  <c:v>0.88035735979689655</c:v>
                </c:pt>
                <c:pt idx="1628">
                  <c:v>0.88383893953107628</c:v>
                </c:pt>
                <c:pt idx="1629">
                  <c:v>0.88445955514907837</c:v>
                </c:pt>
                <c:pt idx="1630">
                  <c:v>0.90812993049621582</c:v>
                </c:pt>
                <c:pt idx="1631">
                  <c:v>0.90775001119666676</c:v>
                </c:pt>
                <c:pt idx="1632">
                  <c:v>0.9057384729385376</c:v>
                </c:pt>
                <c:pt idx="1633">
                  <c:v>0.913795281365538</c:v>
                </c:pt>
                <c:pt idx="1634">
                  <c:v>0.96181902084667315</c:v>
                </c:pt>
                <c:pt idx="1635">
                  <c:v>1.0163570238189119</c:v>
                </c:pt>
                <c:pt idx="1636">
                  <c:v>1.040863513946533</c:v>
                </c:pt>
                <c:pt idx="1637">
                  <c:v>1.040576709252292</c:v>
                </c:pt>
                <c:pt idx="1638">
                  <c:v>1.0374090671539311</c:v>
                </c:pt>
                <c:pt idx="1639">
                  <c:v>1.051404929095497</c:v>
                </c:pt>
                <c:pt idx="1640">
                  <c:v>1.1936148971109011</c:v>
                </c:pt>
                <c:pt idx="1641">
                  <c:v>1.208078861236572</c:v>
                </c:pt>
                <c:pt idx="1642">
                  <c:v>1.164106310050204</c:v>
                </c:pt>
                <c:pt idx="1643">
                  <c:v>1.1208177817233651</c:v>
                </c:pt>
                <c:pt idx="1644">
                  <c:v>1.1004015207290649</c:v>
                </c:pt>
                <c:pt idx="1645">
                  <c:v>1.0975949162896179</c:v>
                </c:pt>
                <c:pt idx="1646">
                  <c:v>1.076366571518762</c:v>
                </c:pt>
                <c:pt idx="1647">
                  <c:v>1.055720403643257</c:v>
                </c:pt>
                <c:pt idx="1648">
                  <c:v>1.053033113479614</c:v>
                </c:pt>
                <c:pt idx="1649">
                  <c:v>1.0487306088367681</c:v>
                </c:pt>
                <c:pt idx="1650">
                  <c:v>1.00513311609095</c:v>
                </c:pt>
                <c:pt idx="1651">
                  <c:v>0.98788130283355713</c:v>
                </c:pt>
                <c:pt idx="1652">
                  <c:v>0.99890691913120533</c:v>
                </c:pt>
                <c:pt idx="1653">
                  <c:v>1.0440065860748291</c:v>
                </c:pt>
                <c:pt idx="1654">
                  <c:v>1.0495889103440781</c:v>
                </c:pt>
                <c:pt idx="1655">
                  <c:v>1.0629706514059329</c:v>
                </c:pt>
                <c:pt idx="1656">
                  <c:v>1.0648741722106929</c:v>
                </c:pt>
                <c:pt idx="1657">
                  <c:v>1.0591746426063231</c:v>
                </c:pt>
                <c:pt idx="1658">
                  <c:v>1.0266459398557639</c:v>
                </c:pt>
                <c:pt idx="1659">
                  <c:v>0.99457673557168991</c:v>
                </c:pt>
                <c:pt idx="1660">
                  <c:v>0.98371634845526668</c:v>
                </c:pt>
                <c:pt idx="1661">
                  <c:v>0.95083160725234661</c:v>
                </c:pt>
                <c:pt idx="1662">
                  <c:v>0.90922513828599816</c:v>
                </c:pt>
                <c:pt idx="1663">
                  <c:v>0.90514308214187622</c:v>
                </c:pt>
                <c:pt idx="1664">
                  <c:v>0.91236599800020846</c:v>
                </c:pt>
                <c:pt idx="1665">
                  <c:v>0.96434501349690394</c:v>
                </c:pt>
                <c:pt idx="1666">
                  <c:v>0.98455727100372314</c:v>
                </c:pt>
                <c:pt idx="1667">
                  <c:v>0.87611126899719238</c:v>
                </c:pt>
                <c:pt idx="1668">
                  <c:v>0.88072307677516248</c:v>
                </c:pt>
                <c:pt idx="1669">
                  <c:v>0.93719816207885742</c:v>
                </c:pt>
                <c:pt idx="1670">
                  <c:v>0.94527954555434002</c:v>
                </c:pt>
                <c:pt idx="1671">
                  <c:v>0.95822964805331123</c:v>
                </c:pt>
                <c:pt idx="1672">
                  <c:v>0.96580314636230469</c:v>
                </c:pt>
                <c:pt idx="1673">
                  <c:v>0.96073775371141812</c:v>
                </c:pt>
                <c:pt idx="1674">
                  <c:v>0.95129849912028885</c:v>
                </c:pt>
                <c:pt idx="1675">
                  <c:v>0.94103648120720906</c:v>
                </c:pt>
                <c:pt idx="1676">
                  <c:v>0.93164581060409546</c:v>
                </c:pt>
                <c:pt idx="1677">
                  <c:v>0.92807446875609723</c:v>
                </c:pt>
                <c:pt idx="1678">
                  <c:v>0.89827654638720422</c:v>
                </c:pt>
                <c:pt idx="1679">
                  <c:v>0.87883985042572021</c:v>
                </c:pt>
                <c:pt idx="1680">
                  <c:v>0.87351646614590506</c:v>
                </c:pt>
                <c:pt idx="1681">
                  <c:v>0.86437139690574682</c:v>
                </c:pt>
                <c:pt idx="1682">
                  <c:v>0.79498153924942017</c:v>
                </c:pt>
                <c:pt idx="1683">
                  <c:v>0.7995454221629118</c:v>
                </c:pt>
                <c:pt idx="1684">
                  <c:v>0.82753751271304621</c:v>
                </c:pt>
                <c:pt idx="1685">
                  <c:v>0.85205857412245811</c:v>
                </c:pt>
                <c:pt idx="1686">
                  <c:v>0.86594599485397339</c:v>
                </c:pt>
                <c:pt idx="1687">
                  <c:v>0.87852305556093002</c:v>
                </c:pt>
                <c:pt idx="1688">
                  <c:v>0.94387832850101949</c:v>
                </c:pt>
                <c:pt idx="1689">
                  <c:v>0.99768781661987305</c:v>
                </c:pt>
                <c:pt idx="1690">
                  <c:v>1.006316553536643</c:v>
                </c:pt>
                <c:pt idx="1691">
                  <c:v>1.1045489608415231</c:v>
                </c:pt>
                <c:pt idx="1692">
                  <c:v>1.1791172027587891</c:v>
                </c:pt>
                <c:pt idx="1693">
                  <c:v>1.1708619909531941</c:v>
                </c:pt>
                <c:pt idx="1694">
                  <c:v>1.148716330506701</c:v>
                </c:pt>
                <c:pt idx="1695">
                  <c:v>1.140654444694519</c:v>
                </c:pt>
                <c:pt idx="1696">
                  <c:v>1.1361765736566161</c:v>
                </c:pt>
                <c:pt idx="1697">
                  <c:v>1.102703647451811</c:v>
                </c:pt>
                <c:pt idx="1698">
                  <c:v>1.0462605018632609</c:v>
                </c:pt>
                <c:pt idx="1699">
                  <c:v>1.0222910756790791</c:v>
                </c:pt>
                <c:pt idx="1700">
                  <c:v>0.98642396570997348</c:v>
                </c:pt>
                <c:pt idx="1701">
                  <c:v>0.96955633163452148</c:v>
                </c:pt>
                <c:pt idx="1702">
                  <c:v>0.97623776453696576</c:v>
                </c:pt>
                <c:pt idx="1703">
                  <c:v>1.041292807015894</c:v>
                </c:pt>
                <c:pt idx="1704">
                  <c:v>1.086909902150299</c:v>
                </c:pt>
                <c:pt idx="1705">
                  <c:v>1.0950055122375491</c:v>
                </c:pt>
                <c:pt idx="1706">
                  <c:v>1.070719242095947</c:v>
                </c:pt>
                <c:pt idx="1707">
                  <c:v>1.0694222218292051</c:v>
                </c:pt>
                <c:pt idx="1708">
                  <c:v>1.0592571496963501</c:v>
                </c:pt>
                <c:pt idx="1709">
                  <c:v>1.0725736728074751</c:v>
                </c:pt>
                <c:pt idx="1710">
                  <c:v>1.1534041571577649</c:v>
                </c:pt>
                <c:pt idx="1711">
                  <c:v>1.2165734767913821</c:v>
                </c:pt>
                <c:pt idx="1712">
                  <c:v>1.2089762625738589</c:v>
                </c:pt>
                <c:pt idx="1713">
                  <c:v>1.1640807771481709</c:v>
                </c:pt>
                <c:pt idx="1714">
                  <c:v>1.0964638327310821</c:v>
                </c:pt>
                <c:pt idx="1715">
                  <c:v>1.0908471345901489</c:v>
                </c:pt>
                <c:pt idx="1716">
                  <c:v>1.106000641783649</c:v>
                </c:pt>
                <c:pt idx="1717">
                  <c:v>1.2351916091887909</c:v>
                </c:pt>
                <c:pt idx="1718">
                  <c:v>1.2599173784255979</c:v>
                </c:pt>
                <c:pt idx="1719">
                  <c:v>1.21132882029463</c:v>
                </c:pt>
                <c:pt idx="1720">
                  <c:v>1.1220495700836179</c:v>
                </c:pt>
                <c:pt idx="1721">
                  <c:v>1.15438341501562</c:v>
                </c:pt>
                <c:pt idx="1722">
                  <c:v>1.15717330396809</c:v>
                </c:pt>
                <c:pt idx="1723">
                  <c:v>1.2045469284057619</c:v>
                </c:pt>
                <c:pt idx="1724">
                  <c:v>1.2052272951638761</c:v>
                </c:pt>
                <c:pt idx="1725">
                  <c:v>1.2063526937331721</c:v>
                </c:pt>
                <c:pt idx="1726">
                  <c:v>1.207310528383742</c:v>
                </c:pt>
                <c:pt idx="1727">
                  <c:v>1.2083497047424321</c:v>
                </c:pt>
                <c:pt idx="1728">
                  <c:v>1.2135405301355959</c:v>
                </c:pt>
                <c:pt idx="1729">
                  <c:v>1.245942416400069</c:v>
                </c:pt>
                <c:pt idx="1730">
                  <c:v>1.270465612411499</c:v>
                </c:pt>
                <c:pt idx="1731">
                  <c:v>1.267748228632503</c:v>
                </c:pt>
                <c:pt idx="1732">
                  <c:v>1.2651446827317021</c:v>
                </c:pt>
                <c:pt idx="1733">
                  <c:v>1.2017726651062459</c:v>
                </c:pt>
                <c:pt idx="1734">
                  <c:v>1.192227840423584</c:v>
                </c:pt>
                <c:pt idx="1735">
                  <c:v>1.215795501942186</c:v>
                </c:pt>
                <c:pt idx="1736">
                  <c:v>1.2519147074992221</c:v>
                </c:pt>
                <c:pt idx="1737">
                  <c:v>1.2935198980107261</c:v>
                </c:pt>
                <c:pt idx="1738">
                  <c:v>1.316020876300904</c:v>
                </c:pt>
                <c:pt idx="1739">
                  <c:v>1.3530665316248061</c:v>
                </c:pt>
                <c:pt idx="1740">
                  <c:v>1.390416026115417</c:v>
                </c:pt>
                <c:pt idx="1741">
                  <c:v>1.3823422687175051</c:v>
                </c:pt>
                <c:pt idx="1742">
                  <c:v>1.28119636644321</c:v>
                </c:pt>
                <c:pt idx="1743">
                  <c:v>1.196255475737813</c:v>
                </c:pt>
                <c:pt idx="1744">
                  <c:v>1.18354868888855</c:v>
                </c:pt>
                <c:pt idx="1745">
                  <c:v>1.11169445514679</c:v>
                </c:pt>
                <c:pt idx="1746">
                  <c:v>1.101088697969363</c:v>
                </c:pt>
                <c:pt idx="1747">
                  <c:v>1.0506566319769901</c:v>
                </c:pt>
                <c:pt idx="1748">
                  <c:v>1.013511769869083</c:v>
                </c:pt>
                <c:pt idx="1749">
                  <c:v>1.006920337677002</c:v>
                </c:pt>
                <c:pt idx="1750">
                  <c:v>1.003273505398353</c:v>
                </c:pt>
                <c:pt idx="1751">
                  <c:v>0.95931630229806841</c:v>
                </c:pt>
                <c:pt idx="1752">
                  <c:v>0.95224940776824951</c:v>
                </c:pt>
                <c:pt idx="1753">
                  <c:v>0.94701023400707907</c:v>
                </c:pt>
                <c:pt idx="1754">
                  <c:v>0.8763215149682706</c:v>
                </c:pt>
                <c:pt idx="1755">
                  <c:v>0.84907019138336182</c:v>
                </c:pt>
                <c:pt idx="1756">
                  <c:v>0.84687512936944753</c:v>
                </c:pt>
                <c:pt idx="1757">
                  <c:v>0.83287006166718258</c:v>
                </c:pt>
                <c:pt idx="1758">
                  <c:v>0.82872402667999268</c:v>
                </c:pt>
                <c:pt idx="1759">
                  <c:v>0.82469628411245366</c:v>
                </c:pt>
                <c:pt idx="1760">
                  <c:v>0.78392275697122027</c:v>
                </c:pt>
                <c:pt idx="1761">
                  <c:v>0.74064286509103461</c:v>
                </c:pt>
                <c:pt idx="1762">
                  <c:v>0.72548681497573853</c:v>
                </c:pt>
                <c:pt idx="1763">
                  <c:v>0.73213913936981889</c:v>
                </c:pt>
                <c:pt idx="1764">
                  <c:v>0.79065613016712755</c:v>
                </c:pt>
                <c:pt idx="1765">
                  <c:v>0.83021891117095947</c:v>
                </c:pt>
                <c:pt idx="1766">
                  <c:v>0.84118544851552168</c:v>
                </c:pt>
                <c:pt idx="1767">
                  <c:v>0.9851433559501398</c:v>
                </c:pt>
                <c:pt idx="1768">
                  <c:v>0.99591511487960815</c:v>
                </c:pt>
                <c:pt idx="1769">
                  <c:v>1.003628321114606</c:v>
                </c:pt>
                <c:pt idx="1770">
                  <c:v>1.056619774786256</c:v>
                </c:pt>
                <c:pt idx="1771">
                  <c:v>1.080804705619812</c:v>
                </c:pt>
                <c:pt idx="1772">
                  <c:v>1.083347333944447</c:v>
                </c:pt>
                <c:pt idx="1773">
                  <c:v>1.113506128924612</c:v>
                </c:pt>
                <c:pt idx="1774">
                  <c:v>1.1355441808700559</c:v>
                </c:pt>
                <c:pt idx="1775">
                  <c:v>1.133354572019299</c:v>
                </c:pt>
                <c:pt idx="1776">
                  <c:v>1.122229133597731</c:v>
                </c:pt>
                <c:pt idx="1777">
                  <c:v>1.104394847297941</c:v>
                </c:pt>
                <c:pt idx="1778">
                  <c:v>1.0953233932060991</c:v>
                </c:pt>
                <c:pt idx="1779">
                  <c:v>1.086469411849976</c:v>
                </c:pt>
                <c:pt idx="1780">
                  <c:v>1.077169060728171</c:v>
                </c:pt>
                <c:pt idx="1781">
                  <c:v>1.016358862188252</c:v>
                </c:pt>
                <c:pt idx="1782">
                  <c:v>0.93172922334510255</c:v>
                </c:pt>
                <c:pt idx="1783">
                  <c:v>0.9240228533744812</c:v>
                </c:pt>
                <c:pt idx="1784">
                  <c:v>0.95006926601689234</c:v>
                </c:pt>
                <c:pt idx="1785">
                  <c:v>0.98217189311981201</c:v>
                </c:pt>
                <c:pt idx="1786">
                  <c:v>1.0917105996104071</c:v>
                </c:pt>
                <c:pt idx="1787">
                  <c:v>1.155343174934387</c:v>
                </c:pt>
                <c:pt idx="1788">
                  <c:v>1.144161823074014</c:v>
                </c:pt>
                <c:pt idx="1789">
                  <c:v>1.123737573623657</c:v>
                </c:pt>
                <c:pt idx="1790">
                  <c:v>1.136944106673426</c:v>
                </c:pt>
                <c:pt idx="1791">
                  <c:v>1.205774819558411</c:v>
                </c:pt>
                <c:pt idx="1792">
                  <c:v>1.256623329037529</c:v>
                </c:pt>
                <c:pt idx="1793">
                  <c:v>1.265431880950928</c:v>
                </c:pt>
                <c:pt idx="1794">
                  <c:v>1.252239329274718</c:v>
                </c:pt>
                <c:pt idx="1795">
                  <c:v>1.1416809037019571</c:v>
                </c:pt>
                <c:pt idx="1796">
                  <c:v>1.104331254959106</c:v>
                </c:pt>
                <c:pt idx="1797">
                  <c:v>1.099604533058361</c:v>
                </c:pt>
                <c:pt idx="1798">
                  <c:v>1.072764816901872</c:v>
                </c:pt>
                <c:pt idx="1799">
                  <c:v>1.0497148036956789</c:v>
                </c:pt>
                <c:pt idx="1800">
                  <c:v>1.0486295007594091</c:v>
                </c:pt>
                <c:pt idx="1801">
                  <c:v>1.041287897424759</c:v>
                </c:pt>
                <c:pt idx="1802">
                  <c:v>1.0012379392089501</c:v>
                </c:pt>
                <c:pt idx="1803">
                  <c:v>0.994010329246521</c:v>
                </c:pt>
                <c:pt idx="1804">
                  <c:v>1.0061412809247949</c:v>
                </c:pt>
                <c:pt idx="1805">
                  <c:v>1.099583232200074</c:v>
                </c:pt>
                <c:pt idx="1806">
                  <c:v>1.15562915802002</c:v>
                </c:pt>
                <c:pt idx="1807">
                  <c:v>1.157641168978601</c:v>
                </c:pt>
                <c:pt idx="1808">
                  <c:v>1.182277554121586</c:v>
                </c:pt>
                <c:pt idx="1809">
                  <c:v>1.2214119941198209</c:v>
                </c:pt>
                <c:pt idx="1810">
                  <c:v>1.2260451316833501</c:v>
                </c:pt>
                <c:pt idx="1811">
                  <c:v>1.2293011561227409</c:v>
                </c:pt>
                <c:pt idx="1812">
                  <c:v>1.25403790106477</c:v>
                </c:pt>
                <c:pt idx="1813">
                  <c:v>1.263028144836426</c:v>
                </c:pt>
                <c:pt idx="1814">
                  <c:v>1.264410444124962</c:v>
                </c:pt>
                <c:pt idx="1815">
                  <c:v>1.2725951304976271</c:v>
                </c:pt>
                <c:pt idx="1816">
                  <c:v>1.2807367669192979</c:v>
                </c:pt>
                <c:pt idx="1817">
                  <c:v>1.2947732776650549</c:v>
                </c:pt>
                <c:pt idx="1818">
                  <c:v>1.297893285751343</c:v>
                </c:pt>
                <c:pt idx="1819">
                  <c:v>1.289783123055998</c:v>
                </c:pt>
                <c:pt idx="1820">
                  <c:v>1.2214912798578379</c:v>
                </c:pt>
                <c:pt idx="1821">
                  <c:v>1.1543153561615229</c:v>
                </c:pt>
                <c:pt idx="1822">
                  <c:v>1.1117433309555049</c:v>
                </c:pt>
                <c:pt idx="1823">
                  <c:v>1.1089457352196901</c:v>
                </c:pt>
                <c:pt idx="1824">
                  <c:v>1.058200872174847</c:v>
                </c:pt>
                <c:pt idx="1825">
                  <c:v>1.05058753490448</c:v>
                </c:pt>
                <c:pt idx="1826">
                  <c:v>1.068683505058289</c:v>
                </c:pt>
                <c:pt idx="1827">
                  <c:v>1.0935726471696909</c:v>
                </c:pt>
                <c:pt idx="1828">
                  <c:v>1.1895134598483039</c:v>
                </c:pt>
                <c:pt idx="1829">
                  <c:v>1.2084417343139651</c:v>
                </c:pt>
                <c:pt idx="1830">
                  <c:v>1.182057681748385</c:v>
                </c:pt>
                <c:pt idx="1831">
                  <c:v>1.1458365377284769</c:v>
                </c:pt>
                <c:pt idx="1832">
                  <c:v>1.125521302223206</c:v>
                </c:pt>
                <c:pt idx="1833">
                  <c:v>1.1125840321668929</c:v>
                </c:pt>
                <c:pt idx="1834">
                  <c:v>1.068821321913668</c:v>
                </c:pt>
                <c:pt idx="1835">
                  <c:v>1.0078026056289671</c:v>
                </c:pt>
                <c:pt idx="1836">
                  <c:v>1.000732386756749</c:v>
                </c:pt>
                <c:pt idx="1837">
                  <c:v>0.99375453782618717</c:v>
                </c:pt>
                <c:pt idx="1838">
                  <c:v>0.98727309703826904</c:v>
                </c:pt>
                <c:pt idx="1839">
                  <c:v>0.98627134586093634</c:v>
                </c:pt>
                <c:pt idx="1840">
                  <c:v>0.97497459282648757</c:v>
                </c:pt>
                <c:pt idx="1841">
                  <c:v>0.97406047582626343</c:v>
                </c:pt>
                <c:pt idx="1842">
                  <c:v>1.019595275799575</c:v>
                </c:pt>
                <c:pt idx="1843">
                  <c:v>1.393709279905142</c:v>
                </c:pt>
                <c:pt idx="1844">
                  <c:v>1.485610365867615</c:v>
                </c:pt>
                <c:pt idx="1845">
                  <c:v>1.4869657753468539</c:v>
                </c:pt>
                <c:pt idx="1846">
                  <c:v>1.505480555078772</c:v>
                </c:pt>
                <c:pt idx="1847">
                  <c:v>1.515924453735352</c:v>
                </c:pt>
                <c:pt idx="1848">
                  <c:v>1.503031371727803</c:v>
                </c:pt>
                <c:pt idx="1849">
                  <c:v>1.3970966270509459</c:v>
                </c:pt>
                <c:pt idx="1850">
                  <c:v>1.341108441352844</c:v>
                </c:pt>
                <c:pt idx="1851">
                  <c:v>1.325556966307565</c:v>
                </c:pt>
                <c:pt idx="1852">
                  <c:v>1.295052864062032</c:v>
                </c:pt>
                <c:pt idx="1853">
                  <c:v>1.264488412808862</c:v>
                </c:pt>
                <c:pt idx="1854">
                  <c:v>1.2288773918477141</c:v>
                </c:pt>
                <c:pt idx="1855">
                  <c:v>1.2068202937790149</c:v>
                </c:pt>
                <c:pt idx="1856">
                  <c:v>1.1990171670913701</c:v>
                </c:pt>
                <c:pt idx="1857">
                  <c:v>1.187270515959258</c:v>
                </c:pt>
                <c:pt idx="1858">
                  <c:v>1.1250619142853679</c:v>
                </c:pt>
                <c:pt idx="1859">
                  <c:v>1.0500941301322699</c:v>
                </c:pt>
                <c:pt idx="1860">
                  <c:v>1.019164562225342</c:v>
                </c:pt>
                <c:pt idx="1861">
                  <c:v>1.019700276542264</c:v>
                </c:pt>
                <c:pt idx="1862">
                  <c:v>1.023899942480482</c:v>
                </c:pt>
                <c:pt idx="1863">
                  <c:v>1.026686633950852</c:v>
                </c:pt>
                <c:pt idx="1864">
                  <c:v>1.027181148529053</c:v>
                </c:pt>
                <c:pt idx="1865">
                  <c:v>1.1889910697937009</c:v>
                </c:pt>
                <c:pt idx="1866">
                  <c:v>1.2271177812134271</c:v>
                </c:pt>
                <c:pt idx="1867">
                  <c:v>1.4128017425537109</c:v>
                </c:pt>
                <c:pt idx="1868">
                  <c:v>1.4149696468788211</c:v>
                </c:pt>
                <c:pt idx="1869">
                  <c:v>1.4276749600112819</c:v>
                </c:pt>
                <c:pt idx="1870">
                  <c:v>1.4376857432327941</c:v>
                </c:pt>
                <c:pt idx="1871">
                  <c:v>1.4456111192703249</c:v>
                </c:pt>
                <c:pt idx="1872">
                  <c:v>1.430118893924331</c:v>
                </c:pt>
                <c:pt idx="1873">
                  <c:v>1.3555117469603151</c:v>
                </c:pt>
                <c:pt idx="1874">
                  <c:v>1.3070777654647829</c:v>
                </c:pt>
                <c:pt idx="1875">
                  <c:v>1.305309332730455</c:v>
                </c:pt>
                <c:pt idx="1876">
                  <c:v>1.2937529020920211</c:v>
                </c:pt>
                <c:pt idx="1877">
                  <c:v>1.27913450367541</c:v>
                </c:pt>
                <c:pt idx="1878">
                  <c:v>1.273588895797729</c:v>
                </c:pt>
                <c:pt idx="1879">
                  <c:v>1.281517208851201</c:v>
                </c:pt>
                <c:pt idx="1880">
                  <c:v>1.3888727105301391</c:v>
                </c:pt>
                <c:pt idx="1881">
                  <c:v>1.4735498428344731</c:v>
                </c:pt>
                <c:pt idx="1882">
                  <c:v>1.485654109905072</c:v>
                </c:pt>
                <c:pt idx="1883">
                  <c:v>1.646063476132116</c:v>
                </c:pt>
                <c:pt idx="1884">
                  <c:v>1.791894064666016</c:v>
                </c:pt>
                <c:pt idx="1885">
                  <c:v>1.825586795806885</c:v>
                </c:pt>
                <c:pt idx="1886">
                  <c:v>1.816467249864963</c:v>
                </c:pt>
                <c:pt idx="1887">
                  <c:v>1.7309038915460919</c:v>
                </c:pt>
                <c:pt idx="1888">
                  <c:v>1.7004401683807371</c:v>
                </c:pt>
                <c:pt idx="1889">
                  <c:v>1.693763659803373</c:v>
                </c:pt>
                <c:pt idx="1890">
                  <c:v>1.6517356988462419</c:v>
                </c:pt>
                <c:pt idx="1891">
                  <c:v>1.6142692565917971</c:v>
                </c:pt>
                <c:pt idx="1892">
                  <c:v>1.6147548883748339</c:v>
                </c:pt>
                <c:pt idx="1893">
                  <c:v>1.620555863395527</c:v>
                </c:pt>
                <c:pt idx="1894">
                  <c:v>1.6264475617958429</c:v>
                </c:pt>
                <c:pt idx="1895">
                  <c:v>1.6337984236297609</c:v>
                </c:pt>
                <c:pt idx="1896">
                  <c:v>1.638760905261097</c:v>
                </c:pt>
                <c:pt idx="1897">
                  <c:v>1.6402269601821899</c:v>
                </c:pt>
                <c:pt idx="1898">
                  <c:v>1.6501032989561271</c:v>
                </c:pt>
                <c:pt idx="1899">
                  <c:v>1.653993964195251</c:v>
                </c:pt>
                <c:pt idx="1900">
                  <c:v>1.640516326080568</c:v>
                </c:pt>
                <c:pt idx="1901">
                  <c:v>1.539436444365667</c:v>
                </c:pt>
                <c:pt idx="1902">
                  <c:v>1.4789385339985801</c:v>
                </c:pt>
                <c:pt idx="1903">
                  <c:v>1.420704126358032</c:v>
                </c:pt>
                <c:pt idx="1904">
                  <c:v>1.385379466514489</c:v>
                </c:pt>
                <c:pt idx="1905">
                  <c:v>1.381222605705261</c:v>
                </c:pt>
                <c:pt idx="1906">
                  <c:v>1.3570780988261699</c:v>
                </c:pt>
                <c:pt idx="1907">
                  <c:v>1.3478696346282959</c:v>
                </c:pt>
                <c:pt idx="1908">
                  <c:v>1.341933497952454</c:v>
                </c:pt>
                <c:pt idx="1909">
                  <c:v>1.304050757489811</c:v>
                </c:pt>
                <c:pt idx="1910">
                  <c:v>1.273438572883606</c:v>
                </c:pt>
                <c:pt idx="1911">
                  <c:v>1.2748165050416711</c:v>
                </c:pt>
                <c:pt idx="1912">
                  <c:v>1.283306246326682</c:v>
                </c:pt>
                <c:pt idx="1913">
                  <c:v>1.292308932076498</c:v>
                </c:pt>
                <c:pt idx="1914">
                  <c:v>1.2981728315353389</c:v>
                </c:pt>
                <c:pt idx="1915">
                  <c:v>1.320359732111031</c:v>
                </c:pt>
                <c:pt idx="1916">
                  <c:v>1.3531056642532351</c:v>
                </c:pt>
                <c:pt idx="1917">
                  <c:v>1.3810536334155661</c:v>
                </c:pt>
                <c:pt idx="1918">
                  <c:v>1.668660901869762</c:v>
                </c:pt>
                <c:pt idx="1919">
                  <c:v>1.729938745498657</c:v>
                </c:pt>
                <c:pt idx="1920">
                  <c:v>1.760001759834356</c:v>
                </c:pt>
                <c:pt idx="1921">
                  <c:v>2.1165469074371051</c:v>
                </c:pt>
                <c:pt idx="1922">
                  <c:v>2.26459789276123</c:v>
                </c:pt>
                <c:pt idx="1923">
                  <c:v>2.2550482364810862</c:v>
                </c:pt>
                <c:pt idx="1924">
                  <c:v>2.164965565749525</c:v>
                </c:pt>
                <c:pt idx="1925">
                  <c:v>2.0788638591766362</c:v>
                </c:pt>
                <c:pt idx="1926">
                  <c:v>2.0630020651956529</c:v>
                </c:pt>
                <c:pt idx="1927">
                  <c:v>1.94710783216858</c:v>
                </c:pt>
                <c:pt idx="1928">
                  <c:v>1.9082098007202151</c:v>
                </c:pt>
                <c:pt idx="1929">
                  <c:v>1.896983369525183</c:v>
                </c:pt>
                <c:pt idx="1930">
                  <c:v>1.875534324741287</c:v>
                </c:pt>
                <c:pt idx="1931">
                  <c:v>1.8544587755761031</c:v>
                </c:pt>
                <c:pt idx="1932">
                  <c:v>1.850855505473102</c:v>
                </c:pt>
                <c:pt idx="1933">
                  <c:v>1.819037914276123</c:v>
                </c:pt>
                <c:pt idx="1934">
                  <c:v>1.808593125282554</c:v>
                </c:pt>
                <c:pt idx="1935">
                  <c:v>1.725867359809808</c:v>
                </c:pt>
                <c:pt idx="1936">
                  <c:v>1.6604833602905269</c:v>
                </c:pt>
                <c:pt idx="1937">
                  <c:v>1.637005086638782</c:v>
                </c:pt>
                <c:pt idx="1938">
                  <c:v>1.5706945478048271</c:v>
                </c:pt>
                <c:pt idx="1939">
                  <c:v>1.505403262073912</c:v>
                </c:pt>
                <c:pt idx="1940">
                  <c:v>1.429857403819377</c:v>
                </c:pt>
                <c:pt idx="1941">
                  <c:v>1.413287401199341</c:v>
                </c:pt>
                <c:pt idx="1942">
                  <c:v>1.4190027080554579</c:v>
                </c:pt>
                <c:pt idx="1943">
                  <c:v>1.42974196914223</c:v>
                </c:pt>
                <c:pt idx="1944">
                  <c:v>1.4369157552719121</c:v>
                </c:pt>
                <c:pt idx="1945">
                  <c:v>1.445203275034137</c:v>
                </c:pt>
                <c:pt idx="1946">
                  <c:v>1.494518399238586</c:v>
                </c:pt>
                <c:pt idx="1947">
                  <c:v>1.6519102681956379</c:v>
                </c:pt>
                <c:pt idx="1948">
                  <c:v>1.6927516460418699</c:v>
                </c:pt>
                <c:pt idx="1949">
                  <c:v>1.699254334339952</c:v>
                </c:pt>
                <c:pt idx="1950">
                  <c:v>1.745948977793268</c:v>
                </c:pt>
                <c:pt idx="1951">
                  <c:v>1.790535083511392</c:v>
                </c:pt>
                <c:pt idx="1952">
                  <c:v>1.7954423427581789</c:v>
                </c:pt>
                <c:pt idx="1953">
                  <c:v>1.816948647876707</c:v>
                </c:pt>
                <c:pt idx="1954">
                  <c:v>1.9646940701330859</c:v>
                </c:pt>
                <c:pt idx="1955">
                  <c:v>1.993107676506042</c:v>
                </c:pt>
                <c:pt idx="1956">
                  <c:v>1.9876660507996271</c:v>
                </c:pt>
                <c:pt idx="1957">
                  <c:v>1.9120916577821361</c:v>
                </c:pt>
                <c:pt idx="1958">
                  <c:v>1.902696013450623</c:v>
                </c:pt>
                <c:pt idx="1959">
                  <c:v>1.9122594968293569</c:v>
                </c:pt>
                <c:pt idx="1960">
                  <c:v>1.972139933955573</c:v>
                </c:pt>
                <c:pt idx="1961">
                  <c:v>2.0379351253653168</c:v>
                </c:pt>
                <c:pt idx="1962">
                  <c:v>2.0599822998046879</c:v>
                </c:pt>
                <c:pt idx="1963">
                  <c:v>2.0559019792766051</c:v>
                </c:pt>
                <c:pt idx="1964">
                  <c:v>2.0223851875089829</c:v>
                </c:pt>
                <c:pt idx="1965">
                  <c:v>2.007726669311523</c:v>
                </c:pt>
                <c:pt idx="1966">
                  <c:v>2.0061153234572182</c:v>
                </c:pt>
                <c:pt idx="1967">
                  <c:v>1.998284836743943</c:v>
                </c:pt>
                <c:pt idx="1968">
                  <c:v>1.9913028478622441</c:v>
                </c:pt>
                <c:pt idx="1969">
                  <c:v>1.991529150504032</c:v>
                </c:pt>
                <c:pt idx="1970">
                  <c:v>1.9927639051217469</c:v>
                </c:pt>
                <c:pt idx="1971">
                  <c:v>1.994008969020115</c:v>
                </c:pt>
                <c:pt idx="1972">
                  <c:v>1.9955796947354281</c:v>
                </c:pt>
                <c:pt idx="1973">
                  <c:v>1.996651172637939</c:v>
                </c:pt>
                <c:pt idx="1974">
                  <c:v>1.984957015510437</c:v>
                </c:pt>
                <c:pt idx="1975">
                  <c:v>1.875479530968629</c:v>
                </c:pt>
                <c:pt idx="1976">
                  <c:v>1.8296587467193599</c:v>
                </c:pt>
                <c:pt idx="1977">
                  <c:v>1.7707463239890771</c:v>
                </c:pt>
                <c:pt idx="1978">
                  <c:v>1.664424101101508</c:v>
                </c:pt>
                <c:pt idx="1979">
                  <c:v>1.5568714141845701</c:v>
                </c:pt>
                <c:pt idx="1980">
                  <c:v>1.5196877214073079</c:v>
                </c:pt>
                <c:pt idx="1981">
                  <c:v>1.490374161221492</c:v>
                </c:pt>
                <c:pt idx="1982">
                  <c:v>1.4736624956130979</c:v>
                </c:pt>
                <c:pt idx="1983">
                  <c:v>1.566143274307251</c:v>
                </c:pt>
                <c:pt idx="1984">
                  <c:v>1.567877573114554</c:v>
                </c:pt>
                <c:pt idx="1985">
                  <c:v>1.5782173871994021</c:v>
                </c:pt>
                <c:pt idx="1986">
                  <c:v>1.587951055161938</c:v>
                </c:pt>
                <c:pt idx="1987">
                  <c:v>1.6854712426007159</c:v>
                </c:pt>
                <c:pt idx="1988">
                  <c:v>1.696784973144531</c:v>
                </c:pt>
                <c:pt idx="1989">
                  <c:v>1.7064600406253101</c:v>
                </c:pt>
                <c:pt idx="1990">
                  <c:v>1.787276581950789</c:v>
                </c:pt>
                <c:pt idx="1991">
                  <c:v>1.8323664709991569</c:v>
                </c:pt>
                <c:pt idx="1992">
                  <c:v>1.853373050689697</c:v>
                </c:pt>
                <c:pt idx="1993">
                  <c:v>1.855090967029088</c:v>
                </c:pt>
                <c:pt idx="1994">
                  <c:v>1.8793386403611101</c:v>
                </c:pt>
                <c:pt idx="1995">
                  <c:v>1.8866126537323</c:v>
                </c:pt>
                <c:pt idx="1996">
                  <c:v>1.890399153167007</c:v>
                </c:pt>
                <c:pt idx="1997">
                  <c:v>1.94011461806991</c:v>
                </c:pt>
                <c:pt idx="1998">
                  <c:v>1.9598498344421389</c:v>
                </c:pt>
                <c:pt idx="1999">
                  <c:v>1.948731511680929</c:v>
                </c:pt>
                <c:pt idx="2000">
                  <c:v>1.8511402315980421</c:v>
                </c:pt>
                <c:pt idx="2001">
                  <c:v>1.75971713836373</c:v>
                </c:pt>
                <c:pt idx="2002">
                  <c:v>1.747594356536865</c:v>
                </c:pt>
                <c:pt idx="2003">
                  <c:v>1.7441165459421151</c:v>
                </c:pt>
                <c:pt idx="2004">
                  <c:v>1.7199154238403771</c:v>
                </c:pt>
                <c:pt idx="2005">
                  <c:v>1.7056318521499629</c:v>
                </c:pt>
                <c:pt idx="2006">
                  <c:v>1.705428322953342</c:v>
                </c:pt>
                <c:pt idx="2007">
                  <c:v>1.704058500801497</c:v>
                </c:pt>
                <c:pt idx="2008">
                  <c:v>1.7026847396368689</c:v>
                </c:pt>
                <c:pt idx="2009">
                  <c:v>1.700830114349775</c:v>
                </c:pt>
                <c:pt idx="2010">
                  <c:v>1.700018048286438</c:v>
                </c:pt>
                <c:pt idx="2011">
                  <c:v>1.699745384949535</c:v>
                </c:pt>
                <c:pt idx="2012">
                  <c:v>1.6978937407112871</c:v>
                </c:pt>
                <c:pt idx="2013">
                  <c:v>1.696732878684998</c:v>
                </c:pt>
                <c:pt idx="2014">
                  <c:v>1.6939393990481539</c:v>
                </c:pt>
                <c:pt idx="2015">
                  <c:v>1.691349006970736</c:v>
                </c:pt>
                <c:pt idx="2016">
                  <c:v>1.6578016089600029</c:v>
                </c:pt>
                <c:pt idx="2017">
                  <c:v>1.6048926841033471</c:v>
                </c:pt>
                <c:pt idx="2018">
                  <c:v>1.596267104148865</c:v>
                </c:pt>
                <c:pt idx="2019">
                  <c:v>1.5832473312699371</c:v>
                </c:pt>
                <c:pt idx="2020">
                  <c:v>1.4260054446179491</c:v>
                </c:pt>
                <c:pt idx="2021">
                  <c:v>1.3616490364074709</c:v>
                </c:pt>
                <c:pt idx="2022">
                  <c:v>1.370509687134206</c:v>
                </c:pt>
                <c:pt idx="2023">
                  <c:v>1.37604808807373</c:v>
                </c:pt>
                <c:pt idx="2024">
                  <c:v>1.362347562827275</c:v>
                </c:pt>
                <c:pt idx="2025">
                  <c:v>1.3591403961181641</c:v>
                </c:pt>
                <c:pt idx="2026">
                  <c:v>1.343029151601586</c:v>
                </c:pt>
                <c:pt idx="2027">
                  <c:v>1.326039785567374</c:v>
                </c:pt>
                <c:pt idx="2028">
                  <c:v>1.304739798565874</c:v>
                </c:pt>
                <c:pt idx="2029">
                  <c:v>1.2989205121994021</c:v>
                </c:pt>
                <c:pt idx="2030">
                  <c:v>1.3042241436382991</c:v>
                </c:pt>
                <c:pt idx="2031">
                  <c:v>1.340594386027862</c:v>
                </c:pt>
                <c:pt idx="2032">
                  <c:v>1.3547210693359379</c:v>
                </c:pt>
                <c:pt idx="2033">
                  <c:v>1.3506700472406661</c:v>
                </c:pt>
                <c:pt idx="2034">
                  <c:v>1.3395354638402499</c:v>
                </c:pt>
                <c:pt idx="2035">
                  <c:v>1.3292984962463379</c:v>
                </c:pt>
                <c:pt idx="2036">
                  <c:v>1.620380835429869</c:v>
                </c:pt>
                <c:pt idx="2037">
                  <c:v>2.537987712677777</c:v>
                </c:pt>
                <c:pt idx="2038">
                  <c:v>2.8953971862792969</c:v>
                </c:pt>
                <c:pt idx="2039">
                  <c:v>2.895821899274297</c:v>
                </c:pt>
                <c:pt idx="2040">
                  <c:v>2.9014643439818428</c:v>
                </c:pt>
                <c:pt idx="2041">
                  <c:v>2.9044265747070308</c:v>
                </c:pt>
                <c:pt idx="2042">
                  <c:v>2.911837523649917</c:v>
                </c:pt>
                <c:pt idx="2043">
                  <c:v>2.9560760183870189</c:v>
                </c:pt>
                <c:pt idx="2044">
                  <c:v>2.9876706600189209</c:v>
                </c:pt>
                <c:pt idx="2045">
                  <c:v>2.9999748548983121</c:v>
                </c:pt>
                <c:pt idx="2046">
                  <c:v>3.140727641045844</c:v>
                </c:pt>
                <c:pt idx="2047">
                  <c:v>3.3113216595327568</c:v>
                </c:pt>
                <c:pt idx="2048">
                  <c:v>3.4717954986711179</c:v>
                </c:pt>
                <c:pt idx="2049">
                  <c:v>3.604536737914541</c:v>
                </c:pt>
                <c:pt idx="2050">
                  <c:v>3.6133649349212651</c:v>
                </c:pt>
                <c:pt idx="2051">
                  <c:v>3.5908356005507871</c:v>
                </c:pt>
                <c:pt idx="2052">
                  <c:v>3.3332644001388818</c:v>
                </c:pt>
                <c:pt idx="2053">
                  <c:v>3.3111922740936279</c:v>
                </c:pt>
                <c:pt idx="2054">
                  <c:v>3.2808907099559801</c:v>
                </c:pt>
                <c:pt idx="2055">
                  <c:v>2.9417732160948091</c:v>
                </c:pt>
                <c:pt idx="2056">
                  <c:v>2.857258558273315</c:v>
                </c:pt>
                <c:pt idx="2057">
                  <c:v>2.8347264122514848</c:v>
                </c:pt>
                <c:pt idx="2058">
                  <c:v>2.695582461785162</c:v>
                </c:pt>
                <c:pt idx="2059">
                  <c:v>2.5506708754462699</c:v>
                </c:pt>
                <c:pt idx="2060">
                  <c:v>2.433878898620605</c:v>
                </c:pt>
                <c:pt idx="2061">
                  <c:v>2.4181911182896898</c:v>
                </c:pt>
                <c:pt idx="2062">
                  <c:v>2.2502764159335862</c:v>
                </c:pt>
                <c:pt idx="2063">
                  <c:v>2.2229435443878169</c:v>
                </c:pt>
                <c:pt idx="2064">
                  <c:v>3.2525837421417241</c:v>
                </c:pt>
                <c:pt idx="2065">
                  <c:v>3.228187401372328</c:v>
                </c:pt>
                <c:pt idx="2066">
                  <c:v>2.8373668193817139</c:v>
                </c:pt>
                <c:pt idx="2067">
                  <c:v>2.8069233981252699</c:v>
                </c:pt>
                <c:pt idx="2068">
                  <c:v>2.6487369935574732</c:v>
                </c:pt>
                <c:pt idx="2069">
                  <c:v>2.4445378332636731</c:v>
                </c:pt>
                <c:pt idx="2070">
                  <c:v>2.4248719215393071</c:v>
                </c:pt>
                <c:pt idx="2071">
                  <c:v>2.395126097254459</c:v>
                </c:pt>
                <c:pt idx="2072">
                  <c:v>2.1517561287093638</c:v>
                </c:pt>
                <c:pt idx="2073">
                  <c:v>2.0919349193572998</c:v>
                </c:pt>
                <c:pt idx="2074">
                  <c:v>2.1031472683096681</c:v>
                </c:pt>
                <c:pt idx="2075">
                  <c:v>2.1290792465220751</c:v>
                </c:pt>
                <c:pt idx="2076">
                  <c:v>2.1437969207763672</c:v>
                </c:pt>
                <c:pt idx="2077">
                  <c:v>2.2240210947068739</c:v>
                </c:pt>
                <c:pt idx="2078">
                  <c:v>2.905871060722542</c:v>
                </c:pt>
                <c:pt idx="2079">
                  <c:v>2.9549381732940669</c:v>
                </c:pt>
                <c:pt idx="2080">
                  <c:v>3.0122740778611719</c:v>
                </c:pt>
                <c:pt idx="2081">
                  <c:v>3.822926332017198</c:v>
                </c:pt>
                <c:pt idx="2082">
                  <c:v>3.9613480567932129</c:v>
                </c:pt>
                <c:pt idx="2083">
                  <c:v>3.9331882321199561</c:v>
                </c:pt>
                <c:pt idx="2084">
                  <c:v>3.9015557262256868</c:v>
                </c:pt>
                <c:pt idx="2085">
                  <c:v>3.8678185099214089</c:v>
                </c:pt>
                <c:pt idx="2086">
                  <c:v>3.8647199590152859</c:v>
                </c:pt>
                <c:pt idx="2087">
                  <c:v>3.7975044464139529</c:v>
                </c:pt>
                <c:pt idx="2088">
                  <c:v>3.780922651290894</c:v>
                </c:pt>
                <c:pt idx="2089">
                  <c:v>3.8711350688512178</c:v>
                </c:pt>
                <c:pt idx="2090">
                  <c:v>4.4282645169220523</c:v>
                </c:pt>
                <c:pt idx="2091">
                  <c:v>4.6268768310546884</c:v>
                </c:pt>
                <c:pt idx="2092">
                  <c:v>4.5566081141721728</c:v>
                </c:pt>
                <c:pt idx="2093">
                  <c:v>4.1087336516862054</c:v>
                </c:pt>
                <c:pt idx="2094">
                  <c:v>4.0831003189086914</c:v>
                </c:pt>
                <c:pt idx="2095">
                  <c:v>3.8904997799086511</c:v>
                </c:pt>
                <c:pt idx="2096">
                  <c:v>3.646361048862822</c:v>
                </c:pt>
                <c:pt idx="2097">
                  <c:v>3.5159685344875671</c:v>
                </c:pt>
                <c:pt idx="2098">
                  <c:v>3.4720792770385742</c:v>
                </c:pt>
                <c:pt idx="2099">
                  <c:v>3.44767561910521</c:v>
                </c:pt>
                <c:pt idx="2100">
                  <c:v>3.1401383876800542</c:v>
                </c:pt>
                <c:pt idx="2101">
                  <c:v>2.718098402023315</c:v>
                </c:pt>
                <c:pt idx="2102">
                  <c:v>2.786562585690914</c:v>
                </c:pt>
                <c:pt idx="2103">
                  <c:v>3.2909751551993338</c:v>
                </c:pt>
                <c:pt idx="2104">
                  <c:v>3.8581933975219731</c:v>
                </c:pt>
                <c:pt idx="2105">
                  <c:v>3.836088871576194</c:v>
                </c:pt>
                <c:pt idx="2106">
                  <c:v>3.5011304236672078</c:v>
                </c:pt>
                <c:pt idx="2107">
                  <c:v>3.4508051872253418</c:v>
                </c:pt>
                <c:pt idx="2108">
                  <c:v>3.4233093766860541</c:v>
                </c:pt>
                <c:pt idx="2109">
                  <c:v>3.1952617168426509</c:v>
                </c:pt>
                <c:pt idx="2110">
                  <c:v>3.1894724068350322</c:v>
                </c:pt>
                <c:pt idx="2111">
                  <c:v>3.1724095673426529</c:v>
                </c:pt>
                <c:pt idx="2112">
                  <c:v>3.1529072812049672</c:v>
                </c:pt>
                <c:pt idx="2113">
                  <c:v>3.1460225582122798</c:v>
                </c:pt>
                <c:pt idx="2114">
                  <c:v>3.1300811665111898</c:v>
                </c:pt>
                <c:pt idx="2115">
                  <c:v>2.9306560026016442</c:v>
                </c:pt>
                <c:pt idx="2116">
                  <c:v>2.8728833198547359</c:v>
                </c:pt>
                <c:pt idx="2117">
                  <c:v>2.8678096238350328</c:v>
                </c:pt>
                <c:pt idx="2118">
                  <c:v>2.8282799077683061</c:v>
                </c:pt>
                <c:pt idx="2119">
                  <c:v>2.7848897315884251</c:v>
                </c:pt>
                <c:pt idx="2120">
                  <c:v>2.750519125274038</c:v>
                </c:pt>
                <c:pt idx="2121">
                  <c:v>2.7204053709728631</c:v>
                </c:pt>
                <c:pt idx="2122">
                  <c:v>2.7002778053283691</c:v>
                </c:pt>
                <c:pt idx="2123">
                  <c:v>2.6779325060599191</c:v>
                </c:pt>
                <c:pt idx="2124">
                  <c:v>2.4698516433207738</c:v>
                </c:pt>
                <c:pt idx="2125">
                  <c:v>2.331251859664917</c:v>
                </c:pt>
                <c:pt idx="2126">
                  <c:v>2.334975739338029</c:v>
                </c:pt>
                <c:pt idx="2127">
                  <c:v>2.3543374183050392</c:v>
                </c:pt>
                <c:pt idx="2128">
                  <c:v>2.3556983470916748</c:v>
                </c:pt>
                <c:pt idx="2129">
                  <c:v>2.4350666113608521</c:v>
                </c:pt>
                <c:pt idx="2130">
                  <c:v>3.1439856655719369</c:v>
                </c:pt>
                <c:pt idx="2131">
                  <c:v>3.3410906791687012</c:v>
                </c:pt>
                <c:pt idx="2132">
                  <c:v>3.3218490567523551</c:v>
                </c:pt>
                <c:pt idx="2133">
                  <c:v>3.0652454361986758</c:v>
                </c:pt>
                <c:pt idx="2134">
                  <c:v>2.9138310687564029</c:v>
                </c:pt>
                <c:pt idx="2135">
                  <c:v>2.8411777019500728</c:v>
                </c:pt>
                <c:pt idx="2136">
                  <c:v>2.9509983091975092</c:v>
                </c:pt>
                <c:pt idx="2137">
                  <c:v>3.4539153227453459</c:v>
                </c:pt>
                <c:pt idx="2138">
                  <c:v>3.9230572329383109</c:v>
                </c:pt>
                <c:pt idx="2139">
                  <c:v>4.1155562400817871</c:v>
                </c:pt>
                <c:pt idx="2140">
                  <c:v>3.618083238601685</c:v>
                </c:pt>
                <c:pt idx="2141">
                  <c:v>3.5832493158639869</c:v>
                </c:pt>
                <c:pt idx="2142">
                  <c:v>3.295263290405273</c:v>
                </c:pt>
                <c:pt idx="2143">
                  <c:v>3.274264439543499</c:v>
                </c:pt>
                <c:pt idx="2144">
                  <c:v>3.1627868005178992</c:v>
                </c:pt>
                <c:pt idx="2145">
                  <c:v>2.9897170066833501</c:v>
                </c:pt>
                <c:pt idx="2146">
                  <c:v>2.987262460680852</c:v>
                </c:pt>
                <c:pt idx="2147">
                  <c:v>2.9819652079126722</c:v>
                </c:pt>
                <c:pt idx="2148">
                  <c:v>2.8833124374750949</c:v>
                </c:pt>
                <c:pt idx="2149">
                  <c:v>2.8593358993530269</c:v>
                </c:pt>
                <c:pt idx="2150">
                  <c:v>2.850575757146848</c:v>
                </c:pt>
                <c:pt idx="2151">
                  <c:v>2.7560411209249178</c:v>
                </c:pt>
                <c:pt idx="2152">
                  <c:v>2.7186779975891109</c:v>
                </c:pt>
                <c:pt idx="2153">
                  <c:v>2.6921576915431258</c:v>
                </c:pt>
                <c:pt idx="2154">
                  <c:v>2.5560809222876202</c:v>
                </c:pt>
                <c:pt idx="2155">
                  <c:v>2.453256368637085</c:v>
                </c:pt>
                <c:pt idx="2156">
                  <c:v>2.435131202790858</c:v>
                </c:pt>
                <c:pt idx="2157">
                  <c:v>2.2393817863867338</c:v>
                </c:pt>
                <c:pt idx="2158">
                  <c:v>2.189496517181396</c:v>
                </c:pt>
                <c:pt idx="2159">
                  <c:v>2.2224884168002599</c:v>
                </c:pt>
                <c:pt idx="2160">
                  <c:v>2.4182656994143241</c:v>
                </c:pt>
                <c:pt idx="2161">
                  <c:v>2.6164250043091162</c:v>
                </c:pt>
                <c:pt idx="2162">
                  <c:v>2.8153030740317599</c:v>
                </c:pt>
                <c:pt idx="2163">
                  <c:v>2.9653021653579632</c:v>
                </c:pt>
                <c:pt idx="2164">
                  <c:v>3.0529112815856929</c:v>
                </c:pt>
                <c:pt idx="2165">
                  <c:v>3.1801682606528252</c:v>
                </c:pt>
                <c:pt idx="2166">
                  <c:v>4.1814207264174899</c:v>
                </c:pt>
                <c:pt idx="2167">
                  <c:v>4.3996181488037109</c:v>
                </c:pt>
                <c:pt idx="2168">
                  <c:v>4.3555388033468256</c:v>
                </c:pt>
                <c:pt idx="2169">
                  <c:v>4.0636232258139309</c:v>
                </c:pt>
                <c:pt idx="2170">
                  <c:v>3.883845254458238</c:v>
                </c:pt>
                <c:pt idx="2171">
                  <c:v>3.8047628402709961</c:v>
                </c:pt>
                <c:pt idx="2172">
                  <c:v>3.844583570261177</c:v>
                </c:pt>
                <c:pt idx="2173">
                  <c:v>4.1066716428109347</c:v>
                </c:pt>
                <c:pt idx="2174">
                  <c:v>4.3877388153263954</c:v>
                </c:pt>
                <c:pt idx="2175">
                  <c:v>4.5928773880004883</c:v>
                </c:pt>
                <c:pt idx="2176">
                  <c:v>4.5395420705956262</c:v>
                </c:pt>
                <c:pt idx="2177">
                  <c:v>4.1576980028359403</c:v>
                </c:pt>
                <c:pt idx="2178">
                  <c:v>3.907691478729248</c:v>
                </c:pt>
                <c:pt idx="2179">
                  <c:v>4.3253033269018468</c:v>
                </c:pt>
                <c:pt idx="2180">
                  <c:v>4.7455534934997559</c:v>
                </c:pt>
                <c:pt idx="2181">
                  <c:v>4.8147364020017243</c:v>
                </c:pt>
                <c:pt idx="2182">
                  <c:v>5.3730020523071289</c:v>
                </c:pt>
                <c:pt idx="2183">
                  <c:v>5.3560398902949089</c:v>
                </c:pt>
                <c:pt idx="2184">
                  <c:v>5.2169367397080446</c:v>
                </c:pt>
                <c:pt idx="2185">
                  <c:v>5.1131483574351986</c:v>
                </c:pt>
                <c:pt idx="2186">
                  <c:v>5.0031166076660156</c:v>
                </c:pt>
                <c:pt idx="2187">
                  <c:v>5.0878432519820462</c:v>
                </c:pt>
                <c:pt idx="2188">
                  <c:v>5.4034292525496239</c:v>
                </c:pt>
                <c:pt idx="2189">
                  <c:v>5.7234334945678711</c:v>
                </c:pt>
                <c:pt idx="2190">
                  <c:v>5.8028675736821356</c:v>
                </c:pt>
                <c:pt idx="2191">
                  <c:v>6.0071422255214424</c:v>
                </c:pt>
                <c:pt idx="2192">
                  <c:v>6.0669455528259277</c:v>
                </c:pt>
                <c:pt idx="2193">
                  <c:v>6.0267205067123459</c:v>
                </c:pt>
                <c:pt idx="2194">
                  <c:v>5.5340357854594506</c:v>
                </c:pt>
                <c:pt idx="2195">
                  <c:v>5.332545280456543</c:v>
                </c:pt>
                <c:pt idx="2196">
                  <c:v>5.274271480445325</c:v>
                </c:pt>
                <c:pt idx="2197">
                  <c:v>5.0274078319874</c:v>
                </c:pt>
                <c:pt idx="2198">
                  <c:v>4.7825269625892366</c:v>
                </c:pt>
                <c:pt idx="2199">
                  <c:v>4.7211833000183114</c:v>
                </c:pt>
                <c:pt idx="2200">
                  <c:v>4.6913279308806617</c:v>
                </c:pt>
                <c:pt idx="2201">
                  <c:v>4.5361967720014356</c:v>
                </c:pt>
                <c:pt idx="2202">
                  <c:v>4.3774162617528596</c:v>
                </c:pt>
                <c:pt idx="2203">
                  <c:v>4.2167494392286038</c:v>
                </c:pt>
                <c:pt idx="2204">
                  <c:v>4.0942740440368652</c:v>
                </c:pt>
                <c:pt idx="2205">
                  <c:v>4.0451032451771152</c:v>
                </c:pt>
                <c:pt idx="2206">
                  <c:v>3.7076269003470039</c:v>
                </c:pt>
                <c:pt idx="2207">
                  <c:v>3.5816175937652588</c:v>
                </c:pt>
                <c:pt idx="2208">
                  <c:v>3.4949948216753439</c:v>
                </c:pt>
                <c:pt idx="2209">
                  <c:v>3.0987648963928218</c:v>
                </c:pt>
                <c:pt idx="2210">
                  <c:v>3.0528184847551958</c:v>
                </c:pt>
                <c:pt idx="2211">
                  <c:v>2.851531028747559</c:v>
                </c:pt>
                <c:pt idx="2212">
                  <c:v>2.8145957216856972</c:v>
                </c:pt>
                <c:pt idx="2213">
                  <c:v>2.7050594975214768</c:v>
                </c:pt>
                <c:pt idx="2214">
                  <c:v>2.5973683273087178</c:v>
                </c:pt>
                <c:pt idx="2215">
                  <c:v>2.4981151821018832</c:v>
                </c:pt>
                <c:pt idx="2216">
                  <c:v>2.4248688220977779</c:v>
                </c:pt>
                <c:pt idx="2217">
                  <c:v>2.380143730574618</c:v>
                </c:pt>
                <c:pt idx="2218">
                  <c:v>2.255110827168116</c:v>
                </c:pt>
                <c:pt idx="2219">
                  <c:v>2.16419529914856</c:v>
                </c:pt>
                <c:pt idx="2220">
                  <c:v>2.1010536255819789</c:v>
                </c:pt>
                <c:pt idx="2221">
                  <c:v>2.034744024276733</c:v>
                </c:pt>
                <c:pt idx="2222">
                  <c:v>2.2802137041932049</c:v>
                </c:pt>
                <c:pt idx="2223">
                  <c:v>3.0724539756774898</c:v>
                </c:pt>
                <c:pt idx="2224">
                  <c:v>3.1024014944123568</c:v>
                </c:pt>
                <c:pt idx="2225">
                  <c:v>3.1755390799659602</c:v>
                </c:pt>
                <c:pt idx="2226">
                  <c:v>3.2688743499963611</c:v>
                </c:pt>
                <c:pt idx="2227">
                  <c:v>3.279942512512207</c:v>
                </c:pt>
                <c:pt idx="2228">
                  <c:v>3.278211446808891</c:v>
                </c:pt>
                <c:pt idx="2229">
                  <c:v>3.258221197570029</c:v>
                </c:pt>
                <c:pt idx="2230">
                  <c:v>3.2484087944030762</c:v>
                </c:pt>
                <c:pt idx="2231">
                  <c:v>3.2194469824833258</c:v>
                </c:pt>
                <c:pt idx="2232">
                  <c:v>2.9195336410953212</c:v>
                </c:pt>
                <c:pt idx="2233">
                  <c:v>2.8745050430297852</c:v>
                </c:pt>
                <c:pt idx="2234">
                  <c:v>2.831623210444604</c:v>
                </c:pt>
                <c:pt idx="2235">
                  <c:v>2.596623710440368</c:v>
                </c:pt>
                <c:pt idx="2236">
                  <c:v>2.508100271224976</c:v>
                </c:pt>
                <c:pt idx="2237">
                  <c:v>2.4947632395382051</c:v>
                </c:pt>
                <c:pt idx="2238">
                  <c:v>2.434569061378399</c:v>
                </c:pt>
                <c:pt idx="2239">
                  <c:v>2.390290990737777</c:v>
                </c:pt>
                <c:pt idx="2240">
                  <c:v>2.344967821548583</c:v>
                </c:pt>
                <c:pt idx="2241">
                  <c:v>2.3016508917488632</c:v>
                </c:pt>
                <c:pt idx="2242">
                  <c:v>2.2537696361541748</c:v>
                </c:pt>
                <c:pt idx="2243">
                  <c:v>2.2505688642580881</c:v>
                </c:pt>
                <c:pt idx="2244">
                  <c:v>2.2354580718016939</c:v>
                </c:pt>
                <c:pt idx="2245">
                  <c:v>2.2210197448730469</c:v>
                </c:pt>
                <c:pt idx="2246">
                  <c:v>2.2228776798647458</c:v>
                </c:pt>
                <c:pt idx="2247">
                  <c:v>2.2515826225280762</c:v>
                </c:pt>
                <c:pt idx="2248">
                  <c:v>2.2376535998209128</c:v>
                </c:pt>
                <c:pt idx="2249">
                  <c:v>2.021069444128047</c:v>
                </c:pt>
                <c:pt idx="2250">
                  <c:v>1.9870384931564331</c:v>
                </c:pt>
                <c:pt idx="2251">
                  <c:v>1.9310682026861421</c:v>
                </c:pt>
                <c:pt idx="2252">
                  <c:v>1.8882500301100531</c:v>
                </c:pt>
                <c:pt idx="2253">
                  <c:v>1.798829438559451</c:v>
                </c:pt>
                <c:pt idx="2254">
                  <c:v>1.707687996499941</c:v>
                </c:pt>
                <c:pt idx="2255">
                  <c:v>1.6963068246841431</c:v>
                </c:pt>
                <c:pt idx="2256">
                  <c:v>1.692925558642594</c:v>
                </c:pt>
                <c:pt idx="2257">
                  <c:v>1.6545164769803971</c:v>
                </c:pt>
                <c:pt idx="2258">
                  <c:v>1.6442521810531621</c:v>
                </c:pt>
                <c:pt idx="2259">
                  <c:v>1.6437540054321289</c:v>
                </c:pt>
                <c:pt idx="2260">
                  <c:v>1.6378802936629091</c:v>
                </c:pt>
                <c:pt idx="2261">
                  <c:v>1.5895075545057049</c:v>
                </c:pt>
                <c:pt idx="2262">
                  <c:v>1.571496248245239</c:v>
                </c:pt>
                <c:pt idx="2263">
                  <c:v>1.535609788795341</c:v>
                </c:pt>
                <c:pt idx="2264">
                  <c:v>1.458764236043979</c:v>
                </c:pt>
                <c:pt idx="2265">
                  <c:v>1.3492404222488401</c:v>
                </c:pt>
                <c:pt idx="2266">
                  <c:v>1.360923615670802</c:v>
                </c:pt>
                <c:pt idx="2267">
                  <c:v>1.4574929762760169</c:v>
                </c:pt>
                <c:pt idx="2268">
                  <c:v>1.497382283210754</c:v>
                </c:pt>
                <c:pt idx="2269">
                  <c:v>1.520342354584</c:v>
                </c:pt>
                <c:pt idx="2270">
                  <c:v>1.5655833349139161</c:v>
                </c:pt>
                <c:pt idx="2271">
                  <c:v>1.6087615489959719</c:v>
                </c:pt>
                <c:pt idx="2272">
                  <c:v>1.649223723829137</c:v>
                </c:pt>
                <c:pt idx="2273">
                  <c:v>1.9513052998794831</c:v>
                </c:pt>
                <c:pt idx="2274">
                  <c:v>2.0022902488708501</c:v>
                </c:pt>
                <c:pt idx="2275">
                  <c:v>2.007734894482057</c:v>
                </c:pt>
                <c:pt idx="2276">
                  <c:v>2.0384360269207531</c:v>
                </c:pt>
                <c:pt idx="2277">
                  <c:v>2.0691473761969998</c:v>
                </c:pt>
                <c:pt idx="2278">
                  <c:v>2.1005548636318281</c:v>
                </c:pt>
                <c:pt idx="2279">
                  <c:v>2.1256980364428442</c:v>
                </c:pt>
                <c:pt idx="2280">
                  <c:v>2.1335046291351318</c:v>
                </c:pt>
                <c:pt idx="2281">
                  <c:v>2.110554894506711</c:v>
                </c:pt>
                <c:pt idx="2282">
                  <c:v>1.9842345380184041</c:v>
                </c:pt>
                <c:pt idx="2283">
                  <c:v>1.9477406740188601</c:v>
                </c:pt>
                <c:pt idx="2284">
                  <c:v>1.939357162290098</c:v>
                </c:pt>
                <c:pt idx="2285">
                  <c:v>1.86109614383114</c:v>
                </c:pt>
                <c:pt idx="2286">
                  <c:v>1.821937680244446</c:v>
                </c:pt>
                <c:pt idx="2287">
                  <c:v>1.822690690807331</c:v>
                </c:pt>
                <c:pt idx="2288">
                  <c:v>1.8300625077770449</c:v>
                </c:pt>
                <c:pt idx="2289">
                  <c:v>1.8344354629516599</c:v>
                </c:pt>
                <c:pt idx="2290">
                  <c:v>1.8097589607918341</c:v>
                </c:pt>
                <c:pt idx="2291">
                  <c:v>1.729246185738502</c:v>
                </c:pt>
                <c:pt idx="2292">
                  <c:v>1.713187223102272</c:v>
                </c:pt>
                <c:pt idx="2293">
                  <c:v>1.5763130186983001</c:v>
                </c:pt>
                <c:pt idx="2294">
                  <c:v>1.563827753067017</c:v>
                </c:pt>
                <c:pt idx="2295">
                  <c:v>1.56049908863957</c:v>
                </c:pt>
                <c:pt idx="2296">
                  <c:v>1.5360165606758109</c:v>
                </c:pt>
                <c:pt idx="2297">
                  <c:v>1.499842933751935</c:v>
                </c:pt>
                <c:pt idx="2298">
                  <c:v>1.493643522262573</c:v>
                </c:pt>
                <c:pt idx="2299">
                  <c:v>1.4788599014282231</c:v>
                </c:pt>
                <c:pt idx="2300">
                  <c:v>1.509337425231934</c:v>
                </c:pt>
                <c:pt idx="2301">
                  <c:v>1.517592420771398</c:v>
                </c:pt>
                <c:pt idx="2302">
                  <c:v>1.5357869304464771</c:v>
                </c:pt>
                <c:pt idx="2303">
                  <c:v>1.596052998598642</c:v>
                </c:pt>
                <c:pt idx="2304">
                  <c:v>1.6322369575500491</c:v>
                </c:pt>
                <c:pt idx="2305">
                  <c:v>1.660938294525435</c:v>
                </c:pt>
                <c:pt idx="2306">
                  <c:v>1.6847017081449249</c:v>
                </c:pt>
                <c:pt idx="2307">
                  <c:v>2.2409497313745881</c:v>
                </c:pt>
                <c:pt idx="2308">
                  <c:v>2.2869694232940669</c:v>
                </c:pt>
                <c:pt idx="2309">
                  <c:v>2.2866509696088899</c:v>
                </c:pt>
                <c:pt idx="2310">
                  <c:v>2.282268468827036</c:v>
                </c:pt>
                <c:pt idx="2311">
                  <c:v>2.2811903953552251</c:v>
                </c:pt>
                <c:pt idx="2312">
                  <c:v>2.268495353690454</c:v>
                </c:pt>
                <c:pt idx="2313">
                  <c:v>2.2309561832525788</c:v>
                </c:pt>
                <c:pt idx="2314">
                  <c:v>2.185635562157862</c:v>
                </c:pt>
                <c:pt idx="2315">
                  <c:v>2.1500436722573468</c:v>
                </c:pt>
                <c:pt idx="2316">
                  <c:v>2.1315016746521001</c:v>
                </c:pt>
                <c:pt idx="2317">
                  <c:v>2.121624872353078</c:v>
                </c:pt>
                <c:pt idx="2318">
                  <c:v>2.06517705558305</c:v>
                </c:pt>
                <c:pt idx="2319">
                  <c:v>2.0179797868187852</c:v>
                </c:pt>
                <c:pt idx="2320">
                  <c:v>1.9719174967257269</c:v>
                </c:pt>
                <c:pt idx="2321">
                  <c:v>1.9647078514099121</c:v>
                </c:pt>
                <c:pt idx="2322">
                  <c:v>1.9934463554518309</c:v>
                </c:pt>
                <c:pt idx="2323">
                  <c:v>2.014790596547912</c:v>
                </c:pt>
                <c:pt idx="2324">
                  <c:v>2.0255923271179199</c:v>
                </c:pt>
                <c:pt idx="2325">
                  <c:v>2.0288836370893608</c:v>
                </c:pt>
                <c:pt idx="2326">
                  <c:v>2.0582673199857409</c:v>
                </c:pt>
                <c:pt idx="2327">
                  <c:v>2.0753169059753418</c:v>
                </c:pt>
                <c:pt idx="2328">
                  <c:v>2.0792040378203711</c:v>
                </c:pt>
                <c:pt idx="2329">
                  <c:v>2.1031006419374569</c:v>
                </c:pt>
                <c:pt idx="2330">
                  <c:v>2.106216669082642</c:v>
                </c:pt>
                <c:pt idx="2331">
                  <c:v>2.103636346446597</c:v>
                </c:pt>
                <c:pt idx="2332">
                  <c:v>2.0855648716901078</c:v>
                </c:pt>
                <c:pt idx="2333">
                  <c:v>2.0673359921595988</c:v>
                </c:pt>
                <c:pt idx="2334">
                  <c:v>2.0594735145568852</c:v>
                </c:pt>
                <c:pt idx="2335">
                  <c:v>2.0361481044212639</c:v>
                </c:pt>
                <c:pt idx="2336">
                  <c:v>1.928131495585852</c:v>
                </c:pt>
                <c:pt idx="2337">
                  <c:v>1.8333874967651509</c:v>
                </c:pt>
                <c:pt idx="2338">
                  <c:v>1.7513365745544429</c:v>
                </c:pt>
                <c:pt idx="2339">
                  <c:v>1.7402933145218891</c:v>
                </c:pt>
                <c:pt idx="2340">
                  <c:v>1.6677172183990481</c:v>
                </c:pt>
                <c:pt idx="2341">
                  <c:v>1.671745060407281</c:v>
                </c:pt>
                <c:pt idx="2342">
                  <c:v>1.677491426467896</c:v>
                </c:pt>
                <c:pt idx="2343">
                  <c:v>1.7003669534785759</c:v>
                </c:pt>
                <c:pt idx="2344">
                  <c:v>1.7361060302373981</c:v>
                </c:pt>
                <c:pt idx="2345">
                  <c:v>1.7737443503844501</c:v>
                </c:pt>
                <c:pt idx="2346">
                  <c:v>1.7965061664581301</c:v>
                </c:pt>
                <c:pt idx="2347">
                  <c:v>1.887687930602133</c:v>
                </c:pt>
                <c:pt idx="2348">
                  <c:v>2.3611807823181148</c:v>
                </c:pt>
                <c:pt idx="2349">
                  <c:v>2.3635918843770889</c:v>
                </c:pt>
                <c:pt idx="2350">
                  <c:v>2.3732629137836319</c:v>
                </c:pt>
                <c:pt idx="2351">
                  <c:v>2.3791960937195542</c:v>
                </c:pt>
                <c:pt idx="2352">
                  <c:v>2.3814635276794429</c:v>
                </c:pt>
                <c:pt idx="2353">
                  <c:v>2.3692476706637842</c:v>
                </c:pt>
                <c:pt idx="2354">
                  <c:v>2.248393215261892</c:v>
                </c:pt>
                <c:pt idx="2355">
                  <c:v>2.226565837860107</c:v>
                </c:pt>
                <c:pt idx="2356">
                  <c:v>2.2174401303425242</c:v>
                </c:pt>
                <c:pt idx="2357">
                  <c:v>2.172296572782114</c:v>
                </c:pt>
                <c:pt idx="2358">
                  <c:v>2.1275881500797169</c:v>
                </c:pt>
                <c:pt idx="2359">
                  <c:v>2.0519602298736568</c:v>
                </c:pt>
                <c:pt idx="2360">
                  <c:v>2.025236766641616</c:v>
                </c:pt>
                <c:pt idx="2361">
                  <c:v>1.9848944646076849</c:v>
                </c:pt>
                <c:pt idx="2362">
                  <c:v>1.961345911026001</c:v>
                </c:pt>
                <c:pt idx="2363">
                  <c:v>1.9610565436594951</c:v>
                </c:pt>
                <c:pt idx="2364">
                  <c:v>1.9585591554641719</c:v>
                </c:pt>
                <c:pt idx="2365">
                  <c:v>1.966785270261179</c:v>
                </c:pt>
                <c:pt idx="2366">
                  <c:v>1.973934287591345</c:v>
                </c:pt>
                <c:pt idx="2367">
                  <c:v>1.9947606052155791</c:v>
                </c:pt>
                <c:pt idx="2368">
                  <c:v>2.0011129379272461</c:v>
                </c:pt>
                <c:pt idx="2369">
                  <c:v>2.0223091273462321</c:v>
                </c:pt>
                <c:pt idx="2370">
                  <c:v>2.0512430071950489</c:v>
                </c:pt>
                <c:pt idx="2371">
                  <c:v>2.0753555297851558</c:v>
                </c:pt>
                <c:pt idx="2372">
                  <c:v>2.0639289354053791</c:v>
                </c:pt>
                <c:pt idx="2373">
                  <c:v>1.9627945497578421</c:v>
                </c:pt>
                <c:pt idx="2374">
                  <c:v>1.805784678835717</c:v>
                </c:pt>
                <c:pt idx="2375">
                  <c:v>1.7675367593765261</c:v>
                </c:pt>
                <c:pt idx="2376">
                  <c:v>1.8560865411487</c:v>
                </c:pt>
                <c:pt idx="2377">
                  <c:v>2.9609826428527688</c:v>
                </c:pt>
                <c:pt idx="2378">
                  <c:v>3.3256015777587891</c:v>
                </c:pt>
                <c:pt idx="2379">
                  <c:v>4.1858291625976563</c:v>
                </c:pt>
                <c:pt idx="2380">
                  <c:v>5.4486500124986819</c:v>
                </c:pt>
                <c:pt idx="2381">
                  <c:v>5.5996613502502441</c:v>
                </c:pt>
                <c:pt idx="2382">
                  <c:v>5.5430168569481131</c:v>
                </c:pt>
                <c:pt idx="2383">
                  <c:v>5.2554506720873011</c:v>
                </c:pt>
                <c:pt idx="2384">
                  <c:v>4.9588748162272056</c:v>
                </c:pt>
                <c:pt idx="2385">
                  <c:v>4.8505740165710449</c:v>
                </c:pt>
                <c:pt idx="2386">
                  <c:v>4.886160532411024</c:v>
                </c:pt>
                <c:pt idx="2387">
                  <c:v>5.4389537750874482</c:v>
                </c:pt>
                <c:pt idx="2388">
                  <c:v>5.6028428077697754</c:v>
                </c:pt>
                <c:pt idx="2389">
                  <c:v>5.5479245118036724</c:v>
                </c:pt>
                <c:pt idx="2390">
                  <c:v>5.4176419102222733</c:v>
                </c:pt>
                <c:pt idx="2391">
                  <c:v>5.3206612170166228</c:v>
                </c:pt>
                <c:pt idx="2392">
                  <c:v>5.2260285831437869</c:v>
                </c:pt>
                <c:pt idx="2393">
                  <c:v>5.1068545297590031</c:v>
                </c:pt>
                <c:pt idx="2394">
                  <c:v>5.0608062744140616</c:v>
                </c:pt>
                <c:pt idx="2395">
                  <c:v>5.1387170539791676</c:v>
                </c:pt>
                <c:pt idx="2396">
                  <c:v>5.6679239135890196</c:v>
                </c:pt>
                <c:pt idx="2397">
                  <c:v>6.0889406204223633</c:v>
                </c:pt>
                <c:pt idx="2398">
                  <c:v>6.0323733583158532</c:v>
                </c:pt>
                <c:pt idx="2399">
                  <c:v>5.9433772132563929</c:v>
                </c:pt>
                <c:pt idx="2400">
                  <c:v>5.4270993771714311</c:v>
                </c:pt>
                <c:pt idx="2401">
                  <c:v>5.3242897987365723</c:v>
                </c:pt>
                <c:pt idx="2402">
                  <c:v>5.3475889365826141</c:v>
                </c:pt>
                <c:pt idx="2403">
                  <c:v>5.7471508219345706</c:v>
                </c:pt>
                <c:pt idx="2404">
                  <c:v>5.8464884757995614</c:v>
                </c:pt>
                <c:pt idx="2405">
                  <c:v>5.8955959467354946</c:v>
                </c:pt>
                <c:pt idx="2406">
                  <c:v>6.4018145406300242</c:v>
                </c:pt>
                <c:pt idx="2407">
                  <c:v>6.7063641548156738</c:v>
                </c:pt>
                <c:pt idx="2408">
                  <c:v>6.6592785353887187</c:v>
                </c:pt>
                <c:pt idx="2409">
                  <c:v>6.4065714495849084</c:v>
                </c:pt>
                <c:pt idx="2410">
                  <c:v>5.8245277404785156</c:v>
                </c:pt>
                <c:pt idx="2411">
                  <c:v>5.8126187665880131</c:v>
                </c:pt>
                <c:pt idx="2412">
                  <c:v>5.7926164946927932</c:v>
                </c:pt>
                <c:pt idx="2413">
                  <c:v>5.2958949491156071</c:v>
                </c:pt>
                <c:pt idx="2414">
                  <c:v>5.0024482239719692</c:v>
                </c:pt>
                <c:pt idx="2415">
                  <c:v>4.9530014991760254</c:v>
                </c:pt>
                <c:pt idx="2416">
                  <c:v>5.0865224332499128</c:v>
                </c:pt>
                <c:pt idx="2417">
                  <c:v>5.5207234306092001</c:v>
                </c:pt>
                <c:pt idx="2418">
                  <c:v>5.5769972801208496</c:v>
                </c:pt>
                <c:pt idx="2419">
                  <c:v>6.5081300735473633</c:v>
                </c:pt>
                <c:pt idx="2420">
                  <c:v>6.5980012276976918</c:v>
                </c:pt>
                <c:pt idx="2421">
                  <c:v>6.9090542793273926</c:v>
                </c:pt>
                <c:pt idx="2422">
                  <c:v>6.9779383175346901</c:v>
                </c:pt>
                <c:pt idx="2423">
                  <c:v>7.3556311567969042</c:v>
                </c:pt>
                <c:pt idx="2424">
                  <c:v>7.7099533236683913</c:v>
                </c:pt>
                <c:pt idx="2425">
                  <c:v>7.9445810317993164</c:v>
                </c:pt>
                <c:pt idx="2426">
                  <c:v>7.9004005432856674</c:v>
                </c:pt>
                <c:pt idx="2427">
                  <c:v>7.0121955871582031</c:v>
                </c:pt>
                <c:pt idx="2428">
                  <c:v>7.0165132570751343</c:v>
                </c:pt>
                <c:pt idx="2429">
                  <c:v>7.0440860591964203</c:v>
                </c:pt>
                <c:pt idx="2430">
                  <c:v>7.1469238065887604</c:v>
                </c:pt>
                <c:pt idx="2431">
                  <c:v>7.166935920715332</c:v>
                </c:pt>
                <c:pt idx="2432">
                  <c:v>7.1810631512434417</c:v>
                </c:pt>
                <c:pt idx="2433">
                  <c:v>7.3145716836621633</c:v>
                </c:pt>
                <c:pt idx="2434">
                  <c:v>7.4455257733100826</c:v>
                </c:pt>
                <c:pt idx="2435">
                  <c:v>7.5759520366954174</c:v>
                </c:pt>
                <c:pt idx="2436">
                  <c:v>7.7052143250016876</c:v>
                </c:pt>
                <c:pt idx="2437">
                  <c:v>7.7383413314819336</c:v>
                </c:pt>
                <c:pt idx="2438">
                  <c:v>7.3797273508093708</c:v>
                </c:pt>
                <c:pt idx="2439">
                  <c:v>6.6635775566101074</c:v>
                </c:pt>
                <c:pt idx="2440">
                  <c:v>6.6059497579737076</c:v>
                </c:pt>
                <c:pt idx="2441">
                  <c:v>6.1293511379535364</c:v>
                </c:pt>
                <c:pt idx="2442">
                  <c:v>5.8543200112363554</c:v>
                </c:pt>
                <c:pt idx="2443">
                  <c:v>5.8355178833007813</c:v>
                </c:pt>
                <c:pt idx="2444">
                  <c:v>5.3694038522597296</c:v>
                </c:pt>
                <c:pt idx="2445">
                  <c:v>5.0953960418701172</c:v>
                </c:pt>
                <c:pt idx="2446">
                  <c:v>5.0292784673701023</c:v>
                </c:pt>
                <c:pt idx="2447">
                  <c:v>4.7367153656794247</c:v>
                </c:pt>
                <c:pt idx="2448">
                  <c:v>4.5451916484291788</c:v>
                </c:pt>
                <c:pt idx="2449">
                  <c:v>4.4054379463195801</c:v>
                </c:pt>
                <c:pt idx="2450">
                  <c:v>4.3742124750154963</c:v>
                </c:pt>
                <c:pt idx="2451">
                  <c:v>4.1893086487585469</c:v>
                </c:pt>
                <c:pt idx="2452">
                  <c:v>4.0046376599931293</c:v>
                </c:pt>
                <c:pt idx="2453">
                  <c:v>3.877039909362793</c:v>
                </c:pt>
                <c:pt idx="2454">
                  <c:v>3.8477218545511742</c:v>
                </c:pt>
                <c:pt idx="2455">
                  <c:v>3.580879493380507</c:v>
                </c:pt>
                <c:pt idx="2456">
                  <c:v>3.3715237497933308</c:v>
                </c:pt>
                <c:pt idx="2457">
                  <c:v>3.3042163848876949</c:v>
                </c:pt>
                <c:pt idx="2458">
                  <c:v>2.8974888324737549</c:v>
                </c:pt>
                <c:pt idx="2459">
                  <c:v>2.8533185147172131</c:v>
                </c:pt>
                <c:pt idx="2460">
                  <c:v>2.568050622940063</c:v>
                </c:pt>
                <c:pt idx="2461">
                  <c:v>2.5462364015876449</c:v>
                </c:pt>
                <c:pt idx="2462">
                  <c:v>2.3302808302995279</c:v>
                </c:pt>
                <c:pt idx="2463">
                  <c:v>2.2142689228057861</c:v>
                </c:pt>
                <c:pt idx="2464">
                  <c:v>2.197926690809223</c:v>
                </c:pt>
                <c:pt idx="2465">
                  <c:v>2.0779234016692718</c:v>
                </c:pt>
                <c:pt idx="2466">
                  <c:v>2.0465793609619141</c:v>
                </c:pt>
                <c:pt idx="2467">
                  <c:v>1.98403764448566</c:v>
                </c:pt>
                <c:pt idx="2468">
                  <c:v>1.8474391778525221</c:v>
                </c:pt>
                <c:pt idx="2469">
                  <c:v>1.7747068405151369</c:v>
                </c:pt>
                <c:pt idx="2470">
                  <c:v>1.777803614107494</c:v>
                </c:pt>
                <c:pt idx="2471">
                  <c:v>1.80339113214695</c:v>
                </c:pt>
                <c:pt idx="2472">
                  <c:v>1.829346372676288</c:v>
                </c:pt>
                <c:pt idx="2473">
                  <c:v>1.8677452802658081</c:v>
                </c:pt>
                <c:pt idx="2474">
                  <c:v>1.855856471300612</c:v>
                </c:pt>
                <c:pt idx="2475">
                  <c:v>1.747744612221108</c:v>
                </c:pt>
                <c:pt idx="2476">
                  <c:v>1.692427294431772</c:v>
                </c:pt>
                <c:pt idx="2477">
                  <c:v>1.684036016464233</c:v>
                </c:pt>
                <c:pt idx="2478">
                  <c:v>1.710707067529589</c:v>
                </c:pt>
                <c:pt idx="2479">
                  <c:v>1.9436191101216971</c:v>
                </c:pt>
                <c:pt idx="2480">
                  <c:v>1.985092878341675</c:v>
                </c:pt>
                <c:pt idx="2481">
                  <c:v>1.983006554103075</c:v>
                </c:pt>
                <c:pt idx="2482">
                  <c:v>1.958657708292215</c:v>
                </c:pt>
                <c:pt idx="2483">
                  <c:v>1.9521787166595459</c:v>
                </c:pt>
                <c:pt idx="2484">
                  <c:v>1.93287761180111</c:v>
                </c:pt>
                <c:pt idx="2485">
                  <c:v>1.825182727895823</c:v>
                </c:pt>
                <c:pt idx="2486">
                  <c:v>1.7658834457397461</c:v>
                </c:pt>
                <c:pt idx="2487">
                  <c:v>1.758337197963691</c:v>
                </c:pt>
                <c:pt idx="2488">
                  <c:v>1.718057844346099</c:v>
                </c:pt>
                <c:pt idx="2489">
                  <c:v>1.685942028271912</c:v>
                </c:pt>
                <c:pt idx="2490">
                  <c:v>1.6758769750595091</c:v>
                </c:pt>
                <c:pt idx="2491">
                  <c:v>1.662977089572</c:v>
                </c:pt>
                <c:pt idx="2492">
                  <c:v>1.540373932828079</c:v>
                </c:pt>
                <c:pt idx="2493">
                  <c:v>1.4728587632386161</c:v>
                </c:pt>
                <c:pt idx="2494">
                  <c:v>1.426949739456177</c:v>
                </c:pt>
                <c:pt idx="2495">
                  <c:v>1.4544382568827929</c:v>
                </c:pt>
                <c:pt idx="2496">
                  <c:v>1.50066790613509</c:v>
                </c:pt>
                <c:pt idx="2497">
                  <c:v>1.5421229442748441</c:v>
                </c:pt>
                <c:pt idx="2498">
                  <c:v>1.5563570261001589</c:v>
                </c:pt>
                <c:pt idx="2499">
                  <c:v>1.656981351222484</c:v>
                </c:pt>
                <c:pt idx="2500">
                  <c:v>1.7283563613891599</c:v>
                </c:pt>
                <c:pt idx="2501">
                  <c:v>1.597036600112915</c:v>
                </c:pt>
                <c:pt idx="2502">
                  <c:v>1.5800786197624079</c:v>
                </c:pt>
                <c:pt idx="2503">
                  <c:v>1.4818509633349111</c:v>
                </c:pt>
                <c:pt idx="2504">
                  <c:v>1.4247516393661499</c:v>
                </c:pt>
                <c:pt idx="2505">
                  <c:v>1.423268205141885</c:v>
                </c:pt>
                <c:pt idx="2506">
                  <c:v>1.4177078105983369</c:v>
                </c:pt>
                <c:pt idx="2507">
                  <c:v>1.3990464332547241</c:v>
                </c:pt>
                <c:pt idx="2508">
                  <c:v>1.397191643714905</c:v>
                </c:pt>
                <c:pt idx="2509">
                  <c:v>1.3933084112556029</c:v>
                </c:pt>
                <c:pt idx="2510">
                  <c:v>1.339339623715543</c:v>
                </c:pt>
                <c:pt idx="2511">
                  <c:v>1.312729194660827</c:v>
                </c:pt>
                <c:pt idx="2512">
                  <c:v>1.275223426851646</c:v>
                </c:pt>
                <c:pt idx="2513">
                  <c:v>1.248185992240906</c:v>
                </c:pt>
                <c:pt idx="2514">
                  <c:v>1.212337609725509</c:v>
                </c:pt>
                <c:pt idx="2515">
                  <c:v>1.1717559839676781</c:v>
                </c:pt>
                <c:pt idx="2516">
                  <c:v>1.148066520690918</c:v>
                </c:pt>
                <c:pt idx="2517">
                  <c:v>1.1349013716850731</c:v>
                </c:pt>
                <c:pt idx="2518">
                  <c:v>1.0692252762745471</c:v>
                </c:pt>
                <c:pt idx="2519">
                  <c:v>1.0177608728408809</c:v>
                </c:pt>
                <c:pt idx="2520">
                  <c:v>1.0188046621531139</c:v>
                </c:pt>
                <c:pt idx="2521">
                  <c:v>1.039968244641654</c:v>
                </c:pt>
                <c:pt idx="2522">
                  <c:v>1.054265141487122</c:v>
                </c:pt>
                <c:pt idx="2523">
                  <c:v>1.0477085022456649</c:v>
                </c:pt>
                <c:pt idx="2524">
                  <c:v>0.99464577436447144</c:v>
                </c:pt>
                <c:pt idx="2525">
                  <c:v>0.99119239349278498</c:v>
                </c:pt>
                <c:pt idx="2526">
                  <c:v>0.9763282799588141</c:v>
                </c:pt>
                <c:pt idx="2527">
                  <c:v>0.96735204001216646</c:v>
                </c:pt>
                <c:pt idx="2528">
                  <c:v>0.96586364507675171</c:v>
                </c:pt>
                <c:pt idx="2529">
                  <c:v>0.96137993860993842</c:v>
                </c:pt>
                <c:pt idx="2530">
                  <c:v>0.91682227601737165</c:v>
                </c:pt>
                <c:pt idx="2531">
                  <c:v>0.85181185056301489</c:v>
                </c:pt>
                <c:pt idx="2532">
                  <c:v>0.84064638614654541</c:v>
                </c:pt>
                <c:pt idx="2533">
                  <c:v>0.83308836088651794</c:v>
                </c:pt>
                <c:pt idx="2534">
                  <c:v>0.81564456224441528</c:v>
                </c:pt>
                <c:pt idx="2535">
                  <c:v>0.81491056165914411</c:v>
                </c:pt>
                <c:pt idx="2536">
                  <c:v>0.81179255247116089</c:v>
                </c:pt>
                <c:pt idx="2537">
                  <c:v>0.82028695447102862</c:v>
                </c:pt>
                <c:pt idx="2538">
                  <c:v>0.90252476080663568</c:v>
                </c:pt>
                <c:pt idx="2539">
                  <c:v>0.98366588354110718</c:v>
                </c:pt>
                <c:pt idx="2540">
                  <c:v>0.9768436768594595</c:v>
                </c:pt>
                <c:pt idx="2541">
                  <c:v>0.97287008058768665</c:v>
                </c:pt>
                <c:pt idx="2542">
                  <c:v>0.89413569100970425</c:v>
                </c:pt>
                <c:pt idx="2543">
                  <c:v>0.86682087182998657</c:v>
                </c:pt>
                <c:pt idx="2544">
                  <c:v>0.85848002852544725</c:v>
                </c:pt>
                <c:pt idx="2545">
                  <c:v>0.83023344104439989</c:v>
                </c:pt>
                <c:pt idx="2546">
                  <c:v>0.80859696865081787</c:v>
                </c:pt>
                <c:pt idx="2547">
                  <c:v>0.80780422682989628</c:v>
                </c:pt>
                <c:pt idx="2548">
                  <c:v>0.80576139213752129</c:v>
                </c:pt>
                <c:pt idx="2549">
                  <c:v>0.79181358515054023</c:v>
                </c:pt>
                <c:pt idx="2550">
                  <c:v>0.78495534169312808</c:v>
                </c:pt>
                <c:pt idx="2551">
                  <c:v>0.77429252862930298</c:v>
                </c:pt>
                <c:pt idx="2552">
                  <c:v>0.74213228459669567</c:v>
                </c:pt>
                <c:pt idx="2553">
                  <c:v>0.70787206909839895</c:v>
                </c:pt>
                <c:pt idx="2554">
                  <c:v>0.66630779103128579</c:v>
                </c:pt>
                <c:pt idx="2555">
                  <c:v>0.66117459535598755</c:v>
                </c:pt>
                <c:pt idx="2556">
                  <c:v>0.65268169240825746</c:v>
                </c:pt>
                <c:pt idx="2557">
                  <c:v>0.59192701558619654</c:v>
                </c:pt>
                <c:pt idx="2558">
                  <c:v>0.56465864181518555</c:v>
                </c:pt>
                <c:pt idx="2559">
                  <c:v>0.57110643922121684</c:v>
                </c:pt>
                <c:pt idx="2560">
                  <c:v>0.57746508983627631</c:v>
                </c:pt>
                <c:pt idx="2561">
                  <c:v>0.61805659532546997</c:v>
                </c:pt>
                <c:pt idx="2562">
                  <c:v>0.61636393730499195</c:v>
                </c:pt>
                <c:pt idx="2563">
                  <c:v>0.60380541419072242</c:v>
                </c:pt>
                <c:pt idx="2564">
                  <c:v>0.59749561548233032</c:v>
                </c:pt>
                <c:pt idx="2565">
                  <c:v>0.59573354913896759</c:v>
                </c:pt>
                <c:pt idx="2566">
                  <c:v>0.57008082881201394</c:v>
                </c:pt>
                <c:pt idx="2567">
                  <c:v>0.55975977624573525</c:v>
                </c:pt>
                <c:pt idx="2568">
                  <c:v>0.55804842710494995</c:v>
                </c:pt>
                <c:pt idx="2569">
                  <c:v>0.55557946689061732</c:v>
                </c:pt>
                <c:pt idx="2570">
                  <c:v>0.52711073839651468</c:v>
                </c:pt>
                <c:pt idx="2571">
                  <c:v>0.48740727059348998</c:v>
                </c:pt>
                <c:pt idx="2572">
                  <c:v>0.47651538252830511</c:v>
                </c:pt>
                <c:pt idx="2573">
                  <c:v>0.46385758419871631</c:v>
                </c:pt>
                <c:pt idx="2574">
                  <c:v>0.43944635987281799</c:v>
                </c:pt>
                <c:pt idx="2575">
                  <c:v>0.43416493690142388</c:v>
                </c:pt>
                <c:pt idx="2576">
                  <c:v>0.43124672770500178</c:v>
                </c:pt>
                <c:pt idx="2577">
                  <c:v>0.42704203875056201</c:v>
                </c:pt>
                <c:pt idx="2578">
                  <c:v>0.39551037549972529</c:v>
                </c:pt>
                <c:pt idx="2579">
                  <c:v>0.39345984931559802</c:v>
                </c:pt>
                <c:pt idx="2580">
                  <c:v>0.37537627315091948</c:v>
                </c:pt>
                <c:pt idx="2581">
                  <c:v>0.36561152338981628</c:v>
                </c:pt>
                <c:pt idx="2582">
                  <c:v>0.36324192962265411</c:v>
                </c:pt>
                <c:pt idx="2583">
                  <c:v>0.35094550519017109</c:v>
                </c:pt>
                <c:pt idx="2584">
                  <c:v>0.32614046335220342</c:v>
                </c:pt>
                <c:pt idx="2585">
                  <c:v>0.32535245935502788</c:v>
                </c:pt>
                <c:pt idx="2586">
                  <c:v>0.32013582378703448</c:v>
                </c:pt>
                <c:pt idx="2587">
                  <c:v>0.31482430141749151</c:v>
                </c:pt>
                <c:pt idx="2588">
                  <c:v>0.30837952332460078</c:v>
                </c:pt>
                <c:pt idx="2589">
                  <c:v>0.30438160496482308</c:v>
                </c:pt>
                <c:pt idx="2590">
                  <c:v>0.30371525883674622</c:v>
                </c:pt>
                <c:pt idx="2591">
                  <c:v>0.30533482520890898</c:v>
                </c:pt>
                <c:pt idx="2592">
                  <c:v>0.31906791376687388</c:v>
                </c:pt>
                <c:pt idx="2593">
                  <c:v>0.32314261794090271</c:v>
                </c:pt>
                <c:pt idx="2594">
                  <c:v>0.32407578010008709</c:v>
                </c:pt>
                <c:pt idx="2595">
                  <c:v>0.33042104252838478</c:v>
                </c:pt>
                <c:pt idx="2596">
                  <c:v>0.33137905597686768</c:v>
                </c:pt>
                <c:pt idx="2597">
                  <c:v>0.33494510498938568</c:v>
                </c:pt>
                <c:pt idx="2598">
                  <c:v>0.34006029976717012</c:v>
                </c:pt>
                <c:pt idx="2599">
                  <c:v>0.34412568807601929</c:v>
                </c:pt>
                <c:pt idx="2600">
                  <c:v>0.36836868469257378</c:v>
                </c:pt>
                <c:pt idx="2601">
                  <c:v>0.40191255785113877</c:v>
                </c:pt>
                <c:pt idx="2602">
                  <c:v>0.42989617586135859</c:v>
                </c:pt>
                <c:pt idx="2603">
                  <c:v>0.43106172229429368</c:v>
                </c:pt>
                <c:pt idx="2604">
                  <c:v>0.4444664775617409</c:v>
                </c:pt>
                <c:pt idx="2605">
                  <c:v>0.44699057936668402</c:v>
                </c:pt>
                <c:pt idx="2606">
                  <c:v>0.44176993038042361</c:v>
                </c:pt>
                <c:pt idx="2607">
                  <c:v>0.44128122089277139</c:v>
                </c:pt>
                <c:pt idx="2608">
                  <c:v>0.42884303127261658</c:v>
                </c:pt>
                <c:pt idx="2609">
                  <c:v>0.42682972550392151</c:v>
                </c:pt>
                <c:pt idx="2610">
                  <c:v>0.42415682828913109</c:v>
                </c:pt>
                <c:pt idx="2611">
                  <c:v>0.39642331416318799</c:v>
                </c:pt>
                <c:pt idx="2612">
                  <c:v>0.36668032398827899</c:v>
                </c:pt>
                <c:pt idx="2613">
                  <c:v>0.36338478326797491</c:v>
                </c:pt>
                <c:pt idx="2614">
                  <c:v>0.37093477415578913</c:v>
                </c:pt>
                <c:pt idx="2615">
                  <c:v>0.37388056516647339</c:v>
                </c:pt>
                <c:pt idx="2616">
                  <c:v>0.3669708348789214</c:v>
                </c:pt>
                <c:pt idx="2617">
                  <c:v>0.36323890089988708</c:v>
                </c:pt>
                <c:pt idx="2618">
                  <c:v>0.36268659894722638</c:v>
                </c:pt>
                <c:pt idx="2619">
                  <c:v>0.35876650717434949</c:v>
                </c:pt>
                <c:pt idx="2620">
                  <c:v>0.35679548978805542</c:v>
                </c:pt>
                <c:pt idx="2621">
                  <c:v>0.36311710172927669</c:v>
                </c:pt>
                <c:pt idx="2622">
                  <c:v>0.36831064242967793</c:v>
                </c:pt>
                <c:pt idx="2623">
                  <c:v>0.37098485231399542</c:v>
                </c:pt>
                <c:pt idx="2624">
                  <c:v>0.36953737542998533</c:v>
                </c:pt>
                <c:pt idx="2625">
                  <c:v>0.36228078003920489</c:v>
                </c:pt>
                <c:pt idx="2626">
                  <c:v>0.35503438041501317</c:v>
                </c:pt>
                <c:pt idx="2627">
                  <c:v>0.34397605197297698</c:v>
                </c:pt>
                <c:pt idx="2628">
                  <c:v>0.34036782383918762</c:v>
                </c:pt>
                <c:pt idx="2629">
                  <c:v>0.34554460080923438</c:v>
                </c:pt>
                <c:pt idx="2630">
                  <c:v>0.39138832359375519</c:v>
                </c:pt>
                <c:pt idx="2631">
                  <c:v>0.41861987113952642</c:v>
                </c:pt>
                <c:pt idx="2632">
                  <c:v>0.42233052741203692</c:v>
                </c:pt>
                <c:pt idx="2633">
                  <c:v>0.45817091865429938</c:v>
                </c:pt>
                <c:pt idx="2634">
                  <c:v>0.46424901485443121</c:v>
                </c:pt>
                <c:pt idx="2635">
                  <c:v>0.46163930990865598</c:v>
                </c:pt>
                <c:pt idx="2636">
                  <c:v>0.42566494197643112</c:v>
                </c:pt>
                <c:pt idx="2637">
                  <c:v>0.40988773107528692</c:v>
                </c:pt>
                <c:pt idx="2638">
                  <c:v>0.40745460997212068</c:v>
                </c:pt>
                <c:pt idx="2639">
                  <c:v>0.37802158123610619</c:v>
                </c:pt>
                <c:pt idx="2640">
                  <c:v>0.37558788061141968</c:v>
                </c:pt>
                <c:pt idx="2641">
                  <c:v>0.37370470118915561</c:v>
                </c:pt>
                <c:pt idx="2642">
                  <c:v>0.35816941886458148</c:v>
                </c:pt>
                <c:pt idx="2643">
                  <c:v>0.35285812616348272</c:v>
                </c:pt>
                <c:pt idx="2644">
                  <c:v>0.35227377679310862</c:v>
                </c:pt>
                <c:pt idx="2645">
                  <c:v>0.3471196582154264</c:v>
                </c:pt>
                <c:pt idx="2646">
                  <c:v>0.34360199952466591</c:v>
                </c:pt>
                <c:pt idx="2647">
                  <c:v>0.34248977899551392</c:v>
                </c:pt>
                <c:pt idx="2648">
                  <c:v>0.3293270596098597</c:v>
                </c:pt>
                <c:pt idx="2649">
                  <c:v>0.3161028548410732</c:v>
                </c:pt>
                <c:pt idx="2650">
                  <c:v>0.30157087383188852</c:v>
                </c:pt>
                <c:pt idx="2651">
                  <c:v>0.29353797435760498</c:v>
                </c:pt>
                <c:pt idx="2652">
                  <c:v>0.28933562120244072</c:v>
                </c:pt>
                <c:pt idx="2653">
                  <c:v>0.27692166331551971</c:v>
                </c:pt>
                <c:pt idx="2654">
                  <c:v>0.26632800698280329</c:v>
                </c:pt>
                <c:pt idx="2655">
                  <c:v>0.25510847568511957</c:v>
                </c:pt>
                <c:pt idx="2656">
                  <c:v>0.25244609377185862</c:v>
                </c:pt>
                <c:pt idx="2657">
                  <c:v>0.22678995132446289</c:v>
                </c:pt>
                <c:pt idx="2658">
                  <c:v>0.22867016373928151</c:v>
                </c:pt>
                <c:pt idx="2659">
                  <c:v>0.2300359609192664</c:v>
                </c:pt>
                <c:pt idx="2660">
                  <c:v>0.25785024427771058</c:v>
                </c:pt>
                <c:pt idx="2661">
                  <c:v>0.27115486474738298</c:v>
                </c:pt>
                <c:pt idx="2662">
                  <c:v>0.2921129575540603</c:v>
                </c:pt>
                <c:pt idx="2663">
                  <c:v>0.31500134406644742</c:v>
                </c:pt>
                <c:pt idx="2664">
                  <c:v>0.32539784908294678</c:v>
                </c:pt>
                <c:pt idx="2665">
                  <c:v>0.32136329190343588</c:v>
                </c:pt>
                <c:pt idx="2666">
                  <c:v>0.30043415996270473</c:v>
                </c:pt>
                <c:pt idx="2667">
                  <c:v>0.29017865657806402</c:v>
                </c:pt>
                <c:pt idx="2668">
                  <c:v>0.29746682278401337</c:v>
                </c:pt>
                <c:pt idx="2669">
                  <c:v>0.3655544136119695</c:v>
                </c:pt>
                <c:pt idx="2670">
                  <c:v>0.3706057071685791</c:v>
                </c:pt>
                <c:pt idx="2671">
                  <c:v>0.36697961132970658</c:v>
                </c:pt>
                <c:pt idx="2672">
                  <c:v>0.34191077521845209</c:v>
                </c:pt>
                <c:pt idx="2673">
                  <c:v>0.33304935693740839</c:v>
                </c:pt>
                <c:pt idx="2674">
                  <c:v>0.33523231835608358</c:v>
                </c:pt>
                <c:pt idx="2675">
                  <c:v>0.35740100150887189</c:v>
                </c:pt>
                <c:pt idx="2676">
                  <c:v>0.37358613396216123</c:v>
                </c:pt>
                <c:pt idx="2677">
                  <c:v>0.37913650274276728</c:v>
                </c:pt>
                <c:pt idx="2678">
                  <c:v>0.3839018720034707</c:v>
                </c:pt>
                <c:pt idx="2679">
                  <c:v>0.42050454196915221</c:v>
                </c:pt>
                <c:pt idx="2680">
                  <c:v>0.4275413453578949</c:v>
                </c:pt>
                <c:pt idx="2681">
                  <c:v>0.4262098472798978</c:v>
                </c:pt>
                <c:pt idx="2682">
                  <c:v>0.40828800201416021</c:v>
                </c:pt>
                <c:pt idx="2683">
                  <c:v>0.40631190631418268</c:v>
                </c:pt>
                <c:pt idx="2684">
                  <c:v>0.39953411104594028</c:v>
                </c:pt>
                <c:pt idx="2685">
                  <c:v>0.3911226074003093</c:v>
                </c:pt>
                <c:pt idx="2686">
                  <c:v>0.38772982358932501</c:v>
                </c:pt>
                <c:pt idx="2687">
                  <c:v>0.38562431892224419</c:v>
                </c:pt>
                <c:pt idx="2688">
                  <c:v>0.36327675782482849</c:v>
                </c:pt>
                <c:pt idx="2689">
                  <c:v>0.341014564037323</c:v>
                </c:pt>
                <c:pt idx="2690">
                  <c:v>0.34724199024237767</c:v>
                </c:pt>
                <c:pt idx="2691">
                  <c:v>0.36932570690953259</c:v>
                </c:pt>
                <c:pt idx="2692">
                  <c:v>0.39230137092002437</c:v>
                </c:pt>
                <c:pt idx="2693">
                  <c:v>0.40620708465576172</c:v>
                </c:pt>
                <c:pt idx="2694">
                  <c:v>0.44529536313445101</c:v>
                </c:pt>
                <c:pt idx="2695">
                  <c:v>0.45949238538742071</c:v>
                </c:pt>
                <c:pt idx="2696">
                  <c:v>0.42305038687177859</c:v>
                </c:pt>
                <c:pt idx="2697">
                  <c:v>0.41565954685211182</c:v>
                </c:pt>
                <c:pt idx="2698">
                  <c:v>0.41534607292885101</c:v>
                </c:pt>
                <c:pt idx="2699">
                  <c:v>0.41501031590392418</c:v>
                </c:pt>
                <c:pt idx="2700">
                  <c:v>0.41469467951280192</c:v>
                </c:pt>
                <c:pt idx="2701">
                  <c:v>0.41464045643806458</c:v>
                </c:pt>
                <c:pt idx="2702">
                  <c:v>0.41533153448299759</c:v>
                </c:pt>
                <c:pt idx="2703">
                  <c:v>0.41590501822419612</c:v>
                </c:pt>
                <c:pt idx="2704">
                  <c:v>0.41651044143207228</c:v>
                </c:pt>
                <c:pt idx="2705">
                  <c:v>0.41758752474205307</c:v>
                </c:pt>
                <c:pt idx="2706">
                  <c:v>0.41795730590820313</c:v>
                </c:pt>
                <c:pt idx="2707">
                  <c:v>0.42261179448614272</c:v>
                </c:pt>
                <c:pt idx="2708">
                  <c:v>0.45238717236668119</c:v>
                </c:pt>
                <c:pt idx="2709">
                  <c:v>0.46228468418121338</c:v>
                </c:pt>
                <c:pt idx="2710">
                  <c:v>0.46097867578954987</c:v>
                </c:pt>
                <c:pt idx="2711">
                  <c:v>0.45193738506888781</c:v>
                </c:pt>
                <c:pt idx="2712">
                  <c:v>0.44276365637779241</c:v>
                </c:pt>
                <c:pt idx="2713">
                  <c:v>0.44185063293591481</c:v>
                </c:pt>
                <c:pt idx="2714">
                  <c:v>0.44077435364681411</c:v>
                </c:pt>
                <c:pt idx="2715">
                  <c:v>0.41864584415389122</c:v>
                </c:pt>
                <c:pt idx="2716">
                  <c:v>0.41320052742958069</c:v>
                </c:pt>
                <c:pt idx="2717">
                  <c:v>0.41823921828069011</c:v>
                </c:pt>
                <c:pt idx="2718">
                  <c:v>0.4513171324763251</c:v>
                </c:pt>
                <c:pt idx="2719">
                  <c:v>0.47662967443466192</c:v>
                </c:pt>
                <c:pt idx="2720">
                  <c:v>0.47752344878740283</c:v>
                </c:pt>
                <c:pt idx="2721">
                  <c:v>0.48712574705182837</c:v>
                </c:pt>
                <c:pt idx="2722">
                  <c:v>0.48954305052757258</c:v>
                </c:pt>
                <c:pt idx="2723">
                  <c:v>0.48826920476873648</c:v>
                </c:pt>
                <c:pt idx="2724">
                  <c:v>0.47304505850003581</c:v>
                </c:pt>
                <c:pt idx="2725">
                  <c:v>0.4673658013343811</c:v>
                </c:pt>
                <c:pt idx="2726">
                  <c:v>0.46497944920840101</c:v>
                </c:pt>
                <c:pt idx="2727">
                  <c:v>0.43784274489590991</c:v>
                </c:pt>
                <c:pt idx="2728">
                  <c:v>0.41845725687656121</c:v>
                </c:pt>
                <c:pt idx="2729">
                  <c:v>0.39957737922668463</c:v>
                </c:pt>
                <c:pt idx="2730">
                  <c:v>0.40011999665532799</c:v>
                </c:pt>
                <c:pt idx="2731">
                  <c:v>0.40300766244451169</c:v>
                </c:pt>
                <c:pt idx="2732">
                  <c:v>0.40438598394393921</c:v>
                </c:pt>
                <c:pt idx="2733">
                  <c:v>0.38623195886611938</c:v>
                </c:pt>
                <c:pt idx="2734">
                  <c:v>0.37546220534126562</c:v>
                </c:pt>
                <c:pt idx="2735">
                  <c:v>0.34188893437385559</c:v>
                </c:pt>
                <c:pt idx="2736">
                  <c:v>0.34014898283876849</c:v>
                </c:pt>
                <c:pt idx="2737">
                  <c:v>0.32955412688119728</c:v>
                </c:pt>
                <c:pt idx="2738">
                  <c:v>0.32067197561264038</c:v>
                </c:pt>
                <c:pt idx="2739">
                  <c:v>0.31986822898401562</c:v>
                </c:pt>
                <c:pt idx="2740">
                  <c:v>0.3192612981811942</c:v>
                </c:pt>
                <c:pt idx="2741">
                  <c:v>0.31093094534417248</c:v>
                </c:pt>
                <c:pt idx="2742">
                  <c:v>0.30275447788095078</c:v>
                </c:pt>
                <c:pt idx="2743">
                  <c:v>0.29441403823285661</c:v>
                </c:pt>
                <c:pt idx="2744">
                  <c:v>0.28533689234680187</c:v>
                </c:pt>
                <c:pt idx="2745">
                  <c:v>0.28120043873786932</c:v>
                </c:pt>
                <c:pt idx="2746">
                  <c:v>0.27852215267068892</c:v>
                </c:pt>
                <c:pt idx="2747">
                  <c:v>0.26552302021072749</c:v>
                </c:pt>
                <c:pt idx="2748">
                  <c:v>0.25549790263175959</c:v>
                </c:pt>
                <c:pt idx="2749">
                  <c:v>0.25625993716229079</c:v>
                </c:pt>
                <c:pt idx="2750">
                  <c:v>0.25835959183212248</c:v>
                </c:pt>
                <c:pt idx="2751">
                  <c:v>0.26011171936988831</c:v>
                </c:pt>
                <c:pt idx="2752">
                  <c:v>0.26315905288416153</c:v>
                </c:pt>
                <c:pt idx="2753">
                  <c:v>0.28105581033664412</c:v>
                </c:pt>
                <c:pt idx="2754">
                  <c:v>0.3031734193859727</c:v>
                </c:pt>
                <c:pt idx="2755">
                  <c:v>0.32066941261291498</c:v>
                </c:pt>
                <c:pt idx="2756">
                  <c:v>0.32754844117848098</c:v>
                </c:pt>
                <c:pt idx="2757">
                  <c:v>0.38776009887124979</c:v>
                </c:pt>
                <c:pt idx="2758">
                  <c:v>0.39842560887336731</c:v>
                </c:pt>
                <c:pt idx="2759">
                  <c:v>0.39670569118684818</c:v>
                </c:pt>
                <c:pt idx="2760">
                  <c:v>0.37184014916419977</c:v>
                </c:pt>
                <c:pt idx="2761">
                  <c:v>0.37416043933402038</c:v>
                </c:pt>
                <c:pt idx="2762">
                  <c:v>0.37480703580273161</c:v>
                </c:pt>
                <c:pt idx="2763">
                  <c:v>0.38386166641861341</c:v>
                </c:pt>
                <c:pt idx="2764">
                  <c:v>0.39502950465967968</c:v>
                </c:pt>
                <c:pt idx="2765">
                  <c:v>0.39728394150733948</c:v>
                </c:pt>
                <c:pt idx="2766">
                  <c:v>0.3990426906397207</c:v>
                </c:pt>
                <c:pt idx="2767">
                  <c:v>0.42751343088737692</c:v>
                </c:pt>
                <c:pt idx="2768">
                  <c:v>0.43478196859359741</c:v>
                </c:pt>
                <c:pt idx="2769">
                  <c:v>0.43280649925767278</c:v>
                </c:pt>
                <c:pt idx="2770">
                  <c:v>0.41283313796982057</c:v>
                </c:pt>
                <c:pt idx="2771">
                  <c:v>0.37614853517489771</c:v>
                </c:pt>
                <c:pt idx="2772">
                  <c:v>0.37364146113395691</c:v>
                </c:pt>
                <c:pt idx="2773">
                  <c:v>0.35174080729484558</c:v>
                </c:pt>
                <c:pt idx="2774">
                  <c:v>0.35078996717807781</c:v>
                </c:pt>
                <c:pt idx="2775">
                  <c:v>0.327667236328125</c:v>
                </c:pt>
                <c:pt idx="2776">
                  <c:v>0.33005023070055273</c:v>
                </c:pt>
                <c:pt idx="2777">
                  <c:v>0.34938911684520568</c:v>
                </c:pt>
                <c:pt idx="2778">
                  <c:v>0.36322396993637079</c:v>
                </c:pt>
                <c:pt idx="2779">
                  <c:v>0.36320134332962661</c:v>
                </c:pt>
                <c:pt idx="2780">
                  <c:v>0.36307620580186623</c:v>
                </c:pt>
                <c:pt idx="2781">
                  <c:v>0.3629491981042624</c:v>
                </c:pt>
                <c:pt idx="2782">
                  <c:v>0.36279436009470101</c:v>
                </c:pt>
                <c:pt idx="2783">
                  <c:v>0.36269932985305792</c:v>
                </c:pt>
                <c:pt idx="2784">
                  <c:v>0.36158614184830479</c:v>
                </c:pt>
                <c:pt idx="2785">
                  <c:v>0.3524177893550911</c:v>
                </c:pt>
                <c:pt idx="2786">
                  <c:v>0.350751131772995</c:v>
                </c:pt>
                <c:pt idx="2787">
                  <c:v>0.35129953877122372</c:v>
                </c:pt>
                <c:pt idx="2788">
                  <c:v>0.35580235812450323</c:v>
                </c:pt>
                <c:pt idx="2789">
                  <c:v>0.35746473073959351</c:v>
                </c:pt>
                <c:pt idx="2790">
                  <c:v>0.35577123030220098</c:v>
                </c:pt>
                <c:pt idx="2791">
                  <c:v>0.33880615631442151</c:v>
                </c:pt>
                <c:pt idx="2792">
                  <c:v>0.32891198992729193</c:v>
                </c:pt>
                <c:pt idx="2793">
                  <c:v>0.32702202460741342</c:v>
                </c:pt>
                <c:pt idx="2794">
                  <c:v>0.31514420020249839</c:v>
                </c:pt>
                <c:pt idx="2795">
                  <c:v>0.30554760468778608</c:v>
                </c:pt>
                <c:pt idx="2796">
                  <c:v>0.30100083351135248</c:v>
                </c:pt>
                <c:pt idx="2797">
                  <c:v>0.29790757902453741</c:v>
                </c:pt>
                <c:pt idx="2798">
                  <c:v>0.28034963591261958</c:v>
                </c:pt>
                <c:pt idx="2799">
                  <c:v>0.27663323283195501</c:v>
                </c:pt>
                <c:pt idx="2800">
                  <c:v>0.27318749427185002</c:v>
                </c:pt>
                <c:pt idx="2801">
                  <c:v>0.26486037313930078</c:v>
                </c:pt>
                <c:pt idx="2802">
                  <c:v>0.25841637417546509</c:v>
                </c:pt>
                <c:pt idx="2803">
                  <c:v>0.25791186094284058</c:v>
                </c:pt>
                <c:pt idx="2804">
                  <c:v>0.28004663005212038</c:v>
                </c:pt>
                <c:pt idx="2805">
                  <c:v>0.31900486350059509</c:v>
                </c:pt>
                <c:pt idx="2806">
                  <c:v>0.30986050340314991</c:v>
                </c:pt>
                <c:pt idx="2807">
                  <c:v>0.30033592939821241</c:v>
                </c:pt>
                <c:pt idx="2808">
                  <c:v>0.29153117435046499</c:v>
                </c:pt>
                <c:pt idx="2809">
                  <c:v>0.27892230369046772</c:v>
                </c:pt>
                <c:pt idx="2810">
                  <c:v>0.27287769317626948</c:v>
                </c:pt>
                <c:pt idx="2811">
                  <c:v>0.27551955804439299</c:v>
                </c:pt>
                <c:pt idx="2812">
                  <c:v>0.31313336027761762</c:v>
                </c:pt>
                <c:pt idx="2813">
                  <c:v>0.32519876956939697</c:v>
                </c:pt>
                <c:pt idx="2814">
                  <c:v>0.30271514037175151</c:v>
                </c:pt>
                <c:pt idx="2815">
                  <c:v>0.28657028079032898</c:v>
                </c:pt>
                <c:pt idx="2816">
                  <c:v>0.28340985134313712</c:v>
                </c:pt>
                <c:pt idx="2817">
                  <c:v>0.26709109544754028</c:v>
                </c:pt>
                <c:pt idx="2818">
                  <c:v>0.26617857416316831</c:v>
                </c:pt>
                <c:pt idx="2819">
                  <c:v>0.26147014661222012</c:v>
                </c:pt>
                <c:pt idx="2820">
                  <c:v>0.2566413169473617</c:v>
                </c:pt>
                <c:pt idx="2821">
                  <c:v>0.25178300976910373</c:v>
                </c:pt>
                <c:pt idx="2822">
                  <c:v>0.24588586944953891</c:v>
                </c:pt>
                <c:pt idx="2823">
                  <c:v>0.24348565936088559</c:v>
                </c:pt>
                <c:pt idx="2824">
                  <c:v>0.24257903091442931</c:v>
                </c:pt>
                <c:pt idx="2825">
                  <c:v>0.2371154505750358</c:v>
                </c:pt>
                <c:pt idx="2826">
                  <c:v>0.23385445773601529</c:v>
                </c:pt>
                <c:pt idx="2827">
                  <c:v>0.23260394917233049</c:v>
                </c:pt>
                <c:pt idx="2828">
                  <c:v>0.22458873155674061</c:v>
                </c:pt>
                <c:pt idx="2829">
                  <c:v>0.21926718950271609</c:v>
                </c:pt>
                <c:pt idx="2830">
                  <c:v>0.2204077593699203</c:v>
                </c:pt>
                <c:pt idx="2831">
                  <c:v>0.2304377773904922</c:v>
                </c:pt>
                <c:pt idx="2832">
                  <c:v>0.2334549278020859</c:v>
                </c:pt>
                <c:pt idx="2833">
                  <c:v>0.23144465445465201</c:v>
                </c:pt>
                <c:pt idx="2834">
                  <c:v>0.2198937247255392</c:v>
                </c:pt>
                <c:pt idx="2835">
                  <c:v>0.2114011519290408</c:v>
                </c:pt>
                <c:pt idx="2836">
                  <c:v>0.20989783108234411</c:v>
                </c:pt>
                <c:pt idx="2837">
                  <c:v>0.21677613905557749</c:v>
                </c:pt>
                <c:pt idx="2838">
                  <c:v>0.28222703545928779</c:v>
                </c:pt>
                <c:pt idx="2839">
                  <c:v>0.29285657405853271</c:v>
                </c:pt>
                <c:pt idx="2840">
                  <c:v>0.29808267062900529</c:v>
                </c:pt>
                <c:pt idx="2841">
                  <c:v>0.35415838137288458</c:v>
                </c:pt>
                <c:pt idx="2842">
                  <c:v>0.38334274291992188</c:v>
                </c:pt>
                <c:pt idx="2843">
                  <c:v>0.38274437361325941</c:v>
                </c:pt>
                <c:pt idx="2844">
                  <c:v>0.37732680535343183</c:v>
                </c:pt>
                <c:pt idx="2845">
                  <c:v>0.37345040932126738</c:v>
                </c:pt>
                <c:pt idx="2846">
                  <c:v>0.37206545472145081</c:v>
                </c:pt>
                <c:pt idx="2847">
                  <c:v>0.36948917880843751</c:v>
                </c:pt>
                <c:pt idx="2848">
                  <c:v>0.34485981149521999</c:v>
                </c:pt>
                <c:pt idx="2849">
                  <c:v>0.32768765358287388</c:v>
                </c:pt>
                <c:pt idx="2850">
                  <c:v>0.31625565886497498</c:v>
                </c:pt>
                <c:pt idx="2851">
                  <c:v>0.31602817240042053</c:v>
                </c:pt>
                <c:pt idx="2852">
                  <c:v>0.3153986239758837</c:v>
                </c:pt>
                <c:pt idx="2853">
                  <c:v>0.3138794753423792</c:v>
                </c:pt>
                <c:pt idx="2854">
                  <c:v>0.31328308582305908</c:v>
                </c:pt>
                <c:pt idx="2855">
                  <c:v>0.27696138290085082</c:v>
                </c:pt>
                <c:pt idx="2856">
                  <c:v>0.26925292611122131</c:v>
                </c:pt>
                <c:pt idx="2857">
                  <c:v>0.27046222529091801</c:v>
                </c:pt>
                <c:pt idx="2858">
                  <c:v>0.27194719061533729</c:v>
                </c:pt>
                <c:pt idx="2859">
                  <c:v>0.27422802417035969</c:v>
                </c:pt>
                <c:pt idx="2860">
                  <c:v>0.27615144066230768</c:v>
                </c:pt>
                <c:pt idx="2861">
                  <c:v>0.27672499418258673</c:v>
                </c:pt>
                <c:pt idx="2862">
                  <c:v>0.28220923360254879</c:v>
                </c:pt>
                <c:pt idx="2863">
                  <c:v>0.34332754479750882</c:v>
                </c:pt>
                <c:pt idx="2864">
                  <c:v>0.35456615686416632</c:v>
                </c:pt>
                <c:pt idx="2865">
                  <c:v>0.36605366909662618</c:v>
                </c:pt>
                <c:pt idx="2866">
                  <c:v>0.44007676219145331</c:v>
                </c:pt>
                <c:pt idx="2867">
                  <c:v>0.45022118091583252</c:v>
                </c:pt>
                <c:pt idx="2868">
                  <c:v>0.46228799458486669</c:v>
                </c:pt>
                <c:pt idx="2869">
                  <c:v>0.49562382412781952</c:v>
                </c:pt>
                <c:pt idx="2870">
                  <c:v>0.5250629186630249</c:v>
                </c:pt>
                <c:pt idx="2871">
                  <c:v>0.52784465588130958</c:v>
                </c:pt>
                <c:pt idx="2872">
                  <c:v>0.54529333029389393</c:v>
                </c:pt>
                <c:pt idx="2873">
                  <c:v>0.55901723030363604</c:v>
                </c:pt>
                <c:pt idx="2874">
                  <c:v>0.5734933614730835</c:v>
                </c:pt>
                <c:pt idx="2875">
                  <c:v>0.57750443251096095</c:v>
                </c:pt>
                <c:pt idx="2876">
                  <c:v>0.61347836256027222</c:v>
                </c:pt>
                <c:pt idx="2877">
                  <c:v>0.61546136901143489</c:v>
                </c:pt>
                <c:pt idx="2878">
                  <c:v>0.62455733973006844</c:v>
                </c:pt>
                <c:pt idx="2879">
                  <c:v>0.62864583730697632</c:v>
                </c:pt>
                <c:pt idx="2880">
                  <c:v>0.62680001941810692</c:v>
                </c:pt>
                <c:pt idx="2881">
                  <c:v>0.60557741518782249</c:v>
                </c:pt>
                <c:pt idx="2882">
                  <c:v>0.58864068984985352</c:v>
                </c:pt>
                <c:pt idx="2883">
                  <c:v>0.58424625938036268</c:v>
                </c:pt>
                <c:pt idx="2884">
                  <c:v>0.55105733834266379</c:v>
                </c:pt>
                <c:pt idx="2885">
                  <c:v>0.5443686842918396</c:v>
                </c:pt>
                <c:pt idx="2886">
                  <c:v>0.54041164214167725</c:v>
                </c:pt>
                <c:pt idx="2887">
                  <c:v>0.52597282266759782</c:v>
                </c:pt>
                <c:pt idx="2888">
                  <c:v>0.50110428308083821</c:v>
                </c:pt>
                <c:pt idx="2889">
                  <c:v>0.49721595644950872</c:v>
                </c:pt>
                <c:pt idx="2890">
                  <c:v>0.49916220647733289</c:v>
                </c:pt>
                <c:pt idx="2891">
                  <c:v>0.50137508657706253</c:v>
                </c:pt>
                <c:pt idx="2892">
                  <c:v>0.5019080638885498</c:v>
                </c:pt>
                <c:pt idx="2893">
                  <c:v>0.53334635327206992</c:v>
                </c:pt>
                <c:pt idx="2894">
                  <c:v>0.54064363241195679</c:v>
                </c:pt>
                <c:pt idx="2895">
                  <c:v>0.5909184244648269</c:v>
                </c:pt>
                <c:pt idx="2896">
                  <c:v>0.59834396839141846</c:v>
                </c:pt>
                <c:pt idx="2897">
                  <c:v>0.59331620086379799</c:v>
                </c:pt>
                <c:pt idx="2898">
                  <c:v>0.5821556865864117</c:v>
                </c:pt>
                <c:pt idx="2899">
                  <c:v>0.56711183153764733</c:v>
                </c:pt>
                <c:pt idx="2900">
                  <c:v>0.54906705015920609</c:v>
                </c:pt>
                <c:pt idx="2901">
                  <c:v>0.53388243913650513</c:v>
                </c:pt>
                <c:pt idx="2902">
                  <c:v>0.52927564558743523</c:v>
                </c:pt>
                <c:pt idx="2903">
                  <c:v>0.49970336919007541</c:v>
                </c:pt>
                <c:pt idx="2904">
                  <c:v>0.47714081406593323</c:v>
                </c:pt>
                <c:pt idx="2905">
                  <c:v>0.48729064819861129</c:v>
                </c:pt>
                <c:pt idx="2906">
                  <c:v>0.51697859673636937</c:v>
                </c:pt>
                <c:pt idx="2907">
                  <c:v>0.54225683212280273</c:v>
                </c:pt>
                <c:pt idx="2908">
                  <c:v>0.53533609131174953</c:v>
                </c:pt>
                <c:pt idx="2909">
                  <c:v>0.5337209470449692</c:v>
                </c:pt>
                <c:pt idx="2910">
                  <c:v>0.50035972863320499</c:v>
                </c:pt>
                <c:pt idx="2911">
                  <c:v>0.47425708174705511</c:v>
                </c:pt>
                <c:pt idx="2912">
                  <c:v>0.4829893793885035</c:v>
                </c:pt>
                <c:pt idx="2913">
                  <c:v>0.50791564005673129</c:v>
                </c:pt>
                <c:pt idx="2914">
                  <c:v>0.53903010603757884</c:v>
                </c:pt>
                <c:pt idx="2915">
                  <c:v>0.54105293750762939</c:v>
                </c:pt>
                <c:pt idx="2916">
                  <c:v>0.55162396399305513</c:v>
                </c:pt>
                <c:pt idx="2917">
                  <c:v>0.58192027437391702</c:v>
                </c:pt>
                <c:pt idx="2918">
                  <c:v>0.59882056713104248</c:v>
                </c:pt>
                <c:pt idx="2919">
                  <c:v>0.62247384815625828</c:v>
                </c:pt>
                <c:pt idx="2920">
                  <c:v>0.64745901361876468</c:v>
                </c:pt>
                <c:pt idx="2921">
                  <c:v>0.65334510803222656</c:v>
                </c:pt>
                <c:pt idx="2922">
                  <c:v>0.63556452754632375</c:v>
                </c:pt>
                <c:pt idx="2923">
                  <c:v>0.56758445501327515</c:v>
                </c:pt>
                <c:pt idx="2924">
                  <c:v>0.58638217408069249</c:v>
                </c:pt>
                <c:pt idx="2925">
                  <c:v>0.6136932153247705</c:v>
                </c:pt>
                <c:pt idx="2926">
                  <c:v>0.63204816571366385</c:v>
                </c:pt>
                <c:pt idx="2927">
                  <c:v>0.63991999626159668</c:v>
                </c:pt>
                <c:pt idx="2928">
                  <c:v>0.63907141586541316</c:v>
                </c:pt>
                <c:pt idx="2929">
                  <c:v>0.63198725539844103</c:v>
                </c:pt>
                <c:pt idx="2930">
                  <c:v>0.62619101816495337</c:v>
                </c:pt>
                <c:pt idx="2931">
                  <c:v>0.62065184116363525</c:v>
                </c:pt>
                <c:pt idx="2932">
                  <c:v>0.61645904881742764</c:v>
                </c:pt>
                <c:pt idx="2933">
                  <c:v>0.61402971412878105</c:v>
                </c:pt>
                <c:pt idx="2934">
                  <c:v>0.55814814567565918</c:v>
                </c:pt>
                <c:pt idx="2935">
                  <c:v>0.55976647138595581</c:v>
                </c:pt>
                <c:pt idx="2936">
                  <c:v>0.54701164530566304</c:v>
                </c:pt>
                <c:pt idx="2937">
                  <c:v>0.53408162856370867</c:v>
                </c:pt>
                <c:pt idx="2938">
                  <c:v>0.531938351132628</c:v>
                </c:pt>
                <c:pt idx="2939">
                  <c:v>0.51881757560497244</c:v>
                </c:pt>
                <c:pt idx="2940">
                  <c:v>0.50861966609954834</c:v>
                </c:pt>
                <c:pt idx="2941">
                  <c:v>0.49748994098272559</c:v>
                </c:pt>
                <c:pt idx="2942">
                  <c:v>0.46656829118728638</c:v>
                </c:pt>
                <c:pt idx="2943">
                  <c:v>0.45877458758532003</c:v>
                </c:pt>
                <c:pt idx="2944">
                  <c:v>0.43585476247319721</c:v>
                </c:pt>
                <c:pt idx="2945">
                  <c:v>0.42738062143325811</c:v>
                </c:pt>
                <c:pt idx="2946">
                  <c:v>0.42603929404525182</c:v>
                </c:pt>
                <c:pt idx="2947">
                  <c:v>0.41168503444392729</c:v>
                </c:pt>
                <c:pt idx="2948">
                  <c:v>0.39631712436676031</c:v>
                </c:pt>
                <c:pt idx="2949">
                  <c:v>0.39275784928995561</c:v>
                </c:pt>
                <c:pt idx="2950">
                  <c:v>0.35652979103287491</c:v>
                </c:pt>
                <c:pt idx="2951">
                  <c:v>0.34460353851318359</c:v>
                </c:pt>
                <c:pt idx="2952">
                  <c:v>0.34126290738956339</c:v>
                </c:pt>
                <c:pt idx="2953">
                  <c:v>0.33188282269200847</c:v>
                </c:pt>
                <c:pt idx="2954">
                  <c:v>0.32157160604619772</c:v>
                </c:pt>
                <c:pt idx="2955">
                  <c:v>0.31942018866539001</c:v>
                </c:pt>
                <c:pt idx="2956">
                  <c:v>0.31635677042648869</c:v>
                </c:pt>
                <c:pt idx="2957">
                  <c:v>0.29821156905161939</c:v>
                </c:pt>
                <c:pt idx="2958">
                  <c:v>0.29008287191390991</c:v>
                </c:pt>
                <c:pt idx="2959">
                  <c:v>0.28579552345514347</c:v>
                </c:pt>
                <c:pt idx="2960">
                  <c:v>0.27179370762589777</c:v>
                </c:pt>
                <c:pt idx="2961">
                  <c:v>0.25480777025222778</c:v>
                </c:pt>
                <c:pt idx="2962">
                  <c:v>0.25320294211421512</c:v>
                </c:pt>
                <c:pt idx="2963">
                  <c:v>0.25089473765630882</c:v>
                </c:pt>
                <c:pt idx="2964">
                  <c:v>0.24952006340026861</c:v>
                </c:pt>
                <c:pt idx="2965">
                  <c:v>0.2499137413301179</c:v>
                </c:pt>
                <c:pt idx="2966">
                  <c:v>0.25294630714905691</c:v>
                </c:pt>
                <c:pt idx="2967">
                  <c:v>0.2557079203639045</c:v>
                </c:pt>
                <c:pt idx="2968">
                  <c:v>0.25810772180557251</c:v>
                </c:pt>
                <c:pt idx="2969">
                  <c:v>0.26003984151247561</c:v>
                </c:pt>
                <c:pt idx="2970">
                  <c:v>0.26695255720336108</c:v>
                </c:pt>
                <c:pt idx="2971">
                  <c:v>0.269733726978302</c:v>
                </c:pt>
                <c:pt idx="2972">
                  <c:v>0.26912698230709509</c:v>
                </c:pt>
                <c:pt idx="2973">
                  <c:v>0.26545995473861689</c:v>
                </c:pt>
                <c:pt idx="2974">
                  <c:v>0.27479251405043309</c:v>
                </c:pt>
                <c:pt idx="2975">
                  <c:v>0.28373545408248901</c:v>
                </c:pt>
                <c:pt idx="2976">
                  <c:v>0.28337595624171319</c:v>
                </c:pt>
                <c:pt idx="2977">
                  <c:v>0.28165430125529423</c:v>
                </c:pt>
                <c:pt idx="2978">
                  <c:v>0.28004644370423659</c:v>
                </c:pt>
                <c:pt idx="2979">
                  <c:v>0.27920147776603699</c:v>
                </c:pt>
                <c:pt idx="2980">
                  <c:v>0.2743302716861965</c:v>
                </c:pt>
                <c:pt idx="2981">
                  <c:v>0.25905611636137299</c:v>
                </c:pt>
                <c:pt idx="2982">
                  <c:v>0.2480762451887131</c:v>
                </c:pt>
                <c:pt idx="2983">
                  <c:v>0.2465274148020688</c:v>
                </c:pt>
                <c:pt idx="2984">
                  <c:v>0.23362241757630359</c:v>
                </c:pt>
                <c:pt idx="2985">
                  <c:v>0.2207229375572265</c:v>
                </c:pt>
                <c:pt idx="2986">
                  <c:v>0.2164694219827652</c:v>
                </c:pt>
                <c:pt idx="2987">
                  <c:v>0.21654086029465061</c:v>
                </c:pt>
                <c:pt idx="2988">
                  <c:v>0.2170429458388157</c:v>
                </c:pt>
                <c:pt idx="2989">
                  <c:v>0.21758237481117251</c:v>
                </c:pt>
                <c:pt idx="2990">
                  <c:v>0.21637360477876541</c:v>
                </c:pt>
                <c:pt idx="2991">
                  <c:v>0.21395457196457579</c:v>
                </c:pt>
                <c:pt idx="2992">
                  <c:v>0.21308845281600949</c:v>
                </c:pt>
                <c:pt idx="2993">
                  <c:v>0.20714763438848319</c:v>
                </c:pt>
                <c:pt idx="2994">
                  <c:v>0.20094631854014219</c:v>
                </c:pt>
                <c:pt idx="2995">
                  <c:v>0.19238701462745669</c:v>
                </c:pt>
                <c:pt idx="2996">
                  <c:v>0.1912045342714693</c:v>
                </c:pt>
                <c:pt idx="2997">
                  <c:v>0.18461900309221019</c:v>
                </c:pt>
                <c:pt idx="2998">
                  <c:v>0.18290342390537259</c:v>
                </c:pt>
                <c:pt idx="2999">
                  <c:v>0.1798656682853807</c:v>
                </c:pt>
                <c:pt idx="3000">
                  <c:v>0.1728322124621178</c:v>
                </c:pt>
                <c:pt idx="3001">
                  <c:v>0.17180958390235901</c:v>
                </c:pt>
                <c:pt idx="3002">
                  <c:v>0.19558760648599111</c:v>
                </c:pt>
                <c:pt idx="3003">
                  <c:v>0.19684043421686931</c:v>
                </c:pt>
                <c:pt idx="3004">
                  <c:v>0.23511722598144469</c:v>
                </c:pt>
                <c:pt idx="3005">
                  <c:v>0.27713862061500549</c:v>
                </c:pt>
                <c:pt idx="3006">
                  <c:v>0.28335722828940241</c:v>
                </c:pt>
                <c:pt idx="3007">
                  <c:v>0.30482600357799228</c:v>
                </c:pt>
                <c:pt idx="3008">
                  <c:v>0.34505228840066499</c:v>
                </c:pt>
                <c:pt idx="3009">
                  <c:v>0.36310136318206793</c:v>
                </c:pt>
                <c:pt idx="3010">
                  <c:v>0.35118558879844852</c:v>
                </c:pt>
                <c:pt idx="3011">
                  <c:v>0.33558636903762817</c:v>
                </c:pt>
                <c:pt idx="3012">
                  <c:v>0.33215755676007053</c:v>
                </c:pt>
                <c:pt idx="3013">
                  <c:v>0.32494744758546368</c:v>
                </c:pt>
                <c:pt idx="3014">
                  <c:v>0.31404481884898422</c:v>
                </c:pt>
                <c:pt idx="3015">
                  <c:v>0.30431791082097021</c:v>
                </c:pt>
                <c:pt idx="3016">
                  <c:v>0.30322679877281189</c:v>
                </c:pt>
                <c:pt idx="3017">
                  <c:v>0.29607431187680749</c:v>
                </c:pt>
                <c:pt idx="3018">
                  <c:v>0.2853410328907669</c:v>
                </c:pt>
                <c:pt idx="3019">
                  <c:v>0.27046293020248408</c:v>
                </c:pt>
                <c:pt idx="3020">
                  <c:v>0.27126919097714702</c:v>
                </c:pt>
                <c:pt idx="3021">
                  <c:v>0.27503667607831062</c:v>
                </c:pt>
                <c:pt idx="3022">
                  <c:v>0.27791988590031008</c:v>
                </c:pt>
                <c:pt idx="3023">
                  <c:v>0.27888217568397522</c:v>
                </c:pt>
                <c:pt idx="3024">
                  <c:v>0.28587774125088822</c:v>
                </c:pt>
                <c:pt idx="3025">
                  <c:v>0.29145923933602652</c:v>
                </c:pt>
                <c:pt idx="3026">
                  <c:v>0.30362707376480103</c:v>
                </c:pt>
                <c:pt idx="3027">
                  <c:v>0.30272539431343071</c:v>
                </c:pt>
                <c:pt idx="3028">
                  <c:v>0.29628806363118249</c:v>
                </c:pt>
                <c:pt idx="3029">
                  <c:v>0.29103679287502771</c:v>
                </c:pt>
                <c:pt idx="3030">
                  <c:v>0.28880041837692261</c:v>
                </c:pt>
                <c:pt idx="3031">
                  <c:v>0.29243381748900721</c:v>
                </c:pt>
                <c:pt idx="3032">
                  <c:v>0.29402476677320699</c:v>
                </c:pt>
                <c:pt idx="3033">
                  <c:v>0.29953908920288091</c:v>
                </c:pt>
                <c:pt idx="3034">
                  <c:v>0.29578305407215111</c:v>
                </c:pt>
                <c:pt idx="3035">
                  <c:v>0.29325705766677862</c:v>
                </c:pt>
                <c:pt idx="3036">
                  <c:v>0.29142975955336209</c:v>
                </c:pt>
                <c:pt idx="3037">
                  <c:v>0.28972654832728229</c:v>
                </c:pt>
                <c:pt idx="3038">
                  <c:v>0.27694341746616452</c:v>
                </c:pt>
                <c:pt idx="3039">
                  <c:v>0.27116009593009949</c:v>
                </c:pt>
                <c:pt idx="3040">
                  <c:v>0.27564346743714019</c:v>
                </c:pt>
                <c:pt idx="3041">
                  <c:v>0.30100568310505482</c:v>
                </c:pt>
                <c:pt idx="3042">
                  <c:v>0.34337357510702432</c:v>
                </c:pt>
                <c:pt idx="3043">
                  <c:v>0.35528755187988281</c:v>
                </c:pt>
                <c:pt idx="3044">
                  <c:v>0.35839614664361369</c:v>
                </c:pt>
                <c:pt idx="3045">
                  <c:v>0.39139439430496298</c:v>
                </c:pt>
                <c:pt idx="3046">
                  <c:v>0.42937761346490239</c:v>
                </c:pt>
                <c:pt idx="3047">
                  <c:v>0.45019491349499752</c:v>
                </c:pt>
                <c:pt idx="3048">
                  <c:v>0.45432806015014648</c:v>
                </c:pt>
                <c:pt idx="3049">
                  <c:v>0.45236615572427108</c:v>
                </c:pt>
                <c:pt idx="3050">
                  <c:v>0.43529814829763741</c:v>
                </c:pt>
                <c:pt idx="3051">
                  <c:v>0.43172305822372442</c:v>
                </c:pt>
                <c:pt idx="3052">
                  <c:v>0.47705737228594752</c:v>
                </c:pt>
                <c:pt idx="3053">
                  <c:v>0.50419396162033081</c:v>
                </c:pt>
                <c:pt idx="3054">
                  <c:v>0.50957600215791177</c:v>
                </c:pt>
                <c:pt idx="3055">
                  <c:v>0.51908461864426103</c:v>
                </c:pt>
                <c:pt idx="3056">
                  <c:v>0.51938865599771034</c:v>
                </c:pt>
                <c:pt idx="3057">
                  <c:v>0.52892237901687622</c:v>
                </c:pt>
                <c:pt idx="3058">
                  <c:v>0.52549416866516874</c:v>
                </c:pt>
                <c:pt idx="3059">
                  <c:v>0.51278138324360589</c:v>
                </c:pt>
                <c:pt idx="3060">
                  <c:v>0.50423325493156468</c:v>
                </c:pt>
                <c:pt idx="3061">
                  <c:v>0.50188547372817993</c:v>
                </c:pt>
                <c:pt idx="3062">
                  <c:v>0.48225914622694449</c:v>
                </c:pt>
                <c:pt idx="3063">
                  <c:v>0.47553264213673557</c:v>
                </c:pt>
                <c:pt idx="3064">
                  <c:v>0.44823887944221502</c:v>
                </c:pt>
                <c:pt idx="3065">
                  <c:v>0.44278124325007362</c:v>
                </c:pt>
                <c:pt idx="3066">
                  <c:v>0.41369979063292861</c:v>
                </c:pt>
                <c:pt idx="3067">
                  <c:v>0.39376148581504822</c:v>
                </c:pt>
                <c:pt idx="3068">
                  <c:v>0.38665897642769492</c:v>
                </c:pt>
                <c:pt idx="3069">
                  <c:v>0.36305917556784828</c:v>
                </c:pt>
                <c:pt idx="3070">
                  <c:v>0.34139761328697199</c:v>
                </c:pt>
                <c:pt idx="3071">
                  <c:v>0.35697856693150409</c:v>
                </c:pt>
                <c:pt idx="3072">
                  <c:v>0.37885059401289539</c:v>
                </c:pt>
                <c:pt idx="3073">
                  <c:v>0.40058386325836182</c:v>
                </c:pt>
                <c:pt idx="3074">
                  <c:v>0.40315015651973918</c:v>
                </c:pt>
                <c:pt idx="3075">
                  <c:v>0.4202123442463091</c:v>
                </c:pt>
                <c:pt idx="3076">
                  <c:v>0.43723803586440468</c:v>
                </c:pt>
                <c:pt idx="3077">
                  <c:v>0.44956215486052969</c:v>
                </c:pt>
                <c:pt idx="3078">
                  <c:v>0.45172056555747991</c:v>
                </c:pt>
                <c:pt idx="3079">
                  <c:v>0.44725813932138803</c:v>
                </c:pt>
                <c:pt idx="3080">
                  <c:v>0.40046455434009559</c:v>
                </c:pt>
                <c:pt idx="3081">
                  <c:v>0.39638075232505798</c:v>
                </c:pt>
                <c:pt idx="3082">
                  <c:v>0.39301940435606508</c:v>
                </c:pt>
                <c:pt idx="3083">
                  <c:v>0.36367953622508731</c:v>
                </c:pt>
                <c:pt idx="3084">
                  <c:v>0.35273823142051702</c:v>
                </c:pt>
                <c:pt idx="3085">
                  <c:v>0.35701320291165151</c:v>
                </c:pt>
                <c:pt idx="3086">
                  <c:v>0.3903461019824272</c:v>
                </c:pt>
                <c:pt idx="3087">
                  <c:v>0.41287911904525959</c:v>
                </c:pt>
                <c:pt idx="3088">
                  <c:v>0.41654837131500239</c:v>
                </c:pt>
                <c:pt idx="3089">
                  <c:v>0.41981072885009291</c:v>
                </c:pt>
                <c:pt idx="3090">
                  <c:v>0.44839472405114239</c:v>
                </c:pt>
                <c:pt idx="3091">
                  <c:v>0.47888781528768237</c:v>
                </c:pt>
                <c:pt idx="3092">
                  <c:v>0.50183522701263428</c:v>
                </c:pt>
                <c:pt idx="3093">
                  <c:v>0.49729902445194951</c:v>
                </c:pt>
                <c:pt idx="3094">
                  <c:v>0.4811812061798349</c:v>
                </c:pt>
                <c:pt idx="3095">
                  <c:v>0.46695647835864551</c:v>
                </c:pt>
                <c:pt idx="3096">
                  <c:v>0.46175509691238398</c:v>
                </c:pt>
                <c:pt idx="3097">
                  <c:v>0.4560239465377332</c:v>
                </c:pt>
                <c:pt idx="3098">
                  <c:v>0.40923327207565308</c:v>
                </c:pt>
                <c:pt idx="3099">
                  <c:v>0.39571650109708212</c:v>
                </c:pt>
                <c:pt idx="3100">
                  <c:v>0.3744951395402113</c:v>
                </c:pt>
                <c:pt idx="3101">
                  <c:v>0.37063732743263239</c:v>
                </c:pt>
                <c:pt idx="3102">
                  <c:v>0.44751542806625372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C3-43CE-87F0-14A01F6CD6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velocity_serial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Sheet1!$D$2:$D$3104</c:f>
              <c:numCache>
                <c:formatCode>General</c:formatCode>
                <c:ptCount val="310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1.575990621336459E-2</c:v>
                </c:pt>
                <c:pt idx="102">
                  <c:v>0.02</c:v>
                </c:pt>
                <c:pt idx="103">
                  <c:v>0.14000000000000001</c:v>
                </c:pt>
                <c:pt idx="104">
                  <c:v>0.44</c:v>
                </c:pt>
                <c:pt idx="105">
                  <c:v>0.97</c:v>
                </c:pt>
                <c:pt idx="106">
                  <c:v>1.68</c:v>
                </c:pt>
                <c:pt idx="107">
                  <c:v>2.28726351873012</c:v>
                </c:pt>
                <c:pt idx="108">
                  <c:v>2.46</c:v>
                </c:pt>
                <c:pt idx="109">
                  <c:v>3.26</c:v>
                </c:pt>
                <c:pt idx="110">
                  <c:v>4</c:v>
                </c:pt>
                <c:pt idx="111">
                  <c:v>4.5071009506036042</c:v>
                </c:pt>
                <c:pt idx="112">
                  <c:v>4.67</c:v>
                </c:pt>
                <c:pt idx="113">
                  <c:v>5.27</c:v>
                </c:pt>
                <c:pt idx="114">
                  <c:v>5.79</c:v>
                </c:pt>
                <c:pt idx="115">
                  <c:v>6.0849391442997609</c:v>
                </c:pt>
                <c:pt idx="116">
                  <c:v>6.23</c:v>
                </c:pt>
                <c:pt idx="117">
                  <c:v>6.62</c:v>
                </c:pt>
                <c:pt idx="118">
                  <c:v>6.9284922213124336</c:v>
                </c:pt>
                <c:pt idx="119">
                  <c:v>6.98</c:v>
                </c:pt>
                <c:pt idx="120">
                  <c:v>7.56</c:v>
                </c:pt>
                <c:pt idx="121">
                  <c:v>7.7121597332946799</c:v>
                </c:pt>
                <c:pt idx="122">
                  <c:v>7.81</c:v>
                </c:pt>
                <c:pt idx="123">
                  <c:v>8.0299999999999994</c:v>
                </c:pt>
                <c:pt idx="124">
                  <c:v>8.23</c:v>
                </c:pt>
                <c:pt idx="125">
                  <c:v>8.39</c:v>
                </c:pt>
                <c:pt idx="126">
                  <c:v>8.51</c:v>
                </c:pt>
                <c:pt idx="127">
                  <c:v>8.5227523457492183</c:v>
                </c:pt>
                <c:pt idx="128">
                  <c:v>8.64</c:v>
                </c:pt>
                <c:pt idx="129">
                  <c:v>8.76</c:v>
                </c:pt>
                <c:pt idx="130">
                  <c:v>8.8163390396659711</c:v>
                </c:pt>
                <c:pt idx="131">
                  <c:v>8.86</c:v>
                </c:pt>
                <c:pt idx="132">
                  <c:v>8.9600000000000009</c:v>
                </c:pt>
                <c:pt idx="133">
                  <c:v>9.06</c:v>
                </c:pt>
                <c:pt idx="134">
                  <c:v>9.1131521968365554</c:v>
                </c:pt>
                <c:pt idx="135">
                  <c:v>9.15</c:v>
                </c:pt>
                <c:pt idx="136">
                  <c:v>9.2200000000000006</c:v>
                </c:pt>
                <c:pt idx="137">
                  <c:v>9.2582957869543741</c:v>
                </c:pt>
                <c:pt idx="138">
                  <c:v>9.2799999999999994</c:v>
                </c:pt>
                <c:pt idx="139">
                  <c:v>9.34</c:v>
                </c:pt>
                <c:pt idx="140">
                  <c:v>9.42</c:v>
                </c:pt>
                <c:pt idx="141">
                  <c:v>9.4490423337589622</c:v>
                </c:pt>
                <c:pt idx="142">
                  <c:v>9.49</c:v>
                </c:pt>
                <c:pt idx="143">
                  <c:v>9.5299999999999994</c:v>
                </c:pt>
                <c:pt idx="144">
                  <c:v>9.5439663411593596</c:v>
                </c:pt>
                <c:pt idx="145">
                  <c:v>9.5500000000000007</c:v>
                </c:pt>
                <c:pt idx="146">
                  <c:v>9.58</c:v>
                </c:pt>
                <c:pt idx="147">
                  <c:v>9.618421689989237</c:v>
                </c:pt>
                <c:pt idx="148">
                  <c:v>9.6300000000000008</c:v>
                </c:pt>
                <c:pt idx="149">
                  <c:v>9.69</c:v>
                </c:pt>
                <c:pt idx="150">
                  <c:v>9.7068068543451655</c:v>
                </c:pt>
                <c:pt idx="151">
                  <c:v>9.73</c:v>
                </c:pt>
                <c:pt idx="152">
                  <c:v>9.76</c:v>
                </c:pt>
                <c:pt idx="153">
                  <c:v>9.7899999999999991</c:v>
                </c:pt>
                <c:pt idx="154">
                  <c:v>9.81</c:v>
                </c:pt>
                <c:pt idx="155">
                  <c:v>9.8290668031441317</c:v>
                </c:pt>
                <c:pt idx="156">
                  <c:v>9.83</c:v>
                </c:pt>
                <c:pt idx="157">
                  <c:v>9.84</c:v>
                </c:pt>
                <c:pt idx="158">
                  <c:v>9.85</c:v>
                </c:pt>
                <c:pt idx="159">
                  <c:v>9.8557742792405651</c:v>
                </c:pt>
                <c:pt idx="160">
                  <c:v>9.86</c:v>
                </c:pt>
                <c:pt idx="161">
                  <c:v>9.8682709456395781</c:v>
                </c:pt>
                <c:pt idx="162">
                  <c:v>9.8699999999999992</c:v>
                </c:pt>
                <c:pt idx="163">
                  <c:v>9.8699999999999992</c:v>
                </c:pt>
                <c:pt idx="164">
                  <c:v>9.84</c:v>
                </c:pt>
                <c:pt idx="165">
                  <c:v>9.8276692553242171</c:v>
                </c:pt>
                <c:pt idx="166">
                  <c:v>9.81</c:v>
                </c:pt>
                <c:pt idx="167">
                  <c:v>9.77</c:v>
                </c:pt>
                <c:pt idx="168">
                  <c:v>9.73</c:v>
                </c:pt>
                <c:pt idx="169">
                  <c:v>9.6852250732486898</c:v>
                </c:pt>
                <c:pt idx="170">
                  <c:v>9.67</c:v>
                </c:pt>
                <c:pt idx="171">
                  <c:v>9.618306667154835</c:v>
                </c:pt>
                <c:pt idx="172">
                  <c:v>9.61</c:v>
                </c:pt>
                <c:pt idx="173">
                  <c:v>9.58</c:v>
                </c:pt>
                <c:pt idx="174">
                  <c:v>9.5500000000000007</c:v>
                </c:pt>
                <c:pt idx="175">
                  <c:v>9.5412862521624096</c:v>
                </c:pt>
                <c:pt idx="176">
                  <c:v>9.5299999999999994</c:v>
                </c:pt>
                <c:pt idx="177">
                  <c:v>9.52</c:v>
                </c:pt>
                <c:pt idx="178">
                  <c:v>9.52</c:v>
                </c:pt>
                <c:pt idx="179">
                  <c:v>9.5135650541958707</c:v>
                </c:pt>
                <c:pt idx="180">
                  <c:v>9.51</c:v>
                </c:pt>
                <c:pt idx="181">
                  <c:v>9.51</c:v>
                </c:pt>
                <c:pt idx="182">
                  <c:v>9.5008075576305799</c:v>
                </c:pt>
                <c:pt idx="183">
                  <c:v>9.5</c:v>
                </c:pt>
                <c:pt idx="184">
                  <c:v>9.5</c:v>
                </c:pt>
                <c:pt idx="185">
                  <c:v>9.48</c:v>
                </c:pt>
                <c:pt idx="186">
                  <c:v>9.47498507284452</c:v>
                </c:pt>
                <c:pt idx="187">
                  <c:v>9.4700000000000006</c:v>
                </c:pt>
                <c:pt idx="188">
                  <c:v>9.44</c:v>
                </c:pt>
                <c:pt idx="189">
                  <c:v>9.4048932981770594</c:v>
                </c:pt>
                <c:pt idx="190">
                  <c:v>9.4</c:v>
                </c:pt>
                <c:pt idx="191">
                  <c:v>9.3800000000000008</c:v>
                </c:pt>
                <c:pt idx="192">
                  <c:v>9.35</c:v>
                </c:pt>
                <c:pt idx="193">
                  <c:v>9.35</c:v>
                </c:pt>
                <c:pt idx="194">
                  <c:v>9.35</c:v>
                </c:pt>
                <c:pt idx="195">
                  <c:v>9.3562014760147605</c:v>
                </c:pt>
                <c:pt idx="196">
                  <c:v>9.36</c:v>
                </c:pt>
                <c:pt idx="197">
                  <c:v>9.3699999999999992</c:v>
                </c:pt>
                <c:pt idx="198">
                  <c:v>9.3766333595594027</c:v>
                </c:pt>
                <c:pt idx="199">
                  <c:v>9.3800000000000008</c:v>
                </c:pt>
                <c:pt idx="200">
                  <c:v>9.3699999999999992</c:v>
                </c:pt>
                <c:pt idx="201">
                  <c:v>9.3539325369412474</c:v>
                </c:pt>
                <c:pt idx="202">
                  <c:v>9.35</c:v>
                </c:pt>
                <c:pt idx="203">
                  <c:v>9.33</c:v>
                </c:pt>
                <c:pt idx="204">
                  <c:v>9.3120788543077815</c:v>
                </c:pt>
                <c:pt idx="205">
                  <c:v>9.3000000000000007</c:v>
                </c:pt>
                <c:pt idx="206">
                  <c:v>9.2100000000000009</c:v>
                </c:pt>
                <c:pt idx="207">
                  <c:v>9.18</c:v>
                </c:pt>
                <c:pt idx="208">
                  <c:v>9.1723636611525183</c:v>
                </c:pt>
                <c:pt idx="209">
                  <c:v>9.17</c:v>
                </c:pt>
                <c:pt idx="210">
                  <c:v>9.18</c:v>
                </c:pt>
                <c:pt idx="211">
                  <c:v>9.2027898158179848</c:v>
                </c:pt>
                <c:pt idx="212">
                  <c:v>9.2100000000000009</c:v>
                </c:pt>
                <c:pt idx="213">
                  <c:v>9.2200000000000006</c:v>
                </c:pt>
                <c:pt idx="214">
                  <c:v>9.2115519971845856</c:v>
                </c:pt>
                <c:pt idx="215">
                  <c:v>9.2100000000000009</c:v>
                </c:pt>
                <c:pt idx="216">
                  <c:v>9.1999999999999993</c:v>
                </c:pt>
                <c:pt idx="217">
                  <c:v>9.1999999999999993</c:v>
                </c:pt>
                <c:pt idx="218">
                  <c:v>9.18</c:v>
                </c:pt>
                <c:pt idx="219">
                  <c:v>9.16</c:v>
                </c:pt>
                <c:pt idx="220">
                  <c:v>9.1521482339316744</c:v>
                </c:pt>
                <c:pt idx="221">
                  <c:v>9.15</c:v>
                </c:pt>
                <c:pt idx="222">
                  <c:v>9.16</c:v>
                </c:pt>
                <c:pt idx="223">
                  <c:v>9.17</c:v>
                </c:pt>
                <c:pt idx="224">
                  <c:v>9.1788509562193763</c:v>
                </c:pt>
                <c:pt idx="225">
                  <c:v>9.19</c:v>
                </c:pt>
                <c:pt idx="226">
                  <c:v>9.2100000000000009</c:v>
                </c:pt>
                <c:pt idx="227">
                  <c:v>9.2247272010166963</c:v>
                </c:pt>
                <c:pt idx="228">
                  <c:v>9.23</c:v>
                </c:pt>
                <c:pt idx="229">
                  <c:v>9.25</c:v>
                </c:pt>
                <c:pt idx="230">
                  <c:v>9.25</c:v>
                </c:pt>
                <c:pt idx="231">
                  <c:v>9.25</c:v>
                </c:pt>
                <c:pt idx="232">
                  <c:v>9.24</c:v>
                </c:pt>
                <c:pt idx="233">
                  <c:v>9.2100000000000009</c:v>
                </c:pt>
                <c:pt idx="234">
                  <c:v>9.17</c:v>
                </c:pt>
                <c:pt idx="235">
                  <c:v>9.14</c:v>
                </c:pt>
                <c:pt idx="236">
                  <c:v>9.11</c:v>
                </c:pt>
                <c:pt idx="237">
                  <c:v>9.0988772742308957</c:v>
                </c:pt>
                <c:pt idx="238">
                  <c:v>9.09</c:v>
                </c:pt>
                <c:pt idx="239">
                  <c:v>9.08</c:v>
                </c:pt>
                <c:pt idx="240">
                  <c:v>9.1043012012093811</c:v>
                </c:pt>
                <c:pt idx="241">
                  <c:v>9.11</c:v>
                </c:pt>
                <c:pt idx="242">
                  <c:v>9.14</c:v>
                </c:pt>
                <c:pt idx="243">
                  <c:v>9.16</c:v>
                </c:pt>
                <c:pt idx="244">
                  <c:v>9.183910651617186</c:v>
                </c:pt>
                <c:pt idx="245">
                  <c:v>9.19</c:v>
                </c:pt>
                <c:pt idx="246">
                  <c:v>9.1999999999999993</c:v>
                </c:pt>
                <c:pt idx="247">
                  <c:v>9.1925967795074541</c:v>
                </c:pt>
                <c:pt idx="248">
                  <c:v>9.19</c:v>
                </c:pt>
                <c:pt idx="249">
                  <c:v>9.15</c:v>
                </c:pt>
                <c:pt idx="250">
                  <c:v>9.15</c:v>
                </c:pt>
                <c:pt idx="251">
                  <c:v>9.15</c:v>
                </c:pt>
                <c:pt idx="252">
                  <c:v>9.16</c:v>
                </c:pt>
                <c:pt idx="253">
                  <c:v>9.1755530876194449</c:v>
                </c:pt>
                <c:pt idx="254">
                  <c:v>9.18</c:v>
                </c:pt>
                <c:pt idx="255">
                  <c:v>9.2200000000000006</c:v>
                </c:pt>
                <c:pt idx="256">
                  <c:v>9.2472227069371993</c:v>
                </c:pt>
                <c:pt idx="257">
                  <c:v>9.25</c:v>
                </c:pt>
                <c:pt idx="258">
                  <c:v>9.2799999999999994</c:v>
                </c:pt>
                <c:pt idx="259">
                  <c:v>9.32</c:v>
                </c:pt>
                <c:pt idx="260">
                  <c:v>9.3345519092562128</c:v>
                </c:pt>
                <c:pt idx="261">
                  <c:v>9.36</c:v>
                </c:pt>
                <c:pt idx="262">
                  <c:v>9.4</c:v>
                </c:pt>
                <c:pt idx="263">
                  <c:v>9.4181703119397628</c:v>
                </c:pt>
                <c:pt idx="264">
                  <c:v>9.42</c:v>
                </c:pt>
                <c:pt idx="265">
                  <c:v>9.44</c:v>
                </c:pt>
                <c:pt idx="266">
                  <c:v>9.44</c:v>
                </c:pt>
                <c:pt idx="267">
                  <c:v>9.44</c:v>
                </c:pt>
                <c:pt idx="268">
                  <c:v>9.43</c:v>
                </c:pt>
                <c:pt idx="269">
                  <c:v>9.4224574465699362</c:v>
                </c:pt>
                <c:pt idx="270">
                  <c:v>9.42</c:v>
                </c:pt>
                <c:pt idx="271">
                  <c:v>9.44</c:v>
                </c:pt>
                <c:pt idx="272">
                  <c:v>9.49</c:v>
                </c:pt>
                <c:pt idx="273">
                  <c:v>9.4991103280021694</c:v>
                </c:pt>
                <c:pt idx="274">
                  <c:v>9.51</c:v>
                </c:pt>
                <c:pt idx="275">
                  <c:v>9.5399999999999991</c:v>
                </c:pt>
                <c:pt idx="276">
                  <c:v>9.5473341280455895</c:v>
                </c:pt>
                <c:pt idx="277">
                  <c:v>9.5500000000000007</c:v>
                </c:pt>
                <c:pt idx="278">
                  <c:v>9.5399999999999991</c:v>
                </c:pt>
                <c:pt idx="279">
                  <c:v>9.52</c:v>
                </c:pt>
                <c:pt idx="280">
                  <c:v>9.5</c:v>
                </c:pt>
                <c:pt idx="281">
                  <c:v>9.4810739289776329</c:v>
                </c:pt>
                <c:pt idx="282">
                  <c:v>9.48</c:v>
                </c:pt>
                <c:pt idx="283">
                  <c:v>9.48</c:v>
                </c:pt>
                <c:pt idx="284">
                  <c:v>9.4700000000000006</c:v>
                </c:pt>
                <c:pt idx="285">
                  <c:v>9.4700000000000006</c:v>
                </c:pt>
                <c:pt idx="286">
                  <c:v>9.4700000000000006</c:v>
                </c:pt>
                <c:pt idx="287">
                  <c:v>9.4700000000000006</c:v>
                </c:pt>
                <c:pt idx="288">
                  <c:v>9.48</c:v>
                </c:pt>
                <c:pt idx="289">
                  <c:v>9.49</c:v>
                </c:pt>
                <c:pt idx="290">
                  <c:v>9.52</c:v>
                </c:pt>
                <c:pt idx="291">
                  <c:v>9.5342227862380131</c:v>
                </c:pt>
                <c:pt idx="292">
                  <c:v>9.5399999999999991</c:v>
                </c:pt>
                <c:pt idx="293">
                  <c:v>9.56</c:v>
                </c:pt>
                <c:pt idx="294">
                  <c:v>9.5675657024350134</c:v>
                </c:pt>
                <c:pt idx="295">
                  <c:v>9.57</c:v>
                </c:pt>
                <c:pt idx="296">
                  <c:v>9.56</c:v>
                </c:pt>
                <c:pt idx="297">
                  <c:v>9.56</c:v>
                </c:pt>
                <c:pt idx="298">
                  <c:v>9.56</c:v>
                </c:pt>
                <c:pt idx="299">
                  <c:v>9.58</c:v>
                </c:pt>
                <c:pt idx="300">
                  <c:v>9.59</c:v>
                </c:pt>
                <c:pt idx="301">
                  <c:v>9.598065204894473</c:v>
                </c:pt>
                <c:pt idx="302">
                  <c:v>9.6</c:v>
                </c:pt>
                <c:pt idx="303">
                  <c:v>9.61</c:v>
                </c:pt>
                <c:pt idx="304">
                  <c:v>9.6300000000000008</c:v>
                </c:pt>
                <c:pt idx="305">
                  <c:v>9.6300000000000008</c:v>
                </c:pt>
                <c:pt idx="306">
                  <c:v>9.6300000000000008</c:v>
                </c:pt>
                <c:pt idx="307">
                  <c:v>9.6300000000000008</c:v>
                </c:pt>
                <c:pt idx="308">
                  <c:v>9.6329792434117323</c:v>
                </c:pt>
                <c:pt idx="309">
                  <c:v>9.64</c:v>
                </c:pt>
                <c:pt idx="310">
                  <c:v>9.64</c:v>
                </c:pt>
                <c:pt idx="311">
                  <c:v>9.6334007174840934</c:v>
                </c:pt>
                <c:pt idx="312">
                  <c:v>9.6300000000000008</c:v>
                </c:pt>
                <c:pt idx="313">
                  <c:v>9.6300000000000008</c:v>
                </c:pt>
                <c:pt idx="314">
                  <c:v>9.6199999999999992</c:v>
                </c:pt>
                <c:pt idx="315">
                  <c:v>9.6051041796320717</c:v>
                </c:pt>
                <c:pt idx="316">
                  <c:v>9.6</c:v>
                </c:pt>
                <c:pt idx="317">
                  <c:v>9.58</c:v>
                </c:pt>
                <c:pt idx="318">
                  <c:v>9.57</c:v>
                </c:pt>
                <c:pt idx="319">
                  <c:v>9.57</c:v>
                </c:pt>
                <c:pt idx="320">
                  <c:v>9.57</c:v>
                </c:pt>
                <c:pt idx="321">
                  <c:v>9.57</c:v>
                </c:pt>
                <c:pt idx="322">
                  <c:v>9.57</c:v>
                </c:pt>
                <c:pt idx="323">
                  <c:v>9.57</c:v>
                </c:pt>
                <c:pt idx="324">
                  <c:v>9.58</c:v>
                </c:pt>
                <c:pt idx="325">
                  <c:v>9.6</c:v>
                </c:pt>
                <c:pt idx="326">
                  <c:v>9.6071222014925368</c:v>
                </c:pt>
                <c:pt idx="327">
                  <c:v>9.61</c:v>
                </c:pt>
                <c:pt idx="328">
                  <c:v>9.6</c:v>
                </c:pt>
                <c:pt idx="329">
                  <c:v>9.6</c:v>
                </c:pt>
                <c:pt idx="330">
                  <c:v>9.6</c:v>
                </c:pt>
                <c:pt idx="331">
                  <c:v>9.6</c:v>
                </c:pt>
                <c:pt idx="332">
                  <c:v>9.6</c:v>
                </c:pt>
                <c:pt idx="333">
                  <c:v>9.6</c:v>
                </c:pt>
                <c:pt idx="334">
                  <c:v>9.6</c:v>
                </c:pt>
                <c:pt idx="335">
                  <c:v>9.59</c:v>
                </c:pt>
                <c:pt idx="336">
                  <c:v>9.59</c:v>
                </c:pt>
                <c:pt idx="337">
                  <c:v>9.59</c:v>
                </c:pt>
                <c:pt idx="338">
                  <c:v>9.59</c:v>
                </c:pt>
                <c:pt idx="339">
                  <c:v>9.5977751989931832</c:v>
                </c:pt>
                <c:pt idx="340">
                  <c:v>9.6</c:v>
                </c:pt>
                <c:pt idx="341">
                  <c:v>9.6199999999999992</c:v>
                </c:pt>
                <c:pt idx="342">
                  <c:v>9.6199999999999992</c:v>
                </c:pt>
                <c:pt idx="343">
                  <c:v>9.6139446765595729</c:v>
                </c:pt>
                <c:pt idx="344">
                  <c:v>9.61</c:v>
                </c:pt>
                <c:pt idx="345">
                  <c:v>9.61</c:v>
                </c:pt>
                <c:pt idx="346">
                  <c:v>9.61</c:v>
                </c:pt>
                <c:pt idx="347">
                  <c:v>9.61</c:v>
                </c:pt>
                <c:pt idx="348">
                  <c:v>9.6</c:v>
                </c:pt>
                <c:pt idx="349">
                  <c:v>9.6</c:v>
                </c:pt>
                <c:pt idx="350">
                  <c:v>9.6</c:v>
                </c:pt>
                <c:pt idx="351">
                  <c:v>9.61</c:v>
                </c:pt>
                <c:pt idx="352">
                  <c:v>9.6199999999999992</c:v>
                </c:pt>
                <c:pt idx="353">
                  <c:v>9.6334072051533557</c:v>
                </c:pt>
                <c:pt idx="354">
                  <c:v>9.64</c:v>
                </c:pt>
                <c:pt idx="355">
                  <c:v>9.66</c:v>
                </c:pt>
                <c:pt idx="356">
                  <c:v>9.68</c:v>
                </c:pt>
                <c:pt idx="357">
                  <c:v>9.69</c:v>
                </c:pt>
                <c:pt idx="358">
                  <c:v>9.6999999999999993</c:v>
                </c:pt>
                <c:pt idx="359">
                  <c:v>9.7100000000000009</c:v>
                </c:pt>
                <c:pt idx="360">
                  <c:v>9.7100000000000009</c:v>
                </c:pt>
                <c:pt idx="361">
                  <c:v>9.7200000000000006</c:v>
                </c:pt>
                <c:pt idx="362">
                  <c:v>9.7344981883016057</c:v>
                </c:pt>
                <c:pt idx="363">
                  <c:v>9.74</c:v>
                </c:pt>
                <c:pt idx="364">
                  <c:v>9.74</c:v>
                </c:pt>
                <c:pt idx="365">
                  <c:v>9.7208744018001472</c:v>
                </c:pt>
                <c:pt idx="366">
                  <c:v>9.7200000000000006</c:v>
                </c:pt>
                <c:pt idx="367">
                  <c:v>9.6999999999999993</c:v>
                </c:pt>
                <c:pt idx="368">
                  <c:v>9.69</c:v>
                </c:pt>
                <c:pt idx="369">
                  <c:v>9.69</c:v>
                </c:pt>
                <c:pt idx="370">
                  <c:v>9.6999999999999993</c:v>
                </c:pt>
                <c:pt idx="371">
                  <c:v>9.7100000000000009</c:v>
                </c:pt>
                <c:pt idx="372">
                  <c:v>9.7100000000000009</c:v>
                </c:pt>
                <c:pt idx="373">
                  <c:v>9.7100000000000009</c:v>
                </c:pt>
                <c:pt idx="374">
                  <c:v>9.7154449413442219</c:v>
                </c:pt>
                <c:pt idx="375">
                  <c:v>9.7200000000000006</c:v>
                </c:pt>
                <c:pt idx="376">
                  <c:v>9.7381880207579545</c:v>
                </c:pt>
                <c:pt idx="377">
                  <c:v>9.74</c:v>
                </c:pt>
                <c:pt idx="378">
                  <c:v>9.77</c:v>
                </c:pt>
                <c:pt idx="379">
                  <c:v>9.77</c:v>
                </c:pt>
                <c:pt idx="380">
                  <c:v>9.75</c:v>
                </c:pt>
                <c:pt idx="381">
                  <c:v>9.7379876184653007</c:v>
                </c:pt>
                <c:pt idx="382">
                  <c:v>9.73</c:v>
                </c:pt>
                <c:pt idx="383">
                  <c:v>9.7200000000000006</c:v>
                </c:pt>
                <c:pt idx="384">
                  <c:v>9.7200000000000006</c:v>
                </c:pt>
                <c:pt idx="385">
                  <c:v>9.7200000000000006</c:v>
                </c:pt>
                <c:pt idx="386">
                  <c:v>9.73</c:v>
                </c:pt>
                <c:pt idx="387">
                  <c:v>9.7379339217017424</c:v>
                </c:pt>
                <c:pt idx="388">
                  <c:v>9.74</c:v>
                </c:pt>
                <c:pt idx="389">
                  <c:v>9.75</c:v>
                </c:pt>
                <c:pt idx="390">
                  <c:v>9.7549737240580736</c:v>
                </c:pt>
                <c:pt idx="391">
                  <c:v>9.76</c:v>
                </c:pt>
                <c:pt idx="392">
                  <c:v>9.76</c:v>
                </c:pt>
                <c:pt idx="393">
                  <c:v>9.75</c:v>
                </c:pt>
                <c:pt idx="394">
                  <c:v>9.75</c:v>
                </c:pt>
                <c:pt idx="395">
                  <c:v>9.76506797769167</c:v>
                </c:pt>
                <c:pt idx="396">
                  <c:v>9.77</c:v>
                </c:pt>
                <c:pt idx="397">
                  <c:v>9.7994225104135353</c:v>
                </c:pt>
                <c:pt idx="398">
                  <c:v>9.8000000000000007</c:v>
                </c:pt>
                <c:pt idx="399">
                  <c:v>9.8000000000000007</c:v>
                </c:pt>
                <c:pt idx="400">
                  <c:v>9.8000000000000007</c:v>
                </c:pt>
                <c:pt idx="401">
                  <c:v>9.8000000000000007</c:v>
                </c:pt>
                <c:pt idx="402">
                  <c:v>9.8000000000000007</c:v>
                </c:pt>
                <c:pt idx="403">
                  <c:v>9.81</c:v>
                </c:pt>
                <c:pt idx="404">
                  <c:v>9.8172255301607656</c:v>
                </c:pt>
                <c:pt idx="405">
                  <c:v>9.82</c:v>
                </c:pt>
                <c:pt idx="406">
                  <c:v>9.84</c:v>
                </c:pt>
                <c:pt idx="407">
                  <c:v>9.848606827588732</c:v>
                </c:pt>
                <c:pt idx="408">
                  <c:v>9.85</c:v>
                </c:pt>
                <c:pt idx="409">
                  <c:v>9.85</c:v>
                </c:pt>
                <c:pt idx="410">
                  <c:v>9.84</c:v>
                </c:pt>
                <c:pt idx="411">
                  <c:v>9.8331635170674829</c:v>
                </c:pt>
                <c:pt idx="412">
                  <c:v>9.83</c:v>
                </c:pt>
                <c:pt idx="413">
                  <c:v>9.82</c:v>
                </c:pt>
                <c:pt idx="414">
                  <c:v>9.82</c:v>
                </c:pt>
                <c:pt idx="415">
                  <c:v>9.82</c:v>
                </c:pt>
                <c:pt idx="416">
                  <c:v>9.84</c:v>
                </c:pt>
                <c:pt idx="417">
                  <c:v>9.85</c:v>
                </c:pt>
                <c:pt idx="418">
                  <c:v>9.8538702842139205</c:v>
                </c:pt>
                <c:pt idx="419">
                  <c:v>9.86</c:v>
                </c:pt>
                <c:pt idx="420">
                  <c:v>9.8699999999999992</c:v>
                </c:pt>
                <c:pt idx="421">
                  <c:v>9.8769554899417749</c:v>
                </c:pt>
                <c:pt idx="422">
                  <c:v>9.8800000000000008</c:v>
                </c:pt>
                <c:pt idx="423">
                  <c:v>9.89</c:v>
                </c:pt>
                <c:pt idx="424">
                  <c:v>9.89</c:v>
                </c:pt>
                <c:pt idx="425">
                  <c:v>9.89</c:v>
                </c:pt>
                <c:pt idx="426">
                  <c:v>9.9</c:v>
                </c:pt>
                <c:pt idx="427">
                  <c:v>9.9</c:v>
                </c:pt>
                <c:pt idx="428">
                  <c:v>9.9</c:v>
                </c:pt>
                <c:pt idx="429">
                  <c:v>9.9</c:v>
                </c:pt>
                <c:pt idx="430">
                  <c:v>9.9</c:v>
                </c:pt>
                <c:pt idx="431">
                  <c:v>9.9</c:v>
                </c:pt>
                <c:pt idx="432">
                  <c:v>9.9</c:v>
                </c:pt>
                <c:pt idx="433">
                  <c:v>9.91</c:v>
                </c:pt>
                <c:pt idx="434">
                  <c:v>9.9249979916990227</c:v>
                </c:pt>
                <c:pt idx="435">
                  <c:v>9.93</c:v>
                </c:pt>
                <c:pt idx="436">
                  <c:v>9.9499999999999993</c:v>
                </c:pt>
                <c:pt idx="437">
                  <c:v>9.9586523742901818</c:v>
                </c:pt>
                <c:pt idx="438">
                  <c:v>9.9600000000000009</c:v>
                </c:pt>
                <c:pt idx="439">
                  <c:v>9.9600000000000009</c:v>
                </c:pt>
                <c:pt idx="440">
                  <c:v>9.9600000000000009</c:v>
                </c:pt>
                <c:pt idx="441">
                  <c:v>9.9600000000000009</c:v>
                </c:pt>
                <c:pt idx="442">
                  <c:v>9.9600000000000009</c:v>
                </c:pt>
                <c:pt idx="443">
                  <c:v>9.9676685418883988</c:v>
                </c:pt>
                <c:pt idx="444">
                  <c:v>9.9700000000000006</c:v>
                </c:pt>
                <c:pt idx="445">
                  <c:v>9.9700000000000006</c:v>
                </c:pt>
                <c:pt idx="446">
                  <c:v>9.9700000000000006</c:v>
                </c:pt>
                <c:pt idx="447">
                  <c:v>9.9700000000000006</c:v>
                </c:pt>
                <c:pt idx="448">
                  <c:v>9.9700000000000006</c:v>
                </c:pt>
                <c:pt idx="449">
                  <c:v>9.9700000000000006</c:v>
                </c:pt>
                <c:pt idx="450">
                  <c:v>9.9700000000000006</c:v>
                </c:pt>
                <c:pt idx="451">
                  <c:v>9.9700000000000006</c:v>
                </c:pt>
                <c:pt idx="452">
                  <c:v>9.9755846457128943</c:v>
                </c:pt>
                <c:pt idx="453">
                  <c:v>9.98</c:v>
                </c:pt>
                <c:pt idx="454">
                  <c:v>9.98</c:v>
                </c:pt>
                <c:pt idx="455">
                  <c:v>9.9720926756352775</c:v>
                </c:pt>
                <c:pt idx="456">
                  <c:v>9.9700000000000006</c:v>
                </c:pt>
                <c:pt idx="457">
                  <c:v>9.94</c:v>
                </c:pt>
                <c:pt idx="458">
                  <c:v>9.91</c:v>
                </c:pt>
                <c:pt idx="459">
                  <c:v>9.8956026747442429</c:v>
                </c:pt>
                <c:pt idx="460">
                  <c:v>9.8800000000000008</c:v>
                </c:pt>
                <c:pt idx="461">
                  <c:v>9.8699999999999992</c:v>
                </c:pt>
                <c:pt idx="462">
                  <c:v>9.862670996992021</c:v>
                </c:pt>
                <c:pt idx="463">
                  <c:v>9.86</c:v>
                </c:pt>
                <c:pt idx="464">
                  <c:v>9.86</c:v>
                </c:pt>
                <c:pt idx="465">
                  <c:v>9.86</c:v>
                </c:pt>
                <c:pt idx="466">
                  <c:v>9.8800000000000008</c:v>
                </c:pt>
                <c:pt idx="467">
                  <c:v>9.89</c:v>
                </c:pt>
                <c:pt idx="468">
                  <c:v>9.89</c:v>
                </c:pt>
                <c:pt idx="469">
                  <c:v>9.89</c:v>
                </c:pt>
                <c:pt idx="470">
                  <c:v>9.8800000000000008</c:v>
                </c:pt>
                <c:pt idx="471">
                  <c:v>9.8800000000000008</c:v>
                </c:pt>
                <c:pt idx="472">
                  <c:v>9.8699999999999992</c:v>
                </c:pt>
                <c:pt idx="473">
                  <c:v>9.84</c:v>
                </c:pt>
                <c:pt idx="474">
                  <c:v>9.83</c:v>
                </c:pt>
                <c:pt idx="475">
                  <c:v>9.83</c:v>
                </c:pt>
                <c:pt idx="476">
                  <c:v>9.83</c:v>
                </c:pt>
                <c:pt idx="477">
                  <c:v>9.8433166182397596</c:v>
                </c:pt>
                <c:pt idx="478">
                  <c:v>9.85</c:v>
                </c:pt>
                <c:pt idx="479">
                  <c:v>9.8699999999999992</c:v>
                </c:pt>
                <c:pt idx="480">
                  <c:v>9.8699999999999992</c:v>
                </c:pt>
                <c:pt idx="481">
                  <c:v>9.8699999999999992</c:v>
                </c:pt>
                <c:pt idx="482">
                  <c:v>9.8699999999999992</c:v>
                </c:pt>
                <c:pt idx="483">
                  <c:v>9.8699999999999992</c:v>
                </c:pt>
                <c:pt idx="484">
                  <c:v>9.8699999999999992</c:v>
                </c:pt>
                <c:pt idx="485">
                  <c:v>9.86</c:v>
                </c:pt>
                <c:pt idx="486">
                  <c:v>9.8424609258337483</c:v>
                </c:pt>
                <c:pt idx="487">
                  <c:v>9.84</c:v>
                </c:pt>
                <c:pt idx="488">
                  <c:v>9.81</c:v>
                </c:pt>
                <c:pt idx="489">
                  <c:v>9.81</c:v>
                </c:pt>
                <c:pt idx="490">
                  <c:v>9.81</c:v>
                </c:pt>
                <c:pt idx="491">
                  <c:v>9.81</c:v>
                </c:pt>
                <c:pt idx="492">
                  <c:v>9.8171519148936177</c:v>
                </c:pt>
                <c:pt idx="493">
                  <c:v>9.82</c:v>
                </c:pt>
                <c:pt idx="494">
                  <c:v>9.83</c:v>
                </c:pt>
                <c:pt idx="495">
                  <c:v>9.8383880318462484</c:v>
                </c:pt>
                <c:pt idx="496">
                  <c:v>9.84</c:v>
                </c:pt>
                <c:pt idx="497">
                  <c:v>9.85</c:v>
                </c:pt>
                <c:pt idx="498">
                  <c:v>9.85</c:v>
                </c:pt>
                <c:pt idx="499">
                  <c:v>9.85</c:v>
                </c:pt>
                <c:pt idx="500">
                  <c:v>9.85</c:v>
                </c:pt>
                <c:pt idx="501">
                  <c:v>9.85</c:v>
                </c:pt>
                <c:pt idx="502">
                  <c:v>9.8423966381998103</c:v>
                </c:pt>
                <c:pt idx="503">
                  <c:v>9.84</c:v>
                </c:pt>
                <c:pt idx="504">
                  <c:v>9.83</c:v>
                </c:pt>
                <c:pt idx="505">
                  <c:v>9.826063953912346</c:v>
                </c:pt>
                <c:pt idx="506">
                  <c:v>9.82</c:v>
                </c:pt>
                <c:pt idx="507">
                  <c:v>9.84</c:v>
                </c:pt>
                <c:pt idx="508">
                  <c:v>9.8699999999999992</c:v>
                </c:pt>
                <c:pt idx="509">
                  <c:v>9.8863619388469619</c:v>
                </c:pt>
                <c:pt idx="510">
                  <c:v>9.89</c:v>
                </c:pt>
                <c:pt idx="511">
                  <c:v>9.9</c:v>
                </c:pt>
                <c:pt idx="512">
                  <c:v>9.8800000000000008</c:v>
                </c:pt>
                <c:pt idx="513">
                  <c:v>9.8800000000000008</c:v>
                </c:pt>
                <c:pt idx="514">
                  <c:v>9.8800000000000008</c:v>
                </c:pt>
                <c:pt idx="515">
                  <c:v>9.89</c:v>
                </c:pt>
                <c:pt idx="516">
                  <c:v>9.89</c:v>
                </c:pt>
                <c:pt idx="517">
                  <c:v>9.89</c:v>
                </c:pt>
                <c:pt idx="518">
                  <c:v>9.9</c:v>
                </c:pt>
                <c:pt idx="519">
                  <c:v>9.9075727215417864</c:v>
                </c:pt>
                <c:pt idx="520">
                  <c:v>9.91</c:v>
                </c:pt>
                <c:pt idx="521">
                  <c:v>9.92</c:v>
                </c:pt>
                <c:pt idx="522">
                  <c:v>9.92</c:v>
                </c:pt>
                <c:pt idx="523">
                  <c:v>9.9208523078765136</c:v>
                </c:pt>
                <c:pt idx="524">
                  <c:v>9.93</c:v>
                </c:pt>
                <c:pt idx="525">
                  <c:v>9.93</c:v>
                </c:pt>
                <c:pt idx="526">
                  <c:v>9.93</c:v>
                </c:pt>
                <c:pt idx="527">
                  <c:v>9.93</c:v>
                </c:pt>
                <c:pt idx="528">
                  <c:v>9.93</c:v>
                </c:pt>
                <c:pt idx="529">
                  <c:v>9.9389002301435312</c:v>
                </c:pt>
                <c:pt idx="530">
                  <c:v>9.94</c:v>
                </c:pt>
                <c:pt idx="531">
                  <c:v>9.94</c:v>
                </c:pt>
                <c:pt idx="532">
                  <c:v>9.9318076991570692</c:v>
                </c:pt>
                <c:pt idx="533">
                  <c:v>9.93</c:v>
                </c:pt>
                <c:pt idx="534">
                  <c:v>9.93</c:v>
                </c:pt>
                <c:pt idx="535">
                  <c:v>9.94</c:v>
                </c:pt>
                <c:pt idx="536">
                  <c:v>9.9561169142309538</c:v>
                </c:pt>
                <c:pt idx="537">
                  <c:v>9.9600000000000009</c:v>
                </c:pt>
                <c:pt idx="538">
                  <c:v>9.98</c:v>
                </c:pt>
                <c:pt idx="539">
                  <c:v>9.9878626568789954</c:v>
                </c:pt>
                <c:pt idx="540">
                  <c:v>10</c:v>
                </c:pt>
                <c:pt idx="541">
                  <c:v>10.01</c:v>
                </c:pt>
                <c:pt idx="542">
                  <c:v>10.01592625066978</c:v>
                </c:pt>
                <c:pt idx="543">
                  <c:v>10.02</c:v>
                </c:pt>
                <c:pt idx="544">
                  <c:v>10.029999999999999</c:v>
                </c:pt>
                <c:pt idx="545">
                  <c:v>10.050000000000001</c:v>
                </c:pt>
                <c:pt idx="546">
                  <c:v>10.067441824306821</c:v>
                </c:pt>
                <c:pt idx="547">
                  <c:v>10.07</c:v>
                </c:pt>
                <c:pt idx="548">
                  <c:v>10.08</c:v>
                </c:pt>
                <c:pt idx="549">
                  <c:v>10.08</c:v>
                </c:pt>
                <c:pt idx="550">
                  <c:v>10.07</c:v>
                </c:pt>
                <c:pt idx="551">
                  <c:v>10.050000000000001</c:v>
                </c:pt>
                <c:pt idx="552">
                  <c:v>10.03259495569734</c:v>
                </c:pt>
                <c:pt idx="553">
                  <c:v>10.029999999999999</c:v>
                </c:pt>
                <c:pt idx="554">
                  <c:v>10.02</c:v>
                </c:pt>
                <c:pt idx="555">
                  <c:v>10.02</c:v>
                </c:pt>
                <c:pt idx="556">
                  <c:v>10.01</c:v>
                </c:pt>
                <c:pt idx="557">
                  <c:v>10.01</c:v>
                </c:pt>
                <c:pt idx="558">
                  <c:v>10.01</c:v>
                </c:pt>
                <c:pt idx="559">
                  <c:v>10.01</c:v>
                </c:pt>
                <c:pt idx="560">
                  <c:v>10.01</c:v>
                </c:pt>
                <c:pt idx="561">
                  <c:v>10.02</c:v>
                </c:pt>
                <c:pt idx="562">
                  <c:v>10.02</c:v>
                </c:pt>
                <c:pt idx="563">
                  <c:v>10.02</c:v>
                </c:pt>
                <c:pt idx="564">
                  <c:v>10.02</c:v>
                </c:pt>
                <c:pt idx="565">
                  <c:v>10.02</c:v>
                </c:pt>
                <c:pt idx="566">
                  <c:v>10.02</c:v>
                </c:pt>
                <c:pt idx="567">
                  <c:v>10.02</c:v>
                </c:pt>
                <c:pt idx="568">
                  <c:v>10</c:v>
                </c:pt>
                <c:pt idx="569">
                  <c:v>9.9940593079560323</c:v>
                </c:pt>
                <c:pt idx="570">
                  <c:v>9.99</c:v>
                </c:pt>
                <c:pt idx="571">
                  <c:v>9.98</c:v>
                </c:pt>
                <c:pt idx="572">
                  <c:v>9.98</c:v>
                </c:pt>
                <c:pt idx="573">
                  <c:v>9.98</c:v>
                </c:pt>
                <c:pt idx="574">
                  <c:v>9.98</c:v>
                </c:pt>
                <c:pt idx="575">
                  <c:v>9.9700000000000006</c:v>
                </c:pt>
                <c:pt idx="576">
                  <c:v>9.9700000000000006</c:v>
                </c:pt>
                <c:pt idx="577">
                  <c:v>9.9700000000000006</c:v>
                </c:pt>
                <c:pt idx="578">
                  <c:v>9.9618391539546742</c:v>
                </c:pt>
                <c:pt idx="579">
                  <c:v>9.9600000000000009</c:v>
                </c:pt>
                <c:pt idx="580">
                  <c:v>9.9600000000000009</c:v>
                </c:pt>
                <c:pt idx="581">
                  <c:v>9.94</c:v>
                </c:pt>
                <c:pt idx="582">
                  <c:v>9.94</c:v>
                </c:pt>
                <c:pt idx="583">
                  <c:v>9.94</c:v>
                </c:pt>
                <c:pt idx="584">
                  <c:v>9.93</c:v>
                </c:pt>
                <c:pt idx="585">
                  <c:v>9.937789662421169</c:v>
                </c:pt>
                <c:pt idx="586">
                  <c:v>9.94</c:v>
                </c:pt>
                <c:pt idx="587">
                  <c:v>9.9600000000000009</c:v>
                </c:pt>
                <c:pt idx="588">
                  <c:v>9.9673209880126556</c:v>
                </c:pt>
                <c:pt idx="589">
                  <c:v>9.9700000000000006</c:v>
                </c:pt>
                <c:pt idx="590">
                  <c:v>9.99</c:v>
                </c:pt>
                <c:pt idx="591">
                  <c:v>10</c:v>
                </c:pt>
                <c:pt idx="592">
                  <c:v>10</c:v>
                </c:pt>
                <c:pt idx="593">
                  <c:v>10</c:v>
                </c:pt>
                <c:pt idx="594">
                  <c:v>9.98</c:v>
                </c:pt>
                <c:pt idx="595">
                  <c:v>9.9499999999999993</c:v>
                </c:pt>
                <c:pt idx="596">
                  <c:v>9.9454110891668481</c:v>
                </c:pt>
                <c:pt idx="597">
                  <c:v>9.94</c:v>
                </c:pt>
                <c:pt idx="598">
                  <c:v>9.92</c:v>
                </c:pt>
                <c:pt idx="599">
                  <c:v>9.9024945013510965</c:v>
                </c:pt>
                <c:pt idx="600">
                  <c:v>9.9</c:v>
                </c:pt>
                <c:pt idx="601">
                  <c:v>9.9</c:v>
                </c:pt>
                <c:pt idx="602">
                  <c:v>9.9</c:v>
                </c:pt>
                <c:pt idx="603">
                  <c:v>9.9</c:v>
                </c:pt>
                <c:pt idx="604">
                  <c:v>9.9</c:v>
                </c:pt>
                <c:pt idx="605">
                  <c:v>9.9</c:v>
                </c:pt>
                <c:pt idx="606">
                  <c:v>9.8800000000000008</c:v>
                </c:pt>
                <c:pt idx="607">
                  <c:v>9.8699999999999992</c:v>
                </c:pt>
                <c:pt idx="608">
                  <c:v>9.84</c:v>
                </c:pt>
                <c:pt idx="609">
                  <c:v>9.838384778012685</c:v>
                </c:pt>
                <c:pt idx="610">
                  <c:v>9.83</c:v>
                </c:pt>
                <c:pt idx="611">
                  <c:v>9.83</c:v>
                </c:pt>
                <c:pt idx="612">
                  <c:v>9.81</c:v>
                </c:pt>
                <c:pt idx="613">
                  <c:v>9.7899999999999991</c:v>
                </c:pt>
                <c:pt idx="614">
                  <c:v>9.76</c:v>
                </c:pt>
                <c:pt idx="615">
                  <c:v>9.7520503239842977</c:v>
                </c:pt>
                <c:pt idx="616">
                  <c:v>9.74</c:v>
                </c:pt>
                <c:pt idx="617">
                  <c:v>9.7216350720124574</c:v>
                </c:pt>
                <c:pt idx="618">
                  <c:v>9.7200000000000006</c:v>
                </c:pt>
                <c:pt idx="619">
                  <c:v>9.7200000000000006</c:v>
                </c:pt>
                <c:pt idx="620">
                  <c:v>9.73</c:v>
                </c:pt>
                <c:pt idx="621">
                  <c:v>9.7400601238371571</c:v>
                </c:pt>
                <c:pt idx="622">
                  <c:v>9.75</c:v>
                </c:pt>
                <c:pt idx="623">
                  <c:v>9.76</c:v>
                </c:pt>
                <c:pt idx="624">
                  <c:v>9.7799999999999994</c:v>
                </c:pt>
                <c:pt idx="625">
                  <c:v>9.7899999999999991</c:v>
                </c:pt>
                <c:pt idx="626">
                  <c:v>9.8000000000000007</c:v>
                </c:pt>
                <c:pt idx="627">
                  <c:v>9.8149827467218778</c:v>
                </c:pt>
                <c:pt idx="628">
                  <c:v>9.82</c:v>
                </c:pt>
                <c:pt idx="629">
                  <c:v>9.85</c:v>
                </c:pt>
                <c:pt idx="630">
                  <c:v>9.8699999999999992</c:v>
                </c:pt>
                <c:pt idx="631">
                  <c:v>9.8800000000000008</c:v>
                </c:pt>
                <c:pt idx="632">
                  <c:v>9.91</c:v>
                </c:pt>
                <c:pt idx="633">
                  <c:v>9.92</c:v>
                </c:pt>
                <c:pt idx="634">
                  <c:v>9.9397521610822377</c:v>
                </c:pt>
                <c:pt idx="635">
                  <c:v>9.9499999999999993</c:v>
                </c:pt>
                <c:pt idx="636">
                  <c:v>9.9700000000000006</c:v>
                </c:pt>
                <c:pt idx="637">
                  <c:v>9.9918647043523503</c:v>
                </c:pt>
                <c:pt idx="638">
                  <c:v>10</c:v>
                </c:pt>
                <c:pt idx="639">
                  <c:v>10.029999999999999</c:v>
                </c:pt>
                <c:pt idx="640">
                  <c:v>10.037888297993749</c:v>
                </c:pt>
                <c:pt idx="641">
                  <c:v>10.039999999999999</c:v>
                </c:pt>
                <c:pt idx="642">
                  <c:v>10.06</c:v>
                </c:pt>
                <c:pt idx="643">
                  <c:v>10.055161506886099</c:v>
                </c:pt>
                <c:pt idx="644">
                  <c:v>10.050000000000001</c:v>
                </c:pt>
                <c:pt idx="645">
                  <c:v>10.06</c:v>
                </c:pt>
                <c:pt idx="646">
                  <c:v>10.06</c:v>
                </c:pt>
                <c:pt idx="647">
                  <c:v>10.06</c:v>
                </c:pt>
                <c:pt idx="648">
                  <c:v>10.07</c:v>
                </c:pt>
                <c:pt idx="649">
                  <c:v>10.07165265284276</c:v>
                </c:pt>
                <c:pt idx="650">
                  <c:v>10.08</c:v>
                </c:pt>
                <c:pt idx="651">
                  <c:v>10.08</c:v>
                </c:pt>
                <c:pt idx="652">
                  <c:v>10.09</c:v>
                </c:pt>
                <c:pt idx="653">
                  <c:v>10.096463001130241</c:v>
                </c:pt>
                <c:pt idx="654">
                  <c:v>10.1</c:v>
                </c:pt>
                <c:pt idx="655">
                  <c:v>10.119999999999999</c:v>
                </c:pt>
                <c:pt idx="656">
                  <c:v>10.1271360462418</c:v>
                </c:pt>
                <c:pt idx="657">
                  <c:v>10.130000000000001</c:v>
                </c:pt>
                <c:pt idx="658">
                  <c:v>10.130000000000001</c:v>
                </c:pt>
                <c:pt idx="659">
                  <c:v>10.119999999999999</c:v>
                </c:pt>
                <c:pt idx="660">
                  <c:v>10.119999999999999</c:v>
                </c:pt>
                <c:pt idx="661">
                  <c:v>10.119999999999999</c:v>
                </c:pt>
                <c:pt idx="662">
                  <c:v>10.119999999999999</c:v>
                </c:pt>
                <c:pt idx="663">
                  <c:v>10.135712907342279</c:v>
                </c:pt>
                <c:pt idx="664">
                  <c:v>10.14</c:v>
                </c:pt>
                <c:pt idx="665">
                  <c:v>10.15</c:v>
                </c:pt>
                <c:pt idx="666">
                  <c:v>10.15</c:v>
                </c:pt>
                <c:pt idx="667">
                  <c:v>10.15</c:v>
                </c:pt>
                <c:pt idx="668">
                  <c:v>10.16</c:v>
                </c:pt>
                <c:pt idx="669">
                  <c:v>10.162492322755799</c:v>
                </c:pt>
                <c:pt idx="670">
                  <c:v>10.17</c:v>
                </c:pt>
                <c:pt idx="671">
                  <c:v>10.16</c:v>
                </c:pt>
                <c:pt idx="672">
                  <c:v>10.15</c:v>
                </c:pt>
                <c:pt idx="673">
                  <c:v>10.15</c:v>
                </c:pt>
                <c:pt idx="674">
                  <c:v>10.15</c:v>
                </c:pt>
                <c:pt idx="675">
                  <c:v>10.15</c:v>
                </c:pt>
                <c:pt idx="676">
                  <c:v>10.15</c:v>
                </c:pt>
                <c:pt idx="677">
                  <c:v>10.15</c:v>
                </c:pt>
                <c:pt idx="678">
                  <c:v>10.14</c:v>
                </c:pt>
                <c:pt idx="679">
                  <c:v>10.13138933019013</c:v>
                </c:pt>
                <c:pt idx="680">
                  <c:v>10.130000000000001</c:v>
                </c:pt>
                <c:pt idx="681">
                  <c:v>10.119999999999999</c:v>
                </c:pt>
                <c:pt idx="682">
                  <c:v>10.129190134907249</c:v>
                </c:pt>
                <c:pt idx="683">
                  <c:v>10.130000000000001</c:v>
                </c:pt>
                <c:pt idx="684">
                  <c:v>10.122520181729429</c:v>
                </c:pt>
                <c:pt idx="685">
                  <c:v>10.119999999999999</c:v>
                </c:pt>
                <c:pt idx="686">
                  <c:v>10.1</c:v>
                </c:pt>
                <c:pt idx="687">
                  <c:v>10.08</c:v>
                </c:pt>
                <c:pt idx="688">
                  <c:v>10.075353468304019</c:v>
                </c:pt>
                <c:pt idx="689">
                  <c:v>10.07</c:v>
                </c:pt>
                <c:pt idx="690">
                  <c:v>10.07</c:v>
                </c:pt>
                <c:pt idx="691">
                  <c:v>10.08</c:v>
                </c:pt>
                <c:pt idx="692">
                  <c:v>10.08</c:v>
                </c:pt>
                <c:pt idx="693">
                  <c:v>10.07</c:v>
                </c:pt>
                <c:pt idx="694">
                  <c:v>10.065136684814091</c:v>
                </c:pt>
                <c:pt idx="695">
                  <c:v>10.06</c:v>
                </c:pt>
                <c:pt idx="696">
                  <c:v>10.050000000000001</c:v>
                </c:pt>
                <c:pt idx="697">
                  <c:v>10.036327386589869</c:v>
                </c:pt>
                <c:pt idx="698">
                  <c:v>10.029999999999999</c:v>
                </c:pt>
                <c:pt idx="699">
                  <c:v>10.029999999999999</c:v>
                </c:pt>
                <c:pt idx="700">
                  <c:v>10.029999999999999</c:v>
                </c:pt>
                <c:pt idx="701">
                  <c:v>10.029999999999999</c:v>
                </c:pt>
                <c:pt idx="702">
                  <c:v>10.029999999999999</c:v>
                </c:pt>
                <c:pt idx="703">
                  <c:v>10.02</c:v>
                </c:pt>
                <c:pt idx="704">
                  <c:v>10.00646096342347</c:v>
                </c:pt>
                <c:pt idx="705">
                  <c:v>10</c:v>
                </c:pt>
                <c:pt idx="706">
                  <c:v>9.98</c:v>
                </c:pt>
                <c:pt idx="707">
                  <c:v>9.9624484240925462</c:v>
                </c:pt>
                <c:pt idx="708">
                  <c:v>9.9600000000000009</c:v>
                </c:pt>
                <c:pt idx="709">
                  <c:v>9.9700000000000006</c:v>
                </c:pt>
                <c:pt idx="710">
                  <c:v>9.98</c:v>
                </c:pt>
                <c:pt idx="711">
                  <c:v>9.98</c:v>
                </c:pt>
                <c:pt idx="712">
                  <c:v>9.98</c:v>
                </c:pt>
                <c:pt idx="713">
                  <c:v>9.99</c:v>
                </c:pt>
                <c:pt idx="714">
                  <c:v>9.99</c:v>
                </c:pt>
                <c:pt idx="715">
                  <c:v>9.99</c:v>
                </c:pt>
                <c:pt idx="716">
                  <c:v>9.99</c:v>
                </c:pt>
                <c:pt idx="717">
                  <c:v>9.99</c:v>
                </c:pt>
                <c:pt idx="718">
                  <c:v>9.9907296354439215</c:v>
                </c:pt>
                <c:pt idx="719">
                  <c:v>10</c:v>
                </c:pt>
                <c:pt idx="720">
                  <c:v>10</c:v>
                </c:pt>
                <c:pt idx="721">
                  <c:v>9.9934482355234948</c:v>
                </c:pt>
                <c:pt idx="722">
                  <c:v>9.99</c:v>
                </c:pt>
                <c:pt idx="723">
                  <c:v>9.99</c:v>
                </c:pt>
                <c:pt idx="724">
                  <c:v>9.99</c:v>
                </c:pt>
                <c:pt idx="725">
                  <c:v>9.99</c:v>
                </c:pt>
                <c:pt idx="726">
                  <c:v>9.9700000000000006</c:v>
                </c:pt>
                <c:pt idx="727">
                  <c:v>9.9700000000000006</c:v>
                </c:pt>
                <c:pt idx="728">
                  <c:v>9.9753586013272084</c:v>
                </c:pt>
                <c:pt idx="729">
                  <c:v>9.98</c:v>
                </c:pt>
                <c:pt idx="730">
                  <c:v>9.99</c:v>
                </c:pt>
                <c:pt idx="731">
                  <c:v>9.9966996199739562</c:v>
                </c:pt>
                <c:pt idx="732">
                  <c:v>10</c:v>
                </c:pt>
                <c:pt idx="733">
                  <c:v>10.01</c:v>
                </c:pt>
                <c:pt idx="734">
                  <c:v>10</c:v>
                </c:pt>
                <c:pt idx="735">
                  <c:v>9.99</c:v>
                </c:pt>
                <c:pt idx="736">
                  <c:v>9.9725963928493311</c:v>
                </c:pt>
                <c:pt idx="737">
                  <c:v>9.9700000000000006</c:v>
                </c:pt>
                <c:pt idx="738">
                  <c:v>9.93</c:v>
                </c:pt>
                <c:pt idx="739">
                  <c:v>9.9148229177948668</c:v>
                </c:pt>
                <c:pt idx="740">
                  <c:v>9.91</c:v>
                </c:pt>
                <c:pt idx="741">
                  <c:v>9.9</c:v>
                </c:pt>
                <c:pt idx="742">
                  <c:v>9.9</c:v>
                </c:pt>
                <c:pt idx="743">
                  <c:v>9.9</c:v>
                </c:pt>
                <c:pt idx="744">
                  <c:v>9.91</c:v>
                </c:pt>
                <c:pt idx="745">
                  <c:v>9.916545992832285</c:v>
                </c:pt>
                <c:pt idx="746">
                  <c:v>9.92</c:v>
                </c:pt>
                <c:pt idx="747">
                  <c:v>9.93</c:v>
                </c:pt>
                <c:pt idx="748">
                  <c:v>9.94</c:v>
                </c:pt>
                <c:pt idx="749">
                  <c:v>9.94</c:v>
                </c:pt>
                <c:pt idx="750">
                  <c:v>9.9499999999999993</c:v>
                </c:pt>
                <c:pt idx="751">
                  <c:v>9.9499999999999993</c:v>
                </c:pt>
                <c:pt idx="752">
                  <c:v>9.9575205188415516</c:v>
                </c:pt>
                <c:pt idx="753">
                  <c:v>9.9600000000000009</c:v>
                </c:pt>
                <c:pt idx="754">
                  <c:v>9.98</c:v>
                </c:pt>
                <c:pt idx="755">
                  <c:v>10</c:v>
                </c:pt>
                <c:pt idx="756">
                  <c:v>10.01</c:v>
                </c:pt>
                <c:pt idx="757">
                  <c:v>10.02</c:v>
                </c:pt>
                <c:pt idx="758">
                  <c:v>10.02</c:v>
                </c:pt>
                <c:pt idx="759">
                  <c:v>10.02</c:v>
                </c:pt>
                <c:pt idx="760">
                  <c:v>10</c:v>
                </c:pt>
                <c:pt idx="761">
                  <c:v>9.9870123914779612</c:v>
                </c:pt>
                <c:pt idx="762">
                  <c:v>9.98</c:v>
                </c:pt>
                <c:pt idx="763">
                  <c:v>9.9700000000000006</c:v>
                </c:pt>
                <c:pt idx="764">
                  <c:v>9.9700000000000006</c:v>
                </c:pt>
                <c:pt idx="765">
                  <c:v>9.9700000000000006</c:v>
                </c:pt>
                <c:pt idx="766">
                  <c:v>9.98</c:v>
                </c:pt>
                <c:pt idx="767">
                  <c:v>9.9868051981144106</c:v>
                </c:pt>
                <c:pt idx="768">
                  <c:v>9.99</c:v>
                </c:pt>
                <c:pt idx="769">
                  <c:v>9.99</c:v>
                </c:pt>
                <c:pt idx="770">
                  <c:v>9.99</c:v>
                </c:pt>
                <c:pt idx="771">
                  <c:v>10</c:v>
                </c:pt>
                <c:pt idx="772">
                  <c:v>10.02</c:v>
                </c:pt>
                <c:pt idx="773">
                  <c:v>10.027945828638201</c:v>
                </c:pt>
                <c:pt idx="774">
                  <c:v>10.029999999999999</c:v>
                </c:pt>
                <c:pt idx="775">
                  <c:v>10.029999999999999</c:v>
                </c:pt>
                <c:pt idx="776">
                  <c:v>10.022365594651021</c:v>
                </c:pt>
                <c:pt idx="777">
                  <c:v>10.02</c:v>
                </c:pt>
                <c:pt idx="778">
                  <c:v>10.02</c:v>
                </c:pt>
                <c:pt idx="779">
                  <c:v>10.01182905019245</c:v>
                </c:pt>
                <c:pt idx="780">
                  <c:v>10.01</c:v>
                </c:pt>
                <c:pt idx="781">
                  <c:v>10.01</c:v>
                </c:pt>
                <c:pt idx="782">
                  <c:v>10.01</c:v>
                </c:pt>
                <c:pt idx="783">
                  <c:v>10.01</c:v>
                </c:pt>
                <c:pt idx="784">
                  <c:v>10.01</c:v>
                </c:pt>
                <c:pt idx="785">
                  <c:v>10.01682941702577</c:v>
                </c:pt>
                <c:pt idx="786">
                  <c:v>10.02</c:v>
                </c:pt>
                <c:pt idx="787">
                  <c:v>10.02</c:v>
                </c:pt>
                <c:pt idx="788">
                  <c:v>10.02</c:v>
                </c:pt>
                <c:pt idx="789">
                  <c:v>10.02</c:v>
                </c:pt>
                <c:pt idx="790">
                  <c:v>10.02</c:v>
                </c:pt>
                <c:pt idx="791">
                  <c:v>10.02</c:v>
                </c:pt>
                <c:pt idx="792">
                  <c:v>10.02</c:v>
                </c:pt>
                <c:pt idx="793">
                  <c:v>10.02</c:v>
                </c:pt>
                <c:pt idx="794">
                  <c:v>10.02</c:v>
                </c:pt>
                <c:pt idx="795">
                  <c:v>10.00147637325302</c:v>
                </c:pt>
                <c:pt idx="796">
                  <c:v>9.99</c:v>
                </c:pt>
                <c:pt idx="797">
                  <c:v>9.9700000000000006</c:v>
                </c:pt>
                <c:pt idx="798">
                  <c:v>9.9700000000000006</c:v>
                </c:pt>
                <c:pt idx="799">
                  <c:v>9.9700000000000006</c:v>
                </c:pt>
                <c:pt idx="800">
                  <c:v>9.9700000000000006</c:v>
                </c:pt>
                <c:pt idx="801">
                  <c:v>9.9700000000000006</c:v>
                </c:pt>
                <c:pt idx="802">
                  <c:v>9.9700000000000006</c:v>
                </c:pt>
                <c:pt idx="803">
                  <c:v>9.9700000000000006</c:v>
                </c:pt>
                <c:pt idx="804">
                  <c:v>9.9700000000000006</c:v>
                </c:pt>
                <c:pt idx="805">
                  <c:v>9.9700000000000006</c:v>
                </c:pt>
                <c:pt idx="806">
                  <c:v>9.9700000000000006</c:v>
                </c:pt>
                <c:pt idx="807">
                  <c:v>9.9700000000000006</c:v>
                </c:pt>
                <c:pt idx="808">
                  <c:v>10</c:v>
                </c:pt>
                <c:pt idx="809">
                  <c:v>10.02</c:v>
                </c:pt>
                <c:pt idx="810">
                  <c:v>10.029999999999999</c:v>
                </c:pt>
                <c:pt idx="811">
                  <c:v>10.03542798878409</c:v>
                </c:pt>
                <c:pt idx="812">
                  <c:v>10.039999999999999</c:v>
                </c:pt>
                <c:pt idx="813">
                  <c:v>10.050000000000001</c:v>
                </c:pt>
                <c:pt idx="814">
                  <c:v>10.050000000000001</c:v>
                </c:pt>
                <c:pt idx="815">
                  <c:v>10.050000000000001</c:v>
                </c:pt>
                <c:pt idx="816">
                  <c:v>10.07</c:v>
                </c:pt>
                <c:pt idx="817">
                  <c:v>10.08</c:v>
                </c:pt>
                <c:pt idx="818">
                  <c:v>10.08</c:v>
                </c:pt>
                <c:pt idx="819">
                  <c:v>10.08</c:v>
                </c:pt>
                <c:pt idx="820">
                  <c:v>10.06</c:v>
                </c:pt>
                <c:pt idx="821">
                  <c:v>10.03493713248502</c:v>
                </c:pt>
                <c:pt idx="822">
                  <c:v>10.029999999999999</c:v>
                </c:pt>
                <c:pt idx="823">
                  <c:v>9.9814840211980087</c:v>
                </c:pt>
                <c:pt idx="824">
                  <c:v>9.98</c:v>
                </c:pt>
                <c:pt idx="825">
                  <c:v>9.9600000000000009</c:v>
                </c:pt>
                <c:pt idx="826">
                  <c:v>9.9600000000000009</c:v>
                </c:pt>
                <c:pt idx="827">
                  <c:v>9.9600000000000009</c:v>
                </c:pt>
                <c:pt idx="828">
                  <c:v>9.9600000000000009</c:v>
                </c:pt>
                <c:pt idx="829">
                  <c:v>9.9499999999999993</c:v>
                </c:pt>
                <c:pt idx="830">
                  <c:v>9.9414766493394424</c:v>
                </c:pt>
                <c:pt idx="831">
                  <c:v>9.94</c:v>
                </c:pt>
                <c:pt idx="832">
                  <c:v>9.93</c:v>
                </c:pt>
                <c:pt idx="833">
                  <c:v>9.9499999999999993</c:v>
                </c:pt>
                <c:pt idx="834">
                  <c:v>9.9551550125851804</c:v>
                </c:pt>
                <c:pt idx="835">
                  <c:v>9.9600000000000009</c:v>
                </c:pt>
                <c:pt idx="836">
                  <c:v>9.9700000000000006</c:v>
                </c:pt>
                <c:pt idx="837">
                  <c:v>9.9700000000000006</c:v>
                </c:pt>
                <c:pt idx="838">
                  <c:v>9.9600000000000009</c:v>
                </c:pt>
                <c:pt idx="839">
                  <c:v>9.9682824153534106</c:v>
                </c:pt>
                <c:pt idx="840">
                  <c:v>9.9700000000000006</c:v>
                </c:pt>
                <c:pt idx="841">
                  <c:v>9.99</c:v>
                </c:pt>
                <c:pt idx="842">
                  <c:v>9.99</c:v>
                </c:pt>
                <c:pt idx="843">
                  <c:v>9.9965256101664206</c:v>
                </c:pt>
                <c:pt idx="844">
                  <c:v>10</c:v>
                </c:pt>
                <c:pt idx="845">
                  <c:v>10.02</c:v>
                </c:pt>
                <c:pt idx="846">
                  <c:v>10.02</c:v>
                </c:pt>
                <c:pt idx="847">
                  <c:v>10.02</c:v>
                </c:pt>
                <c:pt idx="848">
                  <c:v>10.01</c:v>
                </c:pt>
                <c:pt idx="849">
                  <c:v>9.99</c:v>
                </c:pt>
                <c:pt idx="850">
                  <c:v>9.9789140003121588</c:v>
                </c:pt>
                <c:pt idx="851">
                  <c:v>9.9700000000000006</c:v>
                </c:pt>
                <c:pt idx="852">
                  <c:v>9.9519636280256236</c:v>
                </c:pt>
                <c:pt idx="853">
                  <c:v>9.9499999999999993</c:v>
                </c:pt>
                <c:pt idx="854">
                  <c:v>9.9499999999999993</c:v>
                </c:pt>
                <c:pt idx="855">
                  <c:v>9.94</c:v>
                </c:pt>
                <c:pt idx="856">
                  <c:v>9.93</c:v>
                </c:pt>
                <c:pt idx="857">
                  <c:v>9.93</c:v>
                </c:pt>
                <c:pt idx="858">
                  <c:v>9.93</c:v>
                </c:pt>
                <c:pt idx="859">
                  <c:v>9.93</c:v>
                </c:pt>
                <c:pt idx="860">
                  <c:v>9.9343626493317885</c:v>
                </c:pt>
                <c:pt idx="861">
                  <c:v>9.9499999999999993</c:v>
                </c:pt>
                <c:pt idx="862">
                  <c:v>9.9700000000000006</c:v>
                </c:pt>
                <c:pt idx="863">
                  <c:v>9.9862358435493288</c:v>
                </c:pt>
                <c:pt idx="864">
                  <c:v>9.99</c:v>
                </c:pt>
                <c:pt idx="865">
                  <c:v>10</c:v>
                </c:pt>
                <c:pt idx="866">
                  <c:v>10.01</c:v>
                </c:pt>
                <c:pt idx="867">
                  <c:v>10.01</c:v>
                </c:pt>
                <c:pt idx="868">
                  <c:v>10.01</c:v>
                </c:pt>
                <c:pt idx="869">
                  <c:v>10.01</c:v>
                </c:pt>
                <c:pt idx="870">
                  <c:v>10.01</c:v>
                </c:pt>
                <c:pt idx="871">
                  <c:v>10.01</c:v>
                </c:pt>
                <c:pt idx="872">
                  <c:v>10.01</c:v>
                </c:pt>
                <c:pt idx="873">
                  <c:v>10.01</c:v>
                </c:pt>
                <c:pt idx="874">
                  <c:v>10.01</c:v>
                </c:pt>
                <c:pt idx="875">
                  <c:v>10.01</c:v>
                </c:pt>
                <c:pt idx="876">
                  <c:v>10.01</c:v>
                </c:pt>
                <c:pt idx="877">
                  <c:v>10.01705857635095</c:v>
                </c:pt>
                <c:pt idx="878">
                  <c:v>10.02</c:v>
                </c:pt>
                <c:pt idx="879">
                  <c:v>10.01</c:v>
                </c:pt>
                <c:pt idx="880">
                  <c:v>10.01</c:v>
                </c:pt>
                <c:pt idx="881">
                  <c:v>10.01</c:v>
                </c:pt>
                <c:pt idx="882">
                  <c:v>10.01</c:v>
                </c:pt>
                <c:pt idx="883">
                  <c:v>10.01</c:v>
                </c:pt>
                <c:pt idx="884">
                  <c:v>10.01</c:v>
                </c:pt>
                <c:pt idx="885">
                  <c:v>10</c:v>
                </c:pt>
                <c:pt idx="886">
                  <c:v>9.995077085409461</c:v>
                </c:pt>
                <c:pt idx="887">
                  <c:v>9.99</c:v>
                </c:pt>
                <c:pt idx="888">
                  <c:v>9.98</c:v>
                </c:pt>
                <c:pt idx="889">
                  <c:v>9.98</c:v>
                </c:pt>
                <c:pt idx="890">
                  <c:v>9.98</c:v>
                </c:pt>
                <c:pt idx="891">
                  <c:v>10</c:v>
                </c:pt>
                <c:pt idx="892">
                  <c:v>10.01</c:v>
                </c:pt>
                <c:pt idx="893">
                  <c:v>10.0149825060784</c:v>
                </c:pt>
                <c:pt idx="894">
                  <c:v>10.02</c:v>
                </c:pt>
                <c:pt idx="895">
                  <c:v>10.02</c:v>
                </c:pt>
                <c:pt idx="896">
                  <c:v>10.02</c:v>
                </c:pt>
                <c:pt idx="897">
                  <c:v>10.02</c:v>
                </c:pt>
                <c:pt idx="898">
                  <c:v>10.01</c:v>
                </c:pt>
                <c:pt idx="899">
                  <c:v>9.9928079281951465</c:v>
                </c:pt>
                <c:pt idx="900">
                  <c:v>9.99</c:v>
                </c:pt>
                <c:pt idx="901">
                  <c:v>9.98</c:v>
                </c:pt>
                <c:pt idx="902">
                  <c:v>9.98</c:v>
                </c:pt>
                <c:pt idx="903">
                  <c:v>9.9728458811853127</c:v>
                </c:pt>
                <c:pt idx="904">
                  <c:v>9.9700000000000006</c:v>
                </c:pt>
                <c:pt idx="905">
                  <c:v>9.9600000000000009</c:v>
                </c:pt>
                <c:pt idx="906">
                  <c:v>9.9600000000000009</c:v>
                </c:pt>
                <c:pt idx="907">
                  <c:v>9.9600000000000009</c:v>
                </c:pt>
                <c:pt idx="908">
                  <c:v>9.9600000000000009</c:v>
                </c:pt>
                <c:pt idx="909">
                  <c:v>9.98</c:v>
                </c:pt>
                <c:pt idx="910">
                  <c:v>10</c:v>
                </c:pt>
                <c:pt idx="911">
                  <c:v>10.00236843054503</c:v>
                </c:pt>
                <c:pt idx="912">
                  <c:v>10.01</c:v>
                </c:pt>
                <c:pt idx="913">
                  <c:v>10.02</c:v>
                </c:pt>
                <c:pt idx="914">
                  <c:v>10.025684278176159</c:v>
                </c:pt>
                <c:pt idx="915">
                  <c:v>10.029999999999999</c:v>
                </c:pt>
                <c:pt idx="916">
                  <c:v>10.029999999999999</c:v>
                </c:pt>
                <c:pt idx="917">
                  <c:v>10.021592813913969</c:v>
                </c:pt>
                <c:pt idx="918">
                  <c:v>10.02</c:v>
                </c:pt>
                <c:pt idx="919">
                  <c:v>10.02</c:v>
                </c:pt>
                <c:pt idx="920">
                  <c:v>10.02</c:v>
                </c:pt>
                <c:pt idx="921">
                  <c:v>10.024340344168261</c:v>
                </c:pt>
                <c:pt idx="922">
                  <c:v>10.029999999999999</c:v>
                </c:pt>
                <c:pt idx="923">
                  <c:v>10.039999999999999</c:v>
                </c:pt>
                <c:pt idx="924">
                  <c:v>10.039999999999999</c:v>
                </c:pt>
                <c:pt idx="925">
                  <c:v>10.039999999999999</c:v>
                </c:pt>
                <c:pt idx="926">
                  <c:v>10.050000000000001</c:v>
                </c:pt>
                <c:pt idx="927">
                  <c:v>10.050000000000001</c:v>
                </c:pt>
                <c:pt idx="928">
                  <c:v>10.050000000000001</c:v>
                </c:pt>
                <c:pt idx="929">
                  <c:v>10.050000000000001</c:v>
                </c:pt>
                <c:pt idx="930">
                  <c:v>10.07</c:v>
                </c:pt>
                <c:pt idx="931">
                  <c:v>10.0858434132395</c:v>
                </c:pt>
                <c:pt idx="932">
                  <c:v>10.09</c:v>
                </c:pt>
                <c:pt idx="933">
                  <c:v>10.098754475351139</c:v>
                </c:pt>
                <c:pt idx="934">
                  <c:v>10.1</c:v>
                </c:pt>
                <c:pt idx="935">
                  <c:v>10.09</c:v>
                </c:pt>
                <c:pt idx="936">
                  <c:v>10.09</c:v>
                </c:pt>
                <c:pt idx="937">
                  <c:v>10.1</c:v>
                </c:pt>
                <c:pt idx="938">
                  <c:v>10.1</c:v>
                </c:pt>
                <c:pt idx="939">
                  <c:v>10.1</c:v>
                </c:pt>
                <c:pt idx="940">
                  <c:v>10.11</c:v>
                </c:pt>
                <c:pt idx="941">
                  <c:v>10.118040514684781</c:v>
                </c:pt>
                <c:pt idx="942">
                  <c:v>10.119999999999999</c:v>
                </c:pt>
                <c:pt idx="943">
                  <c:v>10.14</c:v>
                </c:pt>
                <c:pt idx="944">
                  <c:v>10.14</c:v>
                </c:pt>
                <c:pt idx="945">
                  <c:v>10.14</c:v>
                </c:pt>
                <c:pt idx="946">
                  <c:v>10.14</c:v>
                </c:pt>
                <c:pt idx="947">
                  <c:v>10.15</c:v>
                </c:pt>
                <c:pt idx="948">
                  <c:v>10.17</c:v>
                </c:pt>
                <c:pt idx="949">
                  <c:v>10.16</c:v>
                </c:pt>
                <c:pt idx="950">
                  <c:v>10.15</c:v>
                </c:pt>
                <c:pt idx="951">
                  <c:v>10.139998809382069</c:v>
                </c:pt>
                <c:pt idx="952">
                  <c:v>10.130000000000001</c:v>
                </c:pt>
                <c:pt idx="953">
                  <c:v>10.11</c:v>
                </c:pt>
                <c:pt idx="954">
                  <c:v>10.09411078559028</c:v>
                </c:pt>
                <c:pt idx="955">
                  <c:v>10.09</c:v>
                </c:pt>
                <c:pt idx="956">
                  <c:v>10.08</c:v>
                </c:pt>
                <c:pt idx="957">
                  <c:v>10.09</c:v>
                </c:pt>
                <c:pt idx="958">
                  <c:v>10.08839156920078</c:v>
                </c:pt>
                <c:pt idx="959">
                  <c:v>10.08</c:v>
                </c:pt>
                <c:pt idx="960">
                  <c:v>10.08</c:v>
                </c:pt>
                <c:pt idx="961">
                  <c:v>10.071783619175729</c:v>
                </c:pt>
                <c:pt idx="962">
                  <c:v>10.07</c:v>
                </c:pt>
                <c:pt idx="963">
                  <c:v>10.06</c:v>
                </c:pt>
                <c:pt idx="964">
                  <c:v>10.06</c:v>
                </c:pt>
                <c:pt idx="965">
                  <c:v>10.06</c:v>
                </c:pt>
                <c:pt idx="966">
                  <c:v>10.06</c:v>
                </c:pt>
                <c:pt idx="967">
                  <c:v>10.06</c:v>
                </c:pt>
                <c:pt idx="968">
                  <c:v>10.06</c:v>
                </c:pt>
                <c:pt idx="969">
                  <c:v>10.06</c:v>
                </c:pt>
                <c:pt idx="970">
                  <c:v>10.06</c:v>
                </c:pt>
                <c:pt idx="971">
                  <c:v>10.039999999999999</c:v>
                </c:pt>
                <c:pt idx="972">
                  <c:v>10.029999999999999</c:v>
                </c:pt>
                <c:pt idx="973">
                  <c:v>10.029999999999999</c:v>
                </c:pt>
                <c:pt idx="974">
                  <c:v>10.029999999999999</c:v>
                </c:pt>
                <c:pt idx="975">
                  <c:v>10.037671647361471</c:v>
                </c:pt>
                <c:pt idx="976">
                  <c:v>10.039999999999999</c:v>
                </c:pt>
                <c:pt idx="977">
                  <c:v>10.039999999999999</c:v>
                </c:pt>
                <c:pt idx="978">
                  <c:v>10.02</c:v>
                </c:pt>
                <c:pt idx="979">
                  <c:v>9.99</c:v>
                </c:pt>
                <c:pt idx="980">
                  <c:v>9.9763316722037665</c:v>
                </c:pt>
                <c:pt idx="981">
                  <c:v>9.9700000000000006</c:v>
                </c:pt>
                <c:pt idx="982">
                  <c:v>9.9499999999999993</c:v>
                </c:pt>
                <c:pt idx="983">
                  <c:v>9.9436727940070391</c:v>
                </c:pt>
                <c:pt idx="984">
                  <c:v>9.94</c:v>
                </c:pt>
                <c:pt idx="985">
                  <c:v>9.9481574482905835</c:v>
                </c:pt>
                <c:pt idx="986">
                  <c:v>9.9499999999999993</c:v>
                </c:pt>
                <c:pt idx="987">
                  <c:v>9.9700000000000006</c:v>
                </c:pt>
                <c:pt idx="988">
                  <c:v>9.99</c:v>
                </c:pt>
                <c:pt idx="989">
                  <c:v>9.99</c:v>
                </c:pt>
                <c:pt idx="990">
                  <c:v>9.98</c:v>
                </c:pt>
                <c:pt idx="991">
                  <c:v>9.9715756802082556</c:v>
                </c:pt>
                <c:pt idx="992">
                  <c:v>9.9700000000000006</c:v>
                </c:pt>
                <c:pt idx="993">
                  <c:v>9.99</c:v>
                </c:pt>
                <c:pt idx="994">
                  <c:v>10.004057385048659</c:v>
                </c:pt>
                <c:pt idx="995">
                  <c:v>10.01</c:v>
                </c:pt>
                <c:pt idx="996">
                  <c:v>10.029999999999999</c:v>
                </c:pt>
                <c:pt idx="997">
                  <c:v>10.039999999999999</c:v>
                </c:pt>
                <c:pt idx="998">
                  <c:v>10.050000000000001</c:v>
                </c:pt>
                <c:pt idx="999">
                  <c:v>10.050000000000001</c:v>
                </c:pt>
                <c:pt idx="1000">
                  <c:v>10.058642186750699</c:v>
                </c:pt>
                <c:pt idx="1001">
                  <c:v>10.06</c:v>
                </c:pt>
                <c:pt idx="1002">
                  <c:v>10.06</c:v>
                </c:pt>
                <c:pt idx="1003">
                  <c:v>10.072928780187659</c:v>
                </c:pt>
                <c:pt idx="1004">
                  <c:v>10.08</c:v>
                </c:pt>
                <c:pt idx="1005">
                  <c:v>10.1</c:v>
                </c:pt>
                <c:pt idx="1006">
                  <c:v>10.104083809523811</c:v>
                </c:pt>
                <c:pt idx="1007">
                  <c:v>10.11</c:v>
                </c:pt>
                <c:pt idx="1008">
                  <c:v>10.119999999999999</c:v>
                </c:pt>
                <c:pt idx="1009">
                  <c:v>10.12793486792866</c:v>
                </c:pt>
                <c:pt idx="1010">
                  <c:v>10.130000000000001</c:v>
                </c:pt>
                <c:pt idx="1011">
                  <c:v>10.119999999999999</c:v>
                </c:pt>
                <c:pt idx="1012">
                  <c:v>10.119999999999999</c:v>
                </c:pt>
                <c:pt idx="1013">
                  <c:v>10.119999999999999</c:v>
                </c:pt>
                <c:pt idx="1014">
                  <c:v>10.14</c:v>
                </c:pt>
                <c:pt idx="1015">
                  <c:v>10.14</c:v>
                </c:pt>
                <c:pt idx="1016">
                  <c:v>10.146074074074081</c:v>
                </c:pt>
                <c:pt idx="1017">
                  <c:v>10.15</c:v>
                </c:pt>
                <c:pt idx="1018">
                  <c:v>10.16</c:v>
                </c:pt>
                <c:pt idx="1019">
                  <c:v>10.16</c:v>
                </c:pt>
                <c:pt idx="1020">
                  <c:v>10.16</c:v>
                </c:pt>
                <c:pt idx="1021">
                  <c:v>10.17</c:v>
                </c:pt>
                <c:pt idx="1022">
                  <c:v>10.17149023013461</c:v>
                </c:pt>
                <c:pt idx="1023">
                  <c:v>10.18</c:v>
                </c:pt>
                <c:pt idx="1024">
                  <c:v>10.19</c:v>
                </c:pt>
                <c:pt idx="1025">
                  <c:v>10.18</c:v>
                </c:pt>
                <c:pt idx="1026">
                  <c:v>10.18</c:v>
                </c:pt>
                <c:pt idx="1027">
                  <c:v>10.18</c:v>
                </c:pt>
                <c:pt idx="1028">
                  <c:v>10.18</c:v>
                </c:pt>
                <c:pt idx="1029">
                  <c:v>10.188499212343981</c:v>
                </c:pt>
                <c:pt idx="1030">
                  <c:v>10.19</c:v>
                </c:pt>
                <c:pt idx="1031">
                  <c:v>10.199999999999999</c:v>
                </c:pt>
                <c:pt idx="1032">
                  <c:v>10.210000000000001</c:v>
                </c:pt>
                <c:pt idx="1033">
                  <c:v>10.210000000000001</c:v>
                </c:pt>
                <c:pt idx="1034">
                  <c:v>10.210000000000001</c:v>
                </c:pt>
                <c:pt idx="1035">
                  <c:v>10.210000000000001</c:v>
                </c:pt>
                <c:pt idx="1036">
                  <c:v>10.210000000000001</c:v>
                </c:pt>
                <c:pt idx="1037">
                  <c:v>10.19</c:v>
                </c:pt>
                <c:pt idx="1038">
                  <c:v>10.18</c:v>
                </c:pt>
                <c:pt idx="1039">
                  <c:v>10.18</c:v>
                </c:pt>
                <c:pt idx="1040">
                  <c:v>10.17</c:v>
                </c:pt>
                <c:pt idx="1041">
                  <c:v>10.17</c:v>
                </c:pt>
                <c:pt idx="1042">
                  <c:v>10.165902486591911</c:v>
                </c:pt>
                <c:pt idx="1043">
                  <c:v>10.16</c:v>
                </c:pt>
                <c:pt idx="1044">
                  <c:v>10.16</c:v>
                </c:pt>
                <c:pt idx="1045">
                  <c:v>10.16</c:v>
                </c:pt>
                <c:pt idx="1046">
                  <c:v>10.16</c:v>
                </c:pt>
                <c:pt idx="1047">
                  <c:v>10.15</c:v>
                </c:pt>
                <c:pt idx="1048">
                  <c:v>10.16</c:v>
                </c:pt>
                <c:pt idx="1049">
                  <c:v>10.17</c:v>
                </c:pt>
                <c:pt idx="1050">
                  <c:v>10.17</c:v>
                </c:pt>
                <c:pt idx="1051">
                  <c:v>10.17</c:v>
                </c:pt>
                <c:pt idx="1052">
                  <c:v>10.17</c:v>
                </c:pt>
                <c:pt idx="1053">
                  <c:v>10.18</c:v>
                </c:pt>
                <c:pt idx="1054">
                  <c:v>10.171901793174371</c:v>
                </c:pt>
                <c:pt idx="1055">
                  <c:v>10.17</c:v>
                </c:pt>
                <c:pt idx="1056">
                  <c:v>10.17</c:v>
                </c:pt>
                <c:pt idx="1057">
                  <c:v>10.17</c:v>
                </c:pt>
                <c:pt idx="1058">
                  <c:v>10.17</c:v>
                </c:pt>
                <c:pt idx="1059">
                  <c:v>10.17</c:v>
                </c:pt>
                <c:pt idx="1060">
                  <c:v>10.14</c:v>
                </c:pt>
                <c:pt idx="1061">
                  <c:v>10.12879533399879</c:v>
                </c:pt>
                <c:pt idx="1062">
                  <c:v>10.1</c:v>
                </c:pt>
                <c:pt idx="1063">
                  <c:v>10.08</c:v>
                </c:pt>
                <c:pt idx="1064">
                  <c:v>10.06</c:v>
                </c:pt>
                <c:pt idx="1065">
                  <c:v>10.06</c:v>
                </c:pt>
                <c:pt idx="1066">
                  <c:v>10.050000000000001</c:v>
                </c:pt>
                <c:pt idx="1067">
                  <c:v>10.050000000000001</c:v>
                </c:pt>
                <c:pt idx="1068">
                  <c:v>10.050000000000001</c:v>
                </c:pt>
                <c:pt idx="1069">
                  <c:v>10.050000000000001</c:v>
                </c:pt>
                <c:pt idx="1070">
                  <c:v>10.039999999999999</c:v>
                </c:pt>
                <c:pt idx="1071">
                  <c:v>10.039999999999999</c:v>
                </c:pt>
                <c:pt idx="1072">
                  <c:v>10.050000000000001</c:v>
                </c:pt>
                <c:pt idx="1073">
                  <c:v>10.050000000000001</c:v>
                </c:pt>
                <c:pt idx="1074">
                  <c:v>10.04544483599892</c:v>
                </c:pt>
                <c:pt idx="1075">
                  <c:v>10.039999999999999</c:v>
                </c:pt>
                <c:pt idx="1076">
                  <c:v>10.029999999999999</c:v>
                </c:pt>
                <c:pt idx="1077">
                  <c:v>10.024499263381889</c:v>
                </c:pt>
                <c:pt idx="1078">
                  <c:v>10.02</c:v>
                </c:pt>
                <c:pt idx="1079">
                  <c:v>10.029999999999999</c:v>
                </c:pt>
                <c:pt idx="1080">
                  <c:v>10.038825459970161</c:v>
                </c:pt>
                <c:pt idx="1081">
                  <c:v>10.039999999999999</c:v>
                </c:pt>
                <c:pt idx="1082">
                  <c:v>10.030805389343429</c:v>
                </c:pt>
                <c:pt idx="1083">
                  <c:v>10.029999999999999</c:v>
                </c:pt>
                <c:pt idx="1084">
                  <c:v>10.02</c:v>
                </c:pt>
                <c:pt idx="1085">
                  <c:v>10.02</c:v>
                </c:pt>
                <c:pt idx="1086">
                  <c:v>10.02</c:v>
                </c:pt>
                <c:pt idx="1087">
                  <c:v>10.029999999999999</c:v>
                </c:pt>
                <c:pt idx="1088">
                  <c:v>10.029999999999999</c:v>
                </c:pt>
                <c:pt idx="1089">
                  <c:v>10.029999999999999</c:v>
                </c:pt>
                <c:pt idx="1090">
                  <c:v>10.029999999999999</c:v>
                </c:pt>
                <c:pt idx="1091">
                  <c:v>10.029999999999999</c:v>
                </c:pt>
                <c:pt idx="1092">
                  <c:v>10.029999999999999</c:v>
                </c:pt>
                <c:pt idx="1093">
                  <c:v>10.039999999999999</c:v>
                </c:pt>
                <c:pt idx="1094">
                  <c:v>10.039999999999999</c:v>
                </c:pt>
                <c:pt idx="1095">
                  <c:v>10.039999999999999</c:v>
                </c:pt>
                <c:pt idx="1096">
                  <c:v>10.050000000000001</c:v>
                </c:pt>
                <c:pt idx="1097">
                  <c:v>10.039999999999999</c:v>
                </c:pt>
                <c:pt idx="1098">
                  <c:v>10.02</c:v>
                </c:pt>
                <c:pt idx="1099">
                  <c:v>10.01</c:v>
                </c:pt>
                <c:pt idx="1100">
                  <c:v>10.0166870994706</c:v>
                </c:pt>
                <c:pt idx="1101">
                  <c:v>10.02</c:v>
                </c:pt>
                <c:pt idx="1102">
                  <c:v>10.029999999999999</c:v>
                </c:pt>
                <c:pt idx="1103">
                  <c:v>10.01687798879628</c:v>
                </c:pt>
                <c:pt idx="1104">
                  <c:v>10.01</c:v>
                </c:pt>
                <c:pt idx="1105">
                  <c:v>10</c:v>
                </c:pt>
                <c:pt idx="1106">
                  <c:v>10</c:v>
                </c:pt>
                <c:pt idx="1107">
                  <c:v>10</c:v>
                </c:pt>
                <c:pt idx="1108">
                  <c:v>10.00488902942746</c:v>
                </c:pt>
                <c:pt idx="1109">
                  <c:v>10.01</c:v>
                </c:pt>
                <c:pt idx="1110">
                  <c:v>10.01</c:v>
                </c:pt>
                <c:pt idx="1111">
                  <c:v>10.017212509920849</c:v>
                </c:pt>
                <c:pt idx="1112">
                  <c:v>10.02</c:v>
                </c:pt>
                <c:pt idx="1113">
                  <c:v>10.029999999999999</c:v>
                </c:pt>
                <c:pt idx="1114">
                  <c:v>10.039999999999999</c:v>
                </c:pt>
                <c:pt idx="1115">
                  <c:v>10.029999999999999</c:v>
                </c:pt>
                <c:pt idx="1116">
                  <c:v>10.029999999999999</c:v>
                </c:pt>
                <c:pt idx="1117">
                  <c:v>10.02425673828659</c:v>
                </c:pt>
                <c:pt idx="1118">
                  <c:v>10.02</c:v>
                </c:pt>
                <c:pt idx="1119">
                  <c:v>10.01</c:v>
                </c:pt>
                <c:pt idx="1120">
                  <c:v>10.01</c:v>
                </c:pt>
                <c:pt idx="1121">
                  <c:v>10.01</c:v>
                </c:pt>
                <c:pt idx="1122">
                  <c:v>10.01</c:v>
                </c:pt>
                <c:pt idx="1123">
                  <c:v>10.01834558823529</c:v>
                </c:pt>
                <c:pt idx="1124">
                  <c:v>10.02</c:v>
                </c:pt>
                <c:pt idx="1125">
                  <c:v>10.029999999999999</c:v>
                </c:pt>
                <c:pt idx="1126">
                  <c:v>10.03728507231785</c:v>
                </c:pt>
                <c:pt idx="1127">
                  <c:v>10.039999999999999</c:v>
                </c:pt>
                <c:pt idx="1128">
                  <c:v>10.029999999999999</c:v>
                </c:pt>
                <c:pt idx="1129">
                  <c:v>10.039999999999999</c:v>
                </c:pt>
                <c:pt idx="1130">
                  <c:v>10.039999999999999</c:v>
                </c:pt>
                <c:pt idx="1131">
                  <c:v>10.039999999999999</c:v>
                </c:pt>
                <c:pt idx="1132">
                  <c:v>10.03204829132623</c:v>
                </c:pt>
                <c:pt idx="1133">
                  <c:v>10.029999999999999</c:v>
                </c:pt>
                <c:pt idx="1134">
                  <c:v>10.01</c:v>
                </c:pt>
                <c:pt idx="1135">
                  <c:v>9.99</c:v>
                </c:pt>
                <c:pt idx="1136">
                  <c:v>9.99</c:v>
                </c:pt>
                <c:pt idx="1137">
                  <c:v>9.99</c:v>
                </c:pt>
                <c:pt idx="1138">
                  <c:v>9.98</c:v>
                </c:pt>
                <c:pt idx="1139">
                  <c:v>9.98</c:v>
                </c:pt>
                <c:pt idx="1140">
                  <c:v>9.99</c:v>
                </c:pt>
                <c:pt idx="1141">
                  <c:v>10</c:v>
                </c:pt>
                <c:pt idx="1142">
                  <c:v>10.00676484789957</c:v>
                </c:pt>
                <c:pt idx="1143">
                  <c:v>10.01</c:v>
                </c:pt>
                <c:pt idx="1144">
                  <c:v>10.02</c:v>
                </c:pt>
                <c:pt idx="1145">
                  <c:v>10.02</c:v>
                </c:pt>
                <c:pt idx="1146">
                  <c:v>10.02859746242871</c:v>
                </c:pt>
                <c:pt idx="1147">
                  <c:v>10.029999999999999</c:v>
                </c:pt>
                <c:pt idx="1148">
                  <c:v>10.050000000000001</c:v>
                </c:pt>
                <c:pt idx="1149">
                  <c:v>10.06681029550276</c:v>
                </c:pt>
                <c:pt idx="1150">
                  <c:v>10.07</c:v>
                </c:pt>
                <c:pt idx="1151">
                  <c:v>10.08</c:v>
                </c:pt>
                <c:pt idx="1152">
                  <c:v>10.08</c:v>
                </c:pt>
                <c:pt idx="1153">
                  <c:v>10.08</c:v>
                </c:pt>
                <c:pt idx="1154">
                  <c:v>10.08</c:v>
                </c:pt>
                <c:pt idx="1155">
                  <c:v>10.08</c:v>
                </c:pt>
                <c:pt idx="1156">
                  <c:v>10.08</c:v>
                </c:pt>
                <c:pt idx="1157">
                  <c:v>10.08</c:v>
                </c:pt>
                <c:pt idx="1158">
                  <c:v>10.08</c:v>
                </c:pt>
                <c:pt idx="1159">
                  <c:v>10.077674678899079</c:v>
                </c:pt>
                <c:pt idx="1160">
                  <c:v>10.07</c:v>
                </c:pt>
                <c:pt idx="1161">
                  <c:v>10.07</c:v>
                </c:pt>
                <c:pt idx="1162">
                  <c:v>10.06</c:v>
                </c:pt>
                <c:pt idx="1163">
                  <c:v>10.050000000000001</c:v>
                </c:pt>
                <c:pt idx="1164">
                  <c:v>10.06</c:v>
                </c:pt>
                <c:pt idx="1165">
                  <c:v>10.06</c:v>
                </c:pt>
                <c:pt idx="1166">
                  <c:v>10.06</c:v>
                </c:pt>
                <c:pt idx="1167">
                  <c:v>10.06</c:v>
                </c:pt>
                <c:pt idx="1168">
                  <c:v>10.05205295442193</c:v>
                </c:pt>
                <c:pt idx="1169">
                  <c:v>10.050000000000001</c:v>
                </c:pt>
                <c:pt idx="1170">
                  <c:v>10.039999999999999</c:v>
                </c:pt>
                <c:pt idx="1171">
                  <c:v>10.035249223821619</c:v>
                </c:pt>
                <c:pt idx="1172">
                  <c:v>10.029999999999999</c:v>
                </c:pt>
                <c:pt idx="1173">
                  <c:v>10.01</c:v>
                </c:pt>
                <c:pt idx="1174">
                  <c:v>10.01</c:v>
                </c:pt>
                <c:pt idx="1175">
                  <c:v>10.01405206073753</c:v>
                </c:pt>
                <c:pt idx="1176">
                  <c:v>10.02</c:v>
                </c:pt>
                <c:pt idx="1177">
                  <c:v>10.029999999999999</c:v>
                </c:pt>
                <c:pt idx="1178">
                  <c:v>10.0359159095711</c:v>
                </c:pt>
                <c:pt idx="1179">
                  <c:v>10.039999999999999</c:v>
                </c:pt>
                <c:pt idx="1180">
                  <c:v>10.039999999999999</c:v>
                </c:pt>
                <c:pt idx="1181">
                  <c:v>10.05674296958677</c:v>
                </c:pt>
                <c:pt idx="1182">
                  <c:v>10.06</c:v>
                </c:pt>
                <c:pt idx="1183">
                  <c:v>10.08</c:v>
                </c:pt>
                <c:pt idx="1184">
                  <c:v>10.09</c:v>
                </c:pt>
                <c:pt idx="1185">
                  <c:v>10.088859339345859</c:v>
                </c:pt>
                <c:pt idx="1186">
                  <c:v>10.08</c:v>
                </c:pt>
                <c:pt idx="1187">
                  <c:v>10.06</c:v>
                </c:pt>
                <c:pt idx="1188">
                  <c:v>10.039999999999999</c:v>
                </c:pt>
                <c:pt idx="1189">
                  <c:v>10.02219036859201</c:v>
                </c:pt>
                <c:pt idx="1190">
                  <c:v>10.02</c:v>
                </c:pt>
                <c:pt idx="1191">
                  <c:v>10.01</c:v>
                </c:pt>
                <c:pt idx="1192">
                  <c:v>10.01</c:v>
                </c:pt>
                <c:pt idx="1193">
                  <c:v>10.01</c:v>
                </c:pt>
                <c:pt idx="1194">
                  <c:v>10.01</c:v>
                </c:pt>
                <c:pt idx="1195">
                  <c:v>9.99</c:v>
                </c:pt>
                <c:pt idx="1196">
                  <c:v>9.99</c:v>
                </c:pt>
                <c:pt idx="1197">
                  <c:v>9.99</c:v>
                </c:pt>
                <c:pt idx="1198">
                  <c:v>10</c:v>
                </c:pt>
                <c:pt idx="1199">
                  <c:v>10</c:v>
                </c:pt>
                <c:pt idx="1200">
                  <c:v>10</c:v>
                </c:pt>
                <c:pt idx="1201">
                  <c:v>10</c:v>
                </c:pt>
                <c:pt idx="1202">
                  <c:v>9.98</c:v>
                </c:pt>
                <c:pt idx="1203">
                  <c:v>9.9467899008115417</c:v>
                </c:pt>
                <c:pt idx="1204">
                  <c:v>9.94</c:v>
                </c:pt>
                <c:pt idx="1205">
                  <c:v>9.91</c:v>
                </c:pt>
                <c:pt idx="1206">
                  <c:v>9.8800000000000008</c:v>
                </c:pt>
                <c:pt idx="1207">
                  <c:v>9.8529784333168067</c:v>
                </c:pt>
                <c:pt idx="1208">
                  <c:v>9.85</c:v>
                </c:pt>
                <c:pt idx="1209">
                  <c:v>9.83</c:v>
                </c:pt>
                <c:pt idx="1210">
                  <c:v>9.81</c:v>
                </c:pt>
                <c:pt idx="1211">
                  <c:v>9.8036380875761413</c:v>
                </c:pt>
                <c:pt idx="1212">
                  <c:v>9.7899999999999991</c:v>
                </c:pt>
                <c:pt idx="1213">
                  <c:v>9.77</c:v>
                </c:pt>
                <c:pt idx="1214">
                  <c:v>9.7528110052737009</c:v>
                </c:pt>
                <c:pt idx="1215">
                  <c:v>9.75</c:v>
                </c:pt>
                <c:pt idx="1216">
                  <c:v>9.73</c:v>
                </c:pt>
                <c:pt idx="1217">
                  <c:v>9.6999999999999993</c:v>
                </c:pt>
                <c:pt idx="1218">
                  <c:v>9.6897235135796418</c:v>
                </c:pt>
                <c:pt idx="1219">
                  <c:v>9.68</c:v>
                </c:pt>
                <c:pt idx="1220">
                  <c:v>9.65</c:v>
                </c:pt>
                <c:pt idx="1221">
                  <c:v>9.6419315538288135</c:v>
                </c:pt>
                <c:pt idx="1222">
                  <c:v>9.64</c:v>
                </c:pt>
                <c:pt idx="1223">
                  <c:v>9.6300000000000008</c:v>
                </c:pt>
                <c:pt idx="1224">
                  <c:v>9.6205450338663621</c:v>
                </c:pt>
                <c:pt idx="1225">
                  <c:v>9.6199999999999992</c:v>
                </c:pt>
                <c:pt idx="1226">
                  <c:v>9.61</c:v>
                </c:pt>
                <c:pt idx="1227">
                  <c:v>9.6</c:v>
                </c:pt>
                <c:pt idx="1228">
                  <c:v>9.6</c:v>
                </c:pt>
                <c:pt idx="1229">
                  <c:v>9.6084666146135049</c:v>
                </c:pt>
                <c:pt idx="1230">
                  <c:v>9.61</c:v>
                </c:pt>
                <c:pt idx="1231">
                  <c:v>9.6300000000000008</c:v>
                </c:pt>
                <c:pt idx="1232">
                  <c:v>9.6300000000000008</c:v>
                </c:pt>
                <c:pt idx="1233">
                  <c:v>9.6300000000000008</c:v>
                </c:pt>
                <c:pt idx="1234">
                  <c:v>9.6199999999999992</c:v>
                </c:pt>
                <c:pt idx="1235">
                  <c:v>9.6025696532840303</c:v>
                </c:pt>
                <c:pt idx="1236">
                  <c:v>9.6</c:v>
                </c:pt>
                <c:pt idx="1237">
                  <c:v>9.59</c:v>
                </c:pt>
                <c:pt idx="1238">
                  <c:v>9.58</c:v>
                </c:pt>
                <c:pt idx="1239">
                  <c:v>9.58</c:v>
                </c:pt>
                <c:pt idx="1240">
                  <c:v>9.58</c:v>
                </c:pt>
                <c:pt idx="1241">
                  <c:v>9.6</c:v>
                </c:pt>
                <c:pt idx="1242">
                  <c:v>9.6096230392343038</c:v>
                </c:pt>
                <c:pt idx="1243">
                  <c:v>9.61</c:v>
                </c:pt>
                <c:pt idx="1244">
                  <c:v>9.6199999999999992</c:v>
                </c:pt>
                <c:pt idx="1245">
                  <c:v>9.6297054717467034</c:v>
                </c:pt>
                <c:pt idx="1246">
                  <c:v>9.6300000000000008</c:v>
                </c:pt>
                <c:pt idx="1247">
                  <c:v>9.6300000000000008</c:v>
                </c:pt>
                <c:pt idx="1248">
                  <c:v>9.6199999999999992</c:v>
                </c:pt>
                <c:pt idx="1249">
                  <c:v>9.6199999999999992</c:v>
                </c:pt>
                <c:pt idx="1250">
                  <c:v>9.6199999999999992</c:v>
                </c:pt>
                <c:pt idx="1251">
                  <c:v>9.61</c:v>
                </c:pt>
                <c:pt idx="1252">
                  <c:v>9.61</c:v>
                </c:pt>
                <c:pt idx="1253">
                  <c:v>9.61</c:v>
                </c:pt>
                <c:pt idx="1254">
                  <c:v>9.61</c:v>
                </c:pt>
                <c:pt idx="1255">
                  <c:v>9.6</c:v>
                </c:pt>
                <c:pt idx="1256">
                  <c:v>9.6085122117807771</c:v>
                </c:pt>
                <c:pt idx="1257">
                  <c:v>9.61</c:v>
                </c:pt>
                <c:pt idx="1258">
                  <c:v>9.6</c:v>
                </c:pt>
                <c:pt idx="1259">
                  <c:v>9.6077259614501216</c:v>
                </c:pt>
                <c:pt idx="1260">
                  <c:v>9.61</c:v>
                </c:pt>
                <c:pt idx="1261">
                  <c:v>9.64</c:v>
                </c:pt>
                <c:pt idx="1262">
                  <c:v>9.64501852073127</c:v>
                </c:pt>
                <c:pt idx="1263">
                  <c:v>9.65</c:v>
                </c:pt>
                <c:pt idx="1264">
                  <c:v>9.66</c:v>
                </c:pt>
                <c:pt idx="1265">
                  <c:v>9.6682999961827694</c:v>
                </c:pt>
                <c:pt idx="1266">
                  <c:v>9.67</c:v>
                </c:pt>
                <c:pt idx="1267">
                  <c:v>9.67</c:v>
                </c:pt>
                <c:pt idx="1268">
                  <c:v>9.68</c:v>
                </c:pt>
                <c:pt idx="1269">
                  <c:v>9.6999999999999993</c:v>
                </c:pt>
                <c:pt idx="1270">
                  <c:v>9.7090461836580904</c:v>
                </c:pt>
                <c:pt idx="1271">
                  <c:v>9.7200000000000006</c:v>
                </c:pt>
                <c:pt idx="1272">
                  <c:v>9.74</c:v>
                </c:pt>
                <c:pt idx="1273">
                  <c:v>9.7554664539681557</c:v>
                </c:pt>
                <c:pt idx="1274">
                  <c:v>9.76</c:v>
                </c:pt>
                <c:pt idx="1275">
                  <c:v>9.77</c:v>
                </c:pt>
                <c:pt idx="1276">
                  <c:v>9.7780045987325437</c:v>
                </c:pt>
                <c:pt idx="1277">
                  <c:v>9.7799999999999994</c:v>
                </c:pt>
                <c:pt idx="1278">
                  <c:v>9.7799999999999994</c:v>
                </c:pt>
                <c:pt idx="1279">
                  <c:v>9.8000000000000007</c:v>
                </c:pt>
                <c:pt idx="1280">
                  <c:v>9.8090199237420119</c:v>
                </c:pt>
                <c:pt idx="1281">
                  <c:v>9.82</c:v>
                </c:pt>
                <c:pt idx="1282">
                  <c:v>9.83</c:v>
                </c:pt>
                <c:pt idx="1283">
                  <c:v>9.83</c:v>
                </c:pt>
                <c:pt idx="1284">
                  <c:v>9.83</c:v>
                </c:pt>
                <c:pt idx="1285">
                  <c:v>9.81</c:v>
                </c:pt>
                <c:pt idx="1286">
                  <c:v>9.8000000000000007</c:v>
                </c:pt>
                <c:pt idx="1287">
                  <c:v>9.8000000000000007</c:v>
                </c:pt>
                <c:pt idx="1288">
                  <c:v>9.8000000000000007</c:v>
                </c:pt>
                <c:pt idx="1289">
                  <c:v>9.8000000000000007</c:v>
                </c:pt>
                <c:pt idx="1290">
                  <c:v>9.81</c:v>
                </c:pt>
                <c:pt idx="1291">
                  <c:v>9.817297866336741</c:v>
                </c:pt>
                <c:pt idx="1292">
                  <c:v>9.82</c:v>
                </c:pt>
                <c:pt idx="1293">
                  <c:v>9.82</c:v>
                </c:pt>
                <c:pt idx="1294">
                  <c:v>9.83</c:v>
                </c:pt>
                <c:pt idx="1295">
                  <c:v>9.82</c:v>
                </c:pt>
                <c:pt idx="1296">
                  <c:v>9.81</c:v>
                </c:pt>
                <c:pt idx="1297">
                  <c:v>9.81</c:v>
                </c:pt>
                <c:pt idx="1298">
                  <c:v>9.81</c:v>
                </c:pt>
                <c:pt idx="1299">
                  <c:v>9.8000000000000007</c:v>
                </c:pt>
                <c:pt idx="1300">
                  <c:v>9.7899999999999991</c:v>
                </c:pt>
                <c:pt idx="1301">
                  <c:v>9.76</c:v>
                </c:pt>
                <c:pt idx="1302">
                  <c:v>9.73</c:v>
                </c:pt>
                <c:pt idx="1303">
                  <c:v>9.7207278826442316</c:v>
                </c:pt>
                <c:pt idx="1304">
                  <c:v>9.6999999999999993</c:v>
                </c:pt>
                <c:pt idx="1305">
                  <c:v>9.68</c:v>
                </c:pt>
                <c:pt idx="1306">
                  <c:v>9.67</c:v>
                </c:pt>
                <c:pt idx="1307">
                  <c:v>9.66</c:v>
                </c:pt>
                <c:pt idx="1308">
                  <c:v>9.65</c:v>
                </c:pt>
                <c:pt idx="1309">
                  <c:v>9.6300000000000008</c:v>
                </c:pt>
                <c:pt idx="1310">
                  <c:v>9.6239116767380821</c:v>
                </c:pt>
                <c:pt idx="1311">
                  <c:v>9.6199999999999992</c:v>
                </c:pt>
                <c:pt idx="1312">
                  <c:v>9.6</c:v>
                </c:pt>
                <c:pt idx="1313">
                  <c:v>9.5870768363704677</c:v>
                </c:pt>
                <c:pt idx="1314">
                  <c:v>9.57</c:v>
                </c:pt>
                <c:pt idx="1315">
                  <c:v>9.5399999999999991</c:v>
                </c:pt>
                <c:pt idx="1316">
                  <c:v>9.5372651973843539</c:v>
                </c:pt>
                <c:pt idx="1317">
                  <c:v>9.52</c:v>
                </c:pt>
                <c:pt idx="1318">
                  <c:v>9.51</c:v>
                </c:pt>
                <c:pt idx="1319">
                  <c:v>9.5</c:v>
                </c:pt>
                <c:pt idx="1320">
                  <c:v>9.49</c:v>
                </c:pt>
                <c:pt idx="1321">
                  <c:v>9.4620794967455168</c:v>
                </c:pt>
                <c:pt idx="1322">
                  <c:v>9.4600000000000009</c:v>
                </c:pt>
                <c:pt idx="1323">
                  <c:v>9.4499999999999993</c:v>
                </c:pt>
                <c:pt idx="1324">
                  <c:v>9.4700000000000006</c:v>
                </c:pt>
                <c:pt idx="1325">
                  <c:v>9.4864861966479772</c:v>
                </c:pt>
                <c:pt idx="1326">
                  <c:v>9.49</c:v>
                </c:pt>
                <c:pt idx="1327">
                  <c:v>9.5</c:v>
                </c:pt>
                <c:pt idx="1328">
                  <c:v>9.51</c:v>
                </c:pt>
                <c:pt idx="1329">
                  <c:v>9.5035802311962119</c:v>
                </c:pt>
                <c:pt idx="1330">
                  <c:v>9.5</c:v>
                </c:pt>
                <c:pt idx="1331">
                  <c:v>9.49</c:v>
                </c:pt>
                <c:pt idx="1332">
                  <c:v>9.49</c:v>
                </c:pt>
                <c:pt idx="1333">
                  <c:v>9.49</c:v>
                </c:pt>
                <c:pt idx="1334">
                  <c:v>9.48</c:v>
                </c:pt>
                <c:pt idx="1335">
                  <c:v>9.48</c:v>
                </c:pt>
                <c:pt idx="1336">
                  <c:v>9.484617626037716</c:v>
                </c:pt>
                <c:pt idx="1337">
                  <c:v>9.49</c:v>
                </c:pt>
                <c:pt idx="1338">
                  <c:v>9.5</c:v>
                </c:pt>
                <c:pt idx="1339">
                  <c:v>9.4917552682579789</c:v>
                </c:pt>
                <c:pt idx="1340">
                  <c:v>9.49</c:v>
                </c:pt>
                <c:pt idx="1341">
                  <c:v>9.4600000000000009</c:v>
                </c:pt>
                <c:pt idx="1342">
                  <c:v>9.4279764845905536</c:v>
                </c:pt>
                <c:pt idx="1343">
                  <c:v>9.42</c:v>
                </c:pt>
                <c:pt idx="1344">
                  <c:v>9.3800000000000008</c:v>
                </c:pt>
                <c:pt idx="1345">
                  <c:v>9.36</c:v>
                </c:pt>
                <c:pt idx="1346">
                  <c:v>9.34</c:v>
                </c:pt>
                <c:pt idx="1347">
                  <c:v>9.31</c:v>
                </c:pt>
                <c:pt idx="1348">
                  <c:v>9.2808405802533915</c:v>
                </c:pt>
                <c:pt idx="1349">
                  <c:v>9.2799999999999994</c:v>
                </c:pt>
                <c:pt idx="1350">
                  <c:v>9.25</c:v>
                </c:pt>
                <c:pt idx="1351">
                  <c:v>9.23</c:v>
                </c:pt>
                <c:pt idx="1352">
                  <c:v>9.2213656568771043</c:v>
                </c:pt>
                <c:pt idx="1353">
                  <c:v>9.2100000000000009</c:v>
                </c:pt>
                <c:pt idx="1354">
                  <c:v>9.1914769163178374</c:v>
                </c:pt>
                <c:pt idx="1355">
                  <c:v>9.19</c:v>
                </c:pt>
                <c:pt idx="1356">
                  <c:v>9.18</c:v>
                </c:pt>
                <c:pt idx="1357">
                  <c:v>9.17</c:v>
                </c:pt>
                <c:pt idx="1358">
                  <c:v>9.17</c:v>
                </c:pt>
                <c:pt idx="1359">
                  <c:v>9.17</c:v>
                </c:pt>
                <c:pt idx="1360">
                  <c:v>9.17</c:v>
                </c:pt>
                <c:pt idx="1361">
                  <c:v>9.18</c:v>
                </c:pt>
                <c:pt idx="1362">
                  <c:v>9.1999999999999993</c:v>
                </c:pt>
                <c:pt idx="1363">
                  <c:v>9.2200000000000006</c:v>
                </c:pt>
                <c:pt idx="1364">
                  <c:v>9.2232153388002995</c:v>
                </c:pt>
                <c:pt idx="1365">
                  <c:v>9.25</c:v>
                </c:pt>
                <c:pt idx="1366">
                  <c:v>9.2563682410771531</c:v>
                </c:pt>
                <c:pt idx="1367">
                  <c:v>9.26</c:v>
                </c:pt>
                <c:pt idx="1368">
                  <c:v>9.2799999999999994</c:v>
                </c:pt>
                <c:pt idx="1369">
                  <c:v>9.2882661765862089</c:v>
                </c:pt>
                <c:pt idx="1370">
                  <c:v>9.2899999999999991</c:v>
                </c:pt>
                <c:pt idx="1371">
                  <c:v>9.3000000000000007</c:v>
                </c:pt>
                <c:pt idx="1372">
                  <c:v>9.31</c:v>
                </c:pt>
                <c:pt idx="1373">
                  <c:v>9.3154242541650518</c:v>
                </c:pt>
                <c:pt idx="1374">
                  <c:v>9.32</c:v>
                </c:pt>
                <c:pt idx="1375">
                  <c:v>9.33</c:v>
                </c:pt>
                <c:pt idx="1376">
                  <c:v>9.33</c:v>
                </c:pt>
                <c:pt idx="1377">
                  <c:v>9.33</c:v>
                </c:pt>
                <c:pt idx="1378">
                  <c:v>9.33</c:v>
                </c:pt>
                <c:pt idx="1379">
                  <c:v>9.3382857255349716</c:v>
                </c:pt>
                <c:pt idx="1380">
                  <c:v>9.34</c:v>
                </c:pt>
                <c:pt idx="1381">
                  <c:v>9.34</c:v>
                </c:pt>
                <c:pt idx="1382">
                  <c:v>9.34</c:v>
                </c:pt>
                <c:pt idx="1383">
                  <c:v>9.34</c:v>
                </c:pt>
                <c:pt idx="1384">
                  <c:v>9.36</c:v>
                </c:pt>
                <c:pt idx="1385">
                  <c:v>9.3699999999999992</c:v>
                </c:pt>
                <c:pt idx="1386">
                  <c:v>9.3699999999999992</c:v>
                </c:pt>
                <c:pt idx="1387">
                  <c:v>9.3626381133810668</c:v>
                </c:pt>
                <c:pt idx="1388">
                  <c:v>9.36</c:v>
                </c:pt>
                <c:pt idx="1389">
                  <c:v>9.34</c:v>
                </c:pt>
                <c:pt idx="1390">
                  <c:v>9.31730603060306</c:v>
                </c:pt>
                <c:pt idx="1391">
                  <c:v>9.31</c:v>
                </c:pt>
                <c:pt idx="1392">
                  <c:v>9.3000000000000007</c:v>
                </c:pt>
                <c:pt idx="1393">
                  <c:v>9.31</c:v>
                </c:pt>
                <c:pt idx="1394">
                  <c:v>9.31</c:v>
                </c:pt>
                <c:pt idx="1395">
                  <c:v>9.31</c:v>
                </c:pt>
                <c:pt idx="1396">
                  <c:v>9.3000000000000007</c:v>
                </c:pt>
                <c:pt idx="1397">
                  <c:v>9.2922611289075441</c:v>
                </c:pt>
                <c:pt idx="1398">
                  <c:v>9.2899999999999991</c:v>
                </c:pt>
                <c:pt idx="1399">
                  <c:v>9.3000000000000007</c:v>
                </c:pt>
                <c:pt idx="1400">
                  <c:v>9.3000000000000007</c:v>
                </c:pt>
                <c:pt idx="1401">
                  <c:v>9.3000000000000007</c:v>
                </c:pt>
                <c:pt idx="1402">
                  <c:v>9.2899999999999991</c:v>
                </c:pt>
                <c:pt idx="1403">
                  <c:v>9.2899999999999991</c:v>
                </c:pt>
                <c:pt idx="1404">
                  <c:v>9.3030710257543081</c:v>
                </c:pt>
                <c:pt idx="1405">
                  <c:v>9.31</c:v>
                </c:pt>
                <c:pt idx="1406">
                  <c:v>9.32</c:v>
                </c:pt>
                <c:pt idx="1407">
                  <c:v>9.32</c:v>
                </c:pt>
                <c:pt idx="1408">
                  <c:v>9.32</c:v>
                </c:pt>
                <c:pt idx="1409">
                  <c:v>9.32</c:v>
                </c:pt>
                <c:pt idx="1410">
                  <c:v>9.32</c:v>
                </c:pt>
                <c:pt idx="1411">
                  <c:v>9.32</c:v>
                </c:pt>
                <c:pt idx="1412">
                  <c:v>9.32</c:v>
                </c:pt>
                <c:pt idx="1413">
                  <c:v>9.33</c:v>
                </c:pt>
                <c:pt idx="1414">
                  <c:v>9.3385500203541625</c:v>
                </c:pt>
                <c:pt idx="1415">
                  <c:v>9.34</c:v>
                </c:pt>
                <c:pt idx="1416">
                  <c:v>9.35</c:v>
                </c:pt>
                <c:pt idx="1417">
                  <c:v>9.35</c:v>
                </c:pt>
                <c:pt idx="1418">
                  <c:v>9.36</c:v>
                </c:pt>
                <c:pt idx="1419">
                  <c:v>9.36</c:v>
                </c:pt>
                <c:pt idx="1420">
                  <c:v>9.36</c:v>
                </c:pt>
                <c:pt idx="1421">
                  <c:v>9.36</c:v>
                </c:pt>
                <c:pt idx="1422">
                  <c:v>9.36</c:v>
                </c:pt>
                <c:pt idx="1423">
                  <c:v>9.36</c:v>
                </c:pt>
                <c:pt idx="1424">
                  <c:v>9.3699999999999992</c:v>
                </c:pt>
                <c:pt idx="1425">
                  <c:v>9.3699999999999992</c:v>
                </c:pt>
                <c:pt idx="1426">
                  <c:v>9.3699999999999992</c:v>
                </c:pt>
                <c:pt idx="1427">
                  <c:v>9.3800000000000008</c:v>
                </c:pt>
                <c:pt idx="1428">
                  <c:v>9.3800000000000008</c:v>
                </c:pt>
                <c:pt idx="1429">
                  <c:v>9.3800000000000008</c:v>
                </c:pt>
                <c:pt idx="1430">
                  <c:v>9.3800000000000008</c:v>
                </c:pt>
                <c:pt idx="1431">
                  <c:v>9.3866807577394962</c:v>
                </c:pt>
                <c:pt idx="1432">
                  <c:v>9.39</c:v>
                </c:pt>
                <c:pt idx="1433">
                  <c:v>9.4</c:v>
                </c:pt>
                <c:pt idx="1434">
                  <c:v>9.4600000000000009</c:v>
                </c:pt>
                <c:pt idx="1435">
                  <c:v>9.4700000000000006</c:v>
                </c:pt>
                <c:pt idx="1436">
                  <c:v>9.4758937960042058</c:v>
                </c:pt>
                <c:pt idx="1437">
                  <c:v>9.48</c:v>
                </c:pt>
                <c:pt idx="1438">
                  <c:v>9.48</c:v>
                </c:pt>
                <c:pt idx="1439">
                  <c:v>9.48</c:v>
                </c:pt>
                <c:pt idx="1440">
                  <c:v>9.48</c:v>
                </c:pt>
                <c:pt idx="1441">
                  <c:v>9.48</c:v>
                </c:pt>
                <c:pt idx="1442">
                  <c:v>9.48</c:v>
                </c:pt>
                <c:pt idx="1443">
                  <c:v>9.4868973443336202</c:v>
                </c:pt>
                <c:pt idx="1444">
                  <c:v>9.49</c:v>
                </c:pt>
                <c:pt idx="1445">
                  <c:v>9.5</c:v>
                </c:pt>
                <c:pt idx="1446">
                  <c:v>9.5</c:v>
                </c:pt>
                <c:pt idx="1447">
                  <c:v>9.5</c:v>
                </c:pt>
                <c:pt idx="1448">
                  <c:v>9.49</c:v>
                </c:pt>
                <c:pt idx="1449">
                  <c:v>9.4960637733044102</c:v>
                </c:pt>
                <c:pt idx="1450">
                  <c:v>9.5</c:v>
                </c:pt>
                <c:pt idx="1451">
                  <c:v>9.51</c:v>
                </c:pt>
                <c:pt idx="1452">
                  <c:v>9.5187612734571925</c:v>
                </c:pt>
                <c:pt idx="1453">
                  <c:v>9.52</c:v>
                </c:pt>
                <c:pt idx="1454">
                  <c:v>9.52</c:v>
                </c:pt>
                <c:pt idx="1455">
                  <c:v>9.5299999999999994</c:v>
                </c:pt>
                <c:pt idx="1456">
                  <c:v>9.5385072361097052</c:v>
                </c:pt>
                <c:pt idx="1457">
                  <c:v>9.5399999999999991</c:v>
                </c:pt>
                <c:pt idx="1458">
                  <c:v>9.5500000000000007</c:v>
                </c:pt>
                <c:pt idx="1459">
                  <c:v>9.56</c:v>
                </c:pt>
                <c:pt idx="1460">
                  <c:v>9.57</c:v>
                </c:pt>
                <c:pt idx="1461">
                  <c:v>9.57</c:v>
                </c:pt>
                <c:pt idx="1462">
                  <c:v>9.57</c:v>
                </c:pt>
                <c:pt idx="1463">
                  <c:v>9.59</c:v>
                </c:pt>
                <c:pt idx="1464">
                  <c:v>9.61</c:v>
                </c:pt>
                <c:pt idx="1465">
                  <c:v>9.6290354769493582</c:v>
                </c:pt>
                <c:pt idx="1466">
                  <c:v>9.6300000000000008</c:v>
                </c:pt>
                <c:pt idx="1467">
                  <c:v>9.65</c:v>
                </c:pt>
                <c:pt idx="1468">
                  <c:v>9.67</c:v>
                </c:pt>
                <c:pt idx="1469">
                  <c:v>9.69</c:v>
                </c:pt>
                <c:pt idx="1470">
                  <c:v>9.697624289343171</c:v>
                </c:pt>
                <c:pt idx="1471">
                  <c:v>9.7100000000000009</c:v>
                </c:pt>
                <c:pt idx="1472">
                  <c:v>9.74</c:v>
                </c:pt>
                <c:pt idx="1473">
                  <c:v>9.7566647549627223</c:v>
                </c:pt>
                <c:pt idx="1474">
                  <c:v>9.77</c:v>
                </c:pt>
                <c:pt idx="1475">
                  <c:v>9.81</c:v>
                </c:pt>
                <c:pt idx="1476">
                  <c:v>9.84</c:v>
                </c:pt>
                <c:pt idx="1477">
                  <c:v>9.8501025646863294</c:v>
                </c:pt>
                <c:pt idx="1478">
                  <c:v>9.86</c:v>
                </c:pt>
                <c:pt idx="1479">
                  <c:v>9.8699999999999992</c:v>
                </c:pt>
                <c:pt idx="1480">
                  <c:v>9.8613076141082399</c:v>
                </c:pt>
                <c:pt idx="1481">
                  <c:v>9.85</c:v>
                </c:pt>
                <c:pt idx="1482">
                  <c:v>9.84</c:v>
                </c:pt>
                <c:pt idx="1483">
                  <c:v>9.8328965245088362</c:v>
                </c:pt>
                <c:pt idx="1484">
                  <c:v>9.83</c:v>
                </c:pt>
                <c:pt idx="1485">
                  <c:v>9.83</c:v>
                </c:pt>
                <c:pt idx="1486">
                  <c:v>9.8221074349303557</c:v>
                </c:pt>
                <c:pt idx="1487">
                  <c:v>9.82</c:v>
                </c:pt>
                <c:pt idx="1488">
                  <c:v>9.7899999999999991</c:v>
                </c:pt>
                <c:pt idx="1489">
                  <c:v>9.7899999999999991</c:v>
                </c:pt>
                <c:pt idx="1490">
                  <c:v>9.7899999999999991</c:v>
                </c:pt>
                <c:pt idx="1491">
                  <c:v>9.7799999999999994</c:v>
                </c:pt>
                <c:pt idx="1492">
                  <c:v>9.7982428121948573</c:v>
                </c:pt>
                <c:pt idx="1493">
                  <c:v>9.8000000000000007</c:v>
                </c:pt>
                <c:pt idx="1494">
                  <c:v>9.82</c:v>
                </c:pt>
                <c:pt idx="1495">
                  <c:v>9.84</c:v>
                </c:pt>
                <c:pt idx="1496">
                  <c:v>9.8415149657410748</c:v>
                </c:pt>
                <c:pt idx="1497">
                  <c:v>9.85</c:v>
                </c:pt>
                <c:pt idx="1498">
                  <c:v>9.85</c:v>
                </c:pt>
                <c:pt idx="1499">
                  <c:v>9.85</c:v>
                </c:pt>
                <c:pt idx="1500">
                  <c:v>9.85</c:v>
                </c:pt>
                <c:pt idx="1501">
                  <c:v>9.85</c:v>
                </c:pt>
                <c:pt idx="1502">
                  <c:v>9.85</c:v>
                </c:pt>
                <c:pt idx="1503">
                  <c:v>9.85</c:v>
                </c:pt>
                <c:pt idx="1504">
                  <c:v>9.86</c:v>
                </c:pt>
                <c:pt idx="1505">
                  <c:v>9.86</c:v>
                </c:pt>
                <c:pt idx="1506">
                  <c:v>9.86</c:v>
                </c:pt>
                <c:pt idx="1507">
                  <c:v>9.8699999999999992</c:v>
                </c:pt>
                <c:pt idx="1508">
                  <c:v>9.8699999999999992</c:v>
                </c:pt>
                <c:pt idx="1509">
                  <c:v>9.8800000000000008</c:v>
                </c:pt>
                <c:pt idx="1510">
                  <c:v>9.8800000000000008</c:v>
                </c:pt>
                <c:pt idx="1511">
                  <c:v>9.8699999999999992</c:v>
                </c:pt>
                <c:pt idx="1512">
                  <c:v>9.8649356538534203</c:v>
                </c:pt>
                <c:pt idx="1513">
                  <c:v>9.86</c:v>
                </c:pt>
                <c:pt idx="1514">
                  <c:v>9.8614174344436556</c:v>
                </c:pt>
                <c:pt idx="1515">
                  <c:v>9.868682123451789</c:v>
                </c:pt>
                <c:pt idx="1516">
                  <c:v>9.8699999999999992</c:v>
                </c:pt>
                <c:pt idx="1517">
                  <c:v>9.8800000000000008</c:v>
                </c:pt>
                <c:pt idx="1518">
                  <c:v>9.89</c:v>
                </c:pt>
                <c:pt idx="1519">
                  <c:v>9.9</c:v>
                </c:pt>
                <c:pt idx="1520">
                  <c:v>9.9156215910468273</c:v>
                </c:pt>
                <c:pt idx="1521">
                  <c:v>9.92</c:v>
                </c:pt>
                <c:pt idx="1522">
                  <c:v>9.94</c:v>
                </c:pt>
                <c:pt idx="1523">
                  <c:v>9.9499999999999993</c:v>
                </c:pt>
                <c:pt idx="1524">
                  <c:v>9.9583015479993193</c:v>
                </c:pt>
                <c:pt idx="1525">
                  <c:v>9.9600000000000009</c:v>
                </c:pt>
                <c:pt idx="1526">
                  <c:v>9.9700000000000006</c:v>
                </c:pt>
                <c:pt idx="1527">
                  <c:v>9.9861902645792036</c:v>
                </c:pt>
                <c:pt idx="1528">
                  <c:v>9.99</c:v>
                </c:pt>
                <c:pt idx="1529">
                  <c:v>10</c:v>
                </c:pt>
                <c:pt idx="1530">
                  <c:v>10</c:v>
                </c:pt>
                <c:pt idx="1531">
                  <c:v>10.00590129961363</c:v>
                </c:pt>
                <c:pt idx="1532">
                  <c:v>10.01</c:v>
                </c:pt>
                <c:pt idx="1533">
                  <c:v>10.02</c:v>
                </c:pt>
                <c:pt idx="1534">
                  <c:v>10.029999999999999</c:v>
                </c:pt>
                <c:pt idx="1535">
                  <c:v>10.039999999999999</c:v>
                </c:pt>
                <c:pt idx="1536">
                  <c:v>10.050000000000001</c:v>
                </c:pt>
                <c:pt idx="1537">
                  <c:v>10.050000000000001</c:v>
                </c:pt>
                <c:pt idx="1538">
                  <c:v>10.050000000000001</c:v>
                </c:pt>
                <c:pt idx="1539">
                  <c:v>10.05857380467703</c:v>
                </c:pt>
                <c:pt idx="1540">
                  <c:v>10.06</c:v>
                </c:pt>
                <c:pt idx="1541">
                  <c:v>10.07</c:v>
                </c:pt>
                <c:pt idx="1542">
                  <c:v>10.07</c:v>
                </c:pt>
                <c:pt idx="1543">
                  <c:v>10.07</c:v>
                </c:pt>
                <c:pt idx="1544">
                  <c:v>10.07</c:v>
                </c:pt>
                <c:pt idx="1545">
                  <c:v>10.06</c:v>
                </c:pt>
                <c:pt idx="1546">
                  <c:v>10.07</c:v>
                </c:pt>
                <c:pt idx="1547">
                  <c:v>10.09</c:v>
                </c:pt>
                <c:pt idx="1548">
                  <c:v>10.11</c:v>
                </c:pt>
                <c:pt idx="1549">
                  <c:v>10.130000000000001</c:v>
                </c:pt>
                <c:pt idx="1550">
                  <c:v>10.15</c:v>
                </c:pt>
                <c:pt idx="1551">
                  <c:v>10.15663628465607</c:v>
                </c:pt>
                <c:pt idx="1552">
                  <c:v>10.16</c:v>
                </c:pt>
                <c:pt idx="1553">
                  <c:v>10.16370429042904</c:v>
                </c:pt>
                <c:pt idx="1554">
                  <c:v>10.17</c:v>
                </c:pt>
                <c:pt idx="1555">
                  <c:v>10.17</c:v>
                </c:pt>
                <c:pt idx="1556">
                  <c:v>10.18</c:v>
                </c:pt>
                <c:pt idx="1557">
                  <c:v>10.17</c:v>
                </c:pt>
                <c:pt idx="1558">
                  <c:v>10.14</c:v>
                </c:pt>
                <c:pt idx="1559">
                  <c:v>10.11762146461683</c:v>
                </c:pt>
                <c:pt idx="1560">
                  <c:v>10.11</c:v>
                </c:pt>
                <c:pt idx="1561">
                  <c:v>10.07</c:v>
                </c:pt>
                <c:pt idx="1562">
                  <c:v>10.039999999999999</c:v>
                </c:pt>
                <c:pt idx="1563">
                  <c:v>10.02998689540148</c:v>
                </c:pt>
                <c:pt idx="1564">
                  <c:v>10.02</c:v>
                </c:pt>
                <c:pt idx="1565">
                  <c:v>10.01</c:v>
                </c:pt>
                <c:pt idx="1566">
                  <c:v>10.01</c:v>
                </c:pt>
                <c:pt idx="1567">
                  <c:v>10.01</c:v>
                </c:pt>
                <c:pt idx="1568">
                  <c:v>10.02</c:v>
                </c:pt>
                <c:pt idx="1569">
                  <c:v>10.02808237352664</c:v>
                </c:pt>
                <c:pt idx="1570">
                  <c:v>10.029999999999999</c:v>
                </c:pt>
                <c:pt idx="1571">
                  <c:v>10.0593319341298</c:v>
                </c:pt>
                <c:pt idx="1572">
                  <c:v>10.06</c:v>
                </c:pt>
                <c:pt idx="1573">
                  <c:v>10.07</c:v>
                </c:pt>
                <c:pt idx="1574">
                  <c:v>10.050000000000001</c:v>
                </c:pt>
                <c:pt idx="1575">
                  <c:v>10.044464739038769</c:v>
                </c:pt>
                <c:pt idx="1576">
                  <c:v>10.039999999999999</c:v>
                </c:pt>
                <c:pt idx="1577">
                  <c:v>10.029999999999999</c:v>
                </c:pt>
                <c:pt idx="1578">
                  <c:v>10.004063059835181</c:v>
                </c:pt>
                <c:pt idx="1579">
                  <c:v>10</c:v>
                </c:pt>
                <c:pt idx="1580">
                  <c:v>9.9700000000000006</c:v>
                </c:pt>
                <c:pt idx="1581">
                  <c:v>9.9499999999999993</c:v>
                </c:pt>
                <c:pt idx="1582">
                  <c:v>9.9600000000000009</c:v>
                </c:pt>
                <c:pt idx="1583">
                  <c:v>9.9600000000000009</c:v>
                </c:pt>
                <c:pt idx="1584">
                  <c:v>9.98</c:v>
                </c:pt>
                <c:pt idx="1585">
                  <c:v>9.99</c:v>
                </c:pt>
                <c:pt idx="1586">
                  <c:v>10</c:v>
                </c:pt>
                <c:pt idx="1587">
                  <c:v>10</c:v>
                </c:pt>
                <c:pt idx="1588">
                  <c:v>9.9916825650210246</c:v>
                </c:pt>
                <c:pt idx="1589">
                  <c:v>9.99</c:v>
                </c:pt>
                <c:pt idx="1590">
                  <c:v>9.9822485747770298</c:v>
                </c:pt>
                <c:pt idx="1591">
                  <c:v>9.98</c:v>
                </c:pt>
                <c:pt idx="1592">
                  <c:v>9.9600000000000009</c:v>
                </c:pt>
                <c:pt idx="1593">
                  <c:v>9.9499999999999993</c:v>
                </c:pt>
                <c:pt idx="1594">
                  <c:v>9.9426432897309809</c:v>
                </c:pt>
                <c:pt idx="1595">
                  <c:v>9.93</c:v>
                </c:pt>
                <c:pt idx="1596">
                  <c:v>9.92</c:v>
                </c:pt>
                <c:pt idx="1597">
                  <c:v>9.92</c:v>
                </c:pt>
                <c:pt idx="1598">
                  <c:v>9.92</c:v>
                </c:pt>
                <c:pt idx="1599">
                  <c:v>9.9700000000000006</c:v>
                </c:pt>
                <c:pt idx="1600">
                  <c:v>9.9863062767006241</c:v>
                </c:pt>
                <c:pt idx="1601">
                  <c:v>9.99</c:v>
                </c:pt>
                <c:pt idx="1602">
                  <c:v>10.01</c:v>
                </c:pt>
                <c:pt idx="1603">
                  <c:v>10.027213139010129</c:v>
                </c:pt>
                <c:pt idx="1604">
                  <c:v>10.029999999999999</c:v>
                </c:pt>
                <c:pt idx="1605">
                  <c:v>10.029999999999999</c:v>
                </c:pt>
                <c:pt idx="1606">
                  <c:v>10.01</c:v>
                </c:pt>
                <c:pt idx="1607">
                  <c:v>10.00189324839535</c:v>
                </c:pt>
                <c:pt idx="1608">
                  <c:v>9.99</c:v>
                </c:pt>
                <c:pt idx="1609">
                  <c:v>9.9499999999999993</c:v>
                </c:pt>
                <c:pt idx="1610">
                  <c:v>9.9234746698932081</c:v>
                </c:pt>
                <c:pt idx="1611">
                  <c:v>9.91</c:v>
                </c:pt>
                <c:pt idx="1612">
                  <c:v>9.8800000000000008</c:v>
                </c:pt>
                <c:pt idx="1613">
                  <c:v>9.8699999999999992</c:v>
                </c:pt>
                <c:pt idx="1614">
                  <c:v>9.86</c:v>
                </c:pt>
                <c:pt idx="1615">
                  <c:v>9.85</c:v>
                </c:pt>
                <c:pt idx="1616">
                  <c:v>9.85</c:v>
                </c:pt>
                <c:pt idx="1617">
                  <c:v>9.85</c:v>
                </c:pt>
                <c:pt idx="1618">
                  <c:v>9.86</c:v>
                </c:pt>
                <c:pt idx="1619">
                  <c:v>9.8773554913294799</c:v>
                </c:pt>
                <c:pt idx="1620">
                  <c:v>9.8800000000000008</c:v>
                </c:pt>
                <c:pt idx="1621">
                  <c:v>9.89</c:v>
                </c:pt>
                <c:pt idx="1622">
                  <c:v>9.8800000000000008</c:v>
                </c:pt>
                <c:pt idx="1623">
                  <c:v>9.8699999999999992</c:v>
                </c:pt>
                <c:pt idx="1624">
                  <c:v>9.84</c:v>
                </c:pt>
                <c:pt idx="1625">
                  <c:v>9.8077098337043349</c:v>
                </c:pt>
                <c:pt idx="1626">
                  <c:v>9.8000000000000007</c:v>
                </c:pt>
                <c:pt idx="1627">
                  <c:v>9.76</c:v>
                </c:pt>
                <c:pt idx="1628">
                  <c:v>9.74</c:v>
                </c:pt>
                <c:pt idx="1629">
                  <c:v>9.7418042399639155</c:v>
                </c:pt>
                <c:pt idx="1630">
                  <c:v>9.748254827415856</c:v>
                </c:pt>
                <c:pt idx="1631">
                  <c:v>9.75</c:v>
                </c:pt>
                <c:pt idx="1632">
                  <c:v>9.7579560207874838</c:v>
                </c:pt>
                <c:pt idx="1633">
                  <c:v>9.76</c:v>
                </c:pt>
                <c:pt idx="1634">
                  <c:v>9.77</c:v>
                </c:pt>
                <c:pt idx="1635">
                  <c:v>9.7799999999999994</c:v>
                </c:pt>
                <c:pt idx="1636">
                  <c:v>9.7799999999999994</c:v>
                </c:pt>
                <c:pt idx="1637">
                  <c:v>9.7799999999999994</c:v>
                </c:pt>
                <c:pt idx="1638">
                  <c:v>9.7617032208650141</c:v>
                </c:pt>
                <c:pt idx="1639">
                  <c:v>9.76</c:v>
                </c:pt>
                <c:pt idx="1640">
                  <c:v>9.73</c:v>
                </c:pt>
                <c:pt idx="1641">
                  <c:v>9.73</c:v>
                </c:pt>
                <c:pt idx="1642">
                  <c:v>9.73</c:v>
                </c:pt>
                <c:pt idx="1643">
                  <c:v>9.74</c:v>
                </c:pt>
                <c:pt idx="1644">
                  <c:v>9.7474190322106189</c:v>
                </c:pt>
                <c:pt idx="1645">
                  <c:v>9.75</c:v>
                </c:pt>
                <c:pt idx="1646">
                  <c:v>9.76</c:v>
                </c:pt>
                <c:pt idx="1647">
                  <c:v>9.7799999999999994</c:v>
                </c:pt>
                <c:pt idx="1648">
                  <c:v>9.7943500540909874</c:v>
                </c:pt>
                <c:pt idx="1649">
                  <c:v>9.81</c:v>
                </c:pt>
                <c:pt idx="1650">
                  <c:v>9.83</c:v>
                </c:pt>
                <c:pt idx="1651">
                  <c:v>9.8368105893476212</c:v>
                </c:pt>
                <c:pt idx="1652">
                  <c:v>9.84</c:v>
                </c:pt>
                <c:pt idx="1653">
                  <c:v>9.83</c:v>
                </c:pt>
                <c:pt idx="1654">
                  <c:v>9.83</c:v>
                </c:pt>
                <c:pt idx="1655">
                  <c:v>9.82</c:v>
                </c:pt>
                <c:pt idx="1656">
                  <c:v>9.8141118547850166</c:v>
                </c:pt>
                <c:pt idx="1657">
                  <c:v>9.81</c:v>
                </c:pt>
                <c:pt idx="1658">
                  <c:v>9.7899999999999991</c:v>
                </c:pt>
                <c:pt idx="1659">
                  <c:v>9.76</c:v>
                </c:pt>
                <c:pt idx="1660">
                  <c:v>9.74</c:v>
                </c:pt>
                <c:pt idx="1661">
                  <c:v>9.73</c:v>
                </c:pt>
                <c:pt idx="1662">
                  <c:v>9.75</c:v>
                </c:pt>
                <c:pt idx="1663">
                  <c:v>9.7582331618907663</c:v>
                </c:pt>
                <c:pt idx="1664">
                  <c:v>9.77</c:v>
                </c:pt>
                <c:pt idx="1665">
                  <c:v>9.7899999999999991</c:v>
                </c:pt>
                <c:pt idx="1666">
                  <c:v>9.7899999999999991</c:v>
                </c:pt>
                <c:pt idx="1667">
                  <c:v>9.7899999999999991</c:v>
                </c:pt>
                <c:pt idx="1668">
                  <c:v>9.7899999999999991</c:v>
                </c:pt>
                <c:pt idx="1669">
                  <c:v>9.7799999999999994</c:v>
                </c:pt>
                <c:pt idx="1670">
                  <c:v>9.7799999999999994</c:v>
                </c:pt>
                <c:pt idx="1671">
                  <c:v>9.7799999999999994</c:v>
                </c:pt>
                <c:pt idx="1672">
                  <c:v>9.7741055506102796</c:v>
                </c:pt>
                <c:pt idx="1673">
                  <c:v>9.77</c:v>
                </c:pt>
                <c:pt idx="1674">
                  <c:v>9.77</c:v>
                </c:pt>
                <c:pt idx="1675">
                  <c:v>9.76</c:v>
                </c:pt>
                <c:pt idx="1676">
                  <c:v>9.7513307671157552</c:v>
                </c:pt>
                <c:pt idx="1677">
                  <c:v>9.75</c:v>
                </c:pt>
                <c:pt idx="1678">
                  <c:v>9.74</c:v>
                </c:pt>
                <c:pt idx="1679">
                  <c:v>9.7226627450173808</c:v>
                </c:pt>
                <c:pt idx="1680">
                  <c:v>9.7200000000000006</c:v>
                </c:pt>
                <c:pt idx="1681">
                  <c:v>9.6999999999999993</c:v>
                </c:pt>
                <c:pt idx="1682">
                  <c:v>9.6823159549384332</c:v>
                </c:pt>
                <c:pt idx="1683">
                  <c:v>9.68</c:v>
                </c:pt>
                <c:pt idx="1684">
                  <c:v>9.68</c:v>
                </c:pt>
                <c:pt idx="1685">
                  <c:v>9.67</c:v>
                </c:pt>
                <c:pt idx="1686">
                  <c:v>9.6555274824602932</c:v>
                </c:pt>
                <c:pt idx="1687">
                  <c:v>9.65</c:v>
                </c:pt>
                <c:pt idx="1688">
                  <c:v>9.61</c:v>
                </c:pt>
                <c:pt idx="1689">
                  <c:v>9.5732684850915906</c:v>
                </c:pt>
                <c:pt idx="1690">
                  <c:v>9.57</c:v>
                </c:pt>
                <c:pt idx="1691">
                  <c:v>9.5399999999999991</c:v>
                </c:pt>
                <c:pt idx="1692">
                  <c:v>9.52</c:v>
                </c:pt>
                <c:pt idx="1693">
                  <c:v>9.49</c:v>
                </c:pt>
                <c:pt idx="1694">
                  <c:v>9.4600000000000009</c:v>
                </c:pt>
                <c:pt idx="1695">
                  <c:v>9.4362957825943869</c:v>
                </c:pt>
                <c:pt idx="1696">
                  <c:v>9.43</c:v>
                </c:pt>
                <c:pt idx="1697">
                  <c:v>9.39</c:v>
                </c:pt>
                <c:pt idx="1698">
                  <c:v>9.2899999999999991</c:v>
                </c:pt>
                <c:pt idx="1699">
                  <c:v>9.27</c:v>
                </c:pt>
                <c:pt idx="1700">
                  <c:v>9.27</c:v>
                </c:pt>
                <c:pt idx="1701">
                  <c:v>9.27</c:v>
                </c:pt>
                <c:pt idx="1702">
                  <c:v>9.27</c:v>
                </c:pt>
                <c:pt idx="1703">
                  <c:v>9.26</c:v>
                </c:pt>
                <c:pt idx="1704">
                  <c:v>9.24</c:v>
                </c:pt>
                <c:pt idx="1705">
                  <c:v>9.2364845009104801</c:v>
                </c:pt>
                <c:pt idx="1706">
                  <c:v>9.2228679071519775</c:v>
                </c:pt>
                <c:pt idx="1707">
                  <c:v>9.2200000000000006</c:v>
                </c:pt>
                <c:pt idx="1708">
                  <c:v>9.2033590057491743</c:v>
                </c:pt>
                <c:pt idx="1709">
                  <c:v>9.1999999999999993</c:v>
                </c:pt>
                <c:pt idx="1710">
                  <c:v>9.18</c:v>
                </c:pt>
                <c:pt idx="1711">
                  <c:v>9.1636210137309249</c:v>
                </c:pt>
                <c:pt idx="1712">
                  <c:v>9.16</c:v>
                </c:pt>
                <c:pt idx="1713">
                  <c:v>9.1199999999999992</c:v>
                </c:pt>
                <c:pt idx="1714">
                  <c:v>9.09</c:v>
                </c:pt>
                <c:pt idx="1715">
                  <c:v>9.0675368905047051</c:v>
                </c:pt>
                <c:pt idx="1716">
                  <c:v>9.0399999999999991</c:v>
                </c:pt>
                <c:pt idx="1717">
                  <c:v>8.99</c:v>
                </c:pt>
                <c:pt idx="1718">
                  <c:v>8.9774691070396813</c:v>
                </c:pt>
                <c:pt idx="1719">
                  <c:v>8.9499999999999993</c:v>
                </c:pt>
                <c:pt idx="1720">
                  <c:v>8.91</c:v>
                </c:pt>
                <c:pt idx="1721">
                  <c:v>8.8800000000000008</c:v>
                </c:pt>
                <c:pt idx="1722">
                  <c:v>8.85</c:v>
                </c:pt>
                <c:pt idx="1723">
                  <c:v>8.842878814282976</c:v>
                </c:pt>
                <c:pt idx="1724">
                  <c:v>8.84</c:v>
                </c:pt>
                <c:pt idx="1725">
                  <c:v>8.82</c:v>
                </c:pt>
                <c:pt idx="1726">
                  <c:v>8.7799999999999994</c:v>
                </c:pt>
                <c:pt idx="1727">
                  <c:v>8.7299184544386925</c:v>
                </c:pt>
                <c:pt idx="1728">
                  <c:v>8.7200000000000006</c:v>
                </c:pt>
                <c:pt idx="1729">
                  <c:v>8.68</c:v>
                </c:pt>
                <c:pt idx="1730">
                  <c:v>8.6436898467690781</c:v>
                </c:pt>
                <c:pt idx="1731">
                  <c:v>8.64</c:v>
                </c:pt>
                <c:pt idx="1732">
                  <c:v>8.61</c:v>
                </c:pt>
                <c:pt idx="1733">
                  <c:v>8.58</c:v>
                </c:pt>
                <c:pt idx="1734">
                  <c:v>8.5704882040862405</c:v>
                </c:pt>
                <c:pt idx="1735">
                  <c:v>8.5500000000000007</c:v>
                </c:pt>
                <c:pt idx="1736">
                  <c:v>8.51</c:v>
                </c:pt>
                <c:pt idx="1737">
                  <c:v>8.4600000000000009</c:v>
                </c:pt>
                <c:pt idx="1738">
                  <c:v>8.43</c:v>
                </c:pt>
                <c:pt idx="1739">
                  <c:v>8.43</c:v>
                </c:pt>
                <c:pt idx="1740">
                  <c:v>8.4391511970094637</c:v>
                </c:pt>
                <c:pt idx="1741">
                  <c:v>8.44</c:v>
                </c:pt>
                <c:pt idx="1742">
                  <c:v>8.4499999999999993</c:v>
                </c:pt>
                <c:pt idx="1743">
                  <c:v>8.48</c:v>
                </c:pt>
                <c:pt idx="1744">
                  <c:v>8.4862670472565807</c:v>
                </c:pt>
                <c:pt idx="1745">
                  <c:v>8.5099113822503316</c:v>
                </c:pt>
                <c:pt idx="1746">
                  <c:v>8.52</c:v>
                </c:pt>
                <c:pt idx="1747">
                  <c:v>8.56</c:v>
                </c:pt>
                <c:pt idx="1748">
                  <c:v>8.6</c:v>
                </c:pt>
                <c:pt idx="1749">
                  <c:v>8.6049220855301698</c:v>
                </c:pt>
                <c:pt idx="1750">
                  <c:v>8.61</c:v>
                </c:pt>
                <c:pt idx="1751">
                  <c:v>8.6300000000000008</c:v>
                </c:pt>
                <c:pt idx="1752">
                  <c:v>8.6444428202923476</c:v>
                </c:pt>
                <c:pt idx="1753">
                  <c:v>8.65</c:v>
                </c:pt>
                <c:pt idx="1754">
                  <c:v>8.67</c:v>
                </c:pt>
                <c:pt idx="1755">
                  <c:v>8.6774745969983318</c:v>
                </c:pt>
                <c:pt idx="1756">
                  <c:v>8.68</c:v>
                </c:pt>
                <c:pt idx="1757">
                  <c:v>8.67</c:v>
                </c:pt>
                <c:pt idx="1758">
                  <c:v>8.6623793115697492</c:v>
                </c:pt>
                <c:pt idx="1759">
                  <c:v>8.66</c:v>
                </c:pt>
                <c:pt idx="1760">
                  <c:v>8.66</c:v>
                </c:pt>
                <c:pt idx="1761">
                  <c:v>8.66</c:v>
                </c:pt>
                <c:pt idx="1762">
                  <c:v>8.6524979164186213</c:v>
                </c:pt>
                <c:pt idx="1763">
                  <c:v>8.65</c:v>
                </c:pt>
                <c:pt idx="1764">
                  <c:v>8.64</c:v>
                </c:pt>
                <c:pt idx="1765">
                  <c:v>8.6485362683223013</c:v>
                </c:pt>
                <c:pt idx="1766">
                  <c:v>8.65</c:v>
                </c:pt>
                <c:pt idx="1767">
                  <c:v>8.65</c:v>
                </c:pt>
                <c:pt idx="1768">
                  <c:v>8.6422901953590756</c:v>
                </c:pt>
                <c:pt idx="1769">
                  <c:v>8.6300000000000008</c:v>
                </c:pt>
                <c:pt idx="1770">
                  <c:v>8.59</c:v>
                </c:pt>
                <c:pt idx="1771">
                  <c:v>8.5459543777255949</c:v>
                </c:pt>
                <c:pt idx="1772">
                  <c:v>8.5399999999999991</c:v>
                </c:pt>
                <c:pt idx="1773">
                  <c:v>8.51</c:v>
                </c:pt>
                <c:pt idx="1774">
                  <c:v>8.5020823750784018</c:v>
                </c:pt>
                <c:pt idx="1775">
                  <c:v>8.5</c:v>
                </c:pt>
                <c:pt idx="1776">
                  <c:v>8.51</c:v>
                </c:pt>
                <c:pt idx="1777">
                  <c:v>8.51</c:v>
                </c:pt>
                <c:pt idx="1778">
                  <c:v>8.48</c:v>
                </c:pt>
                <c:pt idx="1779">
                  <c:v>8.4499999999999993</c:v>
                </c:pt>
                <c:pt idx="1780">
                  <c:v>8.44</c:v>
                </c:pt>
                <c:pt idx="1781">
                  <c:v>8.44</c:v>
                </c:pt>
                <c:pt idx="1782">
                  <c:v>8.42</c:v>
                </c:pt>
                <c:pt idx="1783">
                  <c:v>8.4169629123841005</c:v>
                </c:pt>
                <c:pt idx="1784">
                  <c:v>8.4</c:v>
                </c:pt>
                <c:pt idx="1785">
                  <c:v>8.3800000000000008</c:v>
                </c:pt>
                <c:pt idx="1786">
                  <c:v>8.3699999999999992</c:v>
                </c:pt>
                <c:pt idx="1787">
                  <c:v>8.3576481142505017</c:v>
                </c:pt>
                <c:pt idx="1788">
                  <c:v>8.35</c:v>
                </c:pt>
                <c:pt idx="1789">
                  <c:v>8.3349239194210831</c:v>
                </c:pt>
                <c:pt idx="1790">
                  <c:v>8.33</c:v>
                </c:pt>
                <c:pt idx="1791">
                  <c:v>8.31</c:v>
                </c:pt>
                <c:pt idx="1792">
                  <c:v>8.2899999999999991</c:v>
                </c:pt>
                <c:pt idx="1793">
                  <c:v>8.2775762059781002</c:v>
                </c:pt>
                <c:pt idx="1794">
                  <c:v>8.26</c:v>
                </c:pt>
                <c:pt idx="1795">
                  <c:v>8.25</c:v>
                </c:pt>
                <c:pt idx="1796">
                  <c:v>8.25</c:v>
                </c:pt>
                <c:pt idx="1797">
                  <c:v>8.25</c:v>
                </c:pt>
                <c:pt idx="1798">
                  <c:v>8.25</c:v>
                </c:pt>
                <c:pt idx="1799">
                  <c:v>8.2308552107519954</c:v>
                </c:pt>
                <c:pt idx="1800">
                  <c:v>8.23</c:v>
                </c:pt>
                <c:pt idx="1801">
                  <c:v>8.1999999999999993</c:v>
                </c:pt>
                <c:pt idx="1802">
                  <c:v>8.17</c:v>
                </c:pt>
                <c:pt idx="1803">
                  <c:v>8.1457983435361907</c:v>
                </c:pt>
                <c:pt idx="1804">
                  <c:v>8.1300000000000008</c:v>
                </c:pt>
                <c:pt idx="1805">
                  <c:v>8.1</c:v>
                </c:pt>
                <c:pt idx="1806">
                  <c:v>8.0813438138541684</c:v>
                </c:pt>
                <c:pt idx="1807">
                  <c:v>8.08</c:v>
                </c:pt>
                <c:pt idx="1808">
                  <c:v>8.07</c:v>
                </c:pt>
                <c:pt idx="1809">
                  <c:v>8.08</c:v>
                </c:pt>
                <c:pt idx="1810">
                  <c:v>8.0840844591311107</c:v>
                </c:pt>
                <c:pt idx="1811">
                  <c:v>8.09</c:v>
                </c:pt>
                <c:pt idx="1812">
                  <c:v>8.08</c:v>
                </c:pt>
                <c:pt idx="1813">
                  <c:v>8.0724950318186899</c:v>
                </c:pt>
                <c:pt idx="1814">
                  <c:v>8.07</c:v>
                </c:pt>
                <c:pt idx="1815">
                  <c:v>8.0399999999999991</c:v>
                </c:pt>
                <c:pt idx="1816">
                  <c:v>8.0500000000000007</c:v>
                </c:pt>
                <c:pt idx="1817">
                  <c:v>8.06</c:v>
                </c:pt>
                <c:pt idx="1818">
                  <c:v>8.0675898284682521</c:v>
                </c:pt>
                <c:pt idx="1819">
                  <c:v>8.07</c:v>
                </c:pt>
                <c:pt idx="1820">
                  <c:v>8.06</c:v>
                </c:pt>
                <c:pt idx="1821">
                  <c:v>8.0299999999999994</c:v>
                </c:pt>
                <c:pt idx="1822">
                  <c:v>8.0125621137334608</c:v>
                </c:pt>
                <c:pt idx="1823">
                  <c:v>8.01</c:v>
                </c:pt>
                <c:pt idx="1824">
                  <c:v>7.95</c:v>
                </c:pt>
                <c:pt idx="1825">
                  <c:v>7.9446531378224501</c:v>
                </c:pt>
                <c:pt idx="1826">
                  <c:v>7.9343986768026973</c:v>
                </c:pt>
                <c:pt idx="1827">
                  <c:v>7.93</c:v>
                </c:pt>
                <c:pt idx="1828">
                  <c:v>7.94</c:v>
                </c:pt>
                <c:pt idx="1829">
                  <c:v>7.9436360807633806</c:v>
                </c:pt>
                <c:pt idx="1830">
                  <c:v>7.96</c:v>
                </c:pt>
                <c:pt idx="1831">
                  <c:v>8</c:v>
                </c:pt>
                <c:pt idx="1832">
                  <c:v>8.0358771411695216</c:v>
                </c:pt>
                <c:pt idx="1833">
                  <c:v>8.0500000000000007</c:v>
                </c:pt>
                <c:pt idx="1834">
                  <c:v>8.09</c:v>
                </c:pt>
                <c:pt idx="1835">
                  <c:v>8.1</c:v>
                </c:pt>
                <c:pt idx="1836">
                  <c:v>8.08</c:v>
                </c:pt>
                <c:pt idx="1837">
                  <c:v>8.02</c:v>
                </c:pt>
                <c:pt idx="1838">
                  <c:v>7.94</c:v>
                </c:pt>
                <c:pt idx="1839">
                  <c:v>7.86</c:v>
                </c:pt>
                <c:pt idx="1840">
                  <c:v>7.78</c:v>
                </c:pt>
                <c:pt idx="1841">
                  <c:v>7.7639161040080449</c:v>
                </c:pt>
                <c:pt idx="1842">
                  <c:v>7.74</c:v>
                </c:pt>
                <c:pt idx="1843">
                  <c:v>7.71</c:v>
                </c:pt>
                <c:pt idx="1844">
                  <c:v>7.7017864476386038</c:v>
                </c:pt>
                <c:pt idx="1845">
                  <c:v>7.7</c:v>
                </c:pt>
                <c:pt idx="1846">
                  <c:v>7.71</c:v>
                </c:pt>
                <c:pt idx="1847">
                  <c:v>7.7350042430581594</c:v>
                </c:pt>
                <c:pt idx="1848">
                  <c:v>7.74</c:v>
                </c:pt>
                <c:pt idx="1849">
                  <c:v>7.76</c:v>
                </c:pt>
                <c:pt idx="1850">
                  <c:v>7.8</c:v>
                </c:pt>
                <c:pt idx="1851">
                  <c:v>7.86</c:v>
                </c:pt>
                <c:pt idx="1852">
                  <c:v>7.93</c:v>
                </c:pt>
                <c:pt idx="1853">
                  <c:v>8</c:v>
                </c:pt>
                <c:pt idx="1854">
                  <c:v>8.07</c:v>
                </c:pt>
                <c:pt idx="1855">
                  <c:v>8.1300000000000008</c:v>
                </c:pt>
                <c:pt idx="1856">
                  <c:v>8.1527286863633286</c:v>
                </c:pt>
                <c:pt idx="1857">
                  <c:v>8.17</c:v>
                </c:pt>
                <c:pt idx="1858">
                  <c:v>8.19</c:v>
                </c:pt>
                <c:pt idx="1859">
                  <c:v>8.1999999999999993</c:v>
                </c:pt>
                <c:pt idx="1860">
                  <c:v>8.1921299199700464</c:v>
                </c:pt>
                <c:pt idx="1861">
                  <c:v>8.19</c:v>
                </c:pt>
                <c:pt idx="1862">
                  <c:v>8.17</c:v>
                </c:pt>
                <c:pt idx="1863">
                  <c:v>8.15</c:v>
                </c:pt>
                <c:pt idx="1864">
                  <c:v>8.1483028662613375</c:v>
                </c:pt>
                <c:pt idx="1865">
                  <c:v>8.1418702405720413</c:v>
                </c:pt>
                <c:pt idx="1866">
                  <c:v>8.14</c:v>
                </c:pt>
                <c:pt idx="1867">
                  <c:v>8.14</c:v>
                </c:pt>
                <c:pt idx="1868">
                  <c:v>8.14</c:v>
                </c:pt>
                <c:pt idx="1869">
                  <c:v>8.15</c:v>
                </c:pt>
                <c:pt idx="1870">
                  <c:v>8.1300000000000008</c:v>
                </c:pt>
                <c:pt idx="1871">
                  <c:v>8.099825203033399</c:v>
                </c:pt>
                <c:pt idx="1872">
                  <c:v>8.09</c:v>
                </c:pt>
                <c:pt idx="1873">
                  <c:v>8.0399999999999991</c:v>
                </c:pt>
                <c:pt idx="1874">
                  <c:v>7.9894782779634363</c:v>
                </c:pt>
                <c:pt idx="1875">
                  <c:v>7.98</c:v>
                </c:pt>
                <c:pt idx="1876">
                  <c:v>7.94</c:v>
                </c:pt>
                <c:pt idx="1877">
                  <c:v>7.91</c:v>
                </c:pt>
                <c:pt idx="1878">
                  <c:v>7.8936644734709747</c:v>
                </c:pt>
                <c:pt idx="1879">
                  <c:v>7.89</c:v>
                </c:pt>
                <c:pt idx="1880">
                  <c:v>7.87</c:v>
                </c:pt>
                <c:pt idx="1881">
                  <c:v>7.860656328829875</c:v>
                </c:pt>
                <c:pt idx="1882">
                  <c:v>7.86</c:v>
                </c:pt>
                <c:pt idx="1883">
                  <c:v>7.86</c:v>
                </c:pt>
                <c:pt idx="1884">
                  <c:v>7.87</c:v>
                </c:pt>
                <c:pt idx="1885">
                  <c:v>7.8807956104252401</c:v>
                </c:pt>
                <c:pt idx="1886">
                  <c:v>7.89</c:v>
                </c:pt>
                <c:pt idx="1887">
                  <c:v>7.91</c:v>
                </c:pt>
                <c:pt idx="1888">
                  <c:v>7.9252363257352609</c:v>
                </c:pt>
                <c:pt idx="1889">
                  <c:v>7.93</c:v>
                </c:pt>
                <c:pt idx="1890">
                  <c:v>7.97</c:v>
                </c:pt>
                <c:pt idx="1891">
                  <c:v>8.02</c:v>
                </c:pt>
                <c:pt idx="1892">
                  <c:v>8.0500000000000007</c:v>
                </c:pt>
                <c:pt idx="1893">
                  <c:v>8.08</c:v>
                </c:pt>
                <c:pt idx="1894">
                  <c:v>8.11</c:v>
                </c:pt>
                <c:pt idx="1895">
                  <c:v>8.14</c:v>
                </c:pt>
                <c:pt idx="1896">
                  <c:v>8.16</c:v>
                </c:pt>
                <c:pt idx="1897">
                  <c:v>8.1683215871391557</c:v>
                </c:pt>
                <c:pt idx="1898">
                  <c:v>8.19</c:v>
                </c:pt>
                <c:pt idx="1899">
                  <c:v>8.2142411890790257</c:v>
                </c:pt>
                <c:pt idx="1900">
                  <c:v>8.23</c:v>
                </c:pt>
                <c:pt idx="1901">
                  <c:v>8.27</c:v>
                </c:pt>
                <c:pt idx="1902">
                  <c:v>8.32</c:v>
                </c:pt>
                <c:pt idx="1903">
                  <c:v>8.3699999999999992</c:v>
                </c:pt>
                <c:pt idx="1904">
                  <c:v>8.39</c:v>
                </c:pt>
                <c:pt idx="1905">
                  <c:v>8.3917449901360204</c:v>
                </c:pt>
                <c:pt idx="1906">
                  <c:v>8.4</c:v>
                </c:pt>
                <c:pt idx="1907">
                  <c:v>8.4059003697217367</c:v>
                </c:pt>
                <c:pt idx="1908">
                  <c:v>8.41</c:v>
                </c:pt>
                <c:pt idx="1909">
                  <c:v>8.43</c:v>
                </c:pt>
                <c:pt idx="1910">
                  <c:v>8.4466834556678236</c:v>
                </c:pt>
                <c:pt idx="1911">
                  <c:v>8.4499999999999993</c:v>
                </c:pt>
                <c:pt idx="1912">
                  <c:v>8.4499999999999993</c:v>
                </c:pt>
                <c:pt idx="1913">
                  <c:v>8.4499999999999993</c:v>
                </c:pt>
                <c:pt idx="1914">
                  <c:v>8.44</c:v>
                </c:pt>
                <c:pt idx="1915">
                  <c:v>8.39</c:v>
                </c:pt>
                <c:pt idx="1916">
                  <c:v>8.339576666666666</c:v>
                </c:pt>
                <c:pt idx="1917">
                  <c:v>8.33</c:v>
                </c:pt>
                <c:pt idx="1918">
                  <c:v>8.2100000000000009</c:v>
                </c:pt>
                <c:pt idx="1919">
                  <c:v>8.1863940415964027</c:v>
                </c:pt>
                <c:pt idx="1920">
                  <c:v>8.18</c:v>
                </c:pt>
                <c:pt idx="1921">
                  <c:v>8.18</c:v>
                </c:pt>
                <c:pt idx="1922">
                  <c:v>8.2131289734364987</c:v>
                </c:pt>
                <c:pt idx="1923">
                  <c:v>8.2200000000000006</c:v>
                </c:pt>
                <c:pt idx="1924">
                  <c:v>8.26</c:v>
                </c:pt>
                <c:pt idx="1925">
                  <c:v>8.31</c:v>
                </c:pt>
                <c:pt idx="1926">
                  <c:v>8.3699999999999992</c:v>
                </c:pt>
                <c:pt idx="1927">
                  <c:v>8.44</c:v>
                </c:pt>
                <c:pt idx="1928">
                  <c:v>8.4774805608667929</c:v>
                </c:pt>
                <c:pt idx="1929">
                  <c:v>8.51</c:v>
                </c:pt>
                <c:pt idx="1930">
                  <c:v>8.59</c:v>
                </c:pt>
                <c:pt idx="1931">
                  <c:v>8.68</c:v>
                </c:pt>
                <c:pt idx="1932">
                  <c:v>8.76</c:v>
                </c:pt>
                <c:pt idx="1933">
                  <c:v>8.823642174984597</c:v>
                </c:pt>
                <c:pt idx="1934">
                  <c:v>8.83</c:v>
                </c:pt>
                <c:pt idx="1935">
                  <c:v>8.8800000000000008</c:v>
                </c:pt>
                <c:pt idx="1936">
                  <c:v>8.92</c:v>
                </c:pt>
                <c:pt idx="1937">
                  <c:v>8.93</c:v>
                </c:pt>
                <c:pt idx="1938">
                  <c:v>8.9499999999999993</c:v>
                </c:pt>
                <c:pt idx="1939">
                  <c:v>8.9700000000000006</c:v>
                </c:pt>
                <c:pt idx="1940">
                  <c:v>9</c:v>
                </c:pt>
                <c:pt idx="1941">
                  <c:v>9.0066882639371961</c:v>
                </c:pt>
                <c:pt idx="1942">
                  <c:v>9.02</c:v>
                </c:pt>
                <c:pt idx="1943">
                  <c:v>9.0500000000000007</c:v>
                </c:pt>
                <c:pt idx="1944">
                  <c:v>9.0677621432042432</c:v>
                </c:pt>
                <c:pt idx="1945">
                  <c:v>9.07</c:v>
                </c:pt>
                <c:pt idx="1946">
                  <c:v>9.0748877859635524</c:v>
                </c:pt>
                <c:pt idx="1947">
                  <c:v>9.08</c:v>
                </c:pt>
                <c:pt idx="1948">
                  <c:v>9.08</c:v>
                </c:pt>
                <c:pt idx="1949">
                  <c:v>9.08</c:v>
                </c:pt>
                <c:pt idx="1950">
                  <c:v>9.09</c:v>
                </c:pt>
                <c:pt idx="1951">
                  <c:v>9.11</c:v>
                </c:pt>
                <c:pt idx="1952">
                  <c:v>9.1227918549738494</c:v>
                </c:pt>
                <c:pt idx="1953">
                  <c:v>9.14</c:v>
                </c:pt>
                <c:pt idx="1954">
                  <c:v>9.17</c:v>
                </c:pt>
                <c:pt idx="1955">
                  <c:v>9.1900259426577797</c:v>
                </c:pt>
                <c:pt idx="1956">
                  <c:v>9.1999999999999993</c:v>
                </c:pt>
                <c:pt idx="1957">
                  <c:v>9.23</c:v>
                </c:pt>
                <c:pt idx="1958">
                  <c:v>9.2515978795910634</c:v>
                </c:pt>
                <c:pt idx="1959">
                  <c:v>9.27</c:v>
                </c:pt>
                <c:pt idx="1960">
                  <c:v>9.31</c:v>
                </c:pt>
                <c:pt idx="1961">
                  <c:v>9.35</c:v>
                </c:pt>
                <c:pt idx="1962">
                  <c:v>9.371985232128841</c:v>
                </c:pt>
                <c:pt idx="1963">
                  <c:v>9.3800000000000008</c:v>
                </c:pt>
                <c:pt idx="1964">
                  <c:v>9.42</c:v>
                </c:pt>
                <c:pt idx="1965">
                  <c:v>9.4482717133009366</c:v>
                </c:pt>
                <c:pt idx="1966">
                  <c:v>9.4600000000000009</c:v>
                </c:pt>
                <c:pt idx="1967">
                  <c:v>9.5</c:v>
                </c:pt>
                <c:pt idx="1968">
                  <c:v>9.5500000000000007</c:v>
                </c:pt>
                <c:pt idx="1969">
                  <c:v>9.58</c:v>
                </c:pt>
                <c:pt idx="1970">
                  <c:v>9.6</c:v>
                </c:pt>
                <c:pt idx="1971">
                  <c:v>9.6300000000000008</c:v>
                </c:pt>
                <c:pt idx="1972">
                  <c:v>9.65</c:v>
                </c:pt>
                <c:pt idx="1973">
                  <c:v>9.67</c:v>
                </c:pt>
                <c:pt idx="1974">
                  <c:v>9.6999999999999993</c:v>
                </c:pt>
                <c:pt idx="1975">
                  <c:v>9.74</c:v>
                </c:pt>
                <c:pt idx="1976">
                  <c:v>9.7517657123471544</c:v>
                </c:pt>
                <c:pt idx="1977">
                  <c:v>9.76</c:v>
                </c:pt>
                <c:pt idx="1978">
                  <c:v>9.7799999999999994</c:v>
                </c:pt>
                <c:pt idx="1979">
                  <c:v>9.8000000000000007</c:v>
                </c:pt>
                <c:pt idx="1980">
                  <c:v>9.82</c:v>
                </c:pt>
                <c:pt idx="1981">
                  <c:v>9.83</c:v>
                </c:pt>
                <c:pt idx="1982">
                  <c:v>9.86</c:v>
                </c:pt>
                <c:pt idx="1983">
                  <c:v>9.8773020527859252</c:v>
                </c:pt>
                <c:pt idx="1984">
                  <c:v>9.8800000000000008</c:v>
                </c:pt>
                <c:pt idx="1985">
                  <c:v>9.8800000000000008</c:v>
                </c:pt>
                <c:pt idx="1986">
                  <c:v>9.8800000000000008</c:v>
                </c:pt>
                <c:pt idx="1987">
                  <c:v>9.91</c:v>
                </c:pt>
                <c:pt idx="1988">
                  <c:v>9.931208866637057</c:v>
                </c:pt>
                <c:pt idx="1989">
                  <c:v>9.9499999999999993</c:v>
                </c:pt>
                <c:pt idx="1990">
                  <c:v>9.99</c:v>
                </c:pt>
                <c:pt idx="1991">
                  <c:v>10.029999999999999</c:v>
                </c:pt>
                <c:pt idx="1992">
                  <c:v>10.062372653296601</c:v>
                </c:pt>
                <c:pt idx="1993">
                  <c:v>10.07</c:v>
                </c:pt>
                <c:pt idx="1994">
                  <c:v>10.1</c:v>
                </c:pt>
                <c:pt idx="1995">
                  <c:v>10.11590633678364</c:v>
                </c:pt>
                <c:pt idx="1996">
                  <c:v>10.119999999999999</c:v>
                </c:pt>
                <c:pt idx="1997">
                  <c:v>10.15</c:v>
                </c:pt>
                <c:pt idx="1998">
                  <c:v>10.174432050880529</c:v>
                </c:pt>
                <c:pt idx="1999">
                  <c:v>10.18</c:v>
                </c:pt>
                <c:pt idx="2000">
                  <c:v>10.210000000000001</c:v>
                </c:pt>
                <c:pt idx="2001">
                  <c:v>10.23</c:v>
                </c:pt>
                <c:pt idx="2002">
                  <c:v>10.23406130638689</c:v>
                </c:pt>
                <c:pt idx="2003">
                  <c:v>10.24</c:v>
                </c:pt>
                <c:pt idx="2004">
                  <c:v>10.26</c:v>
                </c:pt>
                <c:pt idx="2005">
                  <c:v>10.285027037753631</c:v>
                </c:pt>
                <c:pt idx="2006">
                  <c:v>10.29</c:v>
                </c:pt>
                <c:pt idx="2007">
                  <c:v>10.35</c:v>
                </c:pt>
                <c:pt idx="2008">
                  <c:v>10.39</c:v>
                </c:pt>
                <c:pt idx="2009">
                  <c:v>10.43</c:v>
                </c:pt>
                <c:pt idx="2010">
                  <c:v>10.44572346824445</c:v>
                </c:pt>
                <c:pt idx="2011">
                  <c:v>10.45</c:v>
                </c:pt>
                <c:pt idx="2012">
                  <c:v>10.46</c:v>
                </c:pt>
                <c:pt idx="2013">
                  <c:v>10.46</c:v>
                </c:pt>
                <c:pt idx="2014">
                  <c:v>10.46</c:v>
                </c:pt>
                <c:pt idx="2015">
                  <c:v>10.45</c:v>
                </c:pt>
                <c:pt idx="2016">
                  <c:v>10.45</c:v>
                </c:pt>
                <c:pt idx="2017">
                  <c:v>10.47</c:v>
                </c:pt>
                <c:pt idx="2018">
                  <c:v>10.4913592685095</c:v>
                </c:pt>
                <c:pt idx="2019">
                  <c:v>10.5</c:v>
                </c:pt>
                <c:pt idx="2020">
                  <c:v>10.51</c:v>
                </c:pt>
                <c:pt idx="2021">
                  <c:v>10.521113607825001</c:v>
                </c:pt>
                <c:pt idx="2022">
                  <c:v>10.53</c:v>
                </c:pt>
                <c:pt idx="2023">
                  <c:v>10.54258559047601</c:v>
                </c:pt>
                <c:pt idx="2024">
                  <c:v>10.57</c:v>
                </c:pt>
                <c:pt idx="2025">
                  <c:v>10.574666606170601</c:v>
                </c:pt>
                <c:pt idx="2026">
                  <c:v>10.6</c:v>
                </c:pt>
                <c:pt idx="2027">
                  <c:v>10.62</c:v>
                </c:pt>
                <c:pt idx="2028">
                  <c:v>10.62</c:v>
                </c:pt>
                <c:pt idx="2029">
                  <c:v>10.61444007013597</c:v>
                </c:pt>
                <c:pt idx="2030">
                  <c:v>10.61</c:v>
                </c:pt>
                <c:pt idx="2031">
                  <c:v>10.58</c:v>
                </c:pt>
                <c:pt idx="2032">
                  <c:v>10.56093778883754</c:v>
                </c:pt>
                <c:pt idx="2033">
                  <c:v>10.55</c:v>
                </c:pt>
                <c:pt idx="2034">
                  <c:v>10.52</c:v>
                </c:pt>
                <c:pt idx="2035">
                  <c:v>10.48</c:v>
                </c:pt>
                <c:pt idx="2036">
                  <c:v>10.46</c:v>
                </c:pt>
                <c:pt idx="2037">
                  <c:v>10.47</c:v>
                </c:pt>
                <c:pt idx="2038">
                  <c:v>10.46152296169269</c:v>
                </c:pt>
                <c:pt idx="2039">
                  <c:v>10.46</c:v>
                </c:pt>
                <c:pt idx="2040">
                  <c:v>10.42</c:v>
                </c:pt>
                <c:pt idx="2041">
                  <c:v>10.388356403658699</c:v>
                </c:pt>
                <c:pt idx="2042">
                  <c:v>10.38</c:v>
                </c:pt>
                <c:pt idx="2043">
                  <c:v>10.36</c:v>
                </c:pt>
                <c:pt idx="2044">
                  <c:v>10.34220504353047</c:v>
                </c:pt>
                <c:pt idx="2045">
                  <c:v>10.34</c:v>
                </c:pt>
                <c:pt idx="2046">
                  <c:v>10.26</c:v>
                </c:pt>
                <c:pt idx="2047">
                  <c:v>10.220000000000001</c:v>
                </c:pt>
                <c:pt idx="2048">
                  <c:v>10.210000000000001</c:v>
                </c:pt>
                <c:pt idx="2049">
                  <c:v>10.23</c:v>
                </c:pt>
                <c:pt idx="2050">
                  <c:v>10.239888975762311</c:v>
                </c:pt>
                <c:pt idx="2051">
                  <c:v>10.26</c:v>
                </c:pt>
                <c:pt idx="2052">
                  <c:v>10.29</c:v>
                </c:pt>
                <c:pt idx="2053">
                  <c:v>10.29963137075044</c:v>
                </c:pt>
                <c:pt idx="2054">
                  <c:v>10.31</c:v>
                </c:pt>
                <c:pt idx="2055">
                  <c:v>10.31</c:v>
                </c:pt>
                <c:pt idx="2056">
                  <c:v>10.295929934173831</c:v>
                </c:pt>
                <c:pt idx="2057">
                  <c:v>10.29</c:v>
                </c:pt>
                <c:pt idx="2058">
                  <c:v>10.28</c:v>
                </c:pt>
                <c:pt idx="2059">
                  <c:v>10.28</c:v>
                </c:pt>
                <c:pt idx="2060">
                  <c:v>10.27</c:v>
                </c:pt>
                <c:pt idx="2061">
                  <c:v>10.25</c:v>
                </c:pt>
                <c:pt idx="2062">
                  <c:v>10.24</c:v>
                </c:pt>
                <c:pt idx="2063">
                  <c:v>10.237009625135659</c:v>
                </c:pt>
                <c:pt idx="2064">
                  <c:v>10.23055260020994</c:v>
                </c:pt>
                <c:pt idx="2065">
                  <c:v>10.23</c:v>
                </c:pt>
                <c:pt idx="2066">
                  <c:v>10.220000000000001</c:v>
                </c:pt>
                <c:pt idx="2067">
                  <c:v>10.210000000000001</c:v>
                </c:pt>
                <c:pt idx="2068">
                  <c:v>10.220000000000001</c:v>
                </c:pt>
                <c:pt idx="2069">
                  <c:v>10.24</c:v>
                </c:pt>
                <c:pt idx="2070">
                  <c:v>10.252031794529049</c:v>
                </c:pt>
                <c:pt idx="2071">
                  <c:v>10.27</c:v>
                </c:pt>
                <c:pt idx="2072">
                  <c:v>10.28</c:v>
                </c:pt>
                <c:pt idx="2073">
                  <c:v>10.28468046821378</c:v>
                </c:pt>
                <c:pt idx="2074">
                  <c:v>10.29</c:v>
                </c:pt>
                <c:pt idx="2075">
                  <c:v>10.27</c:v>
                </c:pt>
                <c:pt idx="2076">
                  <c:v>10.255345143079619</c:v>
                </c:pt>
                <c:pt idx="2077">
                  <c:v>10.25</c:v>
                </c:pt>
                <c:pt idx="2078">
                  <c:v>10.210000000000001</c:v>
                </c:pt>
                <c:pt idx="2079">
                  <c:v>10.19906427036531</c:v>
                </c:pt>
                <c:pt idx="2080">
                  <c:v>10.19</c:v>
                </c:pt>
                <c:pt idx="2081">
                  <c:v>10.18</c:v>
                </c:pt>
                <c:pt idx="2082">
                  <c:v>10.177343105165789</c:v>
                </c:pt>
                <c:pt idx="2083">
                  <c:v>10.17</c:v>
                </c:pt>
                <c:pt idx="2084">
                  <c:v>10.17</c:v>
                </c:pt>
                <c:pt idx="2085">
                  <c:v>10.17</c:v>
                </c:pt>
                <c:pt idx="2086">
                  <c:v>10.19</c:v>
                </c:pt>
                <c:pt idx="2087">
                  <c:v>10.199999999999999</c:v>
                </c:pt>
                <c:pt idx="2088">
                  <c:v>10.19295097179976</c:v>
                </c:pt>
                <c:pt idx="2089">
                  <c:v>10.19</c:v>
                </c:pt>
                <c:pt idx="2090">
                  <c:v>10.18</c:v>
                </c:pt>
                <c:pt idx="2091">
                  <c:v>10.17327821634308</c:v>
                </c:pt>
                <c:pt idx="2092">
                  <c:v>10.17</c:v>
                </c:pt>
                <c:pt idx="2093">
                  <c:v>10.16</c:v>
                </c:pt>
                <c:pt idx="2094">
                  <c:v>10.14</c:v>
                </c:pt>
                <c:pt idx="2095">
                  <c:v>10.11</c:v>
                </c:pt>
                <c:pt idx="2096">
                  <c:v>10.09</c:v>
                </c:pt>
                <c:pt idx="2097">
                  <c:v>10.07</c:v>
                </c:pt>
                <c:pt idx="2098">
                  <c:v>10.05614216758117</c:v>
                </c:pt>
                <c:pt idx="2099">
                  <c:v>10.050000000000001</c:v>
                </c:pt>
                <c:pt idx="2100">
                  <c:v>10.039999999999999</c:v>
                </c:pt>
                <c:pt idx="2101">
                  <c:v>10.025315171885129</c:v>
                </c:pt>
                <c:pt idx="2102">
                  <c:v>10.02</c:v>
                </c:pt>
                <c:pt idx="2103">
                  <c:v>10</c:v>
                </c:pt>
                <c:pt idx="2104">
                  <c:v>9.99</c:v>
                </c:pt>
                <c:pt idx="2105">
                  <c:v>9.9700000000000006</c:v>
                </c:pt>
                <c:pt idx="2106">
                  <c:v>9.94</c:v>
                </c:pt>
                <c:pt idx="2107">
                  <c:v>9.9146537939357362</c:v>
                </c:pt>
                <c:pt idx="2108">
                  <c:v>9.9</c:v>
                </c:pt>
                <c:pt idx="2109">
                  <c:v>9.8699999999999992</c:v>
                </c:pt>
                <c:pt idx="2110">
                  <c:v>9.86</c:v>
                </c:pt>
                <c:pt idx="2111">
                  <c:v>9.86</c:v>
                </c:pt>
                <c:pt idx="2112">
                  <c:v>9.89</c:v>
                </c:pt>
                <c:pt idx="2113">
                  <c:v>9.9058886661162884</c:v>
                </c:pt>
                <c:pt idx="2114">
                  <c:v>9.91</c:v>
                </c:pt>
                <c:pt idx="2115">
                  <c:v>9.9</c:v>
                </c:pt>
                <c:pt idx="2116">
                  <c:v>9.8925028188238091</c:v>
                </c:pt>
                <c:pt idx="2117">
                  <c:v>9.89</c:v>
                </c:pt>
                <c:pt idx="2118">
                  <c:v>9.8699999999999992</c:v>
                </c:pt>
                <c:pt idx="2119">
                  <c:v>9.85</c:v>
                </c:pt>
                <c:pt idx="2120">
                  <c:v>9.82</c:v>
                </c:pt>
                <c:pt idx="2121">
                  <c:v>9.8000000000000007</c:v>
                </c:pt>
                <c:pt idx="2122">
                  <c:v>9.7749410883674486</c:v>
                </c:pt>
                <c:pt idx="2123">
                  <c:v>9.77</c:v>
                </c:pt>
                <c:pt idx="2124">
                  <c:v>9.74</c:v>
                </c:pt>
                <c:pt idx="2125">
                  <c:v>9.7207884895238408</c:v>
                </c:pt>
                <c:pt idx="2126">
                  <c:v>9.7100000000000009</c:v>
                </c:pt>
                <c:pt idx="2127">
                  <c:v>9.6300000000000008</c:v>
                </c:pt>
                <c:pt idx="2128">
                  <c:v>9.6119026071967255</c:v>
                </c:pt>
                <c:pt idx="2129">
                  <c:v>9.59</c:v>
                </c:pt>
                <c:pt idx="2130">
                  <c:v>9.5399999999999991</c:v>
                </c:pt>
                <c:pt idx="2131">
                  <c:v>9.5084124253136046</c:v>
                </c:pt>
                <c:pt idx="2132">
                  <c:v>9.5</c:v>
                </c:pt>
                <c:pt idx="2133">
                  <c:v>9.4600000000000009</c:v>
                </c:pt>
                <c:pt idx="2134">
                  <c:v>9.4499999999999993</c:v>
                </c:pt>
                <c:pt idx="2135">
                  <c:v>9.4499999999999993</c:v>
                </c:pt>
                <c:pt idx="2136">
                  <c:v>9.4499999999999993</c:v>
                </c:pt>
                <c:pt idx="2137">
                  <c:v>9.4499999999999993</c:v>
                </c:pt>
                <c:pt idx="2138">
                  <c:v>9.4600000000000009</c:v>
                </c:pt>
                <c:pt idx="2139">
                  <c:v>9.4638482078825703</c:v>
                </c:pt>
                <c:pt idx="2140">
                  <c:v>9.4692524833300276</c:v>
                </c:pt>
                <c:pt idx="2141">
                  <c:v>9.4700000000000006</c:v>
                </c:pt>
                <c:pt idx="2142">
                  <c:v>9.4700000000000006</c:v>
                </c:pt>
                <c:pt idx="2143">
                  <c:v>9.4700000000000006</c:v>
                </c:pt>
                <c:pt idx="2144">
                  <c:v>9.42</c:v>
                </c:pt>
                <c:pt idx="2145">
                  <c:v>9.4004880494102743</c:v>
                </c:pt>
                <c:pt idx="2146">
                  <c:v>9.4</c:v>
                </c:pt>
                <c:pt idx="2147">
                  <c:v>9.3699999999999992</c:v>
                </c:pt>
                <c:pt idx="2148">
                  <c:v>9.34</c:v>
                </c:pt>
                <c:pt idx="2149">
                  <c:v>9.3171479522442198</c:v>
                </c:pt>
                <c:pt idx="2150">
                  <c:v>9.31</c:v>
                </c:pt>
                <c:pt idx="2151">
                  <c:v>9.3000000000000007</c:v>
                </c:pt>
                <c:pt idx="2152">
                  <c:v>9.2928416615214289</c:v>
                </c:pt>
                <c:pt idx="2153">
                  <c:v>9.2899999999999991</c:v>
                </c:pt>
                <c:pt idx="2154">
                  <c:v>9.26</c:v>
                </c:pt>
                <c:pt idx="2155">
                  <c:v>9.23</c:v>
                </c:pt>
                <c:pt idx="2156">
                  <c:v>9.19</c:v>
                </c:pt>
                <c:pt idx="2157">
                  <c:v>9.15</c:v>
                </c:pt>
                <c:pt idx="2158">
                  <c:v>9.1222348276241867</c:v>
                </c:pt>
                <c:pt idx="2159">
                  <c:v>9.11</c:v>
                </c:pt>
                <c:pt idx="2160">
                  <c:v>9.09</c:v>
                </c:pt>
                <c:pt idx="2161">
                  <c:v>9.07</c:v>
                </c:pt>
                <c:pt idx="2162">
                  <c:v>9.0399999999999991</c:v>
                </c:pt>
                <c:pt idx="2163">
                  <c:v>9.02</c:v>
                </c:pt>
                <c:pt idx="2164">
                  <c:v>9.0124966931216921</c:v>
                </c:pt>
                <c:pt idx="2165">
                  <c:v>9.01</c:v>
                </c:pt>
                <c:pt idx="2166">
                  <c:v>8.99</c:v>
                </c:pt>
                <c:pt idx="2167">
                  <c:v>8.9729389699918904</c:v>
                </c:pt>
                <c:pt idx="2168">
                  <c:v>8.9600000000000009</c:v>
                </c:pt>
                <c:pt idx="2169">
                  <c:v>8.93</c:v>
                </c:pt>
                <c:pt idx="2170">
                  <c:v>8.91</c:v>
                </c:pt>
                <c:pt idx="2171">
                  <c:v>8.91</c:v>
                </c:pt>
                <c:pt idx="2172">
                  <c:v>8.91</c:v>
                </c:pt>
                <c:pt idx="2173">
                  <c:v>8.92</c:v>
                </c:pt>
                <c:pt idx="2174">
                  <c:v>8.94</c:v>
                </c:pt>
                <c:pt idx="2175">
                  <c:v>8.9485717684242712</c:v>
                </c:pt>
                <c:pt idx="2176">
                  <c:v>8.9499999999999993</c:v>
                </c:pt>
                <c:pt idx="2177">
                  <c:v>8.94</c:v>
                </c:pt>
                <c:pt idx="2178">
                  <c:v>8.9186595648641322</c:v>
                </c:pt>
                <c:pt idx="2179">
                  <c:v>8.91</c:v>
                </c:pt>
                <c:pt idx="2180">
                  <c:v>8.8909074726057202</c:v>
                </c:pt>
                <c:pt idx="2181">
                  <c:v>8.8800000000000008</c:v>
                </c:pt>
                <c:pt idx="2182">
                  <c:v>8.8529498869355887</c:v>
                </c:pt>
                <c:pt idx="2183">
                  <c:v>8.85</c:v>
                </c:pt>
                <c:pt idx="2184">
                  <c:v>8.81</c:v>
                </c:pt>
                <c:pt idx="2185">
                  <c:v>8.7799999999999994</c:v>
                </c:pt>
                <c:pt idx="2186">
                  <c:v>8.7561673455173139</c:v>
                </c:pt>
                <c:pt idx="2187">
                  <c:v>8.75</c:v>
                </c:pt>
                <c:pt idx="2188">
                  <c:v>8.6999999999999993</c:v>
                </c:pt>
                <c:pt idx="2189">
                  <c:v>8.6300000000000008</c:v>
                </c:pt>
                <c:pt idx="2190">
                  <c:v>8.57</c:v>
                </c:pt>
                <c:pt idx="2191">
                  <c:v>8.51</c:v>
                </c:pt>
                <c:pt idx="2192">
                  <c:v>8.485981323253819</c:v>
                </c:pt>
                <c:pt idx="2193">
                  <c:v>8.48</c:v>
                </c:pt>
                <c:pt idx="2194">
                  <c:v>8.4499999999999993</c:v>
                </c:pt>
                <c:pt idx="2195">
                  <c:v>8.4499999999999993</c:v>
                </c:pt>
                <c:pt idx="2196">
                  <c:v>8.4499999999999993</c:v>
                </c:pt>
                <c:pt idx="2197">
                  <c:v>8.44</c:v>
                </c:pt>
                <c:pt idx="2198">
                  <c:v>8.44</c:v>
                </c:pt>
                <c:pt idx="2199">
                  <c:v>8.4455526297553867</c:v>
                </c:pt>
                <c:pt idx="2200">
                  <c:v>8.4499999999999993</c:v>
                </c:pt>
                <c:pt idx="2201">
                  <c:v>8.4700000000000006</c:v>
                </c:pt>
                <c:pt idx="2202">
                  <c:v>8.5</c:v>
                </c:pt>
                <c:pt idx="2203">
                  <c:v>8.5399999999999991</c:v>
                </c:pt>
                <c:pt idx="2204">
                  <c:v>8.6</c:v>
                </c:pt>
                <c:pt idx="2205">
                  <c:v>8.64</c:v>
                </c:pt>
                <c:pt idx="2206">
                  <c:v>8.65</c:v>
                </c:pt>
                <c:pt idx="2207">
                  <c:v>8.6427942310989199</c:v>
                </c:pt>
                <c:pt idx="2208">
                  <c:v>8.64</c:v>
                </c:pt>
                <c:pt idx="2209">
                  <c:v>8.61</c:v>
                </c:pt>
                <c:pt idx="2210">
                  <c:v>8.57</c:v>
                </c:pt>
                <c:pt idx="2211">
                  <c:v>8.56</c:v>
                </c:pt>
                <c:pt idx="2212">
                  <c:v>8.59</c:v>
                </c:pt>
                <c:pt idx="2213">
                  <c:v>8.6199999999999992</c:v>
                </c:pt>
                <c:pt idx="2214">
                  <c:v>8.64</c:v>
                </c:pt>
                <c:pt idx="2215">
                  <c:v>8.6300000000000008</c:v>
                </c:pt>
                <c:pt idx="2216">
                  <c:v>8.6086238881225317</c:v>
                </c:pt>
                <c:pt idx="2217">
                  <c:v>8.6</c:v>
                </c:pt>
                <c:pt idx="2218">
                  <c:v>8.5500000000000007</c:v>
                </c:pt>
                <c:pt idx="2219">
                  <c:v>8.5206412809686931</c:v>
                </c:pt>
                <c:pt idx="2220">
                  <c:v>8.5</c:v>
                </c:pt>
                <c:pt idx="2221">
                  <c:v>8.4718872846553204</c:v>
                </c:pt>
                <c:pt idx="2222">
                  <c:v>8.4600000000000009</c:v>
                </c:pt>
                <c:pt idx="2223">
                  <c:v>8.4537978087316699</c:v>
                </c:pt>
                <c:pt idx="2224">
                  <c:v>8.4499999999999993</c:v>
                </c:pt>
                <c:pt idx="2225">
                  <c:v>8.4600000000000009</c:v>
                </c:pt>
                <c:pt idx="2226">
                  <c:v>8.49</c:v>
                </c:pt>
                <c:pt idx="2227">
                  <c:v>8.4948432457353622</c:v>
                </c:pt>
                <c:pt idx="2228">
                  <c:v>8.5</c:v>
                </c:pt>
                <c:pt idx="2229">
                  <c:v>8.48</c:v>
                </c:pt>
                <c:pt idx="2230">
                  <c:v>8.44</c:v>
                </c:pt>
                <c:pt idx="2231">
                  <c:v>8.41</c:v>
                </c:pt>
                <c:pt idx="2232">
                  <c:v>8.4</c:v>
                </c:pt>
                <c:pt idx="2233">
                  <c:v>8.4047481132684005</c:v>
                </c:pt>
                <c:pt idx="2234">
                  <c:v>8.41</c:v>
                </c:pt>
                <c:pt idx="2235">
                  <c:v>8.43</c:v>
                </c:pt>
                <c:pt idx="2236">
                  <c:v>8.4437584414521343</c:v>
                </c:pt>
                <c:pt idx="2237">
                  <c:v>8.4499999999999993</c:v>
                </c:pt>
                <c:pt idx="2238">
                  <c:v>8.4499999999999993</c:v>
                </c:pt>
                <c:pt idx="2239">
                  <c:v>8.43</c:v>
                </c:pt>
                <c:pt idx="2240">
                  <c:v>8.39</c:v>
                </c:pt>
                <c:pt idx="2241">
                  <c:v>8.34</c:v>
                </c:pt>
                <c:pt idx="2242">
                  <c:v>8.2905711878178696</c:v>
                </c:pt>
                <c:pt idx="2243">
                  <c:v>8.2799999999999994</c:v>
                </c:pt>
                <c:pt idx="2244">
                  <c:v>8.27</c:v>
                </c:pt>
                <c:pt idx="2245">
                  <c:v>8.3000000000000007</c:v>
                </c:pt>
                <c:pt idx="2246">
                  <c:v>8.36</c:v>
                </c:pt>
                <c:pt idx="2247">
                  <c:v>8.39</c:v>
                </c:pt>
                <c:pt idx="2248">
                  <c:v>8.39</c:v>
                </c:pt>
                <c:pt idx="2249">
                  <c:v>8.3800000000000008</c:v>
                </c:pt>
                <c:pt idx="2250">
                  <c:v>8.3713278186696023</c:v>
                </c:pt>
                <c:pt idx="2251">
                  <c:v>8.35</c:v>
                </c:pt>
                <c:pt idx="2252">
                  <c:v>8.33</c:v>
                </c:pt>
                <c:pt idx="2253">
                  <c:v>8.32</c:v>
                </c:pt>
                <c:pt idx="2254">
                  <c:v>8.34</c:v>
                </c:pt>
                <c:pt idx="2255">
                  <c:v>8.35508975586405</c:v>
                </c:pt>
                <c:pt idx="2256">
                  <c:v>8.3699999999999992</c:v>
                </c:pt>
                <c:pt idx="2257">
                  <c:v>8.4</c:v>
                </c:pt>
                <c:pt idx="2258">
                  <c:v>8.4076157970248442</c:v>
                </c:pt>
                <c:pt idx="2259">
                  <c:v>8.4183221324473312</c:v>
                </c:pt>
                <c:pt idx="2260">
                  <c:v>8.42</c:v>
                </c:pt>
                <c:pt idx="2261">
                  <c:v>8.44</c:v>
                </c:pt>
                <c:pt idx="2262">
                  <c:v>8.4440373539380431</c:v>
                </c:pt>
                <c:pt idx="2263">
                  <c:v>8.4499999999999993</c:v>
                </c:pt>
                <c:pt idx="2264">
                  <c:v>8.4600000000000009</c:v>
                </c:pt>
                <c:pt idx="2265">
                  <c:v>8.4700000000000006</c:v>
                </c:pt>
                <c:pt idx="2266">
                  <c:v>8.49</c:v>
                </c:pt>
                <c:pt idx="2267">
                  <c:v>8.5</c:v>
                </c:pt>
                <c:pt idx="2268">
                  <c:v>8.4940390744281888</c:v>
                </c:pt>
                <c:pt idx="2269">
                  <c:v>8.49</c:v>
                </c:pt>
                <c:pt idx="2270">
                  <c:v>8.44</c:v>
                </c:pt>
                <c:pt idx="2271">
                  <c:v>8.36</c:v>
                </c:pt>
                <c:pt idx="2272">
                  <c:v>8.27</c:v>
                </c:pt>
                <c:pt idx="2273">
                  <c:v>8.1999999999999993</c:v>
                </c:pt>
                <c:pt idx="2274">
                  <c:v>8.1764362820692558</c:v>
                </c:pt>
                <c:pt idx="2275">
                  <c:v>8.16</c:v>
                </c:pt>
                <c:pt idx="2276">
                  <c:v>8.15</c:v>
                </c:pt>
                <c:pt idx="2277">
                  <c:v>8.15</c:v>
                </c:pt>
                <c:pt idx="2278">
                  <c:v>8.16</c:v>
                </c:pt>
                <c:pt idx="2279">
                  <c:v>8.2100000000000009</c:v>
                </c:pt>
                <c:pt idx="2280">
                  <c:v>8.2357096537379171</c:v>
                </c:pt>
                <c:pt idx="2281">
                  <c:v>8.26</c:v>
                </c:pt>
                <c:pt idx="2282">
                  <c:v>8.33</c:v>
                </c:pt>
                <c:pt idx="2283">
                  <c:v>8.3742397524232164</c:v>
                </c:pt>
                <c:pt idx="2284">
                  <c:v>8.39</c:v>
                </c:pt>
                <c:pt idx="2285">
                  <c:v>8.44</c:v>
                </c:pt>
                <c:pt idx="2286">
                  <c:v>8.4836504144421134</c:v>
                </c:pt>
                <c:pt idx="2287">
                  <c:v>8.49</c:v>
                </c:pt>
                <c:pt idx="2288">
                  <c:v>8.56</c:v>
                </c:pt>
                <c:pt idx="2289">
                  <c:v>8.593894097653191</c:v>
                </c:pt>
                <c:pt idx="2290">
                  <c:v>8.61</c:v>
                </c:pt>
                <c:pt idx="2291">
                  <c:v>8.65</c:v>
                </c:pt>
                <c:pt idx="2292">
                  <c:v>8.68</c:v>
                </c:pt>
                <c:pt idx="2293">
                  <c:v>8.6999999999999993</c:v>
                </c:pt>
                <c:pt idx="2294">
                  <c:v>8.7097231715652761</c:v>
                </c:pt>
                <c:pt idx="2295">
                  <c:v>8.7200000000000006</c:v>
                </c:pt>
                <c:pt idx="2296">
                  <c:v>8.74</c:v>
                </c:pt>
                <c:pt idx="2297">
                  <c:v>8.74</c:v>
                </c:pt>
                <c:pt idx="2298">
                  <c:v>8.74</c:v>
                </c:pt>
                <c:pt idx="2299">
                  <c:v>8.74</c:v>
                </c:pt>
                <c:pt idx="2300">
                  <c:v>8.74</c:v>
                </c:pt>
                <c:pt idx="2301">
                  <c:v>8.74</c:v>
                </c:pt>
                <c:pt idx="2302">
                  <c:v>8.73</c:v>
                </c:pt>
                <c:pt idx="2303">
                  <c:v>8.7200000000000006</c:v>
                </c:pt>
                <c:pt idx="2304">
                  <c:v>8.7108686205237937</c:v>
                </c:pt>
                <c:pt idx="2305">
                  <c:v>8.7100000000000009</c:v>
                </c:pt>
                <c:pt idx="2306">
                  <c:v>8.7100000000000009</c:v>
                </c:pt>
                <c:pt idx="2307">
                  <c:v>8.7200000000000006</c:v>
                </c:pt>
                <c:pt idx="2308">
                  <c:v>8.7252994635531724</c:v>
                </c:pt>
                <c:pt idx="2309">
                  <c:v>8.73</c:v>
                </c:pt>
                <c:pt idx="2310">
                  <c:v>8.76</c:v>
                </c:pt>
                <c:pt idx="2311">
                  <c:v>8.7879708022719214</c:v>
                </c:pt>
                <c:pt idx="2312">
                  <c:v>8.81</c:v>
                </c:pt>
                <c:pt idx="2313">
                  <c:v>8.8699999999999992</c:v>
                </c:pt>
                <c:pt idx="2314">
                  <c:v>8.94</c:v>
                </c:pt>
                <c:pt idx="2315">
                  <c:v>9</c:v>
                </c:pt>
                <c:pt idx="2316">
                  <c:v>9.0429508601327839</c:v>
                </c:pt>
                <c:pt idx="2317">
                  <c:v>9.06</c:v>
                </c:pt>
                <c:pt idx="2318">
                  <c:v>9.1199999999999992</c:v>
                </c:pt>
                <c:pt idx="2319">
                  <c:v>9.18</c:v>
                </c:pt>
                <c:pt idx="2320">
                  <c:v>9.2200000000000006</c:v>
                </c:pt>
                <c:pt idx="2321">
                  <c:v>9.2223153109718314</c:v>
                </c:pt>
                <c:pt idx="2322">
                  <c:v>9.24</c:v>
                </c:pt>
                <c:pt idx="2323">
                  <c:v>9.25</c:v>
                </c:pt>
                <c:pt idx="2324">
                  <c:v>9.2574833286808715</c:v>
                </c:pt>
                <c:pt idx="2325">
                  <c:v>9.26</c:v>
                </c:pt>
                <c:pt idx="2326">
                  <c:v>9.27</c:v>
                </c:pt>
                <c:pt idx="2327">
                  <c:v>9.27</c:v>
                </c:pt>
                <c:pt idx="2328">
                  <c:v>9.27</c:v>
                </c:pt>
                <c:pt idx="2329">
                  <c:v>9.27</c:v>
                </c:pt>
                <c:pt idx="2330">
                  <c:v>9.2882988271290152</c:v>
                </c:pt>
                <c:pt idx="2331">
                  <c:v>9.31</c:v>
                </c:pt>
                <c:pt idx="2332">
                  <c:v>9.36</c:v>
                </c:pt>
                <c:pt idx="2333">
                  <c:v>9.42</c:v>
                </c:pt>
                <c:pt idx="2334">
                  <c:v>9.4615375744762638</c:v>
                </c:pt>
                <c:pt idx="2335">
                  <c:v>9.48</c:v>
                </c:pt>
                <c:pt idx="2336">
                  <c:v>9.52</c:v>
                </c:pt>
                <c:pt idx="2337">
                  <c:v>9.5399999999999991</c:v>
                </c:pt>
                <c:pt idx="2338">
                  <c:v>9.5575788579256766</c:v>
                </c:pt>
                <c:pt idx="2339">
                  <c:v>9.56</c:v>
                </c:pt>
                <c:pt idx="2340">
                  <c:v>9.5675692932092655</c:v>
                </c:pt>
                <c:pt idx="2341">
                  <c:v>9.57</c:v>
                </c:pt>
                <c:pt idx="2342">
                  <c:v>9.5815033931698768</c:v>
                </c:pt>
                <c:pt idx="2343">
                  <c:v>9.6</c:v>
                </c:pt>
                <c:pt idx="2344">
                  <c:v>9.61</c:v>
                </c:pt>
                <c:pt idx="2345">
                  <c:v>9.6199999999999992</c:v>
                </c:pt>
                <c:pt idx="2346">
                  <c:v>9.6199999999999992</c:v>
                </c:pt>
                <c:pt idx="2347">
                  <c:v>9.6199999999999992</c:v>
                </c:pt>
                <c:pt idx="2348">
                  <c:v>9.6199999999999992</c:v>
                </c:pt>
                <c:pt idx="2349">
                  <c:v>9.6300000000000008</c:v>
                </c:pt>
                <c:pt idx="2350">
                  <c:v>9.66</c:v>
                </c:pt>
                <c:pt idx="2351">
                  <c:v>9.7200000000000006</c:v>
                </c:pt>
                <c:pt idx="2352">
                  <c:v>9.7683600420333629</c:v>
                </c:pt>
                <c:pt idx="2353">
                  <c:v>9.7899999999999991</c:v>
                </c:pt>
                <c:pt idx="2354">
                  <c:v>9.86</c:v>
                </c:pt>
                <c:pt idx="2355">
                  <c:v>9.8932332312555555</c:v>
                </c:pt>
                <c:pt idx="2356">
                  <c:v>9.92</c:v>
                </c:pt>
                <c:pt idx="2357">
                  <c:v>9.9600000000000009</c:v>
                </c:pt>
                <c:pt idx="2358">
                  <c:v>10</c:v>
                </c:pt>
                <c:pt idx="2359">
                  <c:v>10.01</c:v>
                </c:pt>
                <c:pt idx="2360">
                  <c:v>10.02</c:v>
                </c:pt>
                <c:pt idx="2361">
                  <c:v>10.039999999999999</c:v>
                </c:pt>
                <c:pt idx="2362">
                  <c:v>10.048077935553289</c:v>
                </c:pt>
                <c:pt idx="2363">
                  <c:v>10.050000000000001</c:v>
                </c:pt>
                <c:pt idx="2364">
                  <c:v>10.05725403534127</c:v>
                </c:pt>
                <c:pt idx="2365">
                  <c:v>10.06</c:v>
                </c:pt>
                <c:pt idx="2366">
                  <c:v>10.08</c:v>
                </c:pt>
                <c:pt idx="2367">
                  <c:v>10.11</c:v>
                </c:pt>
                <c:pt idx="2368">
                  <c:v>10.118116165758121</c:v>
                </c:pt>
                <c:pt idx="2369">
                  <c:v>10.130000000000001</c:v>
                </c:pt>
                <c:pt idx="2370">
                  <c:v>10.14</c:v>
                </c:pt>
                <c:pt idx="2371">
                  <c:v>10.14</c:v>
                </c:pt>
                <c:pt idx="2372">
                  <c:v>10.14</c:v>
                </c:pt>
                <c:pt idx="2373">
                  <c:v>10.14</c:v>
                </c:pt>
                <c:pt idx="2374">
                  <c:v>10.130000000000001</c:v>
                </c:pt>
                <c:pt idx="2375">
                  <c:v>10.137791545639949</c:v>
                </c:pt>
                <c:pt idx="2376">
                  <c:v>10.14</c:v>
                </c:pt>
                <c:pt idx="2377">
                  <c:v>10.16</c:v>
                </c:pt>
                <c:pt idx="2378">
                  <c:v>10.17727527100536</c:v>
                </c:pt>
                <c:pt idx="2379">
                  <c:v>10.19</c:v>
                </c:pt>
                <c:pt idx="2380">
                  <c:v>10.220000000000001</c:v>
                </c:pt>
                <c:pt idx="2381">
                  <c:v>10.23556595468656</c:v>
                </c:pt>
                <c:pt idx="2382">
                  <c:v>10.26</c:v>
                </c:pt>
                <c:pt idx="2383">
                  <c:v>10.29</c:v>
                </c:pt>
                <c:pt idx="2384">
                  <c:v>10.32</c:v>
                </c:pt>
                <c:pt idx="2385">
                  <c:v>10.33643059674738</c:v>
                </c:pt>
                <c:pt idx="2386">
                  <c:v>10.34</c:v>
                </c:pt>
                <c:pt idx="2387">
                  <c:v>10.35</c:v>
                </c:pt>
                <c:pt idx="2388">
                  <c:v>10.34543935475704</c:v>
                </c:pt>
                <c:pt idx="2389">
                  <c:v>10.34</c:v>
                </c:pt>
                <c:pt idx="2390">
                  <c:v>10.34</c:v>
                </c:pt>
                <c:pt idx="2391">
                  <c:v>10.32</c:v>
                </c:pt>
                <c:pt idx="2392">
                  <c:v>10.3</c:v>
                </c:pt>
                <c:pt idx="2393">
                  <c:v>10.29</c:v>
                </c:pt>
                <c:pt idx="2394">
                  <c:v>10.30418607267409</c:v>
                </c:pt>
                <c:pt idx="2395">
                  <c:v>10.31</c:v>
                </c:pt>
                <c:pt idx="2396">
                  <c:v>10.35</c:v>
                </c:pt>
                <c:pt idx="2397">
                  <c:v>10.375734031606591</c:v>
                </c:pt>
                <c:pt idx="2398">
                  <c:v>10.38</c:v>
                </c:pt>
                <c:pt idx="2399">
                  <c:v>10.39</c:v>
                </c:pt>
                <c:pt idx="2400">
                  <c:v>10.41</c:v>
                </c:pt>
                <c:pt idx="2401">
                  <c:v>10.424801002682621</c:v>
                </c:pt>
                <c:pt idx="2402">
                  <c:v>10.43</c:v>
                </c:pt>
                <c:pt idx="2403">
                  <c:v>10.42</c:v>
                </c:pt>
                <c:pt idx="2404">
                  <c:v>10.41244045833583</c:v>
                </c:pt>
                <c:pt idx="2405">
                  <c:v>10.41</c:v>
                </c:pt>
                <c:pt idx="2406">
                  <c:v>10.4</c:v>
                </c:pt>
                <c:pt idx="2407">
                  <c:v>10.38221152829191</c:v>
                </c:pt>
                <c:pt idx="2408">
                  <c:v>10.38</c:v>
                </c:pt>
                <c:pt idx="2409">
                  <c:v>10.36</c:v>
                </c:pt>
                <c:pt idx="2410">
                  <c:v>10.36</c:v>
                </c:pt>
                <c:pt idx="2411">
                  <c:v>10.36</c:v>
                </c:pt>
                <c:pt idx="2412">
                  <c:v>10.36</c:v>
                </c:pt>
                <c:pt idx="2413">
                  <c:v>10.4</c:v>
                </c:pt>
                <c:pt idx="2414">
                  <c:v>10.45</c:v>
                </c:pt>
                <c:pt idx="2415">
                  <c:v>10.46407125016432</c:v>
                </c:pt>
                <c:pt idx="2416">
                  <c:v>10.51</c:v>
                </c:pt>
                <c:pt idx="2417">
                  <c:v>10.55</c:v>
                </c:pt>
                <c:pt idx="2418">
                  <c:v>10.55</c:v>
                </c:pt>
                <c:pt idx="2419">
                  <c:v>10.55</c:v>
                </c:pt>
                <c:pt idx="2420">
                  <c:v>10.55</c:v>
                </c:pt>
                <c:pt idx="2421">
                  <c:v>10.55</c:v>
                </c:pt>
                <c:pt idx="2422">
                  <c:v>10.55</c:v>
                </c:pt>
                <c:pt idx="2423">
                  <c:v>10.54</c:v>
                </c:pt>
                <c:pt idx="2424">
                  <c:v>10.55</c:v>
                </c:pt>
                <c:pt idx="2425">
                  <c:v>10.54124197849821</c:v>
                </c:pt>
                <c:pt idx="2426">
                  <c:v>10.54</c:v>
                </c:pt>
                <c:pt idx="2427">
                  <c:v>10.52029352685803</c:v>
                </c:pt>
                <c:pt idx="2428">
                  <c:v>10.52</c:v>
                </c:pt>
                <c:pt idx="2429">
                  <c:v>10.51</c:v>
                </c:pt>
                <c:pt idx="2430">
                  <c:v>10.52</c:v>
                </c:pt>
                <c:pt idx="2431">
                  <c:v>10.527007509386729</c:v>
                </c:pt>
                <c:pt idx="2432">
                  <c:v>10.53</c:v>
                </c:pt>
                <c:pt idx="2433">
                  <c:v>10.53</c:v>
                </c:pt>
                <c:pt idx="2434">
                  <c:v>10.55</c:v>
                </c:pt>
                <c:pt idx="2435">
                  <c:v>10.57</c:v>
                </c:pt>
                <c:pt idx="2436">
                  <c:v>10.6</c:v>
                </c:pt>
                <c:pt idx="2437">
                  <c:v>10.611357957998511</c:v>
                </c:pt>
                <c:pt idx="2438">
                  <c:v>10.63</c:v>
                </c:pt>
                <c:pt idx="2439">
                  <c:v>10.66211265144455</c:v>
                </c:pt>
                <c:pt idx="2440">
                  <c:v>10.67</c:v>
                </c:pt>
                <c:pt idx="2441">
                  <c:v>10.72</c:v>
                </c:pt>
                <c:pt idx="2442">
                  <c:v>10.74</c:v>
                </c:pt>
                <c:pt idx="2443">
                  <c:v>10.74156411527296</c:v>
                </c:pt>
                <c:pt idx="2444">
                  <c:v>10.76</c:v>
                </c:pt>
                <c:pt idx="2445">
                  <c:v>10.753420877302331</c:v>
                </c:pt>
                <c:pt idx="2446">
                  <c:v>10.75</c:v>
                </c:pt>
                <c:pt idx="2447">
                  <c:v>10.74</c:v>
                </c:pt>
                <c:pt idx="2448">
                  <c:v>10.74</c:v>
                </c:pt>
                <c:pt idx="2449">
                  <c:v>10.73248598548297</c:v>
                </c:pt>
                <c:pt idx="2450">
                  <c:v>10.73</c:v>
                </c:pt>
                <c:pt idx="2451">
                  <c:v>10.72</c:v>
                </c:pt>
                <c:pt idx="2452">
                  <c:v>10.71</c:v>
                </c:pt>
                <c:pt idx="2453">
                  <c:v>10.71861376763564</c:v>
                </c:pt>
                <c:pt idx="2454">
                  <c:v>10.72</c:v>
                </c:pt>
                <c:pt idx="2455">
                  <c:v>10.74</c:v>
                </c:pt>
                <c:pt idx="2456">
                  <c:v>10.76</c:v>
                </c:pt>
                <c:pt idx="2457">
                  <c:v>10.770526810323229</c:v>
                </c:pt>
                <c:pt idx="2458">
                  <c:v>10.78449386118767</c:v>
                </c:pt>
                <c:pt idx="2459">
                  <c:v>10.79</c:v>
                </c:pt>
                <c:pt idx="2460">
                  <c:v>10.81502600952213</c:v>
                </c:pt>
                <c:pt idx="2461">
                  <c:v>10.82</c:v>
                </c:pt>
                <c:pt idx="2462">
                  <c:v>10.77</c:v>
                </c:pt>
                <c:pt idx="2463">
                  <c:v>10.71</c:v>
                </c:pt>
                <c:pt idx="2464">
                  <c:v>10.68</c:v>
                </c:pt>
                <c:pt idx="2465">
                  <c:v>10.66</c:v>
                </c:pt>
                <c:pt idx="2466">
                  <c:v>10.655338900075741</c:v>
                </c:pt>
                <c:pt idx="2467">
                  <c:v>10.65</c:v>
                </c:pt>
                <c:pt idx="2468">
                  <c:v>10.63</c:v>
                </c:pt>
                <c:pt idx="2469">
                  <c:v>10.621921107665679</c:v>
                </c:pt>
                <c:pt idx="2470">
                  <c:v>10.62</c:v>
                </c:pt>
                <c:pt idx="2471">
                  <c:v>10.64</c:v>
                </c:pt>
                <c:pt idx="2472">
                  <c:v>10.68</c:v>
                </c:pt>
                <c:pt idx="2473">
                  <c:v>10.73</c:v>
                </c:pt>
                <c:pt idx="2474">
                  <c:v>10.71</c:v>
                </c:pt>
                <c:pt idx="2475">
                  <c:v>10.67</c:v>
                </c:pt>
                <c:pt idx="2476">
                  <c:v>10.61</c:v>
                </c:pt>
                <c:pt idx="2477">
                  <c:v>10.583756051850701</c:v>
                </c:pt>
                <c:pt idx="2478">
                  <c:v>10.55</c:v>
                </c:pt>
                <c:pt idx="2479">
                  <c:v>10.48</c:v>
                </c:pt>
                <c:pt idx="2480">
                  <c:v>10.45302784688227</c:v>
                </c:pt>
                <c:pt idx="2481">
                  <c:v>10.44</c:v>
                </c:pt>
                <c:pt idx="2482">
                  <c:v>10.42</c:v>
                </c:pt>
                <c:pt idx="2483">
                  <c:v>10.41331485705193</c:v>
                </c:pt>
                <c:pt idx="2484">
                  <c:v>10.41</c:v>
                </c:pt>
                <c:pt idx="2485">
                  <c:v>10.38</c:v>
                </c:pt>
                <c:pt idx="2486">
                  <c:v>10.357418703569399</c:v>
                </c:pt>
                <c:pt idx="2487">
                  <c:v>10.35</c:v>
                </c:pt>
                <c:pt idx="2488">
                  <c:v>10.32</c:v>
                </c:pt>
                <c:pt idx="2489">
                  <c:v>10.29</c:v>
                </c:pt>
                <c:pt idx="2490">
                  <c:v>10.271174342718631</c:v>
                </c:pt>
                <c:pt idx="2491">
                  <c:v>10.26</c:v>
                </c:pt>
                <c:pt idx="2492">
                  <c:v>10.210000000000001</c:v>
                </c:pt>
                <c:pt idx="2493">
                  <c:v>10.14</c:v>
                </c:pt>
                <c:pt idx="2494">
                  <c:v>10.108640955139609</c:v>
                </c:pt>
                <c:pt idx="2495">
                  <c:v>10.08</c:v>
                </c:pt>
                <c:pt idx="2496">
                  <c:v>10.029999999999999</c:v>
                </c:pt>
                <c:pt idx="2497">
                  <c:v>10</c:v>
                </c:pt>
                <c:pt idx="2498">
                  <c:v>9.9903665571515887</c:v>
                </c:pt>
                <c:pt idx="2499">
                  <c:v>9.9700000000000006</c:v>
                </c:pt>
                <c:pt idx="2500">
                  <c:v>9.958111107617821</c:v>
                </c:pt>
                <c:pt idx="2501">
                  <c:v>9.94</c:v>
                </c:pt>
                <c:pt idx="2502">
                  <c:v>9.91</c:v>
                </c:pt>
                <c:pt idx="2503">
                  <c:v>9.8699999999999992</c:v>
                </c:pt>
                <c:pt idx="2504">
                  <c:v>9.8343452111491949</c:v>
                </c:pt>
                <c:pt idx="2505">
                  <c:v>9.83</c:v>
                </c:pt>
                <c:pt idx="2506">
                  <c:v>9.8000000000000007</c:v>
                </c:pt>
                <c:pt idx="2507">
                  <c:v>9.7799999999999994</c:v>
                </c:pt>
                <c:pt idx="2508">
                  <c:v>9.7746316058534095</c:v>
                </c:pt>
                <c:pt idx="2509">
                  <c:v>9.77</c:v>
                </c:pt>
                <c:pt idx="2510">
                  <c:v>9.76</c:v>
                </c:pt>
                <c:pt idx="2511">
                  <c:v>9.76</c:v>
                </c:pt>
                <c:pt idx="2512">
                  <c:v>9.76</c:v>
                </c:pt>
                <c:pt idx="2513">
                  <c:v>9.75</c:v>
                </c:pt>
                <c:pt idx="2514">
                  <c:v>9.74</c:v>
                </c:pt>
                <c:pt idx="2515">
                  <c:v>9.76</c:v>
                </c:pt>
                <c:pt idx="2516">
                  <c:v>9.7743906196508039</c:v>
                </c:pt>
                <c:pt idx="2517">
                  <c:v>9.7799999999999994</c:v>
                </c:pt>
                <c:pt idx="2518">
                  <c:v>9.77</c:v>
                </c:pt>
                <c:pt idx="2519">
                  <c:v>9.6950602365587457</c:v>
                </c:pt>
                <c:pt idx="2520">
                  <c:v>9.69</c:v>
                </c:pt>
                <c:pt idx="2521">
                  <c:v>9.5500000000000007</c:v>
                </c:pt>
                <c:pt idx="2522">
                  <c:v>9.34</c:v>
                </c:pt>
                <c:pt idx="2523">
                  <c:v>9.06</c:v>
                </c:pt>
                <c:pt idx="2524">
                  <c:v>8.73</c:v>
                </c:pt>
                <c:pt idx="2525">
                  <c:v>8.36</c:v>
                </c:pt>
                <c:pt idx="2526">
                  <c:v>7.94</c:v>
                </c:pt>
                <c:pt idx="2527">
                  <c:v>7.5</c:v>
                </c:pt>
                <c:pt idx="2528">
                  <c:v>7.2616279683377307</c:v>
                </c:pt>
                <c:pt idx="2529">
                  <c:v>7.07</c:v>
                </c:pt>
                <c:pt idx="2530">
                  <c:v>6.65</c:v>
                </c:pt>
                <c:pt idx="2531">
                  <c:v>6.22</c:v>
                </c:pt>
                <c:pt idx="2532">
                  <c:v>6.0565392800962341</c:v>
                </c:pt>
                <c:pt idx="2533">
                  <c:v>5.8</c:v>
                </c:pt>
                <c:pt idx="2534">
                  <c:v>5.4100971624979541</c:v>
                </c:pt>
                <c:pt idx="2535">
                  <c:v>5.37</c:v>
                </c:pt>
                <c:pt idx="2536">
                  <c:v>4.9971872951552356</c:v>
                </c:pt>
                <c:pt idx="2537">
                  <c:v>4.9000000000000004</c:v>
                </c:pt>
                <c:pt idx="2538">
                  <c:v>4.3899999999999997</c:v>
                </c:pt>
                <c:pt idx="2539">
                  <c:v>3.9373487120441282</c:v>
                </c:pt>
                <c:pt idx="2540">
                  <c:v>3.88</c:v>
                </c:pt>
                <c:pt idx="2541">
                  <c:v>3.39</c:v>
                </c:pt>
                <c:pt idx="2542">
                  <c:v>2.91</c:v>
                </c:pt>
                <c:pt idx="2543">
                  <c:v>2.5990233453488591</c:v>
                </c:pt>
                <c:pt idx="2544">
                  <c:v>2.42</c:v>
                </c:pt>
                <c:pt idx="2545">
                  <c:v>1.91</c:v>
                </c:pt>
                <c:pt idx="2546">
                  <c:v>1.4651430017717031</c:v>
                </c:pt>
                <c:pt idx="2547">
                  <c:v>1.42</c:v>
                </c:pt>
                <c:pt idx="2548">
                  <c:v>0.95</c:v>
                </c:pt>
                <c:pt idx="2549">
                  <c:v>0.53</c:v>
                </c:pt>
                <c:pt idx="2550">
                  <c:v>0.2</c:v>
                </c:pt>
                <c:pt idx="2551">
                  <c:v>0.01</c:v>
                </c:pt>
                <c:pt idx="2552">
                  <c:v>-7.0000000000000007E-2</c:v>
                </c:pt>
                <c:pt idx="2553">
                  <c:v>-0.08</c:v>
                </c:pt>
                <c:pt idx="2554">
                  <c:v>-0.06</c:v>
                </c:pt>
                <c:pt idx="2555">
                  <c:v>-5.1738959378381043E-2</c:v>
                </c:pt>
                <c:pt idx="2556">
                  <c:v>-0.04</c:v>
                </c:pt>
                <c:pt idx="2557">
                  <c:v>-0.01</c:v>
                </c:pt>
                <c:pt idx="2558">
                  <c:v>-2.5673054542633259E-3</c:v>
                </c:pt>
                <c:pt idx="2559">
                  <c:v>0</c:v>
                </c:pt>
                <c:pt idx="2560">
                  <c:v>0</c:v>
                </c:pt>
                <c:pt idx="2561">
                  <c:v>0</c:v>
                </c:pt>
                <c:pt idx="2562">
                  <c:v>0</c:v>
                </c:pt>
                <c:pt idx="2563">
                  <c:v>0</c:v>
                </c:pt>
                <c:pt idx="2564">
                  <c:v>0</c:v>
                </c:pt>
                <c:pt idx="2565">
                  <c:v>0</c:v>
                </c:pt>
                <c:pt idx="2566">
                  <c:v>0</c:v>
                </c:pt>
                <c:pt idx="2567">
                  <c:v>0</c:v>
                </c:pt>
                <c:pt idx="2568">
                  <c:v>0</c:v>
                </c:pt>
                <c:pt idx="2569">
                  <c:v>0</c:v>
                </c:pt>
                <c:pt idx="2570">
                  <c:v>0</c:v>
                </c:pt>
                <c:pt idx="2571">
                  <c:v>0</c:v>
                </c:pt>
                <c:pt idx="2572">
                  <c:v>0</c:v>
                </c:pt>
                <c:pt idx="2573">
                  <c:v>0</c:v>
                </c:pt>
                <c:pt idx="2574">
                  <c:v>0</c:v>
                </c:pt>
                <c:pt idx="2575">
                  <c:v>0</c:v>
                </c:pt>
                <c:pt idx="2576">
                  <c:v>0</c:v>
                </c:pt>
                <c:pt idx="2577">
                  <c:v>0</c:v>
                </c:pt>
                <c:pt idx="2578">
                  <c:v>0</c:v>
                </c:pt>
                <c:pt idx="2579">
                  <c:v>0</c:v>
                </c:pt>
                <c:pt idx="2580">
                  <c:v>0</c:v>
                </c:pt>
                <c:pt idx="2581">
                  <c:v>0</c:v>
                </c:pt>
                <c:pt idx="2582">
                  <c:v>0</c:v>
                </c:pt>
                <c:pt idx="2583">
                  <c:v>0</c:v>
                </c:pt>
                <c:pt idx="2584">
                  <c:v>0</c:v>
                </c:pt>
                <c:pt idx="2585">
                  <c:v>0</c:v>
                </c:pt>
                <c:pt idx="2586">
                  <c:v>0</c:v>
                </c:pt>
                <c:pt idx="2587">
                  <c:v>0</c:v>
                </c:pt>
                <c:pt idx="2588">
                  <c:v>0</c:v>
                </c:pt>
                <c:pt idx="2589">
                  <c:v>0</c:v>
                </c:pt>
                <c:pt idx="2590">
                  <c:v>0</c:v>
                </c:pt>
                <c:pt idx="2591">
                  <c:v>0</c:v>
                </c:pt>
                <c:pt idx="2592">
                  <c:v>0</c:v>
                </c:pt>
                <c:pt idx="2593">
                  <c:v>0</c:v>
                </c:pt>
                <c:pt idx="2594">
                  <c:v>0</c:v>
                </c:pt>
                <c:pt idx="2595">
                  <c:v>0</c:v>
                </c:pt>
                <c:pt idx="2596">
                  <c:v>0</c:v>
                </c:pt>
                <c:pt idx="2597">
                  <c:v>0</c:v>
                </c:pt>
                <c:pt idx="2598">
                  <c:v>0</c:v>
                </c:pt>
                <c:pt idx="2599">
                  <c:v>0</c:v>
                </c:pt>
                <c:pt idx="2600">
                  <c:v>0</c:v>
                </c:pt>
                <c:pt idx="2601">
                  <c:v>0</c:v>
                </c:pt>
                <c:pt idx="2602">
                  <c:v>0</c:v>
                </c:pt>
                <c:pt idx="2603">
                  <c:v>0</c:v>
                </c:pt>
                <c:pt idx="2604">
                  <c:v>0</c:v>
                </c:pt>
                <c:pt idx="2605">
                  <c:v>0</c:v>
                </c:pt>
                <c:pt idx="2606">
                  <c:v>0</c:v>
                </c:pt>
                <c:pt idx="2607">
                  <c:v>0</c:v>
                </c:pt>
                <c:pt idx="2608">
                  <c:v>0</c:v>
                </c:pt>
                <c:pt idx="2609">
                  <c:v>0</c:v>
                </c:pt>
                <c:pt idx="2610">
                  <c:v>0</c:v>
                </c:pt>
                <c:pt idx="2611">
                  <c:v>0</c:v>
                </c:pt>
                <c:pt idx="2612">
                  <c:v>0</c:v>
                </c:pt>
                <c:pt idx="2613">
                  <c:v>0</c:v>
                </c:pt>
                <c:pt idx="2614">
                  <c:v>0</c:v>
                </c:pt>
                <c:pt idx="2615">
                  <c:v>0</c:v>
                </c:pt>
                <c:pt idx="2616">
                  <c:v>0</c:v>
                </c:pt>
                <c:pt idx="2617">
                  <c:v>0</c:v>
                </c:pt>
                <c:pt idx="2618">
                  <c:v>0</c:v>
                </c:pt>
                <c:pt idx="2619">
                  <c:v>0</c:v>
                </c:pt>
                <c:pt idx="2620">
                  <c:v>0</c:v>
                </c:pt>
                <c:pt idx="2621">
                  <c:v>0</c:v>
                </c:pt>
                <c:pt idx="2622">
                  <c:v>0</c:v>
                </c:pt>
                <c:pt idx="2623">
                  <c:v>0</c:v>
                </c:pt>
                <c:pt idx="2624">
                  <c:v>0</c:v>
                </c:pt>
                <c:pt idx="2625">
                  <c:v>0</c:v>
                </c:pt>
                <c:pt idx="2626">
                  <c:v>0</c:v>
                </c:pt>
                <c:pt idx="2627">
                  <c:v>0</c:v>
                </c:pt>
                <c:pt idx="2628">
                  <c:v>0</c:v>
                </c:pt>
                <c:pt idx="2629">
                  <c:v>0</c:v>
                </c:pt>
                <c:pt idx="2630">
                  <c:v>0</c:v>
                </c:pt>
                <c:pt idx="2631">
                  <c:v>0</c:v>
                </c:pt>
                <c:pt idx="2632">
                  <c:v>0</c:v>
                </c:pt>
                <c:pt idx="2633">
                  <c:v>0</c:v>
                </c:pt>
                <c:pt idx="2634">
                  <c:v>0</c:v>
                </c:pt>
                <c:pt idx="2635">
                  <c:v>0</c:v>
                </c:pt>
                <c:pt idx="2636">
                  <c:v>0</c:v>
                </c:pt>
                <c:pt idx="2637">
                  <c:v>0</c:v>
                </c:pt>
                <c:pt idx="2638">
                  <c:v>0</c:v>
                </c:pt>
                <c:pt idx="2639">
                  <c:v>0</c:v>
                </c:pt>
                <c:pt idx="2640">
                  <c:v>0</c:v>
                </c:pt>
                <c:pt idx="2641">
                  <c:v>0</c:v>
                </c:pt>
                <c:pt idx="2642">
                  <c:v>0</c:v>
                </c:pt>
                <c:pt idx="2643">
                  <c:v>0</c:v>
                </c:pt>
                <c:pt idx="2644">
                  <c:v>0</c:v>
                </c:pt>
                <c:pt idx="2645">
                  <c:v>0</c:v>
                </c:pt>
                <c:pt idx="2646">
                  <c:v>0</c:v>
                </c:pt>
                <c:pt idx="2647">
                  <c:v>0</c:v>
                </c:pt>
                <c:pt idx="2648">
                  <c:v>0</c:v>
                </c:pt>
                <c:pt idx="2649">
                  <c:v>0</c:v>
                </c:pt>
                <c:pt idx="2650">
                  <c:v>0</c:v>
                </c:pt>
                <c:pt idx="2651">
                  <c:v>0</c:v>
                </c:pt>
                <c:pt idx="2652">
                  <c:v>0</c:v>
                </c:pt>
                <c:pt idx="2653">
                  <c:v>0</c:v>
                </c:pt>
                <c:pt idx="2654">
                  <c:v>0</c:v>
                </c:pt>
                <c:pt idx="2655">
                  <c:v>0</c:v>
                </c:pt>
                <c:pt idx="2656">
                  <c:v>0</c:v>
                </c:pt>
                <c:pt idx="2657">
                  <c:v>0</c:v>
                </c:pt>
                <c:pt idx="2658">
                  <c:v>0</c:v>
                </c:pt>
                <c:pt idx="2659">
                  <c:v>0</c:v>
                </c:pt>
                <c:pt idx="2660">
                  <c:v>0</c:v>
                </c:pt>
                <c:pt idx="2661">
                  <c:v>0</c:v>
                </c:pt>
                <c:pt idx="2662">
                  <c:v>0</c:v>
                </c:pt>
                <c:pt idx="2663">
                  <c:v>0</c:v>
                </c:pt>
                <c:pt idx="2664">
                  <c:v>0</c:v>
                </c:pt>
                <c:pt idx="2665">
                  <c:v>0</c:v>
                </c:pt>
                <c:pt idx="2666">
                  <c:v>0</c:v>
                </c:pt>
                <c:pt idx="2667">
                  <c:v>0</c:v>
                </c:pt>
                <c:pt idx="2668">
                  <c:v>0</c:v>
                </c:pt>
                <c:pt idx="2669">
                  <c:v>0</c:v>
                </c:pt>
                <c:pt idx="2670">
                  <c:v>0</c:v>
                </c:pt>
                <c:pt idx="2671">
                  <c:v>0</c:v>
                </c:pt>
                <c:pt idx="2672">
                  <c:v>0</c:v>
                </c:pt>
                <c:pt idx="2673">
                  <c:v>0</c:v>
                </c:pt>
                <c:pt idx="2674">
                  <c:v>0</c:v>
                </c:pt>
                <c:pt idx="2675">
                  <c:v>0</c:v>
                </c:pt>
                <c:pt idx="2676">
                  <c:v>0</c:v>
                </c:pt>
                <c:pt idx="2677">
                  <c:v>0</c:v>
                </c:pt>
                <c:pt idx="2678">
                  <c:v>0</c:v>
                </c:pt>
                <c:pt idx="2679">
                  <c:v>0</c:v>
                </c:pt>
                <c:pt idx="2680">
                  <c:v>0</c:v>
                </c:pt>
                <c:pt idx="2681">
                  <c:v>0</c:v>
                </c:pt>
                <c:pt idx="2682">
                  <c:v>0</c:v>
                </c:pt>
                <c:pt idx="2683">
                  <c:v>0</c:v>
                </c:pt>
                <c:pt idx="2684">
                  <c:v>0</c:v>
                </c:pt>
                <c:pt idx="2685">
                  <c:v>0</c:v>
                </c:pt>
                <c:pt idx="2686">
                  <c:v>0</c:v>
                </c:pt>
                <c:pt idx="2687">
                  <c:v>0</c:v>
                </c:pt>
                <c:pt idx="2688">
                  <c:v>0</c:v>
                </c:pt>
                <c:pt idx="2689">
                  <c:v>0</c:v>
                </c:pt>
                <c:pt idx="2690">
                  <c:v>0</c:v>
                </c:pt>
                <c:pt idx="2691">
                  <c:v>0</c:v>
                </c:pt>
                <c:pt idx="2692">
                  <c:v>0</c:v>
                </c:pt>
                <c:pt idx="2693">
                  <c:v>0</c:v>
                </c:pt>
                <c:pt idx="2694">
                  <c:v>0</c:v>
                </c:pt>
                <c:pt idx="2695">
                  <c:v>0</c:v>
                </c:pt>
                <c:pt idx="2696">
                  <c:v>0</c:v>
                </c:pt>
                <c:pt idx="2697">
                  <c:v>0</c:v>
                </c:pt>
                <c:pt idx="2698">
                  <c:v>0</c:v>
                </c:pt>
                <c:pt idx="2699">
                  <c:v>0</c:v>
                </c:pt>
                <c:pt idx="2700">
                  <c:v>0</c:v>
                </c:pt>
                <c:pt idx="2701">
                  <c:v>0</c:v>
                </c:pt>
                <c:pt idx="2702">
                  <c:v>0</c:v>
                </c:pt>
                <c:pt idx="2703">
                  <c:v>0</c:v>
                </c:pt>
                <c:pt idx="2704">
                  <c:v>0</c:v>
                </c:pt>
                <c:pt idx="2705">
                  <c:v>0</c:v>
                </c:pt>
                <c:pt idx="2706">
                  <c:v>0</c:v>
                </c:pt>
                <c:pt idx="2707">
                  <c:v>0</c:v>
                </c:pt>
                <c:pt idx="2708">
                  <c:v>0</c:v>
                </c:pt>
                <c:pt idx="2709">
                  <c:v>0</c:v>
                </c:pt>
                <c:pt idx="2710">
                  <c:v>0</c:v>
                </c:pt>
                <c:pt idx="2711">
                  <c:v>0</c:v>
                </c:pt>
                <c:pt idx="2712">
                  <c:v>0</c:v>
                </c:pt>
                <c:pt idx="2713">
                  <c:v>0</c:v>
                </c:pt>
                <c:pt idx="2714">
                  <c:v>0</c:v>
                </c:pt>
                <c:pt idx="2715">
                  <c:v>0</c:v>
                </c:pt>
                <c:pt idx="2716">
                  <c:v>0</c:v>
                </c:pt>
                <c:pt idx="2717">
                  <c:v>0</c:v>
                </c:pt>
                <c:pt idx="2718">
                  <c:v>0</c:v>
                </c:pt>
                <c:pt idx="2719">
                  <c:v>0</c:v>
                </c:pt>
                <c:pt idx="2720">
                  <c:v>0</c:v>
                </c:pt>
                <c:pt idx="2721">
                  <c:v>0</c:v>
                </c:pt>
                <c:pt idx="2722">
                  <c:v>0</c:v>
                </c:pt>
                <c:pt idx="2723">
                  <c:v>0</c:v>
                </c:pt>
                <c:pt idx="2724">
                  <c:v>0</c:v>
                </c:pt>
                <c:pt idx="2725">
                  <c:v>0</c:v>
                </c:pt>
                <c:pt idx="2726">
                  <c:v>0</c:v>
                </c:pt>
                <c:pt idx="2727">
                  <c:v>0</c:v>
                </c:pt>
                <c:pt idx="2728">
                  <c:v>0</c:v>
                </c:pt>
                <c:pt idx="2729">
                  <c:v>0</c:v>
                </c:pt>
                <c:pt idx="2730">
                  <c:v>0</c:v>
                </c:pt>
                <c:pt idx="2731">
                  <c:v>0</c:v>
                </c:pt>
                <c:pt idx="2732">
                  <c:v>0</c:v>
                </c:pt>
                <c:pt idx="2733">
                  <c:v>0</c:v>
                </c:pt>
                <c:pt idx="2734">
                  <c:v>0</c:v>
                </c:pt>
                <c:pt idx="2735">
                  <c:v>0</c:v>
                </c:pt>
                <c:pt idx="2736">
                  <c:v>0</c:v>
                </c:pt>
                <c:pt idx="2737">
                  <c:v>0</c:v>
                </c:pt>
                <c:pt idx="2738">
                  <c:v>0</c:v>
                </c:pt>
                <c:pt idx="2739">
                  <c:v>0</c:v>
                </c:pt>
                <c:pt idx="2740">
                  <c:v>0</c:v>
                </c:pt>
                <c:pt idx="2741">
                  <c:v>0</c:v>
                </c:pt>
                <c:pt idx="2742">
                  <c:v>0</c:v>
                </c:pt>
                <c:pt idx="2743">
                  <c:v>0</c:v>
                </c:pt>
                <c:pt idx="2744">
                  <c:v>0</c:v>
                </c:pt>
                <c:pt idx="2745">
                  <c:v>0</c:v>
                </c:pt>
                <c:pt idx="2746">
                  <c:v>0</c:v>
                </c:pt>
                <c:pt idx="2747">
                  <c:v>0</c:v>
                </c:pt>
                <c:pt idx="2748">
                  <c:v>0</c:v>
                </c:pt>
                <c:pt idx="2749">
                  <c:v>0</c:v>
                </c:pt>
                <c:pt idx="2750">
                  <c:v>0</c:v>
                </c:pt>
                <c:pt idx="2751">
                  <c:v>0</c:v>
                </c:pt>
                <c:pt idx="2752">
                  <c:v>0</c:v>
                </c:pt>
                <c:pt idx="2753">
                  <c:v>0</c:v>
                </c:pt>
                <c:pt idx="2754">
                  <c:v>0</c:v>
                </c:pt>
                <c:pt idx="2755">
                  <c:v>0</c:v>
                </c:pt>
                <c:pt idx="2756">
                  <c:v>0</c:v>
                </c:pt>
                <c:pt idx="2757">
                  <c:v>0</c:v>
                </c:pt>
                <c:pt idx="2758">
                  <c:v>0</c:v>
                </c:pt>
                <c:pt idx="2759">
                  <c:v>0</c:v>
                </c:pt>
                <c:pt idx="2760">
                  <c:v>0</c:v>
                </c:pt>
                <c:pt idx="2761">
                  <c:v>0</c:v>
                </c:pt>
                <c:pt idx="2762">
                  <c:v>0</c:v>
                </c:pt>
                <c:pt idx="2763">
                  <c:v>0</c:v>
                </c:pt>
                <c:pt idx="2764">
                  <c:v>0</c:v>
                </c:pt>
                <c:pt idx="2765">
                  <c:v>0</c:v>
                </c:pt>
                <c:pt idx="2766">
                  <c:v>0</c:v>
                </c:pt>
                <c:pt idx="2767">
                  <c:v>0</c:v>
                </c:pt>
                <c:pt idx="2768">
                  <c:v>0</c:v>
                </c:pt>
                <c:pt idx="2769">
                  <c:v>0</c:v>
                </c:pt>
                <c:pt idx="2770">
                  <c:v>0</c:v>
                </c:pt>
                <c:pt idx="2771">
                  <c:v>0</c:v>
                </c:pt>
                <c:pt idx="2772">
                  <c:v>0</c:v>
                </c:pt>
                <c:pt idx="2773">
                  <c:v>0</c:v>
                </c:pt>
                <c:pt idx="2774">
                  <c:v>0</c:v>
                </c:pt>
                <c:pt idx="2775">
                  <c:v>0</c:v>
                </c:pt>
                <c:pt idx="2776">
                  <c:v>0</c:v>
                </c:pt>
                <c:pt idx="2777">
                  <c:v>0</c:v>
                </c:pt>
                <c:pt idx="2778">
                  <c:v>0</c:v>
                </c:pt>
                <c:pt idx="2779">
                  <c:v>0</c:v>
                </c:pt>
                <c:pt idx="2780">
                  <c:v>0</c:v>
                </c:pt>
                <c:pt idx="2781">
                  <c:v>0</c:v>
                </c:pt>
                <c:pt idx="2782">
                  <c:v>0</c:v>
                </c:pt>
                <c:pt idx="2783">
                  <c:v>0</c:v>
                </c:pt>
                <c:pt idx="2784">
                  <c:v>0</c:v>
                </c:pt>
                <c:pt idx="2785">
                  <c:v>0</c:v>
                </c:pt>
                <c:pt idx="2786">
                  <c:v>0</c:v>
                </c:pt>
                <c:pt idx="2787">
                  <c:v>0</c:v>
                </c:pt>
                <c:pt idx="2788">
                  <c:v>0</c:v>
                </c:pt>
                <c:pt idx="2789">
                  <c:v>0</c:v>
                </c:pt>
                <c:pt idx="2790">
                  <c:v>0</c:v>
                </c:pt>
                <c:pt idx="2791">
                  <c:v>0</c:v>
                </c:pt>
                <c:pt idx="2792">
                  <c:v>0</c:v>
                </c:pt>
                <c:pt idx="2793">
                  <c:v>0</c:v>
                </c:pt>
                <c:pt idx="2794">
                  <c:v>0</c:v>
                </c:pt>
                <c:pt idx="2795">
                  <c:v>0</c:v>
                </c:pt>
                <c:pt idx="2796">
                  <c:v>0</c:v>
                </c:pt>
                <c:pt idx="2797">
                  <c:v>0</c:v>
                </c:pt>
                <c:pt idx="2798">
                  <c:v>0</c:v>
                </c:pt>
                <c:pt idx="2799">
                  <c:v>0</c:v>
                </c:pt>
                <c:pt idx="2800">
                  <c:v>0</c:v>
                </c:pt>
                <c:pt idx="2801">
                  <c:v>0</c:v>
                </c:pt>
                <c:pt idx="2802">
                  <c:v>0</c:v>
                </c:pt>
                <c:pt idx="2803">
                  <c:v>0</c:v>
                </c:pt>
                <c:pt idx="2804">
                  <c:v>0</c:v>
                </c:pt>
                <c:pt idx="2805">
                  <c:v>0</c:v>
                </c:pt>
                <c:pt idx="2806">
                  <c:v>0</c:v>
                </c:pt>
                <c:pt idx="2807">
                  <c:v>0</c:v>
                </c:pt>
                <c:pt idx="2808">
                  <c:v>0</c:v>
                </c:pt>
                <c:pt idx="2809">
                  <c:v>0</c:v>
                </c:pt>
                <c:pt idx="2810">
                  <c:v>0</c:v>
                </c:pt>
                <c:pt idx="2811">
                  <c:v>0</c:v>
                </c:pt>
                <c:pt idx="2812">
                  <c:v>0</c:v>
                </c:pt>
                <c:pt idx="2813">
                  <c:v>0</c:v>
                </c:pt>
                <c:pt idx="2814">
                  <c:v>0</c:v>
                </c:pt>
                <c:pt idx="2815">
                  <c:v>0</c:v>
                </c:pt>
                <c:pt idx="2816">
                  <c:v>0</c:v>
                </c:pt>
                <c:pt idx="2817">
                  <c:v>0</c:v>
                </c:pt>
                <c:pt idx="2818">
                  <c:v>0</c:v>
                </c:pt>
                <c:pt idx="2819">
                  <c:v>0</c:v>
                </c:pt>
                <c:pt idx="2820">
                  <c:v>0</c:v>
                </c:pt>
                <c:pt idx="2821">
                  <c:v>0</c:v>
                </c:pt>
                <c:pt idx="2822">
                  <c:v>0</c:v>
                </c:pt>
                <c:pt idx="2823">
                  <c:v>0</c:v>
                </c:pt>
                <c:pt idx="2824">
                  <c:v>0</c:v>
                </c:pt>
                <c:pt idx="2825">
                  <c:v>0</c:v>
                </c:pt>
                <c:pt idx="2826">
                  <c:v>0</c:v>
                </c:pt>
                <c:pt idx="2827">
                  <c:v>0</c:v>
                </c:pt>
                <c:pt idx="2828">
                  <c:v>0</c:v>
                </c:pt>
                <c:pt idx="2829">
                  <c:v>0</c:v>
                </c:pt>
                <c:pt idx="2830">
                  <c:v>0</c:v>
                </c:pt>
                <c:pt idx="2831">
                  <c:v>0</c:v>
                </c:pt>
                <c:pt idx="2832">
                  <c:v>0</c:v>
                </c:pt>
                <c:pt idx="2833">
                  <c:v>0</c:v>
                </c:pt>
                <c:pt idx="2834">
                  <c:v>0</c:v>
                </c:pt>
                <c:pt idx="2835">
                  <c:v>0</c:v>
                </c:pt>
                <c:pt idx="2836">
                  <c:v>0</c:v>
                </c:pt>
                <c:pt idx="2837">
                  <c:v>0</c:v>
                </c:pt>
                <c:pt idx="2838">
                  <c:v>0</c:v>
                </c:pt>
                <c:pt idx="2839">
                  <c:v>0</c:v>
                </c:pt>
                <c:pt idx="2840">
                  <c:v>0</c:v>
                </c:pt>
                <c:pt idx="2841">
                  <c:v>0</c:v>
                </c:pt>
                <c:pt idx="2842">
                  <c:v>0</c:v>
                </c:pt>
                <c:pt idx="2843">
                  <c:v>0</c:v>
                </c:pt>
                <c:pt idx="2844">
                  <c:v>0</c:v>
                </c:pt>
                <c:pt idx="2845">
                  <c:v>0</c:v>
                </c:pt>
                <c:pt idx="2846">
                  <c:v>0</c:v>
                </c:pt>
                <c:pt idx="2847">
                  <c:v>0</c:v>
                </c:pt>
                <c:pt idx="2848">
                  <c:v>0</c:v>
                </c:pt>
                <c:pt idx="2849">
                  <c:v>0</c:v>
                </c:pt>
                <c:pt idx="2850">
                  <c:v>0</c:v>
                </c:pt>
                <c:pt idx="2851">
                  <c:v>0</c:v>
                </c:pt>
                <c:pt idx="2852">
                  <c:v>0</c:v>
                </c:pt>
                <c:pt idx="2853">
                  <c:v>0</c:v>
                </c:pt>
                <c:pt idx="2854">
                  <c:v>0</c:v>
                </c:pt>
                <c:pt idx="2855">
                  <c:v>0</c:v>
                </c:pt>
                <c:pt idx="2856">
                  <c:v>0</c:v>
                </c:pt>
                <c:pt idx="2857">
                  <c:v>0</c:v>
                </c:pt>
                <c:pt idx="2858">
                  <c:v>0</c:v>
                </c:pt>
                <c:pt idx="2859">
                  <c:v>0</c:v>
                </c:pt>
                <c:pt idx="2860">
                  <c:v>0</c:v>
                </c:pt>
                <c:pt idx="2861">
                  <c:v>0</c:v>
                </c:pt>
                <c:pt idx="2862">
                  <c:v>0</c:v>
                </c:pt>
                <c:pt idx="2863">
                  <c:v>0</c:v>
                </c:pt>
                <c:pt idx="2864">
                  <c:v>0</c:v>
                </c:pt>
                <c:pt idx="2865">
                  <c:v>0</c:v>
                </c:pt>
                <c:pt idx="2866">
                  <c:v>0</c:v>
                </c:pt>
                <c:pt idx="2867">
                  <c:v>0</c:v>
                </c:pt>
                <c:pt idx="2868">
                  <c:v>0</c:v>
                </c:pt>
                <c:pt idx="2869">
                  <c:v>0</c:v>
                </c:pt>
                <c:pt idx="2870">
                  <c:v>0</c:v>
                </c:pt>
                <c:pt idx="2871">
                  <c:v>0</c:v>
                </c:pt>
                <c:pt idx="2872">
                  <c:v>0</c:v>
                </c:pt>
                <c:pt idx="2873">
                  <c:v>0</c:v>
                </c:pt>
                <c:pt idx="2874">
                  <c:v>0</c:v>
                </c:pt>
                <c:pt idx="2875">
                  <c:v>0</c:v>
                </c:pt>
                <c:pt idx="2876">
                  <c:v>0</c:v>
                </c:pt>
                <c:pt idx="2877">
                  <c:v>0</c:v>
                </c:pt>
                <c:pt idx="2878">
                  <c:v>0</c:v>
                </c:pt>
                <c:pt idx="2879">
                  <c:v>0</c:v>
                </c:pt>
                <c:pt idx="2880">
                  <c:v>0</c:v>
                </c:pt>
                <c:pt idx="2881">
                  <c:v>0</c:v>
                </c:pt>
                <c:pt idx="2882">
                  <c:v>0</c:v>
                </c:pt>
                <c:pt idx="2883">
                  <c:v>0</c:v>
                </c:pt>
                <c:pt idx="2884">
                  <c:v>0</c:v>
                </c:pt>
                <c:pt idx="2885">
                  <c:v>0</c:v>
                </c:pt>
                <c:pt idx="2886">
                  <c:v>0</c:v>
                </c:pt>
                <c:pt idx="2887">
                  <c:v>0</c:v>
                </c:pt>
                <c:pt idx="2888">
                  <c:v>0</c:v>
                </c:pt>
                <c:pt idx="2889">
                  <c:v>0</c:v>
                </c:pt>
                <c:pt idx="2890">
                  <c:v>0</c:v>
                </c:pt>
                <c:pt idx="2891">
                  <c:v>0</c:v>
                </c:pt>
                <c:pt idx="2892">
                  <c:v>0</c:v>
                </c:pt>
                <c:pt idx="2893">
                  <c:v>0</c:v>
                </c:pt>
                <c:pt idx="2894">
                  <c:v>0</c:v>
                </c:pt>
                <c:pt idx="2895">
                  <c:v>0</c:v>
                </c:pt>
                <c:pt idx="2896">
                  <c:v>0</c:v>
                </c:pt>
                <c:pt idx="2897">
                  <c:v>0</c:v>
                </c:pt>
                <c:pt idx="2898">
                  <c:v>0</c:v>
                </c:pt>
                <c:pt idx="2899">
                  <c:v>0</c:v>
                </c:pt>
                <c:pt idx="2900">
                  <c:v>0</c:v>
                </c:pt>
                <c:pt idx="2901">
                  <c:v>0</c:v>
                </c:pt>
                <c:pt idx="2902">
                  <c:v>0</c:v>
                </c:pt>
                <c:pt idx="2903">
                  <c:v>0</c:v>
                </c:pt>
                <c:pt idx="2904">
                  <c:v>0</c:v>
                </c:pt>
                <c:pt idx="2905">
                  <c:v>0</c:v>
                </c:pt>
                <c:pt idx="2906">
                  <c:v>0</c:v>
                </c:pt>
                <c:pt idx="2907">
                  <c:v>0</c:v>
                </c:pt>
                <c:pt idx="2908">
                  <c:v>0</c:v>
                </c:pt>
                <c:pt idx="2909">
                  <c:v>0</c:v>
                </c:pt>
                <c:pt idx="2910">
                  <c:v>0</c:v>
                </c:pt>
                <c:pt idx="2911">
                  <c:v>0</c:v>
                </c:pt>
                <c:pt idx="2912">
                  <c:v>0</c:v>
                </c:pt>
                <c:pt idx="2913">
                  <c:v>0</c:v>
                </c:pt>
                <c:pt idx="2914">
                  <c:v>0</c:v>
                </c:pt>
                <c:pt idx="2915">
                  <c:v>0</c:v>
                </c:pt>
                <c:pt idx="2916">
                  <c:v>0</c:v>
                </c:pt>
                <c:pt idx="2917">
                  <c:v>0</c:v>
                </c:pt>
                <c:pt idx="2918">
                  <c:v>0</c:v>
                </c:pt>
                <c:pt idx="2919">
                  <c:v>0</c:v>
                </c:pt>
                <c:pt idx="2920">
                  <c:v>0</c:v>
                </c:pt>
                <c:pt idx="2921">
                  <c:v>0</c:v>
                </c:pt>
                <c:pt idx="2922">
                  <c:v>0</c:v>
                </c:pt>
                <c:pt idx="2923">
                  <c:v>0</c:v>
                </c:pt>
                <c:pt idx="2924">
                  <c:v>0</c:v>
                </c:pt>
                <c:pt idx="2925">
                  <c:v>0</c:v>
                </c:pt>
                <c:pt idx="2926">
                  <c:v>0</c:v>
                </c:pt>
                <c:pt idx="2927">
                  <c:v>0</c:v>
                </c:pt>
                <c:pt idx="2928">
                  <c:v>0</c:v>
                </c:pt>
                <c:pt idx="2929">
                  <c:v>0</c:v>
                </c:pt>
                <c:pt idx="2930">
                  <c:v>0</c:v>
                </c:pt>
                <c:pt idx="2931">
                  <c:v>0</c:v>
                </c:pt>
                <c:pt idx="2932">
                  <c:v>0</c:v>
                </c:pt>
                <c:pt idx="2933">
                  <c:v>0</c:v>
                </c:pt>
                <c:pt idx="2934">
                  <c:v>0</c:v>
                </c:pt>
                <c:pt idx="2935">
                  <c:v>0</c:v>
                </c:pt>
                <c:pt idx="2936">
                  <c:v>0</c:v>
                </c:pt>
                <c:pt idx="2937">
                  <c:v>0</c:v>
                </c:pt>
                <c:pt idx="2938">
                  <c:v>0</c:v>
                </c:pt>
                <c:pt idx="2939">
                  <c:v>0</c:v>
                </c:pt>
                <c:pt idx="2940">
                  <c:v>0</c:v>
                </c:pt>
                <c:pt idx="2941">
                  <c:v>0</c:v>
                </c:pt>
                <c:pt idx="2942">
                  <c:v>0</c:v>
                </c:pt>
                <c:pt idx="2943">
                  <c:v>0</c:v>
                </c:pt>
                <c:pt idx="2944">
                  <c:v>0</c:v>
                </c:pt>
                <c:pt idx="2945">
                  <c:v>0</c:v>
                </c:pt>
                <c:pt idx="2946">
                  <c:v>0</c:v>
                </c:pt>
                <c:pt idx="2947">
                  <c:v>0</c:v>
                </c:pt>
                <c:pt idx="2948">
                  <c:v>0</c:v>
                </c:pt>
                <c:pt idx="2949">
                  <c:v>0</c:v>
                </c:pt>
                <c:pt idx="2950">
                  <c:v>0</c:v>
                </c:pt>
                <c:pt idx="2951">
                  <c:v>0</c:v>
                </c:pt>
                <c:pt idx="2952">
                  <c:v>0</c:v>
                </c:pt>
                <c:pt idx="2953">
                  <c:v>0</c:v>
                </c:pt>
                <c:pt idx="2954">
                  <c:v>0</c:v>
                </c:pt>
                <c:pt idx="2955">
                  <c:v>0</c:v>
                </c:pt>
                <c:pt idx="2956">
                  <c:v>0</c:v>
                </c:pt>
                <c:pt idx="2957">
                  <c:v>0</c:v>
                </c:pt>
                <c:pt idx="2958">
                  <c:v>0</c:v>
                </c:pt>
                <c:pt idx="2959">
                  <c:v>0</c:v>
                </c:pt>
                <c:pt idx="2960">
                  <c:v>0</c:v>
                </c:pt>
                <c:pt idx="2961">
                  <c:v>0</c:v>
                </c:pt>
                <c:pt idx="2962">
                  <c:v>0</c:v>
                </c:pt>
                <c:pt idx="2963">
                  <c:v>0</c:v>
                </c:pt>
                <c:pt idx="2964">
                  <c:v>0</c:v>
                </c:pt>
                <c:pt idx="2965">
                  <c:v>0</c:v>
                </c:pt>
                <c:pt idx="2966">
                  <c:v>0</c:v>
                </c:pt>
                <c:pt idx="2967">
                  <c:v>0</c:v>
                </c:pt>
                <c:pt idx="2968">
                  <c:v>0</c:v>
                </c:pt>
                <c:pt idx="2969">
                  <c:v>0</c:v>
                </c:pt>
                <c:pt idx="2970">
                  <c:v>0</c:v>
                </c:pt>
                <c:pt idx="2971">
                  <c:v>0</c:v>
                </c:pt>
                <c:pt idx="2972">
                  <c:v>0</c:v>
                </c:pt>
                <c:pt idx="2973">
                  <c:v>0</c:v>
                </c:pt>
                <c:pt idx="2974">
                  <c:v>0</c:v>
                </c:pt>
                <c:pt idx="2975">
                  <c:v>0</c:v>
                </c:pt>
                <c:pt idx="2976">
                  <c:v>0</c:v>
                </c:pt>
                <c:pt idx="2977">
                  <c:v>0</c:v>
                </c:pt>
                <c:pt idx="2978">
                  <c:v>0</c:v>
                </c:pt>
                <c:pt idx="2979">
                  <c:v>0</c:v>
                </c:pt>
                <c:pt idx="2980">
                  <c:v>0</c:v>
                </c:pt>
                <c:pt idx="2981">
                  <c:v>0</c:v>
                </c:pt>
                <c:pt idx="2982">
                  <c:v>0</c:v>
                </c:pt>
                <c:pt idx="2983">
                  <c:v>0</c:v>
                </c:pt>
                <c:pt idx="2984">
                  <c:v>0</c:v>
                </c:pt>
                <c:pt idx="2985">
                  <c:v>0</c:v>
                </c:pt>
                <c:pt idx="2986">
                  <c:v>0</c:v>
                </c:pt>
                <c:pt idx="2987">
                  <c:v>0</c:v>
                </c:pt>
                <c:pt idx="2988">
                  <c:v>0</c:v>
                </c:pt>
                <c:pt idx="2989">
                  <c:v>0</c:v>
                </c:pt>
                <c:pt idx="2990">
                  <c:v>0</c:v>
                </c:pt>
                <c:pt idx="2991">
                  <c:v>0</c:v>
                </c:pt>
                <c:pt idx="2992">
                  <c:v>0</c:v>
                </c:pt>
                <c:pt idx="2993">
                  <c:v>0</c:v>
                </c:pt>
                <c:pt idx="2994">
                  <c:v>0</c:v>
                </c:pt>
                <c:pt idx="2995">
                  <c:v>0</c:v>
                </c:pt>
                <c:pt idx="2996">
                  <c:v>0</c:v>
                </c:pt>
                <c:pt idx="2997">
                  <c:v>0</c:v>
                </c:pt>
                <c:pt idx="2998">
                  <c:v>0</c:v>
                </c:pt>
                <c:pt idx="2999">
                  <c:v>0</c:v>
                </c:pt>
                <c:pt idx="3000">
                  <c:v>0</c:v>
                </c:pt>
                <c:pt idx="3001">
                  <c:v>0</c:v>
                </c:pt>
                <c:pt idx="3002">
                  <c:v>0</c:v>
                </c:pt>
                <c:pt idx="3003">
                  <c:v>0</c:v>
                </c:pt>
                <c:pt idx="3004">
                  <c:v>0</c:v>
                </c:pt>
                <c:pt idx="3005">
                  <c:v>0</c:v>
                </c:pt>
                <c:pt idx="3006">
                  <c:v>0</c:v>
                </c:pt>
                <c:pt idx="3007">
                  <c:v>0</c:v>
                </c:pt>
                <c:pt idx="3008">
                  <c:v>0</c:v>
                </c:pt>
                <c:pt idx="3009">
                  <c:v>0</c:v>
                </c:pt>
                <c:pt idx="3010">
                  <c:v>0</c:v>
                </c:pt>
                <c:pt idx="3011">
                  <c:v>0</c:v>
                </c:pt>
                <c:pt idx="3012">
                  <c:v>0</c:v>
                </c:pt>
                <c:pt idx="3013">
                  <c:v>0</c:v>
                </c:pt>
                <c:pt idx="3014">
                  <c:v>0</c:v>
                </c:pt>
                <c:pt idx="3015">
                  <c:v>0</c:v>
                </c:pt>
                <c:pt idx="3016">
                  <c:v>0</c:v>
                </c:pt>
                <c:pt idx="3017">
                  <c:v>0</c:v>
                </c:pt>
                <c:pt idx="3018">
                  <c:v>0</c:v>
                </c:pt>
                <c:pt idx="3019">
                  <c:v>0</c:v>
                </c:pt>
                <c:pt idx="3020">
                  <c:v>0</c:v>
                </c:pt>
                <c:pt idx="3021">
                  <c:v>0</c:v>
                </c:pt>
                <c:pt idx="3022">
                  <c:v>0</c:v>
                </c:pt>
                <c:pt idx="3023">
                  <c:v>0</c:v>
                </c:pt>
                <c:pt idx="3024">
                  <c:v>0</c:v>
                </c:pt>
                <c:pt idx="3025">
                  <c:v>0</c:v>
                </c:pt>
                <c:pt idx="3026">
                  <c:v>0</c:v>
                </c:pt>
                <c:pt idx="3027">
                  <c:v>0</c:v>
                </c:pt>
                <c:pt idx="3028">
                  <c:v>0</c:v>
                </c:pt>
                <c:pt idx="3029">
                  <c:v>0</c:v>
                </c:pt>
                <c:pt idx="3030">
                  <c:v>0</c:v>
                </c:pt>
                <c:pt idx="3031">
                  <c:v>0</c:v>
                </c:pt>
                <c:pt idx="3032">
                  <c:v>0</c:v>
                </c:pt>
                <c:pt idx="3033">
                  <c:v>0</c:v>
                </c:pt>
                <c:pt idx="3034">
                  <c:v>0</c:v>
                </c:pt>
                <c:pt idx="3035">
                  <c:v>0</c:v>
                </c:pt>
                <c:pt idx="3036">
                  <c:v>0</c:v>
                </c:pt>
                <c:pt idx="3037">
                  <c:v>0</c:v>
                </c:pt>
                <c:pt idx="3038">
                  <c:v>0</c:v>
                </c:pt>
                <c:pt idx="3039">
                  <c:v>0</c:v>
                </c:pt>
                <c:pt idx="3040">
                  <c:v>0</c:v>
                </c:pt>
                <c:pt idx="3041">
                  <c:v>0</c:v>
                </c:pt>
                <c:pt idx="3042">
                  <c:v>0</c:v>
                </c:pt>
                <c:pt idx="3043">
                  <c:v>0</c:v>
                </c:pt>
                <c:pt idx="3044">
                  <c:v>0</c:v>
                </c:pt>
                <c:pt idx="3045">
                  <c:v>0</c:v>
                </c:pt>
                <c:pt idx="3046">
                  <c:v>0</c:v>
                </c:pt>
                <c:pt idx="3047">
                  <c:v>0</c:v>
                </c:pt>
                <c:pt idx="3048">
                  <c:v>0</c:v>
                </c:pt>
                <c:pt idx="3049">
                  <c:v>0</c:v>
                </c:pt>
                <c:pt idx="3050">
                  <c:v>0</c:v>
                </c:pt>
                <c:pt idx="3051">
                  <c:v>0</c:v>
                </c:pt>
                <c:pt idx="3052">
                  <c:v>0</c:v>
                </c:pt>
                <c:pt idx="3053">
                  <c:v>0</c:v>
                </c:pt>
                <c:pt idx="3054">
                  <c:v>0</c:v>
                </c:pt>
                <c:pt idx="3055">
                  <c:v>0</c:v>
                </c:pt>
                <c:pt idx="3056">
                  <c:v>0</c:v>
                </c:pt>
                <c:pt idx="3057">
                  <c:v>0</c:v>
                </c:pt>
                <c:pt idx="3058">
                  <c:v>0</c:v>
                </c:pt>
                <c:pt idx="3059">
                  <c:v>0</c:v>
                </c:pt>
                <c:pt idx="3060">
                  <c:v>0</c:v>
                </c:pt>
                <c:pt idx="3061">
                  <c:v>0</c:v>
                </c:pt>
                <c:pt idx="3062">
                  <c:v>0</c:v>
                </c:pt>
                <c:pt idx="3063">
                  <c:v>0</c:v>
                </c:pt>
                <c:pt idx="3064">
                  <c:v>0</c:v>
                </c:pt>
                <c:pt idx="3065">
                  <c:v>0</c:v>
                </c:pt>
                <c:pt idx="3066">
                  <c:v>0</c:v>
                </c:pt>
                <c:pt idx="3067">
                  <c:v>0</c:v>
                </c:pt>
                <c:pt idx="3068">
                  <c:v>0</c:v>
                </c:pt>
                <c:pt idx="3069">
                  <c:v>0</c:v>
                </c:pt>
                <c:pt idx="3070">
                  <c:v>0</c:v>
                </c:pt>
                <c:pt idx="3071">
                  <c:v>0</c:v>
                </c:pt>
                <c:pt idx="3072">
                  <c:v>0</c:v>
                </c:pt>
                <c:pt idx="3073">
                  <c:v>0</c:v>
                </c:pt>
                <c:pt idx="3074">
                  <c:v>0</c:v>
                </c:pt>
                <c:pt idx="3075">
                  <c:v>0</c:v>
                </c:pt>
                <c:pt idx="3076">
                  <c:v>0</c:v>
                </c:pt>
                <c:pt idx="3077">
                  <c:v>0</c:v>
                </c:pt>
                <c:pt idx="3078">
                  <c:v>0</c:v>
                </c:pt>
                <c:pt idx="3079">
                  <c:v>0</c:v>
                </c:pt>
                <c:pt idx="3080">
                  <c:v>0</c:v>
                </c:pt>
                <c:pt idx="3081">
                  <c:v>0</c:v>
                </c:pt>
                <c:pt idx="3082">
                  <c:v>0</c:v>
                </c:pt>
                <c:pt idx="3083">
                  <c:v>0</c:v>
                </c:pt>
                <c:pt idx="3084">
                  <c:v>0</c:v>
                </c:pt>
                <c:pt idx="3085">
                  <c:v>0</c:v>
                </c:pt>
                <c:pt idx="3086">
                  <c:v>0</c:v>
                </c:pt>
                <c:pt idx="3087">
                  <c:v>0</c:v>
                </c:pt>
                <c:pt idx="3088">
                  <c:v>0</c:v>
                </c:pt>
                <c:pt idx="3089">
                  <c:v>0</c:v>
                </c:pt>
                <c:pt idx="3090">
                  <c:v>0</c:v>
                </c:pt>
                <c:pt idx="3091">
                  <c:v>0</c:v>
                </c:pt>
                <c:pt idx="3092">
                  <c:v>0</c:v>
                </c:pt>
                <c:pt idx="3093">
                  <c:v>0</c:v>
                </c:pt>
                <c:pt idx="3094">
                  <c:v>0</c:v>
                </c:pt>
                <c:pt idx="3095">
                  <c:v>0</c:v>
                </c:pt>
                <c:pt idx="3096">
                  <c:v>0</c:v>
                </c:pt>
                <c:pt idx="3097">
                  <c:v>0</c:v>
                </c:pt>
                <c:pt idx="3098">
                  <c:v>0</c:v>
                </c:pt>
                <c:pt idx="3099">
                  <c:v>0</c:v>
                </c:pt>
                <c:pt idx="3100">
                  <c:v>0</c:v>
                </c:pt>
                <c:pt idx="3101">
                  <c:v>0</c:v>
                </c:pt>
                <c:pt idx="310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9C3-43CE-87F0-14A01F6CD6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48108479"/>
        <c:axId val="848118047"/>
      </c:lineChart>
      <c:catAx>
        <c:axId val="848108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8118047"/>
        <c:crosses val="autoZero"/>
        <c:auto val="1"/>
        <c:lblAlgn val="ctr"/>
        <c:lblOffset val="100"/>
        <c:noMultiLvlLbl val="0"/>
      </c:catAx>
      <c:valAx>
        <c:axId val="848118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8108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Sheet1!$E$1</c:f>
              <c:strCache>
                <c:ptCount val="1"/>
                <c:pt idx="0">
                  <c:v>slip_ratio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Sheet1!$E$2:$E$3104</c:f>
              <c:numCache>
                <c:formatCode>General</c:formatCode>
                <c:ptCount val="3103"/>
                <c:pt idx="0">
                  <c:v>-1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  <c:pt idx="4">
                  <c:v>-1</c:v>
                </c:pt>
                <c:pt idx="5">
                  <c:v>-1</c:v>
                </c:pt>
                <c:pt idx="6">
                  <c:v>-1</c:v>
                </c:pt>
                <c:pt idx="7">
                  <c:v>-1</c:v>
                </c:pt>
                <c:pt idx="8">
                  <c:v>-1</c:v>
                </c:pt>
                <c:pt idx="9">
                  <c:v>-1</c:v>
                </c:pt>
                <c:pt idx="10">
                  <c:v>-1</c:v>
                </c:pt>
                <c:pt idx="11">
                  <c:v>-1</c:v>
                </c:pt>
                <c:pt idx="12">
                  <c:v>-1</c:v>
                </c:pt>
                <c:pt idx="13">
                  <c:v>-1</c:v>
                </c:pt>
                <c:pt idx="14">
                  <c:v>-1</c:v>
                </c:pt>
                <c:pt idx="15">
                  <c:v>-1</c:v>
                </c:pt>
                <c:pt idx="16">
                  <c:v>-1</c:v>
                </c:pt>
                <c:pt idx="17">
                  <c:v>-1</c:v>
                </c:pt>
                <c:pt idx="18">
                  <c:v>-1</c:v>
                </c:pt>
                <c:pt idx="19">
                  <c:v>-1</c:v>
                </c:pt>
                <c:pt idx="20">
                  <c:v>-1</c:v>
                </c:pt>
                <c:pt idx="21">
                  <c:v>-1</c:v>
                </c:pt>
                <c:pt idx="22">
                  <c:v>-1</c:v>
                </c:pt>
                <c:pt idx="23">
                  <c:v>-1</c:v>
                </c:pt>
                <c:pt idx="24">
                  <c:v>-1</c:v>
                </c:pt>
                <c:pt idx="25">
                  <c:v>-1</c:v>
                </c:pt>
                <c:pt idx="26">
                  <c:v>-1</c:v>
                </c:pt>
                <c:pt idx="27">
                  <c:v>-1</c:v>
                </c:pt>
                <c:pt idx="28">
                  <c:v>-1</c:v>
                </c:pt>
                <c:pt idx="29">
                  <c:v>-1</c:v>
                </c:pt>
                <c:pt idx="30">
                  <c:v>-1</c:v>
                </c:pt>
                <c:pt idx="31">
                  <c:v>-1</c:v>
                </c:pt>
                <c:pt idx="32">
                  <c:v>-1</c:v>
                </c:pt>
                <c:pt idx="33">
                  <c:v>-1</c:v>
                </c:pt>
                <c:pt idx="34">
                  <c:v>-1</c:v>
                </c:pt>
                <c:pt idx="35">
                  <c:v>-1</c:v>
                </c:pt>
                <c:pt idx="36">
                  <c:v>-1</c:v>
                </c:pt>
                <c:pt idx="37">
                  <c:v>-1</c:v>
                </c:pt>
                <c:pt idx="38">
                  <c:v>-1</c:v>
                </c:pt>
                <c:pt idx="39">
                  <c:v>-1</c:v>
                </c:pt>
                <c:pt idx="40">
                  <c:v>-1</c:v>
                </c:pt>
                <c:pt idx="41">
                  <c:v>-1</c:v>
                </c:pt>
                <c:pt idx="42">
                  <c:v>-1</c:v>
                </c:pt>
                <c:pt idx="43">
                  <c:v>-1</c:v>
                </c:pt>
                <c:pt idx="44">
                  <c:v>-1</c:v>
                </c:pt>
                <c:pt idx="45">
                  <c:v>-1</c:v>
                </c:pt>
                <c:pt idx="46">
                  <c:v>-1</c:v>
                </c:pt>
                <c:pt idx="47">
                  <c:v>-1</c:v>
                </c:pt>
                <c:pt idx="48">
                  <c:v>-1</c:v>
                </c:pt>
                <c:pt idx="49">
                  <c:v>-1</c:v>
                </c:pt>
                <c:pt idx="50">
                  <c:v>-1</c:v>
                </c:pt>
                <c:pt idx="51">
                  <c:v>-1</c:v>
                </c:pt>
                <c:pt idx="52">
                  <c:v>-1</c:v>
                </c:pt>
                <c:pt idx="53">
                  <c:v>-1</c:v>
                </c:pt>
                <c:pt idx="54">
                  <c:v>-1</c:v>
                </c:pt>
                <c:pt idx="55">
                  <c:v>-1</c:v>
                </c:pt>
                <c:pt idx="56">
                  <c:v>-1</c:v>
                </c:pt>
                <c:pt idx="57">
                  <c:v>-1</c:v>
                </c:pt>
                <c:pt idx="58">
                  <c:v>-1</c:v>
                </c:pt>
                <c:pt idx="59">
                  <c:v>-1</c:v>
                </c:pt>
                <c:pt idx="60">
                  <c:v>-1</c:v>
                </c:pt>
                <c:pt idx="61">
                  <c:v>-1</c:v>
                </c:pt>
                <c:pt idx="62">
                  <c:v>-1</c:v>
                </c:pt>
                <c:pt idx="63">
                  <c:v>-1</c:v>
                </c:pt>
                <c:pt idx="64">
                  <c:v>-1</c:v>
                </c:pt>
                <c:pt idx="65">
                  <c:v>-1</c:v>
                </c:pt>
                <c:pt idx="66">
                  <c:v>-1</c:v>
                </c:pt>
                <c:pt idx="67">
                  <c:v>-1</c:v>
                </c:pt>
                <c:pt idx="68">
                  <c:v>-1</c:v>
                </c:pt>
                <c:pt idx="69">
                  <c:v>-1</c:v>
                </c:pt>
                <c:pt idx="70">
                  <c:v>-1</c:v>
                </c:pt>
                <c:pt idx="71">
                  <c:v>-1</c:v>
                </c:pt>
                <c:pt idx="72">
                  <c:v>-1</c:v>
                </c:pt>
                <c:pt idx="73">
                  <c:v>-1</c:v>
                </c:pt>
                <c:pt idx="74">
                  <c:v>-1</c:v>
                </c:pt>
                <c:pt idx="75">
                  <c:v>-1</c:v>
                </c:pt>
                <c:pt idx="76">
                  <c:v>-1</c:v>
                </c:pt>
                <c:pt idx="77">
                  <c:v>-1</c:v>
                </c:pt>
                <c:pt idx="78">
                  <c:v>-1</c:v>
                </c:pt>
                <c:pt idx="79">
                  <c:v>-1</c:v>
                </c:pt>
                <c:pt idx="80">
                  <c:v>-1</c:v>
                </c:pt>
                <c:pt idx="81">
                  <c:v>-1</c:v>
                </c:pt>
                <c:pt idx="82">
                  <c:v>-1</c:v>
                </c:pt>
                <c:pt idx="83">
                  <c:v>-1</c:v>
                </c:pt>
                <c:pt idx="84">
                  <c:v>-1</c:v>
                </c:pt>
                <c:pt idx="85">
                  <c:v>-1</c:v>
                </c:pt>
                <c:pt idx="86">
                  <c:v>-1</c:v>
                </c:pt>
                <c:pt idx="87">
                  <c:v>-1</c:v>
                </c:pt>
                <c:pt idx="88">
                  <c:v>-1</c:v>
                </c:pt>
                <c:pt idx="89">
                  <c:v>-1</c:v>
                </c:pt>
                <c:pt idx="90">
                  <c:v>-1</c:v>
                </c:pt>
                <c:pt idx="91">
                  <c:v>-1</c:v>
                </c:pt>
                <c:pt idx="92">
                  <c:v>-1</c:v>
                </c:pt>
                <c:pt idx="93">
                  <c:v>-1</c:v>
                </c:pt>
                <c:pt idx="94">
                  <c:v>-1</c:v>
                </c:pt>
                <c:pt idx="95">
                  <c:v>-1</c:v>
                </c:pt>
                <c:pt idx="96">
                  <c:v>-1</c:v>
                </c:pt>
                <c:pt idx="97">
                  <c:v>-1</c:v>
                </c:pt>
                <c:pt idx="98">
                  <c:v>-1</c:v>
                </c:pt>
                <c:pt idx="99">
                  <c:v>-1</c:v>
                </c:pt>
                <c:pt idx="100">
                  <c:v>-1</c:v>
                </c:pt>
                <c:pt idx="101">
                  <c:v>-0.65620848228681949</c:v>
                </c:pt>
                <c:pt idx="102">
                  <c:v>-0.54042668820959594</c:v>
                </c:pt>
                <c:pt idx="103">
                  <c:v>0.81007998480502819</c:v>
                </c:pt>
                <c:pt idx="104">
                  <c:v>0.97234415145998399</c:v>
                </c:pt>
                <c:pt idx="105">
                  <c:v>0.98772166707208531</c:v>
                </c:pt>
                <c:pt idx="106">
                  <c:v>0.99400442068990835</c:v>
                </c:pt>
                <c:pt idx="107">
                  <c:v>0.99579760176517162</c:v>
                </c:pt>
                <c:pt idx="108">
                  <c:v>0.99132416918472566</c:v>
                </c:pt>
                <c:pt idx="109">
                  <c:v>0.95965872370508243</c:v>
                </c:pt>
                <c:pt idx="110">
                  <c:v>0.94020138072776094</c:v>
                </c:pt>
                <c:pt idx="111">
                  <c:v>0.93750880291557759</c:v>
                </c:pt>
                <c:pt idx="112">
                  <c:v>0.9135506582759646</c:v>
                </c:pt>
                <c:pt idx="113">
                  <c:v>0.73804346997832893</c:v>
                </c:pt>
                <c:pt idx="114">
                  <c:v>0.58490444916165962</c:v>
                </c:pt>
                <c:pt idx="115">
                  <c:v>0.54433884245048703</c:v>
                </c:pt>
                <c:pt idx="116">
                  <c:v>0.50645147094036491</c:v>
                </c:pt>
                <c:pt idx="117">
                  <c:v>0.27439428729451099</c:v>
                </c:pt>
                <c:pt idx="118">
                  <c:v>0.15219734037292651</c:v>
                </c:pt>
                <c:pt idx="119">
                  <c:v>0.15856193059222079</c:v>
                </c:pt>
                <c:pt idx="120">
                  <c:v>0.22468874597834851</c:v>
                </c:pt>
                <c:pt idx="121">
                  <c:v>0.24009775117991539</c:v>
                </c:pt>
                <c:pt idx="122">
                  <c:v>0.25179604822481549</c:v>
                </c:pt>
                <c:pt idx="123">
                  <c:v>0.30786618782869718</c:v>
                </c:pt>
                <c:pt idx="124">
                  <c:v>0.34165726300298371</c:v>
                </c:pt>
                <c:pt idx="125">
                  <c:v>0.42830758110568451</c:v>
                </c:pt>
                <c:pt idx="126">
                  <c:v>0.47548719389887578</c:v>
                </c:pt>
                <c:pt idx="127">
                  <c:v>0.4803715064432989</c:v>
                </c:pt>
                <c:pt idx="128">
                  <c:v>0.44735475207942732</c:v>
                </c:pt>
                <c:pt idx="129">
                  <c:v>0.41586369280558683</c:v>
                </c:pt>
                <c:pt idx="130">
                  <c:v>0.39349724900629152</c:v>
                </c:pt>
                <c:pt idx="131">
                  <c:v>0.35045242256101472</c:v>
                </c:pt>
                <c:pt idx="132">
                  <c:v>0.25511593586667919</c:v>
                </c:pt>
                <c:pt idx="133">
                  <c:v>0.18191297965738101</c:v>
                </c:pt>
                <c:pt idx="134">
                  <c:v>0.17230202188139779</c:v>
                </c:pt>
                <c:pt idx="135">
                  <c:v>0.18833518151238479</c:v>
                </c:pt>
                <c:pt idx="136">
                  <c:v>0.41879663845323628</c:v>
                </c:pt>
                <c:pt idx="137">
                  <c:v>0.457408825631271</c:v>
                </c:pt>
                <c:pt idx="138">
                  <c:v>0.47774620764195957</c:v>
                </c:pt>
                <c:pt idx="139">
                  <c:v>0.64821157641873872</c:v>
                </c:pt>
                <c:pt idx="140">
                  <c:v>0.7496002746549798</c:v>
                </c:pt>
                <c:pt idx="141">
                  <c:v>0.7586773763611746</c:v>
                </c:pt>
                <c:pt idx="142">
                  <c:v>0.76017687570126435</c:v>
                </c:pt>
                <c:pt idx="143">
                  <c:v>0.76908721611600728</c:v>
                </c:pt>
                <c:pt idx="144">
                  <c:v>0.77070980808141731</c:v>
                </c:pt>
                <c:pt idx="145">
                  <c:v>0.74892694516155445</c:v>
                </c:pt>
                <c:pt idx="146">
                  <c:v>0.49809613030440858</c:v>
                </c:pt>
                <c:pt idx="147">
                  <c:v>0.3802155025709974</c:v>
                </c:pt>
                <c:pt idx="148">
                  <c:v>0.37342098737820162</c:v>
                </c:pt>
                <c:pt idx="149">
                  <c:v>0.33575239198781709</c:v>
                </c:pt>
                <c:pt idx="150">
                  <c:v>0.33157390363600459</c:v>
                </c:pt>
                <c:pt idx="151">
                  <c:v>0.32476339663427978</c:v>
                </c:pt>
                <c:pt idx="152">
                  <c:v>0.27277427912822733</c:v>
                </c:pt>
                <c:pt idx="153">
                  <c:v>0.23477793947867151</c:v>
                </c:pt>
                <c:pt idx="154">
                  <c:v>0.18459211988509769</c:v>
                </c:pt>
                <c:pt idx="155">
                  <c:v>0.1514988417298532</c:v>
                </c:pt>
                <c:pt idx="156">
                  <c:v>0.151712971827001</c:v>
                </c:pt>
                <c:pt idx="157">
                  <c:v>0.1562442406777817</c:v>
                </c:pt>
                <c:pt idx="158">
                  <c:v>0.15997920903771229</c:v>
                </c:pt>
                <c:pt idx="159">
                  <c:v>0.16128645201448491</c:v>
                </c:pt>
                <c:pt idx="160">
                  <c:v>0.2227602007658922</c:v>
                </c:pt>
                <c:pt idx="161">
                  <c:v>0.59411424654720602</c:v>
                </c:pt>
                <c:pt idx="162">
                  <c:v>0.60031235153028906</c:v>
                </c:pt>
                <c:pt idx="163">
                  <c:v>0.63013060049524261</c:v>
                </c:pt>
                <c:pt idx="164">
                  <c:v>0.64876152807871756</c:v>
                </c:pt>
                <c:pt idx="165">
                  <c:v>0.65218776719145644</c:v>
                </c:pt>
                <c:pt idx="166">
                  <c:v>0.6357261114991849</c:v>
                </c:pt>
                <c:pt idx="167">
                  <c:v>0.54833958584918563</c:v>
                </c:pt>
                <c:pt idx="168">
                  <c:v>0.43346974319167458</c:v>
                </c:pt>
                <c:pt idx="169">
                  <c:v>0.40904036463802712</c:v>
                </c:pt>
                <c:pt idx="170">
                  <c:v>0.4306995029141843</c:v>
                </c:pt>
                <c:pt idx="171">
                  <c:v>0.70813008038153535</c:v>
                </c:pt>
                <c:pt idx="172">
                  <c:v>0.69363415680937379</c:v>
                </c:pt>
                <c:pt idx="173">
                  <c:v>0.64898377912038896</c:v>
                </c:pt>
                <c:pt idx="174">
                  <c:v>0.54448650371278251</c:v>
                </c:pt>
                <c:pt idx="175">
                  <c:v>0.53324127964986856</c:v>
                </c:pt>
                <c:pt idx="176">
                  <c:v>0.54945244285185013</c:v>
                </c:pt>
                <c:pt idx="177">
                  <c:v>0.65051579344603072</c:v>
                </c:pt>
                <c:pt idx="178">
                  <c:v>0.78476515546790349</c:v>
                </c:pt>
                <c:pt idx="179">
                  <c:v>0.81005799024626146</c:v>
                </c:pt>
                <c:pt idx="180">
                  <c:v>0.77962691221108982</c:v>
                </c:pt>
                <c:pt idx="181">
                  <c:v>0.53117694478282329</c:v>
                </c:pt>
                <c:pt idx="182">
                  <c:v>0.36616170689968869</c:v>
                </c:pt>
                <c:pt idx="183">
                  <c:v>0.37126120405806717</c:v>
                </c:pt>
                <c:pt idx="184">
                  <c:v>0.45069281003427469</c:v>
                </c:pt>
                <c:pt idx="185">
                  <c:v>0.50955025573767387</c:v>
                </c:pt>
                <c:pt idx="186">
                  <c:v>0.51909136744385354</c:v>
                </c:pt>
                <c:pt idx="187">
                  <c:v>0.52334576069140848</c:v>
                </c:pt>
                <c:pt idx="188">
                  <c:v>0.56994348932847017</c:v>
                </c:pt>
                <c:pt idx="189">
                  <c:v>0.59349075382514704</c:v>
                </c:pt>
                <c:pt idx="190">
                  <c:v>0.58792784044925084</c:v>
                </c:pt>
                <c:pt idx="191">
                  <c:v>0.53078442912063917</c:v>
                </c:pt>
                <c:pt idx="192">
                  <c:v>0.54679093010967017</c:v>
                </c:pt>
                <c:pt idx="193">
                  <c:v>0.55872559432394209</c:v>
                </c:pt>
                <c:pt idx="194">
                  <c:v>0.57661105469068585</c:v>
                </c:pt>
                <c:pt idx="195">
                  <c:v>0.58049842625073922</c:v>
                </c:pt>
                <c:pt idx="196">
                  <c:v>0.56900160659539767</c:v>
                </c:pt>
                <c:pt idx="197">
                  <c:v>0.47014603469884753</c:v>
                </c:pt>
                <c:pt idx="198">
                  <c:v>0.45144363766837259</c:v>
                </c:pt>
                <c:pt idx="199">
                  <c:v>0.44905333326318131</c:v>
                </c:pt>
                <c:pt idx="200">
                  <c:v>0.42833344716701949</c:v>
                </c:pt>
                <c:pt idx="201">
                  <c:v>0.41289674883092148</c:v>
                </c:pt>
                <c:pt idx="202">
                  <c:v>0.41277216244877729</c:v>
                </c:pt>
                <c:pt idx="203">
                  <c:v>0.41232902395960153</c:v>
                </c:pt>
                <c:pt idx="204">
                  <c:v>0.41155546078432209</c:v>
                </c:pt>
                <c:pt idx="205">
                  <c:v>0.41994361352139992</c:v>
                </c:pt>
                <c:pt idx="206">
                  <c:v>0.46007190024636091</c:v>
                </c:pt>
                <c:pt idx="207">
                  <c:v>0.47910059715809322</c:v>
                </c:pt>
                <c:pt idx="208">
                  <c:v>0.48548048416297718</c:v>
                </c:pt>
                <c:pt idx="209">
                  <c:v>0.49227390528165399</c:v>
                </c:pt>
                <c:pt idx="210">
                  <c:v>0.60398455691220343</c:v>
                </c:pt>
                <c:pt idx="211">
                  <c:v>0.6440420301121671</c:v>
                </c:pt>
                <c:pt idx="212">
                  <c:v>0.63592963724574514</c:v>
                </c:pt>
                <c:pt idx="213">
                  <c:v>0.56255841132744577</c:v>
                </c:pt>
                <c:pt idx="214">
                  <c:v>0.53189525297290419</c:v>
                </c:pt>
                <c:pt idx="215">
                  <c:v>0.52555324025402828</c:v>
                </c:pt>
                <c:pt idx="216">
                  <c:v>0.4580231199399073</c:v>
                </c:pt>
                <c:pt idx="217">
                  <c:v>0.39346833860628672</c:v>
                </c:pt>
                <c:pt idx="218">
                  <c:v>0.39812205024801151</c:v>
                </c:pt>
                <c:pt idx="219">
                  <c:v>0.43687299065221391</c:v>
                </c:pt>
                <c:pt idx="220">
                  <c:v>0.45482908971151909</c:v>
                </c:pt>
                <c:pt idx="221">
                  <c:v>0.46963139508254881</c:v>
                </c:pt>
                <c:pt idx="222">
                  <c:v>0.55624892281998839</c:v>
                </c:pt>
                <c:pt idx="223">
                  <c:v>0.61718648543062793</c:v>
                </c:pt>
                <c:pt idx="224">
                  <c:v>0.628426010735054</c:v>
                </c:pt>
                <c:pt idx="225">
                  <c:v>0.64087966274532293</c:v>
                </c:pt>
                <c:pt idx="226">
                  <c:v>0.76041675306195444</c:v>
                </c:pt>
                <c:pt idx="227">
                  <c:v>0.77978846737904406</c:v>
                </c:pt>
                <c:pt idx="228">
                  <c:v>0.75966114330502243</c:v>
                </c:pt>
                <c:pt idx="229">
                  <c:v>0.47514387107838318</c:v>
                </c:pt>
                <c:pt idx="230">
                  <c:v>0.33392376477447172</c:v>
                </c:pt>
                <c:pt idx="231">
                  <c:v>0.33729874062792092</c:v>
                </c:pt>
                <c:pt idx="232">
                  <c:v>0.38107609231643391</c:v>
                </c:pt>
                <c:pt idx="233">
                  <c:v>0.41404963663056499</c:v>
                </c:pt>
                <c:pt idx="234">
                  <c:v>0.43524360089666803</c:v>
                </c:pt>
                <c:pt idx="235">
                  <c:v>0.52191590199097282</c:v>
                </c:pt>
                <c:pt idx="236">
                  <c:v>0.61143442138273774</c:v>
                </c:pt>
                <c:pt idx="237">
                  <c:v>0.62263639388555814</c:v>
                </c:pt>
                <c:pt idx="238">
                  <c:v>0.6277167020556772</c:v>
                </c:pt>
                <c:pt idx="239">
                  <c:v>0.68154533704209797</c:v>
                </c:pt>
                <c:pt idx="240">
                  <c:v>0.73062565340106944</c:v>
                </c:pt>
                <c:pt idx="241">
                  <c:v>0.72654578188204999</c:v>
                </c:pt>
                <c:pt idx="242">
                  <c:v>0.70949768256147328</c:v>
                </c:pt>
                <c:pt idx="243">
                  <c:v>0.6901768203741393</c:v>
                </c:pt>
                <c:pt idx="244">
                  <c:v>0.6833669162912136</c:v>
                </c:pt>
                <c:pt idx="245">
                  <c:v>0.67123950959304457</c:v>
                </c:pt>
                <c:pt idx="246">
                  <c:v>0.52135591922454005</c:v>
                </c:pt>
                <c:pt idx="247">
                  <c:v>0.45189966645450191</c:v>
                </c:pt>
                <c:pt idx="248">
                  <c:v>0.4588192821132695</c:v>
                </c:pt>
                <c:pt idx="249">
                  <c:v>0.51780705690049655</c:v>
                </c:pt>
                <c:pt idx="250">
                  <c:v>0.53320165708466705</c:v>
                </c:pt>
                <c:pt idx="251">
                  <c:v>0.54245023078229127</c:v>
                </c:pt>
                <c:pt idx="252">
                  <c:v>0.62316937737659128</c:v>
                </c:pt>
                <c:pt idx="253">
                  <c:v>0.65433379014077808</c:v>
                </c:pt>
                <c:pt idx="254">
                  <c:v>0.66243658490117185</c:v>
                </c:pt>
                <c:pt idx="255">
                  <c:v>0.72407798252947375</c:v>
                </c:pt>
                <c:pt idx="256">
                  <c:v>0.76496060139337363</c:v>
                </c:pt>
                <c:pt idx="257">
                  <c:v>0.75869551222365506</c:v>
                </c:pt>
                <c:pt idx="258">
                  <c:v>0.75357956834739559</c:v>
                </c:pt>
                <c:pt idx="259">
                  <c:v>0.6276374931204034</c:v>
                </c:pt>
                <c:pt idx="260">
                  <c:v>0.60706044541615956</c:v>
                </c:pt>
                <c:pt idx="261">
                  <c:v>0.60551088547050858</c:v>
                </c:pt>
                <c:pt idx="262">
                  <c:v>0.60103669426012685</c:v>
                </c:pt>
                <c:pt idx="263">
                  <c:v>0.59732027700370594</c:v>
                </c:pt>
                <c:pt idx="264">
                  <c:v>0.59620782146690177</c:v>
                </c:pt>
                <c:pt idx="265">
                  <c:v>0.59595479509630034</c:v>
                </c:pt>
                <c:pt idx="266">
                  <c:v>0.5705003190755259</c:v>
                </c:pt>
                <c:pt idx="267">
                  <c:v>0.57791500041960486</c:v>
                </c:pt>
                <c:pt idx="268">
                  <c:v>0.6214413598501487</c:v>
                </c:pt>
                <c:pt idx="269">
                  <c:v>0.63644916726644984</c:v>
                </c:pt>
                <c:pt idx="270">
                  <c:v>0.64479719009104752</c:v>
                </c:pt>
                <c:pt idx="271">
                  <c:v>0.69668392005494661</c:v>
                </c:pt>
                <c:pt idx="272">
                  <c:v>0.79206918172895158</c:v>
                </c:pt>
                <c:pt idx="273">
                  <c:v>0.79868821992877892</c:v>
                </c:pt>
                <c:pt idx="274">
                  <c:v>0.78735933074592368</c:v>
                </c:pt>
                <c:pt idx="275">
                  <c:v>0.68341064109044369</c:v>
                </c:pt>
                <c:pt idx="276">
                  <c:v>0.65473361728090707</c:v>
                </c:pt>
                <c:pt idx="277">
                  <c:v>0.65229527097669049</c:v>
                </c:pt>
                <c:pt idx="278">
                  <c:v>0.6306454449312312</c:v>
                </c:pt>
                <c:pt idx="279">
                  <c:v>0.61429345639229338</c:v>
                </c:pt>
                <c:pt idx="280">
                  <c:v>0.61415808884457268</c:v>
                </c:pt>
                <c:pt idx="281">
                  <c:v>0.6146568783626094</c:v>
                </c:pt>
                <c:pt idx="282">
                  <c:v>0.61617474858657184</c:v>
                </c:pt>
                <c:pt idx="283">
                  <c:v>0.63634592516304289</c:v>
                </c:pt>
                <c:pt idx="284">
                  <c:v>0.65543737430756788</c:v>
                </c:pt>
                <c:pt idx="285">
                  <c:v>0.6637767453948642</c:v>
                </c:pt>
                <c:pt idx="286">
                  <c:v>0.67659746594983439</c:v>
                </c:pt>
                <c:pt idx="287">
                  <c:v>0.74997202248807815</c:v>
                </c:pt>
                <c:pt idx="288">
                  <c:v>0.72736019563605814</c:v>
                </c:pt>
                <c:pt idx="289">
                  <c:v>0.71558510754081039</c:v>
                </c:pt>
                <c:pt idx="290">
                  <c:v>0.68409618724961696</c:v>
                </c:pt>
                <c:pt idx="291">
                  <c:v>0.67466665032588313</c:v>
                </c:pt>
                <c:pt idx="292">
                  <c:v>0.68158590622932291</c:v>
                </c:pt>
                <c:pt idx="293">
                  <c:v>0.72631003162218521</c:v>
                </c:pt>
                <c:pt idx="294">
                  <c:v>0.75421875281781525</c:v>
                </c:pt>
                <c:pt idx="295">
                  <c:v>0.74177773781287215</c:v>
                </c:pt>
                <c:pt idx="296">
                  <c:v>0.67721198979740183</c:v>
                </c:pt>
                <c:pt idx="297">
                  <c:v>0.64180402185443308</c:v>
                </c:pt>
                <c:pt idx="298">
                  <c:v>0.64801115838513157</c:v>
                </c:pt>
                <c:pt idx="299">
                  <c:v>0.66254352839084507</c:v>
                </c:pt>
                <c:pt idx="300">
                  <c:v>0.70788663476537295</c:v>
                </c:pt>
                <c:pt idx="301">
                  <c:v>0.72279604491430205</c:v>
                </c:pt>
                <c:pt idx="302">
                  <c:v>0.71563629915879856</c:v>
                </c:pt>
                <c:pt idx="303">
                  <c:v>0.64178193011098661</c:v>
                </c:pt>
                <c:pt idx="304">
                  <c:v>0.59975380929015065</c:v>
                </c:pt>
                <c:pt idx="305">
                  <c:v>0.59120407401416419</c:v>
                </c:pt>
                <c:pt idx="306">
                  <c:v>0.59351667525274354</c:v>
                </c:pt>
                <c:pt idx="307">
                  <c:v>0.61187540612605962</c:v>
                </c:pt>
                <c:pt idx="308">
                  <c:v>0.61501606847625157</c:v>
                </c:pt>
                <c:pt idx="309">
                  <c:v>0.64554812397078343</c:v>
                </c:pt>
                <c:pt idx="310">
                  <c:v>0.69145982008740769</c:v>
                </c:pt>
                <c:pt idx="311">
                  <c:v>0.71049382730937949</c:v>
                </c:pt>
                <c:pt idx="312">
                  <c:v>0.70379169389565621</c:v>
                </c:pt>
                <c:pt idx="313">
                  <c:v>0.67030738898288544</c:v>
                </c:pt>
                <c:pt idx="314">
                  <c:v>0.63325537247676333</c:v>
                </c:pt>
                <c:pt idx="315">
                  <c:v>0.61744259130468271</c:v>
                </c:pt>
                <c:pt idx="316">
                  <c:v>0.62004305944291782</c:v>
                </c:pt>
                <c:pt idx="317">
                  <c:v>0.63781010956747186</c:v>
                </c:pt>
                <c:pt idx="318">
                  <c:v>0.64979751857499146</c:v>
                </c:pt>
                <c:pt idx="319">
                  <c:v>0.65845991222841682</c:v>
                </c:pt>
                <c:pt idx="320">
                  <c:v>0.66102122088348159</c:v>
                </c:pt>
                <c:pt idx="321">
                  <c:v>0.67836255044476024</c:v>
                </c:pt>
                <c:pt idx="322">
                  <c:v>0.68560596988132194</c:v>
                </c:pt>
                <c:pt idx="323">
                  <c:v>0.68826827934077206</c:v>
                </c:pt>
                <c:pt idx="324">
                  <c:v>0.70320997300786103</c:v>
                </c:pt>
                <c:pt idx="325">
                  <c:v>0.71521318234459497</c:v>
                </c:pt>
                <c:pt idx="326">
                  <c:v>0.71915013738309375</c:v>
                </c:pt>
                <c:pt idx="327">
                  <c:v>0.71753470206641778</c:v>
                </c:pt>
                <c:pt idx="328">
                  <c:v>0.69519364344692125</c:v>
                </c:pt>
                <c:pt idx="329">
                  <c:v>0.68785523034562379</c:v>
                </c:pt>
                <c:pt idx="330">
                  <c:v>0.67577607331688794</c:v>
                </c:pt>
                <c:pt idx="331">
                  <c:v>0.66086735414859044</c:v>
                </c:pt>
                <c:pt idx="332">
                  <c:v>0.64039276967805381</c:v>
                </c:pt>
                <c:pt idx="333">
                  <c:v>0.63445810751268084</c:v>
                </c:pt>
                <c:pt idx="334">
                  <c:v>0.64044380614098528</c:v>
                </c:pt>
                <c:pt idx="335">
                  <c:v>0.71529003059733365</c:v>
                </c:pt>
                <c:pt idx="336">
                  <c:v>0.73115784158770636</c:v>
                </c:pt>
                <c:pt idx="337">
                  <c:v>0.73424005803638637</c:v>
                </c:pt>
                <c:pt idx="338">
                  <c:v>0.73993834112782053</c:v>
                </c:pt>
                <c:pt idx="339">
                  <c:v>0.74506629475759789</c:v>
                </c:pt>
                <c:pt idx="340">
                  <c:v>0.73858556642752804</c:v>
                </c:pt>
                <c:pt idx="341">
                  <c:v>0.72581052936050516</c:v>
                </c:pt>
                <c:pt idx="342">
                  <c:v>0.68580367403185638</c:v>
                </c:pt>
                <c:pt idx="343">
                  <c:v>0.67754026250730115</c:v>
                </c:pt>
                <c:pt idx="344">
                  <c:v>0.68207676395183459</c:v>
                </c:pt>
                <c:pt idx="345">
                  <c:v>0.71704464174382099</c:v>
                </c:pt>
                <c:pt idx="346">
                  <c:v>0.72779641369163861</c:v>
                </c:pt>
                <c:pt idx="347">
                  <c:v>0.73508555740276493</c:v>
                </c:pt>
                <c:pt idx="348">
                  <c:v>0.74884683743001956</c:v>
                </c:pt>
                <c:pt idx="349">
                  <c:v>0.75216363092190763</c:v>
                </c:pt>
                <c:pt idx="350">
                  <c:v>0.75624282840383239</c:v>
                </c:pt>
                <c:pt idx="351">
                  <c:v>0.79264794200143429</c:v>
                </c:pt>
                <c:pt idx="352">
                  <c:v>0.81283681647604744</c:v>
                </c:pt>
                <c:pt idx="353">
                  <c:v>0.82252994920236977</c:v>
                </c:pt>
                <c:pt idx="354">
                  <c:v>0.81728368326279721</c:v>
                </c:pt>
                <c:pt idx="355">
                  <c:v>0.78331862174554734</c:v>
                </c:pt>
                <c:pt idx="356">
                  <c:v>0.75808877095474558</c:v>
                </c:pt>
                <c:pt idx="357">
                  <c:v>0.75173080811028159</c:v>
                </c:pt>
                <c:pt idx="358">
                  <c:v>0.75039987890891169</c:v>
                </c:pt>
                <c:pt idx="359">
                  <c:v>0.74761453934282285</c:v>
                </c:pt>
                <c:pt idx="360">
                  <c:v>0.75645554132376847</c:v>
                </c:pt>
                <c:pt idx="361">
                  <c:v>0.79259328171576393</c:v>
                </c:pt>
                <c:pt idx="362">
                  <c:v>0.80256879881842458</c:v>
                </c:pt>
                <c:pt idx="363">
                  <c:v>0.80076387371930413</c:v>
                </c:pt>
                <c:pt idx="364">
                  <c:v>0.78559456780080705</c:v>
                </c:pt>
                <c:pt idx="365">
                  <c:v>0.77305905590260915</c:v>
                </c:pt>
                <c:pt idx="366">
                  <c:v>0.77231180510139075</c:v>
                </c:pt>
                <c:pt idx="367">
                  <c:v>0.77057152211364388</c:v>
                </c:pt>
                <c:pt idx="368">
                  <c:v>0.7432956905213014</c:v>
                </c:pt>
                <c:pt idx="369">
                  <c:v>0.8050852967360218</c:v>
                </c:pt>
                <c:pt idx="370">
                  <c:v>0.88413483168484119</c:v>
                </c:pt>
                <c:pt idx="371">
                  <c:v>0.85470135506401346</c:v>
                </c:pt>
                <c:pt idx="372">
                  <c:v>0.81439080311158341</c:v>
                </c:pt>
                <c:pt idx="373">
                  <c:v>0.77568735218686813</c:v>
                </c:pt>
                <c:pt idx="374">
                  <c:v>0.77078186239166191</c:v>
                </c:pt>
                <c:pt idx="375">
                  <c:v>0.76890122765448932</c:v>
                </c:pt>
                <c:pt idx="376">
                  <c:v>0.7444947248072209</c:v>
                </c:pt>
                <c:pt idx="377">
                  <c:v>0.73560926919859038</c:v>
                </c:pt>
                <c:pt idx="378">
                  <c:v>0.68190047904924023</c:v>
                </c:pt>
                <c:pt idx="379">
                  <c:v>0.61914697845782951</c:v>
                </c:pt>
                <c:pt idx="380">
                  <c:v>0.56660673349391255</c:v>
                </c:pt>
                <c:pt idx="381">
                  <c:v>0.55004874971302509</c:v>
                </c:pt>
                <c:pt idx="382">
                  <c:v>0.54858428186076413</c:v>
                </c:pt>
                <c:pt idx="383">
                  <c:v>0.53881958362616977</c:v>
                </c:pt>
                <c:pt idx="384">
                  <c:v>0.53705657316453648</c:v>
                </c:pt>
                <c:pt idx="385">
                  <c:v>0.5779695360263839</c:v>
                </c:pt>
                <c:pt idx="386">
                  <c:v>0.72239076767200006</c:v>
                </c:pt>
                <c:pt idx="387">
                  <c:v>0.80556983286793082</c:v>
                </c:pt>
                <c:pt idx="388">
                  <c:v>0.79106170827260258</c:v>
                </c:pt>
                <c:pt idx="389">
                  <c:v>0.70112954303482333</c:v>
                </c:pt>
                <c:pt idx="390">
                  <c:v>0.67906972478174898</c:v>
                </c:pt>
                <c:pt idx="391">
                  <c:v>0.68296729065495321</c:v>
                </c:pt>
                <c:pt idx="392">
                  <c:v>0.6977871023190152</c:v>
                </c:pt>
                <c:pt idx="393">
                  <c:v>0.71239071869991955</c:v>
                </c:pt>
                <c:pt idx="394">
                  <c:v>0.7252103578894683</c:v>
                </c:pt>
                <c:pt idx="395">
                  <c:v>0.73304638144143974</c:v>
                </c:pt>
                <c:pt idx="396">
                  <c:v>0.73673987523446038</c:v>
                </c:pt>
                <c:pt idx="397">
                  <c:v>0.77288542054977449</c:v>
                </c:pt>
                <c:pt idx="398">
                  <c:v>0.76758094818742828</c:v>
                </c:pt>
                <c:pt idx="399">
                  <c:v>0.75611402534448724</c:v>
                </c:pt>
                <c:pt idx="400">
                  <c:v>0.68225957635887668</c:v>
                </c:pt>
                <c:pt idx="401">
                  <c:v>0.66644678545455471</c:v>
                </c:pt>
                <c:pt idx="402">
                  <c:v>0.67286484464441065</c:v>
                </c:pt>
                <c:pt idx="403">
                  <c:v>0.74305150935684006</c:v>
                </c:pt>
                <c:pt idx="404">
                  <c:v>0.76728783882824525</c:v>
                </c:pt>
                <c:pt idx="405">
                  <c:v>0.77069675181071706</c:v>
                </c:pt>
                <c:pt idx="406">
                  <c:v>0.79217161389841062</c:v>
                </c:pt>
                <c:pt idx="407">
                  <c:v>0.80528395564777056</c:v>
                </c:pt>
                <c:pt idx="408">
                  <c:v>0.79408878008431782</c:v>
                </c:pt>
                <c:pt idx="409">
                  <c:v>0.74665004838071358</c:v>
                </c:pt>
                <c:pt idx="410">
                  <c:v>0.64537557401068391</c:v>
                </c:pt>
                <c:pt idx="411">
                  <c:v>0.60786527740884555</c:v>
                </c:pt>
                <c:pt idx="412">
                  <c:v>0.61852007306547441</c:v>
                </c:pt>
                <c:pt idx="413">
                  <c:v>0.69630402944981973</c:v>
                </c:pt>
                <c:pt idx="414">
                  <c:v>0.74318824839293218</c:v>
                </c:pt>
                <c:pt idx="415">
                  <c:v>0.74517863249331184</c:v>
                </c:pt>
                <c:pt idx="416">
                  <c:v>0.75845643693773912</c:v>
                </c:pt>
                <c:pt idx="417">
                  <c:v>0.91474099280905274</c:v>
                </c:pt>
                <c:pt idx="418">
                  <c:v>0.92710119967286575</c:v>
                </c:pt>
                <c:pt idx="419">
                  <c:v>0.91053909363587582</c:v>
                </c:pt>
                <c:pt idx="420">
                  <c:v>0.7976710290186011</c:v>
                </c:pt>
                <c:pt idx="421">
                  <c:v>0.76640987815783823</c:v>
                </c:pt>
                <c:pt idx="422">
                  <c:v>0.78235223174904889</c:v>
                </c:pt>
                <c:pt idx="423">
                  <c:v>0.90097751818929273</c:v>
                </c:pt>
                <c:pt idx="424">
                  <c:v>0.88602828321036353</c:v>
                </c:pt>
                <c:pt idx="425">
                  <c:v>0.843591107330812</c:v>
                </c:pt>
                <c:pt idx="426">
                  <c:v>0.79090739149827594</c:v>
                </c:pt>
                <c:pt idx="427">
                  <c:v>0.77423106848295509</c:v>
                </c:pt>
                <c:pt idx="428">
                  <c:v>0.77899195646609187</c:v>
                </c:pt>
                <c:pt idx="429">
                  <c:v>0.79846950695134933</c:v>
                </c:pt>
                <c:pt idx="430">
                  <c:v>0.81383305571729969</c:v>
                </c:pt>
                <c:pt idx="431">
                  <c:v>0.81481422299760875</c:v>
                </c:pt>
                <c:pt idx="432">
                  <c:v>0.81994768350663982</c:v>
                </c:pt>
                <c:pt idx="433">
                  <c:v>0.82774598083412221</c:v>
                </c:pt>
                <c:pt idx="434">
                  <c:v>0.82928267115567311</c:v>
                </c:pt>
                <c:pt idx="435">
                  <c:v>0.82826690706242423</c:v>
                </c:pt>
                <c:pt idx="436">
                  <c:v>0.81212403434866964</c:v>
                </c:pt>
                <c:pt idx="437">
                  <c:v>0.80404314346973138</c:v>
                </c:pt>
                <c:pt idx="438">
                  <c:v>0.80082436882683827</c:v>
                </c:pt>
                <c:pt idx="439">
                  <c:v>0.76534667842643034</c:v>
                </c:pt>
                <c:pt idx="440">
                  <c:v>0.73790888024203272</c:v>
                </c:pt>
                <c:pt idx="441">
                  <c:v>0.75724579817890914</c:v>
                </c:pt>
                <c:pt idx="442">
                  <c:v>0.7801930759379091</c:v>
                </c:pt>
                <c:pt idx="443">
                  <c:v>0.7897160801880132</c:v>
                </c:pt>
                <c:pt idx="444">
                  <c:v>0.79455010644928115</c:v>
                </c:pt>
                <c:pt idx="445">
                  <c:v>0.84316312856448838</c:v>
                </c:pt>
                <c:pt idx="446">
                  <c:v>0.86939961934981869</c:v>
                </c:pt>
                <c:pt idx="447">
                  <c:v>0.86406758586654586</c:v>
                </c:pt>
                <c:pt idx="448">
                  <c:v>0.80590557025696119</c:v>
                </c:pt>
                <c:pt idx="449">
                  <c:v>0.75692684479238681</c:v>
                </c:pt>
                <c:pt idx="450">
                  <c:v>0.7616931674053955</c:v>
                </c:pt>
                <c:pt idx="451">
                  <c:v>0.79700223928554093</c:v>
                </c:pt>
                <c:pt idx="452">
                  <c:v>0.80577591807766746</c:v>
                </c:pt>
                <c:pt idx="453">
                  <c:v>0.78864880112166036</c:v>
                </c:pt>
                <c:pt idx="454">
                  <c:v>0.73545104342528556</c:v>
                </c:pt>
                <c:pt idx="455">
                  <c:v>0.69866889588904835</c:v>
                </c:pt>
                <c:pt idx="456">
                  <c:v>0.69972585779461782</c:v>
                </c:pt>
                <c:pt idx="457">
                  <c:v>0.70541026390029071</c:v>
                </c:pt>
                <c:pt idx="458">
                  <c:v>0.70995228435144575</c:v>
                </c:pt>
                <c:pt idx="459">
                  <c:v>0.71037645972688135</c:v>
                </c:pt>
                <c:pt idx="460">
                  <c:v>0.72125901920190438</c:v>
                </c:pt>
                <c:pt idx="461">
                  <c:v>0.84235829439740706</c:v>
                </c:pt>
                <c:pt idx="462">
                  <c:v>0.88421521894307809</c:v>
                </c:pt>
                <c:pt idx="463">
                  <c:v>0.86938343816135388</c:v>
                </c:pt>
                <c:pt idx="464">
                  <c:v>0.78994503978588315</c:v>
                </c:pt>
                <c:pt idx="465">
                  <c:v>0.71996373738401676</c:v>
                </c:pt>
                <c:pt idx="466">
                  <c:v>0.72316046186756056</c:v>
                </c:pt>
                <c:pt idx="467">
                  <c:v>0.74777962649187346</c:v>
                </c:pt>
                <c:pt idx="468">
                  <c:v>0.74994139504854451</c:v>
                </c:pt>
                <c:pt idx="469">
                  <c:v>0.74202513630056133</c:v>
                </c:pt>
                <c:pt idx="470">
                  <c:v>0.71904010536467944</c:v>
                </c:pt>
                <c:pt idx="471">
                  <c:v>0.72207570950242805</c:v>
                </c:pt>
                <c:pt idx="472">
                  <c:v>0.73388314083714989</c:v>
                </c:pt>
                <c:pt idx="473">
                  <c:v>0.73953250716556995</c:v>
                </c:pt>
                <c:pt idx="474">
                  <c:v>0.75083119723946778</c:v>
                </c:pt>
                <c:pt idx="475">
                  <c:v>0.82151511913044373</c:v>
                </c:pt>
                <c:pt idx="476">
                  <c:v>0.88583578734609647</c:v>
                </c:pt>
                <c:pt idx="477">
                  <c:v>0.92311343448177896</c:v>
                </c:pt>
                <c:pt idx="478">
                  <c:v>0.90719226956988008</c:v>
                </c:pt>
                <c:pt idx="479">
                  <c:v>0.82211331875616112</c:v>
                </c:pt>
                <c:pt idx="480">
                  <c:v>0.76450742194225951</c:v>
                </c:pt>
                <c:pt idx="481">
                  <c:v>0.74570264844657175</c:v>
                </c:pt>
                <c:pt idx="482">
                  <c:v>0.75408384122790995</c:v>
                </c:pt>
                <c:pt idx="483">
                  <c:v>0.82779166865297293</c:v>
                </c:pt>
                <c:pt idx="484">
                  <c:v>0.82976621008484641</c:v>
                </c:pt>
                <c:pt idx="485">
                  <c:v>0.83943608013187476</c:v>
                </c:pt>
                <c:pt idx="486">
                  <c:v>0.84476597216269833</c:v>
                </c:pt>
                <c:pt idx="487">
                  <c:v>0.83821002202348427</c:v>
                </c:pt>
                <c:pt idx="488">
                  <c:v>0.7423003099155191</c:v>
                </c:pt>
                <c:pt idx="489">
                  <c:v>0.71755010918045059</c:v>
                </c:pt>
                <c:pt idx="490">
                  <c:v>0.73397156587148127</c:v>
                </c:pt>
                <c:pt idx="491">
                  <c:v>0.75566327450982562</c:v>
                </c:pt>
                <c:pt idx="492">
                  <c:v>0.77055658767742352</c:v>
                </c:pt>
                <c:pt idx="493">
                  <c:v>0.77659591941230843</c:v>
                </c:pt>
                <c:pt idx="494">
                  <c:v>0.81126527177334129</c:v>
                </c:pt>
                <c:pt idx="495">
                  <c:v>0.83024186123631805</c:v>
                </c:pt>
                <c:pt idx="496">
                  <c:v>0.83072303871214825</c:v>
                </c:pt>
                <c:pt idx="497">
                  <c:v>0.83116232050650485</c:v>
                </c:pt>
                <c:pt idx="498">
                  <c:v>0.83661004413433238</c:v>
                </c:pt>
                <c:pt idx="499">
                  <c:v>0.83801657410168817</c:v>
                </c:pt>
                <c:pt idx="500">
                  <c:v>0.8406682971607311</c:v>
                </c:pt>
                <c:pt idx="501">
                  <c:v>0.87653046024113612</c:v>
                </c:pt>
                <c:pt idx="502">
                  <c:v>0.88997100279111907</c:v>
                </c:pt>
                <c:pt idx="503">
                  <c:v>0.88318038501139606</c:v>
                </c:pt>
                <c:pt idx="504">
                  <c:v>0.83605598713141116</c:v>
                </c:pt>
                <c:pt idx="505">
                  <c:v>0.82909750067939614</c:v>
                </c:pt>
                <c:pt idx="506">
                  <c:v>0.82867697665293572</c:v>
                </c:pt>
                <c:pt idx="507">
                  <c:v>0.82774275097874128</c:v>
                </c:pt>
                <c:pt idx="508">
                  <c:v>0.82710503128900892</c:v>
                </c:pt>
                <c:pt idx="509">
                  <c:v>0.82659990655335847</c:v>
                </c:pt>
                <c:pt idx="510">
                  <c:v>0.82512005079757123</c:v>
                </c:pt>
                <c:pt idx="511">
                  <c:v>0.81444803695665591</c:v>
                </c:pt>
                <c:pt idx="512">
                  <c:v>0.79429854251846344</c:v>
                </c:pt>
                <c:pt idx="513">
                  <c:v>0.79290931309466461</c:v>
                </c:pt>
                <c:pt idx="514">
                  <c:v>0.80924558919590128</c:v>
                </c:pt>
                <c:pt idx="515">
                  <c:v>0.85076006180591157</c:v>
                </c:pt>
                <c:pt idx="516">
                  <c:v>0.8607800032109254</c:v>
                </c:pt>
                <c:pt idx="517">
                  <c:v>0.85844481790887472</c:v>
                </c:pt>
                <c:pt idx="518">
                  <c:v>0.84327570118536244</c:v>
                </c:pt>
                <c:pt idx="519">
                  <c:v>0.83771193590797532</c:v>
                </c:pt>
                <c:pt idx="520">
                  <c:v>0.8362080002563681</c:v>
                </c:pt>
                <c:pt idx="521">
                  <c:v>0.82690077006993001</c:v>
                </c:pt>
                <c:pt idx="522">
                  <c:v>0.81787757690729601</c:v>
                </c:pt>
                <c:pt idx="523">
                  <c:v>0.81728234594171034</c:v>
                </c:pt>
                <c:pt idx="524">
                  <c:v>0.79530710838169705</c:v>
                </c:pt>
                <c:pt idx="525">
                  <c:v>0.76941643644457602</c:v>
                </c:pt>
                <c:pt idx="526">
                  <c:v>0.74910464709793223</c:v>
                </c:pt>
                <c:pt idx="527">
                  <c:v>0.75185299904896596</c:v>
                </c:pt>
                <c:pt idx="528">
                  <c:v>0.77128834219645581</c:v>
                </c:pt>
                <c:pt idx="529">
                  <c:v>0.7869910994887751</c:v>
                </c:pt>
                <c:pt idx="530">
                  <c:v>0.79675358397421958</c:v>
                </c:pt>
                <c:pt idx="531">
                  <c:v>0.8431550118582698</c:v>
                </c:pt>
                <c:pt idx="532">
                  <c:v>0.92897785662390953</c:v>
                </c:pt>
                <c:pt idx="533">
                  <c:v>0.92610108631937271</c:v>
                </c:pt>
                <c:pt idx="534">
                  <c:v>0.9106131626260533</c:v>
                </c:pt>
                <c:pt idx="535">
                  <c:v>0.89664584271253434</c:v>
                </c:pt>
                <c:pt idx="536">
                  <c:v>0.88498216858363776</c:v>
                </c:pt>
                <c:pt idx="537">
                  <c:v>0.88691792945550385</c:v>
                </c:pt>
                <c:pt idx="538">
                  <c:v>0.89625573807522196</c:v>
                </c:pt>
                <c:pt idx="539">
                  <c:v>0.89762506254023833</c:v>
                </c:pt>
                <c:pt idx="540">
                  <c:v>0.89924642082592798</c:v>
                </c:pt>
                <c:pt idx="541">
                  <c:v>0.90933031270012599</c:v>
                </c:pt>
                <c:pt idx="542">
                  <c:v>0.91364136288056752</c:v>
                </c:pt>
                <c:pt idx="543">
                  <c:v>0.90635804110980167</c:v>
                </c:pt>
                <c:pt idx="544">
                  <c:v>0.89320778353413843</c:v>
                </c:pt>
                <c:pt idx="545">
                  <c:v>0.87508621203988535</c:v>
                </c:pt>
                <c:pt idx="546">
                  <c:v>0.86064676769008874</c:v>
                </c:pt>
                <c:pt idx="547">
                  <c:v>0.863671455554754</c:v>
                </c:pt>
                <c:pt idx="548">
                  <c:v>0.88945058510605246</c:v>
                </c:pt>
                <c:pt idx="549">
                  <c:v>0.8748195061305758</c:v>
                </c:pt>
                <c:pt idx="550">
                  <c:v>0.81383851821014586</c:v>
                </c:pt>
                <c:pt idx="551">
                  <c:v>0.77865014847934266</c:v>
                </c:pt>
                <c:pt idx="552">
                  <c:v>0.74964328830729476</c:v>
                </c:pt>
                <c:pt idx="553">
                  <c:v>0.75032240956758256</c:v>
                </c:pt>
                <c:pt idx="554">
                  <c:v>0.75062972708400533</c:v>
                </c:pt>
                <c:pt idx="555">
                  <c:v>0.76393548628156316</c:v>
                </c:pt>
                <c:pt idx="556">
                  <c:v>0.76952147867813714</c:v>
                </c:pt>
                <c:pt idx="557">
                  <c:v>0.77582471336872982</c:v>
                </c:pt>
                <c:pt idx="558">
                  <c:v>0.83324237923312616</c:v>
                </c:pt>
                <c:pt idx="559">
                  <c:v>0.83761797621177991</c:v>
                </c:pt>
                <c:pt idx="560">
                  <c:v>0.84079119737806918</c:v>
                </c:pt>
                <c:pt idx="561">
                  <c:v>0.847192730313713</c:v>
                </c:pt>
                <c:pt idx="562">
                  <c:v>0.85248743544382921</c:v>
                </c:pt>
                <c:pt idx="563">
                  <c:v>0.84699086231471243</c:v>
                </c:pt>
                <c:pt idx="564">
                  <c:v>0.80465847559945791</c:v>
                </c:pt>
                <c:pt idx="565">
                  <c:v>0.77851978227873486</c:v>
                </c:pt>
                <c:pt idx="566">
                  <c:v>0.78187482590785007</c:v>
                </c:pt>
                <c:pt idx="567">
                  <c:v>0.80302792779657051</c:v>
                </c:pt>
                <c:pt idx="568">
                  <c:v>0.81981260929843747</c:v>
                </c:pt>
                <c:pt idx="569">
                  <c:v>0.82510034386612119</c:v>
                </c:pt>
                <c:pt idx="570">
                  <c:v>0.8287085983039908</c:v>
                </c:pt>
                <c:pt idx="571">
                  <c:v>0.85455629435540481</c:v>
                </c:pt>
                <c:pt idx="572">
                  <c:v>0.86543087253244977</c:v>
                </c:pt>
                <c:pt idx="573">
                  <c:v>0.86824718055855898</c:v>
                </c:pt>
                <c:pt idx="574">
                  <c:v>0.87368524520183577</c:v>
                </c:pt>
                <c:pt idx="575">
                  <c:v>0.87827387407856072</c:v>
                </c:pt>
                <c:pt idx="576">
                  <c:v>0.87908652732465731</c:v>
                </c:pt>
                <c:pt idx="577">
                  <c:v>0.87790672165058481</c:v>
                </c:pt>
                <c:pt idx="578">
                  <c:v>0.86894175943471819</c:v>
                </c:pt>
                <c:pt idx="579">
                  <c:v>0.86981337999778252</c:v>
                </c:pt>
                <c:pt idx="580">
                  <c:v>0.87005759144886441</c:v>
                </c:pt>
                <c:pt idx="581">
                  <c:v>0.87497526818912941</c:v>
                </c:pt>
                <c:pt idx="582">
                  <c:v>0.87813376739006843</c:v>
                </c:pt>
                <c:pt idx="583">
                  <c:v>0.87820761333084585</c:v>
                </c:pt>
                <c:pt idx="584">
                  <c:v>0.87865863533492328</c:v>
                </c:pt>
                <c:pt idx="585">
                  <c:v>0.87891459686902029</c:v>
                </c:pt>
                <c:pt idx="586">
                  <c:v>0.87899664942723121</c:v>
                </c:pt>
                <c:pt idx="587">
                  <c:v>0.87994911577035628</c:v>
                </c:pt>
                <c:pt idx="588">
                  <c:v>0.88023123122383906</c:v>
                </c:pt>
                <c:pt idx="589">
                  <c:v>0.87709099001157498</c:v>
                </c:pt>
                <c:pt idx="590">
                  <c:v>0.85418424662496906</c:v>
                </c:pt>
                <c:pt idx="591">
                  <c:v>0.83348811790273414</c:v>
                </c:pt>
                <c:pt idx="592">
                  <c:v>0.83060860491497412</c:v>
                </c:pt>
                <c:pt idx="593">
                  <c:v>0.826393321309844</c:v>
                </c:pt>
                <c:pt idx="594">
                  <c:v>0.78275339354548146</c:v>
                </c:pt>
                <c:pt idx="595">
                  <c:v>0.75376994446501344</c:v>
                </c:pt>
                <c:pt idx="596">
                  <c:v>0.74804845799812347</c:v>
                </c:pt>
                <c:pt idx="597">
                  <c:v>0.75097363494916991</c:v>
                </c:pt>
                <c:pt idx="598">
                  <c:v>0.76702968250408876</c:v>
                </c:pt>
                <c:pt idx="599">
                  <c:v>0.77819323460606271</c:v>
                </c:pt>
                <c:pt idx="600">
                  <c:v>0.78148789163286936</c:v>
                </c:pt>
                <c:pt idx="601">
                  <c:v>0.79252878148072925</c:v>
                </c:pt>
                <c:pt idx="602">
                  <c:v>0.82513487867715951</c:v>
                </c:pt>
                <c:pt idx="603">
                  <c:v>0.83285982985544882</c:v>
                </c:pt>
                <c:pt idx="604">
                  <c:v>0.83090067142451551</c:v>
                </c:pt>
                <c:pt idx="605">
                  <c:v>0.81715362501460054</c:v>
                </c:pt>
                <c:pt idx="606">
                  <c:v>0.82386518153390886</c:v>
                </c:pt>
                <c:pt idx="607">
                  <c:v>0.82425623114134228</c:v>
                </c:pt>
                <c:pt idx="608">
                  <c:v>0.83673963315384814</c:v>
                </c:pt>
                <c:pt idx="609">
                  <c:v>0.83766174173854357</c:v>
                </c:pt>
                <c:pt idx="610">
                  <c:v>0.82468967813869087</c:v>
                </c:pt>
                <c:pt idx="611">
                  <c:v>0.81710530910307333</c:v>
                </c:pt>
                <c:pt idx="612">
                  <c:v>0.81986923541359058</c:v>
                </c:pt>
                <c:pt idx="613">
                  <c:v>0.82947937491060086</c:v>
                </c:pt>
                <c:pt idx="614">
                  <c:v>0.83362930759381004</c:v>
                </c:pt>
                <c:pt idx="615">
                  <c:v>0.83426921103582641</c:v>
                </c:pt>
                <c:pt idx="616">
                  <c:v>0.84170312729824193</c:v>
                </c:pt>
                <c:pt idx="617">
                  <c:v>0.89809348099798658</c:v>
                </c:pt>
                <c:pt idx="618">
                  <c:v>0.89669491772416932</c:v>
                </c:pt>
                <c:pt idx="619">
                  <c:v>0.8957985809813791</c:v>
                </c:pt>
                <c:pt idx="620">
                  <c:v>0.87987443410932664</c:v>
                </c:pt>
                <c:pt idx="621">
                  <c:v>0.87447960942980585</c:v>
                </c:pt>
                <c:pt idx="622">
                  <c:v>0.87999858945965592</c:v>
                </c:pt>
                <c:pt idx="623">
                  <c:v>0.88917639583129593</c:v>
                </c:pt>
                <c:pt idx="624">
                  <c:v>0.89178539628522491</c:v>
                </c:pt>
                <c:pt idx="625">
                  <c:v>0.8860898712188211</c:v>
                </c:pt>
                <c:pt idx="626">
                  <c:v>0.87453192833837545</c:v>
                </c:pt>
                <c:pt idx="627">
                  <c:v>0.87092117714987438</c:v>
                </c:pt>
                <c:pt idx="628">
                  <c:v>0.86962432931822853</c:v>
                </c:pt>
                <c:pt idx="629">
                  <c:v>0.86178070211745983</c:v>
                </c:pt>
                <c:pt idx="630">
                  <c:v>0.85985863669880447</c:v>
                </c:pt>
                <c:pt idx="631">
                  <c:v>0.85983935371176434</c:v>
                </c:pt>
                <c:pt idx="632">
                  <c:v>0.85726734018806006</c:v>
                </c:pt>
                <c:pt idx="633">
                  <c:v>0.85527384024704067</c:v>
                </c:pt>
                <c:pt idx="634">
                  <c:v>0.85470797400352483</c:v>
                </c:pt>
                <c:pt idx="635">
                  <c:v>0.85350281707715203</c:v>
                </c:pt>
                <c:pt idx="636">
                  <c:v>0.84543281523576885</c:v>
                </c:pt>
                <c:pt idx="637">
                  <c:v>0.84230283486163215</c:v>
                </c:pt>
                <c:pt idx="638">
                  <c:v>0.84454820606937486</c:v>
                </c:pt>
                <c:pt idx="639">
                  <c:v>0.85824165455358903</c:v>
                </c:pt>
                <c:pt idx="640">
                  <c:v>0.86417930636077167</c:v>
                </c:pt>
                <c:pt idx="641">
                  <c:v>0.86445550531710391</c:v>
                </c:pt>
                <c:pt idx="642">
                  <c:v>0.86810420857927217</c:v>
                </c:pt>
                <c:pt idx="643">
                  <c:v>0.86871487598760466</c:v>
                </c:pt>
                <c:pt idx="644">
                  <c:v>0.86794506211699562</c:v>
                </c:pt>
                <c:pt idx="645">
                  <c:v>0.8666043948039206</c:v>
                </c:pt>
                <c:pt idx="646">
                  <c:v>0.86573187840292298</c:v>
                </c:pt>
                <c:pt idx="647">
                  <c:v>0.86430768400223834</c:v>
                </c:pt>
                <c:pt idx="648">
                  <c:v>0.85648199503414246</c:v>
                </c:pt>
                <c:pt idx="649">
                  <c:v>0.85532487922858969</c:v>
                </c:pt>
                <c:pt idx="650">
                  <c:v>0.84867633711730395</c:v>
                </c:pt>
                <c:pt idx="651">
                  <c:v>0.84798308077755669</c:v>
                </c:pt>
                <c:pt idx="652">
                  <c:v>0.83233093900307598</c:v>
                </c:pt>
                <c:pt idx="653">
                  <c:v>0.82972091916622781</c:v>
                </c:pt>
                <c:pt idx="654">
                  <c:v>0.83591211542321442</c:v>
                </c:pt>
                <c:pt idx="655">
                  <c:v>0.87984666298528802</c:v>
                </c:pt>
                <c:pt idx="656">
                  <c:v>0.89937274544008294</c:v>
                </c:pt>
                <c:pt idx="657">
                  <c:v>0.89841742804034186</c:v>
                </c:pt>
                <c:pt idx="658">
                  <c:v>0.8936304782200738</c:v>
                </c:pt>
                <c:pt idx="659">
                  <c:v>0.88921575940076081</c:v>
                </c:pt>
                <c:pt idx="660">
                  <c:v>0.88860617298256739</c:v>
                </c:pt>
                <c:pt idx="661">
                  <c:v>0.88941495937495141</c:v>
                </c:pt>
                <c:pt idx="662">
                  <c:v>0.89564905967317465</c:v>
                </c:pt>
                <c:pt idx="663">
                  <c:v>0.89743193195398974</c:v>
                </c:pt>
                <c:pt idx="664">
                  <c:v>0.89750024127250272</c:v>
                </c:pt>
                <c:pt idx="665">
                  <c:v>0.89786432785881132</c:v>
                </c:pt>
                <c:pt idx="666">
                  <c:v>0.89806305800244302</c:v>
                </c:pt>
                <c:pt idx="667">
                  <c:v>0.89762608915208408</c:v>
                </c:pt>
                <c:pt idx="668">
                  <c:v>0.89057228841298786</c:v>
                </c:pt>
                <c:pt idx="669">
                  <c:v>0.88950593118506727</c:v>
                </c:pt>
                <c:pt idx="670">
                  <c:v>0.88685697198385238</c:v>
                </c:pt>
                <c:pt idx="671">
                  <c:v>0.88372604146473432</c:v>
                </c:pt>
                <c:pt idx="672">
                  <c:v>0.88111334161181853</c:v>
                </c:pt>
                <c:pt idx="673">
                  <c:v>0.87835434893572373</c:v>
                </c:pt>
                <c:pt idx="674">
                  <c:v>0.87916327797397642</c:v>
                </c:pt>
                <c:pt idx="675">
                  <c:v>0.89277076548020196</c:v>
                </c:pt>
                <c:pt idx="676">
                  <c:v>0.89374902148589219</c:v>
                </c:pt>
                <c:pt idx="677">
                  <c:v>0.87186758710629841</c:v>
                </c:pt>
                <c:pt idx="678">
                  <c:v>0.84958690507600187</c:v>
                </c:pt>
                <c:pt idx="679">
                  <c:v>0.83518199037504648</c:v>
                </c:pt>
                <c:pt idx="680">
                  <c:v>0.83141614095802219</c:v>
                </c:pt>
                <c:pt idx="681">
                  <c:v>0.78505199594683395</c:v>
                </c:pt>
                <c:pt idx="682">
                  <c:v>0.74009457458626693</c:v>
                </c:pt>
                <c:pt idx="683">
                  <c:v>0.74434014188745901</c:v>
                </c:pt>
                <c:pt idx="684">
                  <c:v>0.81245806117876596</c:v>
                </c:pt>
                <c:pt idx="685">
                  <c:v>0.81934292674100595</c:v>
                </c:pt>
                <c:pt idx="686">
                  <c:v>0.85298681693841349</c:v>
                </c:pt>
                <c:pt idx="687">
                  <c:v>0.88065480591464362</c:v>
                </c:pt>
                <c:pt idx="688">
                  <c:v>0.88495638091336082</c:v>
                </c:pt>
                <c:pt idx="689">
                  <c:v>0.88290086156315595</c:v>
                </c:pt>
                <c:pt idx="690">
                  <c:v>0.86208352638678076</c:v>
                </c:pt>
                <c:pt idx="691">
                  <c:v>0.85178453896444362</c:v>
                </c:pt>
                <c:pt idx="692">
                  <c:v>0.84704962683111429</c:v>
                </c:pt>
                <c:pt idx="693">
                  <c:v>0.80500182608567328</c:v>
                </c:pt>
                <c:pt idx="694">
                  <c:v>0.80149416670683149</c:v>
                </c:pt>
                <c:pt idx="695">
                  <c:v>0.80379903719381685</c:v>
                </c:pt>
                <c:pt idx="696">
                  <c:v>0.82840483276961874</c:v>
                </c:pt>
                <c:pt idx="697">
                  <c:v>0.83778958447026997</c:v>
                </c:pt>
                <c:pt idx="698">
                  <c:v>0.8396598278889319</c:v>
                </c:pt>
                <c:pt idx="699">
                  <c:v>0.84820631956498271</c:v>
                </c:pt>
                <c:pt idx="700">
                  <c:v>0.85374803556018175</c:v>
                </c:pt>
                <c:pt idx="701">
                  <c:v>0.85476011217221382</c:v>
                </c:pt>
                <c:pt idx="702">
                  <c:v>0.85658770037657139</c:v>
                </c:pt>
                <c:pt idx="703">
                  <c:v>0.88060893280751329</c:v>
                </c:pt>
                <c:pt idx="704">
                  <c:v>0.88453979963734075</c:v>
                </c:pt>
                <c:pt idx="705">
                  <c:v>0.88741347988219843</c:v>
                </c:pt>
                <c:pt idx="706">
                  <c:v>0.91469562688556127</c:v>
                </c:pt>
                <c:pt idx="707">
                  <c:v>0.9330197003606947</c:v>
                </c:pt>
                <c:pt idx="708">
                  <c:v>0.93109818500473474</c:v>
                </c:pt>
                <c:pt idx="709">
                  <c:v>0.90416599221716576</c:v>
                </c:pt>
                <c:pt idx="710">
                  <c:v>0.88837348107586311</c:v>
                </c:pt>
                <c:pt idx="711">
                  <c:v>0.87970838876566493</c:v>
                </c:pt>
                <c:pt idx="712">
                  <c:v>0.87969208313571445</c:v>
                </c:pt>
                <c:pt idx="713">
                  <c:v>0.87961979837672843</c:v>
                </c:pt>
                <c:pt idx="714">
                  <c:v>0.87953500572037091</c:v>
                </c:pt>
                <c:pt idx="715">
                  <c:v>0.88308601448448176</c:v>
                </c:pt>
                <c:pt idx="716">
                  <c:v>0.90290589123723608</c:v>
                </c:pt>
                <c:pt idx="717">
                  <c:v>0.91666849588878219</c:v>
                </c:pt>
                <c:pt idx="718">
                  <c:v>0.91779563119532304</c:v>
                </c:pt>
                <c:pt idx="719">
                  <c:v>0.89508694572698766</c:v>
                </c:pt>
                <c:pt idx="720">
                  <c:v>0.8717104277400699</c:v>
                </c:pt>
                <c:pt idx="721">
                  <c:v>0.86441833604457974</c:v>
                </c:pt>
                <c:pt idx="722">
                  <c:v>0.86270878391256278</c:v>
                </c:pt>
                <c:pt idx="723">
                  <c:v>0.84660998981284363</c:v>
                </c:pt>
                <c:pt idx="724">
                  <c:v>0.83684387443120289</c:v>
                </c:pt>
                <c:pt idx="725">
                  <c:v>0.83710519462946442</c:v>
                </c:pt>
                <c:pt idx="726">
                  <c:v>0.83728422214290255</c:v>
                </c:pt>
                <c:pt idx="727">
                  <c:v>0.84942065997051386</c:v>
                </c:pt>
                <c:pt idx="728">
                  <c:v>0.85044602151812043</c:v>
                </c:pt>
                <c:pt idx="729">
                  <c:v>0.84737743733690396</c:v>
                </c:pt>
                <c:pt idx="730">
                  <c:v>0.80166333387552291</c:v>
                </c:pt>
                <c:pt idx="731">
                  <c:v>0.79093836716863297</c:v>
                </c:pt>
                <c:pt idx="732">
                  <c:v>0.79085294839133158</c:v>
                </c:pt>
                <c:pt idx="733">
                  <c:v>0.79015820884691668</c:v>
                </c:pt>
                <c:pt idx="734">
                  <c:v>0.78936608579578582</c:v>
                </c:pt>
                <c:pt idx="735">
                  <c:v>0.78013081497948822</c:v>
                </c:pt>
                <c:pt idx="736">
                  <c:v>0.7154685226649542</c:v>
                </c:pt>
                <c:pt idx="737">
                  <c:v>0.7187367028214986</c:v>
                </c:pt>
                <c:pt idx="738">
                  <c:v>0.75022691158188415</c:v>
                </c:pt>
                <c:pt idx="739">
                  <c:v>0.7606654312855502</c:v>
                </c:pt>
                <c:pt idx="740">
                  <c:v>0.77816104128597463</c:v>
                </c:pt>
                <c:pt idx="741">
                  <c:v>0.91088357783224627</c:v>
                </c:pt>
                <c:pt idx="742">
                  <c:v>0.93539041389278155</c:v>
                </c:pt>
                <c:pt idx="743">
                  <c:v>0.92955578353744084</c:v>
                </c:pt>
                <c:pt idx="744">
                  <c:v>0.88189478517640907</c:v>
                </c:pt>
                <c:pt idx="745">
                  <c:v>0.86937646163343418</c:v>
                </c:pt>
                <c:pt idx="746">
                  <c:v>0.86723252415515661</c:v>
                </c:pt>
                <c:pt idx="747">
                  <c:v>0.85462496632061935</c:v>
                </c:pt>
                <c:pt idx="748">
                  <c:v>0.84661126122355512</c:v>
                </c:pt>
                <c:pt idx="749">
                  <c:v>0.84104897101821374</c:v>
                </c:pt>
                <c:pt idx="750">
                  <c:v>0.8322300967887738</c:v>
                </c:pt>
                <c:pt idx="751">
                  <c:v>0.82399577565926996</c:v>
                </c:pt>
                <c:pt idx="752">
                  <c:v>0.81976691297031201</c:v>
                </c:pt>
                <c:pt idx="753">
                  <c:v>0.82555118684026352</c:v>
                </c:pt>
                <c:pt idx="754">
                  <c:v>0.85600134091035296</c:v>
                </c:pt>
                <c:pt idx="755">
                  <c:v>0.85089020471287102</c:v>
                </c:pt>
                <c:pt idx="756">
                  <c:v>0.82915506480185508</c:v>
                </c:pt>
                <c:pt idx="757">
                  <c:v>0.81415044665789249</c:v>
                </c:pt>
                <c:pt idx="758">
                  <c:v>0.80835303618602694</c:v>
                </c:pt>
                <c:pt idx="759">
                  <c:v>0.80823561980509484</c:v>
                </c:pt>
                <c:pt idx="760">
                  <c:v>0.80638564742059093</c:v>
                </c:pt>
                <c:pt idx="761">
                  <c:v>0.80566725406396666</c:v>
                </c:pt>
                <c:pt idx="762">
                  <c:v>0.82320890498785393</c:v>
                </c:pt>
                <c:pt idx="763">
                  <c:v>0.91574732880209175</c:v>
                </c:pt>
                <c:pt idx="764">
                  <c:v>0.93441191827929004</c:v>
                </c:pt>
                <c:pt idx="765">
                  <c:v>0.88880235480585501</c:v>
                </c:pt>
                <c:pt idx="766">
                  <c:v>0.84118559175518448</c:v>
                </c:pt>
                <c:pt idx="767">
                  <c:v>0.81770739440943241</c:v>
                </c:pt>
                <c:pt idx="768">
                  <c:v>0.81971914163959947</c:v>
                </c:pt>
                <c:pt idx="769">
                  <c:v>0.82995130618279256</c:v>
                </c:pt>
                <c:pt idx="770">
                  <c:v>0.8389739769636323</c:v>
                </c:pt>
                <c:pt idx="771">
                  <c:v>0.84150165039503011</c:v>
                </c:pt>
                <c:pt idx="772">
                  <c:v>0.86118433641588943</c:v>
                </c:pt>
                <c:pt idx="773">
                  <c:v>0.86786733000694205</c:v>
                </c:pt>
                <c:pt idx="774">
                  <c:v>0.85783856428157956</c:v>
                </c:pt>
                <c:pt idx="775">
                  <c:v>0.74643892123032485</c:v>
                </c:pt>
                <c:pt idx="776">
                  <c:v>0.72044914451612496</c:v>
                </c:pt>
                <c:pt idx="777">
                  <c:v>0.72581764462680642</c:v>
                </c:pt>
                <c:pt idx="778">
                  <c:v>0.78529548199690125</c:v>
                </c:pt>
                <c:pt idx="779">
                  <c:v>0.81435861097960605</c:v>
                </c:pt>
                <c:pt idx="780">
                  <c:v>0.82142594814126424</c:v>
                </c:pt>
                <c:pt idx="781">
                  <c:v>0.87187438977539267</c:v>
                </c:pt>
                <c:pt idx="782">
                  <c:v>0.90793087812314555</c:v>
                </c:pt>
                <c:pt idx="783">
                  <c:v>0.90355271468275089</c:v>
                </c:pt>
                <c:pt idx="784">
                  <c:v>0.87061000319990201</c:v>
                </c:pt>
                <c:pt idx="785">
                  <c:v>0.86542496596775031</c:v>
                </c:pt>
                <c:pt idx="786">
                  <c:v>0.86066697508273571</c:v>
                </c:pt>
                <c:pt idx="787">
                  <c:v>0.81938351725962866</c:v>
                </c:pt>
                <c:pt idx="788">
                  <c:v>0.76865587369676203</c:v>
                </c:pt>
                <c:pt idx="789">
                  <c:v>0.73746537771780785</c:v>
                </c:pt>
                <c:pt idx="790">
                  <c:v>0.74382328186853219</c:v>
                </c:pt>
                <c:pt idx="791">
                  <c:v>0.79235507009521666</c:v>
                </c:pt>
                <c:pt idx="792">
                  <c:v>0.80062916291459507</c:v>
                </c:pt>
                <c:pt idx="793">
                  <c:v>0.80967447701874984</c:v>
                </c:pt>
                <c:pt idx="794">
                  <c:v>0.91847937803103685</c:v>
                </c:pt>
                <c:pt idx="795">
                  <c:v>0.95904955855727636</c:v>
                </c:pt>
                <c:pt idx="796">
                  <c:v>0.9123154028124002</c:v>
                </c:pt>
                <c:pt idx="797">
                  <c:v>0.76078586822418681</c:v>
                </c:pt>
                <c:pt idx="798">
                  <c:v>0.643694707288617</c:v>
                </c:pt>
                <c:pt idx="799">
                  <c:v>0.63428240785671686</c:v>
                </c:pt>
                <c:pt idx="800">
                  <c:v>0.64919202503504492</c:v>
                </c:pt>
                <c:pt idx="801">
                  <c:v>0.73656409691729652</c:v>
                </c:pt>
                <c:pt idx="802">
                  <c:v>0.75190981720486705</c:v>
                </c:pt>
                <c:pt idx="803">
                  <c:v>0.76518948907236128</c:v>
                </c:pt>
                <c:pt idx="804">
                  <c:v>0.84092199024155445</c:v>
                </c:pt>
                <c:pt idx="805">
                  <c:v>0.89019571426662381</c:v>
                </c:pt>
                <c:pt idx="806">
                  <c:v>0.89840116698145522</c:v>
                </c:pt>
                <c:pt idx="807">
                  <c:v>0.87355210300809005</c:v>
                </c:pt>
                <c:pt idx="808">
                  <c:v>0.85399878673535023</c:v>
                </c:pt>
                <c:pt idx="809">
                  <c:v>0.85164322627177613</c:v>
                </c:pt>
                <c:pt idx="810">
                  <c:v>0.8130987257633765</c:v>
                </c:pt>
                <c:pt idx="811">
                  <c:v>0.80174565039142043</c:v>
                </c:pt>
                <c:pt idx="812">
                  <c:v>0.80629478065995464</c:v>
                </c:pt>
                <c:pt idx="813">
                  <c:v>0.81494103835236709</c:v>
                </c:pt>
                <c:pt idx="814">
                  <c:v>0.81878252220255732</c:v>
                </c:pt>
                <c:pt idx="815">
                  <c:v>0.82277555860779583</c:v>
                </c:pt>
                <c:pt idx="816">
                  <c:v>0.84687460341396648</c:v>
                </c:pt>
                <c:pt idx="817">
                  <c:v>0.86181610393218266</c:v>
                </c:pt>
                <c:pt idx="818">
                  <c:v>0.8666246239589589</c:v>
                </c:pt>
                <c:pt idx="819">
                  <c:v>0.86318669706569151</c:v>
                </c:pt>
                <c:pt idx="820">
                  <c:v>0.83144420717590717</c:v>
                </c:pt>
                <c:pt idx="821">
                  <c:v>0.81477674848456905</c:v>
                </c:pt>
                <c:pt idx="822">
                  <c:v>0.8190871371157844</c:v>
                </c:pt>
                <c:pt idx="823">
                  <c:v>0.87679722976849739</c:v>
                </c:pt>
                <c:pt idx="824">
                  <c:v>0.86902523984867752</c:v>
                </c:pt>
                <c:pt idx="825">
                  <c:v>0.81318119589135496</c:v>
                </c:pt>
                <c:pt idx="826">
                  <c:v>0.73385525281944342</c:v>
                </c:pt>
                <c:pt idx="827">
                  <c:v>0.69852165018377499</c:v>
                </c:pt>
                <c:pt idx="828">
                  <c:v>0.7013123067272139</c:v>
                </c:pt>
                <c:pt idx="829">
                  <c:v>0.73355360790299617</c:v>
                </c:pt>
                <c:pt idx="830">
                  <c:v>0.75309729670942005</c:v>
                </c:pt>
                <c:pt idx="831">
                  <c:v>0.76249128513542686</c:v>
                </c:pt>
                <c:pt idx="832">
                  <c:v>0.85536519836173441</c:v>
                </c:pt>
                <c:pt idx="833">
                  <c:v>0.91999319325234319</c:v>
                </c:pt>
                <c:pt idx="834">
                  <c:v>0.93103625918935673</c:v>
                </c:pt>
                <c:pt idx="835">
                  <c:v>0.92922991999785598</c:v>
                </c:pt>
                <c:pt idx="836">
                  <c:v>0.90614908826752716</c:v>
                </c:pt>
                <c:pt idx="837">
                  <c:v>0.90003083163658393</c:v>
                </c:pt>
                <c:pt idx="838">
                  <c:v>0.86536074984529854</c:v>
                </c:pt>
                <c:pt idx="839">
                  <c:v>0.83823817077384344</c:v>
                </c:pt>
                <c:pt idx="840">
                  <c:v>0.8390126361267245</c:v>
                </c:pt>
                <c:pt idx="841">
                  <c:v>0.84393645919670124</c:v>
                </c:pt>
                <c:pt idx="842">
                  <c:v>0.8485814405642127</c:v>
                </c:pt>
                <c:pt idx="843">
                  <c:v>0.85038577357413447</c:v>
                </c:pt>
                <c:pt idx="844">
                  <c:v>0.86204497412611403</c:v>
                </c:pt>
                <c:pt idx="845">
                  <c:v>0.93097205667107119</c:v>
                </c:pt>
                <c:pt idx="846">
                  <c:v>0.95272321730356324</c:v>
                </c:pt>
                <c:pt idx="847">
                  <c:v>0.94585558478039045</c:v>
                </c:pt>
                <c:pt idx="848">
                  <c:v>0.90553532704314055</c:v>
                </c:pt>
                <c:pt idx="849">
                  <c:v>0.86935627537986737</c:v>
                </c:pt>
                <c:pt idx="850">
                  <c:v>0.85925094190695073</c:v>
                </c:pt>
                <c:pt idx="851">
                  <c:v>0.87240441708411842</c:v>
                </c:pt>
                <c:pt idx="852">
                  <c:v>0.93080570207147406</c:v>
                </c:pt>
                <c:pt idx="853">
                  <c:v>0.9307405660065311</c:v>
                </c:pt>
                <c:pt idx="854">
                  <c:v>0.9306724862738871</c:v>
                </c:pt>
                <c:pt idx="855">
                  <c:v>0.92976541976285354</c:v>
                </c:pt>
                <c:pt idx="856">
                  <c:v>0.92931312747114303</c:v>
                </c:pt>
                <c:pt idx="857">
                  <c:v>0.9292498725292907</c:v>
                </c:pt>
                <c:pt idx="858">
                  <c:v>0.92969825641271686</c:v>
                </c:pt>
                <c:pt idx="859">
                  <c:v>0.93494973432965967</c:v>
                </c:pt>
                <c:pt idx="860">
                  <c:v>0.93563975554962153</c:v>
                </c:pt>
                <c:pt idx="861">
                  <c:v>0.90970294143551911</c:v>
                </c:pt>
                <c:pt idx="862">
                  <c:v>0.87876889137106062</c:v>
                </c:pt>
                <c:pt idx="863">
                  <c:v>0.86301118650205011</c:v>
                </c:pt>
                <c:pt idx="864">
                  <c:v>0.86340901523909552</c:v>
                </c:pt>
                <c:pt idx="865">
                  <c:v>0.86713439691119232</c:v>
                </c:pt>
                <c:pt idx="866">
                  <c:v>0.87083695616462997</c:v>
                </c:pt>
                <c:pt idx="867">
                  <c:v>0.87383196864171409</c:v>
                </c:pt>
                <c:pt idx="868">
                  <c:v>0.87518340023607577</c:v>
                </c:pt>
                <c:pt idx="869">
                  <c:v>0.87779021391908252</c:v>
                </c:pt>
                <c:pt idx="870">
                  <c:v>0.9002684926531076</c:v>
                </c:pt>
                <c:pt idx="871">
                  <c:v>0.90693843312293188</c:v>
                </c:pt>
                <c:pt idx="872">
                  <c:v>0.90107668462866375</c:v>
                </c:pt>
                <c:pt idx="873">
                  <c:v>0.85596565501132682</c:v>
                </c:pt>
                <c:pt idx="874">
                  <c:v>0.83103728883121197</c:v>
                </c:pt>
                <c:pt idx="875">
                  <c:v>0.83326982643967129</c:v>
                </c:pt>
                <c:pt idx="876">
                  <c:v>0.8714904336143201</c:v>
                </c:pt>
                <c:pt idx="877">
                  <c:v>0.87730772158119885</c:v>
                </c:pt>
                <c:pt idx="878">
                  <c:v>0.8763213765287069</c:v>
                </c:pt>
                <c:pt idx="879">
                  <c:v>0.8615261590733766</c:v>
                </c:pt>
                <c:pt idx="880">
                  <c:v>0.85753145524137631</c:v>
                </c:pt>
                <c:pt idx="881">
                  <c:v>0.86038202800373575</c:v>
                </c:pt>
                <c:pt idx="882">
                  <c:v>0.88177287211306332</c:v>
                </c:pt>
                <c:pt idx="883">
                  <c:v>0.89324606491577607</c:v>
                </c:pt>
                <c:pt idx="884">
                  <c:v>0.89489594196391342</c:v>
                </c:pt>
                <c:pt idx="885">
                  <c:v>0.92612033280410311</c:v>
                </c:pt>
                <c:pt idx="886">
                  <c:v>0.928308788930159</c:v>
                </c:pt>
                <c:pt idx="887">
                  <c:v>0.92576589958953004</c:v>
                </c:pt>
                <c:pt idx="888">
                  <c:v>0.89848048834925098</c:v>
                </c:pt>
                <c:pt idx="889">
                  <c:v>0.89056338354619835</c:v>
                </c:pt>
                <c:pt idx="890">
                  <c:v>0.88804228711101318</c:v>
                </c:pt>
                <c:pt idx="891">
                  <c:v>0.87585939410930735</c:v>
                </c:pt>
                <c:pt idx="892">
                  <c:v>0.86478141574795175</c:v>
                </c:pt>
                <c:pt idx="893">
                  <c:v>0.8632754401570476</c:v>
                </c:pt>
                <c:pt idx="894">
                  <c:v>0.86332196428953023</c:v>
                </c:pt>
                <c:pt idx="895">
                  <c:v>0.86305256227640603</c:v>
                </c:pt>
                <c:pt idx="896">
                  <c:v>0.86298718967675003</c:v>
                </c:pt>
                <c:pt idx="897">
                  <c:v>0.85979893104720084</c:v>
                </c:pt>
                <c:pt idx="898">
                  <c:v>0.81877724127459861</c:v>
                </c:pt>
                <c:pt idx="899">
                  <c:v>0.78800535121726889</c:v>
                </c:pt>
                <c:pt idx="900">
                  <c:v>0.79167464926933417</c:v>
                </c:pt>
                <c:pt idx="901">
                  <c:v>0.81413845492788217</c:v>
                </c:pt>
                <c:pt idx="902">
                  <c:v>0.8338903756856576</c:v>
                </c:pt>
                <c:pt idx="903">
                  <c:v>0.84414069576906414</c:v>
                </c:pt>
                <c:pt idx="904">
                  <c:v>0.85163357104169091</c:v>
                </c:pt>
                <c:pt idx="905">
                  <c:v>0.91206283536560351</c:v>
                </c:pt>
                <c:pt idx="906">
                  <c:v>0.93733264425839768</c:v>
                </c:pt>
                <c:pt idx="907">
                  <c:v>0.93562557663600454</c:v>
                </c:pt>
                <c:pt idx="908">
                  <c:v>0.92184643204601724</c:v>
                </c:pt>
                <c:pt idx="909">
                  <c:v>0.90766678370715537</c:v>
                </c:pt>
                <c:pt idx="910">
                  <c:v>0.89690300524014377</c:v>
                </c:pt>
                <c:pt idx="911">
                  <c:v>0.89420086831007761</c:v>
                </c:pt>
                <c:pt idx="912">
                  <c:v>0.90031398450259403</c:v>
                </c:pt>
                <c:pt idx="913">
                  <c:v>0.90889511566397652</c:v>
                </c:pt>
                <c:pt idx="914">
                  <c:v>0.91133881052878962</c:v>
                </c:pt>
                <c:pt idx="915">
                  <c:v>0.91436941762199631</c:v>
                </c:pt>
                <c:pt idx="916">
                  <c:v>0.93286336525857094</c:v>
                </c:pt>
                <c:pt idx="917">
                  <c:v>0.94314378035992674</c:v>
                </c:pt>
                <c:pt idx="918">
                  <c:v>0.94252707296315763</c:v>
                </c:pt>
                <c:pt idx="919">
                  <c:v>0.93761589857404415</c:v>
                </c:pt>
                <c:pt idx="920">
                  <c:v>0.93404621451385461</c:v>
                </c:pt>
                <c:pt idx="921">
                  <c:v>0.93346328795207112</c:v>
                </c:pt>
                <c:pt idx="922">
                  <c:v>0.93224262599279051</c:v>
                </c:pt>
                <c:pt idx="923">
                  <c:v>0.92064794348340406</c:v>
                </c:pt>
                <c:pt idx="924">
                  <c:v>0.91775449409455589</c:v>
                </c:pt>
                <c:pt idx="925">
                  <c:v>0.91449935307750363</c:v>
                </c:pt>
                <c:pt idx="926">
                  <c:v>0.89972624124945211</c:v>
                </c:pt>
                <c:pt idx="927">
                  <c:v>0.89400232705601856</c:v>
                </c:pt>
                <c:pt idx="928">
                  <c:v>0.89256960097766158</c:v>
                </c:pt>
                <c:pt idx="929">
                  <c:v>0.88008744998766875</c:v>
                </c:pt>
                <c:pt idx="930">
                  <c:v>0.8678347872151827</c:v>
                </c:pt>
                <c:pt idx="931">
                  <c:v>0.86336268400313998</c:v>
                </c:pt>
                <c:pt idx="932">
                  <c:v>0.86568579670441015</c:v>
                </c:pt>
                <c:pt idx="933">
                  <c:v>0.89192258692256965</c:v>
                </c:pt>
                <c:pt idx="934">
                  <c:v>0.89397278601587638</c:v>
                </c:pt>
                <c:pt idx="935">
                  <c:v>0.89729835165474503</c:v>
                </c:pt>
                <c:pt idx="936">
                  <c:v>0.91677130806927876</c:v>
                </c:pt>
                <c:pt idx="937">
                  <c:v>0.92569798178060103</c:v>
                </c:pt>
                <c:pt idx="938">
                  <c:v>0.92885143501284628</c:v>
                </c:pt>
                <c:pt idx="939">
                  <c:v>0.92947293551274124</c:v>
                </c:pt>
                <c:pt idx="940">
                  <c:v>0.93741753260075744</c:v>
                </c:pt>
                <c:pt idx="941">
                  <c:v>0.94059847222722204</c:v>
                </c:pt>
                <c:pt idx="942">
                  <c:v>0.93784439312094492</c:v>
                </c:pt>
                <c:pt idx="943">
                  <c:v>0.91150778003561439</c:v>
                </c:pt>
                <c:pt idx="944">
                  <c:v>0.89475870386195799</c:v>
                </c:pt>
                <c:pt idx="945">
                  <c:v>0.8949251123836941</c:v>
                </c:pt>
                <c:pt idx="946">
                  <c:v>0.89780063149907852</c:v>
                </c:pt>
                <c:pt idx="947">
                  <c:v>0.90000624676766861</c:v>
                </c:pt>
                <c:pt idx="948">
                  <c:v>0.8980498710927014</c:v>
                </c:pt>
                <c:pt idx="949">
                  <c:v>0.8865244899876622</c:v>
                </c:pt>
                <c:pt idx="950">
                  <c:v>0.87106832420033942</c:v>
                </c:pt>
                <c:pt idx="951">
                  <c:v>0.86950521076798504</c:v>
                </c:pt>
                <c:pt idx="952">
                  <c:v>0.86651118549895823</c:v>
                </c:pt>
                <c:pt idx="953">
                  <c:v>0.83518387954686746</c:v>
                </c:pt>
                <c:pt idx="954">
                  <c:v>0.82489680801814191</c:v>
                </c:pt>
                <c:pt idx="955">
                  <c:v>0.82545525765094185</c:v>
                </c:pt>
                <c:pt idx="956">
                  <c:v>0.83227946382494999</c:v>
                </c:pt>
                <c:pt idx="957">
                  <c:v>0.83628343495528157</c:v>
                </c:pt>
                <c:pt idx="958">
                  <c:v>0.83680608558261182</c:v>
                </c:pt>
                <c:pt idx="959">
                  <c:v>0.84075250085455855</c:v>
                </c:pt>
                <c:pt idx="960">
                  <c:v>0.85051977839421788</c:v>
                </c:pt>
                <c:pt idx="961">
                  <c:v>0.85561519844981371</c:v>
                </c:pt>
                <c:pt idx="962">
                  <c:v>0.86136161760923113</c:v>
                </c:pt>
                <c:pt idx="963">
                  <c:v>0.90044180830120923</c:v>
                </c:pt>
                <c:pt idx="964">
                  <c:v>0.91438110501269509</c:v>
                </c:pt>
                <c:pt idx="965">
                  <c:v>0.91599810630765499</c:v>
                </c:pt>
                <c:pt idx="966">
                  <c:v>0.92809143975827046</c:v>
                </c:pt>
                <c:pt idx="967">
                  <c:v>0.93716899237811269</c:v>
                </c:pt>
                <c:pt idx="968">
                  <c:v>0.93764986839933617</c:v>
                </c:pt>
                <c:pt idx="969">
                  <c:v>0.94176982980135016</c:v>
                </c:pt>
                <c:pt idx="970">
                  <c:v>0.94356934706337259</c:v>
                </c:pt>
                <c:pt idx="971">
                  <c:v>0.94309683656205923</c:v>
                </c:pt>
                <c:pt idx="972">
                  <c:v>0.94103872340558603</c:v>
                </c:pt>
                <c:pt idx="973">
                  <c:v>0.94042294042964925</c:v>
                </c:pt>
                <c:pt idx="974">
                  <c:v>0.94040795559364454</c:v>
                </c:pt>
                <c:pt idx="975">
                  <c:v>0.94035152565362812</c:v>
                </c:pt>
                <c:pt idx="976">
                  <c:v>0.94002171665103917</c:v>
                </c:pt>
                <c:pt idx="977">
                  <c:v>0.93992659936368084</c:v>
                </c:pt>
                <c:pt idx="978">
                  <c:v>0.93780321206174</c:v>
                </c:pt>
                <c:pt idx="979">
                  <c:v>0.93642411794942615</c:v>
                </c:pt>
                <c:pt idx="980">
                  <c:v>0.93604378297926072</c:v>
                </c:pt>
                <c:pt idx="981">
                  <c:v>0.9363889941357606</c:v>
                </c:pt>
                <c:pt idx="982">
                  <c:v>0.94112447100079277</c:v>
                </c:pt>
                <c:pt idx="983">
                  <c:v>0.94227281673856966</c:v>
                </c:pt>
                <c:pt idx="984">
                  <c:v>0.94058158863354036</c:v>
                </c:pt>
                <c:pt idx="985">
                  <c:v>0.93070674732217662</c:v>
                </c:pt>
                <c:pt idx="986">
                  <c:v>0.92909183443413557</c:v>
                </c:pt>
                <c:pt idx="987">
                  <c:v>0.92875277594481731</c:v>
                </c:pt>
                <c:pt idx="988">
                  <c:v>0.92227823585287472</c:v>
                </c:pt>
                <c:pt idx="989">
                  <c:v>0.91560085578797679</c:v>
                </c:pt>
                <c:pt idx="990">
                  <c:v>0.90728476824356086</c:v>
                </c:pt>
                <c:pt idx="991">
                  <c:v>0.90387321740795368</c:v>
                </c:pt>
                <c:pt idx="992">
                  <c:v>0.9039579336891681</c:v>
                </c:pt>
                <c:pt idx="993">
                  <c:v>0.90539269173612846</c:v>
                </c:pt>
                <c:pt idx="994">
                  <c:v>0.90592433095594549</c:v>
                </c:pt>
                <c:pt idx="995">
                  <c:v>0.90266708402524087</c:v>
                </c:pt>
                <c:pt idx="996">
                  <c:v>0.87987150328922537</c:v>
                </c:pt>
                <c:pt idx="997">
                  <c:v>0.87733463336586326</c:v>
                </c:pt>
                <c:pt idx="998">
                  <c:v>0.86963290577516161</c:v>
                </c:pt>
                <c:pt idx="999">
                  <c:v>0.86073547403574457</c:v>
                </c:pt>
                <c:pt idx="1000">
                  <c:v>0.85639633130320858</c:v>
                </c:pt>
                <c:pt idx="1001">
                  <c:v>0.85861567148206563</c:v>
                </c:pt>
                <c:pt idx="1002">
                  <c:v>0.88810013754978578</c:v>
                </c:pt>
                <c:pt idx="1003">
                  <c:v>0.89756107481014558</c:v>
                </c:pt>
                <c:pt idx="1004">
                  <c:v>0.89771890612538907</c:v>
                </c:pt>
                <c:pt idx="1005">
                  <c:v>0.8983617118917705</c:v>
                </c:pt>
                <c:pt idx="1006">
                  <c:v>0.89855612399909235</c:v>
                </c:pt>
                <c:pt idx="1007">
                  <c:v>0.90083742319153348</c:v>
                </c:pt>
                <c:pt idx="1008">
                  <c:v>0.90433900369346887</c:v>
                </c:pt>
                <c:pt idx="1009">
                  <c:v>0.90711313266143623</c:v>
                </c:pt>
                <c:pt idx="1010">
                  <c:v>0.90834149216003912</c:v>
                </c:pt>
                <c:pt idx="1011">
                  <c:v>0.91153477505353975</c:v>
                </c:pt>
                <c:pt idx="1012">
                  <c:v>0.92076128590743944</c:v>
                </c:pt>
                <c:pt idx="1013">
                  <c:v>0.9233528846068102</c:v>
                </c:pt>
                <c:pt idx="1014">
                  <c:v>0.9221120932044139</c:v>
                </c:pt>
                <c:pt idx="1015">
                  <c:v>0.91884428784011185</c:v>
                </c:pt>
                <c:pt idx="1016">
                  <c:v>0.91834543275118596</c:v>
                </c:pt>
                <c:pt idx="1017">
                  <c:v>0.91757638143024656</c:v>
                </c:pt>
                <c:pt idx="1018">
                  <c:v>0.91151624640619255</c:v>
                </c:pt>
                <c:pt idx="1019">
                  <c:v>0.9090398508938633</c:v>
                </c:pt>
                <c:pt idx="1020">
                  <c:v>0.91655262124553372</c:v>
                </c:pt>
                <c:pt idx="1021">
                  <c:v>0.93304289783275207</c:v>
                </c:pt>
                <c:pt idx="1022">
                  <c:v>0.93577611325112631</c:v>
                </c:pt>
                <c:pt idx="1023">
                  <c:v>0.93488729068511023</c:v>
                </c:pt>
                <c:pt idx="1024">
                  <c:v>0.93439596302008876</c:v>
                </c:pt>
                <c:pt idx="1025">
                  <c:v>0.93261566928657702</c:v>
                </c:pt>
                <c:pt idx="1026">
                  <c:v>0.93229247104192048</c:v>
                </c:pt>
                <c:pt idx="1027">
                  <c:v>0.93195584060154735</c:v>
                </c:pt>
                <c:pt idx="1028">
                  <c:v>0.9291472939304779</c:v>
                </c:pt>
                <c:pt idx="1029">
                  <c:v>0.9277838260343364</c:v>
                </c:pt>
                <c:pt idx="1030">
                  <c:v>0.92746226018224376</c:v>
                </c:pt>
                <c:pt idx="1031">
                  <c:v>0.92451795146552063</c:v>
                </c:pt>
                <c:pt idx="1032">
                  <c:v>0.91957256878942528</c:v>
                </c:pt>
                <c:pt idx="1033">
                  <c:v>0.91844736514411807</c:v>
                </c:pt>
                <c:pt idx="1034">
                  <c:v>0.9184024436969066</c:v>
                </c:pt>
                <c:pt idx="1035">
                  <c:v>0.91794117996352809</c:v>
                </c:pt>
                <c:pt idx="1036">
                  <c:v>0.91878079859313788</c:v>
                </c:pt>
                <c:pt idx="1037">
                  <c:v>0.92348112908583069</c:v>
                </c:pt>
                <c:pt idx="1038">
                  <c:v>0.92782214471004976</c:v>
                </c:pt>
                <c:pt idx="1039">
                  <c:v>0.92879600155263042</c:v>
                </c:pt>
                <c:pt idx="1040">
                  <c:v>0.9297338016412181</c:v>
                </c:pt>
                <c:pt idx="1041">
                  <c:v>0.93149870077822461</c:v>
                </c:pt>
                <c:pt idx="1042">
                  <c:v>0.93165918458773944</c:v>
                </c:pt>
                <c:pt idx="1043">
                  <c:v>0.93264744409679901</c:v>
                </c:pt>
                <c:pt idx="1044">
                  <c:v>0.94019378813948706</c:v>
                </c:pt>
                <c:pt idx="1045">
                  <c:v>0.94304857864162139</c:v>
                </c:pt>
                <c:pt idx="1046">
                  <c:v>0.94317305250765149</c:v>
                </c:pt>
                <c:pt idx="1047">
                  <c:v>0.94410925718743388</c:v>
                </c:pt>
                <c:pt idx="1048">
                  <c:v>0.94477245766951345</c:v>
                </c:pt>
                <c:pt idx="1049">
                  <c:v>0.93914828380485771</c:v>
                </c:pt>
                <c:pt idx="1050">
                  <c:v>0.91478399628512241</c:v>
                </c:pt>
                <c:pt idx="1051">
                  <c:v>0.90929883572079595</c:v>
                </c:pt>
                <c:pt idx="1052">
                  <c:v>0.90720170383586352</c:v>
                </c:pt>
                <c:pt idx="1053">
                  <c:v>0.87565119160545068</c:v>
                </c:pt>
                <c:pt idx="1054">
                  <c:v>0.86730143695343798</c:v>
                </c:pt>
                <c:pt idx="1055">
                  <c:v>0.86611632587335374</c:v>
                </c:pt>
                <c:pt idx="1056">
                  <c:v>0.85192926131815438</c:v>
                </c:pt>
                <c:pt idx="1057">
                  <c:v>0.84389443416867094</c:v>
                </c:pt>
                <c:pt idx="1058">
                  <c:v>0.8380287888206247</c:v>
                </c:pt>
                <c:pt idx="1059">
                  <c:v>0.79753106396288509</c:v>
                </c:pt>
                <c:pt idx="1060">
                  <c:v>0.76732848912945506</c:v>
                </c:pt>
                <c:pt idx="1061">
                  <c:v>0.75912515445565798</c:v>
                </c:pt>
                <c:pt idx="1062">
                  <c:v>0.76504122262627594</c:v>
                </c:pt>
                <c:pt idx="1063">
                  <c:v>0.77502205830902349</c:v>
                </c:pt>
                <c:pt idx="1064">
                  <c:v>0.78522046682388602</c:v>
                </c:pt>
                <c:pt idx="1065">
                  <c:v>0.79320249899181106</c:v>
                </c:pt>
                <c:pt idx="1066">
                  <c:v>0.91295308606185366</c:v>
                </c:pt>
                <c:pt idx="1067">
                  <c:v>0.92219861225002253</c:v>
                </c:pt>
                <c:pt idx="1068">
                  <c:v>0.92098360177853256</c:v>
                </c:pt>
                <c:pt idx="1069">
                  <c:v>0.91306393824767429</c:v>
                </c:pt>
                <c:pt idx="1070">
                  <c:v>0.90259595936857928</c:v>
                </c:pt>
                <c:pt idx="1071">
                  <c:v>0.89576622776190129</c:v>
                </c:pt>
                <c:pt idx="1072">
                  <c:v>0.89815265677851586</c:v>
                </c:pt>
                <c:pt idx="1073">
                  <c:v>0.9304212622871062</c:v>
                </c:pt>
                <c:pt idx="1074">
                  <c:v>0.93290749890967184</c:v>
                </c:pt>
                <c:pt idx="1075">
                  <c:v>0.92951925421855064</c:v>
                </c:pt>
                <c:pt idx="1076">
                  <c:v>0.90028348856978924</c:v>
                </c:pt>
                <c:pt idx="1077">
                  <c:v>0.89461241887664411</c:v>
                </c:pt>
                <c:pt idx="1078">
                  <c:v>0.89333315506767597</c:v>
                </c:pt>
                <c:pt idx="1079">
                  <c:v>0.88577071478521285</c:v>
                </c:pt>
                <c:pt idx="1080">
                  <c:v>0.8819012070860649</c:v>
                </c:pt>
                <c:pt idx="1081">
                  <c:v>0.88245392136947065</c:v>
                </c:pt>
                <c:pt idx="1082">
                  <c:v>0.89266286353961388</c:v>
                </c:pt>
                <c:pt idx="1083">
                  <c:v>0.89315275074336875</c:v>
                </c:pt>
                <c:pt idx="1084">
                  <c:v>0.89815433462725136</c:v>
                </c:pt>
                <c:pt idx="1085">
                  <c:v>0.89857843479027999</c:v>
                </c:pt>
                <c:pt idx="1086">
                  <c:v>0.88794326072035767</c:v>
                </c:pt>
                <c:pt idx="1087">
                  <c:v>0.8745825780404699</c:v>
                </c:pt>
                <c:pt idx="1088">
                  <c:v>0.86335093544732311</c:v>
                </c:pt>
                <c:pt idx="1089">
                  <c:v>0.86177176596093386</c:v>
                </c:pt>
                <c:pt idx="1090">
                  <c:v>0.84861718660197938</c:v>
                </c:pt>
                <c:pt idx="1091">
                  <c:v>0.84637222461616723</c:v>
                </c:pt>
                <c:pt idx="1092">
                  <c:v>0.84649234809519258</c:v>
                </c:pt>
                <c:pt idx="1093">
                  <c:v>0.84805860124254706</c:v>
                </c:pt>
                <c:pt idx="1094">
                  <c:v>0.84873398211444095</c:v>
                </c:pt>
                <c:pt idx="1095">
                  <c:v>0.85277301236573155</c:v>
                </c:pt>
                <c:pt idx="1096">
                  <c:v>0.90226517985078158</c:v>
                </c:pt>
                <c:pt idx="1097">
                  <c:v>0.93657650903307321</c:v>
                </c:pt>
                <c:pt idx="1098">
                  <c:v>0.92975313926060332</c:v>
                </c:pt>
                <c:pt idx="1099">
                  <c:v>0.90794936847613483</c:v>
                </c:pt>
                <c:pt idx="1100">
                  <c:v>0.90395915798533522</c:v>
                </c:pt>
                <c:pt idx="1101">
                  <c:v>0.90400277036852583</c:v>
                </c:pt>
                <c:pt idx="1102">
                  <c:v>0.9042323026847866</c:v>
                </c:pt>
                <c:pt idx="1103">
                  <c:v>0.90415475571752957</c:v>
                </c:pt>
                <c:pt idx="1104">
                  <c:v>0.90077831455342761</c:v>
                </c:pt>
                <c:pt idx="1105">
                  <c:v>0.8899226162587075</c:v>
                </c:pt>
                <c:pt idx="1106">
                  <c:v>0.88020117944346477</c:v>
                </c:pt>
                <c:pt idx="1107">
                  <c:v>0.8679174407721284</c:v>
                </c:pt>
                <c:pt idx="1108">
                  <c:v>0.86333137559639295</c:v>
                </c:pt>
                <c:pt idx="1109">
                  <c:v>0.8661627202418728</c:v>
                </c:pt>
                <c:pt idx="1110">
                  <c:v>0.87157318919493043</c:v>
                </c:pt>
                <c:pt idx="1111">
                  <c:v>0.87525360720314471</c:v>
                </c:pt>
                <c:pt idx="1112">
                  <c:v>0.87162162742571481</c:v>
                </c:pt>
                <c:pt idx="1113">
                  <c:v>0.84973312064191542</c:v>
                </c:pt>
                <c:pt idx="1114">
                  <c:v>0.83671493747471504</c:v>
                </c:pt>
                <c:pt idx="1115">
                  <c:v>0.82798336321468047</c:v>
                </c:pt>
                <c:pt idx="1116">
                  <c:v>0.76179390947334158</c:v>
                </c:pt>
                <c:pt idx="1117">
                  <c:v>0.75523557289119692</c:v>
                </c:pt>
                <c:pt idx="1118">
                  <c:v>0.75742176314873444</c:v>
                </c:pt>
                <c:pt idx="1119">
                  <c:v>0.78666636315394989</c:v>
                </c:pt>
                <c:pt idx="1120">
                  <c:v>0.79408815084203876</c:v>
                </c:pt>
                <c:pt idx="1121">
                  <c:v>0.80472742531014918</c:v>
                </c:pt>
                <c:pt idx="1122">
                  <c:v>0.86461062084507145</c:v>
                </c:pt>
                <c:pt idx="1123">
                  <c:v>0.90232278047850445</c:v>
                </c:pt>
                <c:pt idx="1124">
                  <c:v>0.90153015734139952</c:v>
                </c:pt>
                <c:pt idx="1125">
                  <c:v>0.89517307169845917</c:v>
                </c:pt>
                <c:pt idx="1126">
                  <c:v>0.89235641496447771</c:v>
                </c:pt>
                <c:pt idx="1127">
                  <c:v>0.89396257399750789</c:v>
                </c:pt>
                <c:pt idx="1128">
                  <c:v>0.90338670701243173</c:v>
                </c:pt>
                <c:pt idx="1129">
                  <c:v>0.91277250187542591</c:v>
                </c:pt>
                <c:pt idx="1130">
                  <c:v>0.91876974614772233</c:v>
                </c:pt>
                <c:pt idx="1131">
                  <c:v>0.90228738397380626</c:v>
                </c:pt>
                <c:pt idx="1132">
                  <c:v>0.76637098433727713</c:v>
                </c:pt>
                <c:pt idx="1133">
                  <c:v>0.76747282843449272</c:v>
                </c:pt>
                <c:pt idx="1134">
                  <c:v>0.77406135568055046</c:v>
                </c:pt>
                <c:pt idx="1135">
                  <c:v>0.78009473793128958</c:v>
                </c:pt>
                <c:pt idx="1136">
                  <c:v>0.78374971561927731</c:v>
                </c:pt>
                <c:pt idx="1137">
                  <c:v>0.82735515988995945</c:v>
                </c:pt>
                <c:pt idx="1138">
                  <c:v>0.92665909561564264</c:v>
                </c:pt>
                <c:pt idx="1139">
                  <c:v>0.91976730322570233</c:v>
                </c:pt>
                <c:pt idx="1140">
                  <c:v>0.89964189718835841</c:v>
                </c:pt>
                <c:pt idx="1141">
                  <c:v>0.87684354083370086</c:v>
                </c:pt>
                <c:pt idx="1142">
                  <c:v>0.86928966503715221</c:v>
                </c:pt>
                <c:pt idx="1143">
                  <c:v>0.86813230118681806</c:v>
                </c:pt>
                <c:pt idx="1144">
                  <c:v>0.86155816912630534</c:v>
                </c:pt>
                <c:pt idx="1145">
                  <c:v>0.85446279988851748</c:v>
                </c:pt>
                <c:pt idx="1146">
                  <c:v>0.84999253341681935</c:v>
                </c:pt>
                <c:pt idx="1147">
                  <c:v>0.85173963308025136</c:v>
                </c:pt>
                <c:pt idx="1148">
                  <c:v>0.85316754586518306</c:v>
                </c:pt>
                <c:pt idx="1149">
                  <c:v>0.87516323065384827</c:v>
                </c:pt>
                <c:pt idx="1150">
                  <c:v>0.87710362781938456</c:v>
                </c:pt>
                <c:pt idx="1151">
                  <c:v>0.8884025082143906</c:v>
                </c:pt>
                <c:pt idx="1152">
                  <c:v>0.89190928066442632</c:v>
                </c:pt>
                <c:pt idx="1153">
                  <c:v>0.88877989288691328</c:v>
                </c:pt>
                <c:pt idx="1154">
                  <c:v>0.87388733212403746</c:v>
                </c:pt>
                <c:pt idx="1155">
                  <c:v>0.86304233871732094</c:v>
                </c:pt>
                <c:pt idx="1156">
                  <c:v>0.86283608958094604</c:v>
                </c:pt>
                <c:pt idx="1157">
                  <c:v>0.86259340010879115</c:v>
                </c:pt>
                <c:pt idx="1158">
                  <c:v>0.85653945268931309</c:v>
                </c:pt>
                <c:pt idx="1159">
                  <c:v>0.85583787749460838</c:v>
                </c:pt>
                <c:pt idx="1160">
                  <c:v>0.82604418283127568</c:v>
                </c:pt>
                <c:pt idx="1161">
                  <c:v>0.78857870755437842</c:v>
                </c:pt>
                <c:pt idx="1162">
                  <c:v>0.78280054820340894</c:v>
                </c:pt>
                <c:pt idx="1163">
                  <c:v>0.77466578422932997</c:v>
                </c:pt>
                <c:pt idx="1164">
                  <c:v>0.76853654485185208</c:v>
                </c:pt>
                <c:pt idx="1165">
                  <c:v>0.76758463683859857</c:v>
                </c:pt>
                <c:pt idx="1166">
                  <c:v>0.76869427562525605</c:v>
                </c:pt>
                <c:pt idx="1167">
                  <c:v>0.77692221254929417</c:v>
                </c:pt>
                <c:pt idx="1168">
                  <c:v>0.78043645173842036</c:v>
                </c:pt>
                <c:pt idx="1169">
                  <c:v>0.78893344593836079</c:v>
                </c:pt>
                <c:pt idx="1170">
                  <c:v>0.83773333361442848</c:v>
                </c:pt>
                <c:pt idx="1171">
                  <c:v>0.84446379941181848</c:v>
                </c:pt>
                <c:pt idx="1172">
                  <c:v>0.85096573412523224</c:v>
                </c:pt>
                <c:pt idx="1173">
                  <c:v>0.90653204153096256</c:v>
                </c:pt>
                <c:pt idx="1174">
                  <c:v>0.95854917304432941</c:v>
                </c:pt>
                <c:pt idx="1175">
                  <c:v>0.97048715107179906</c:v>
                </c:pt>
                <c:pt idx="1176">
                  <c:v>0.95705885927364742</c:v>
                </c:pt>
                <c:pt idx="1177">
                  <c:v>0.91622095931091785</c:v>
                </c:pt>
                <c:pt idx="1178">
                  <c:v>0.90713137960478185</c:v>
                </c:pt>
                <c:pt idx="1179">
                  <c:v>0.9086925891285893</c:v>
                </c:pt>
                <c:pt idx="1180">
                  <c:v>0.92046943759724442</c:v>
                </c:pt>
                <c:pt idx="1181">
                  <c:v>0.92500913776765203</c:v>
                </c:pt>
                <c:pt idx="1182">
                  <c:v>0.92240039445256938</c:v>
                </c:pt>
                <c:pt idx="1183">
                  <c:v>0.8954689093430257</c:v>
                </c:pt>
                <c:pt idx="1184">
                  <c:v>0.87679181229677905</c:v>
                </c:pt>
                <c:pt idx="1185">
                  <c:v>0.87340546403740549</c:v>
                </c:pt>
                <c:pt idx="1186">
                  <c:v>0.87172516130551492</c:v>
                </c:pt>
                <c:pt idx="1187">
                  <c:v>0.87112421207156565</c:v>
                </c:pt>
                <c:pt idx="1188">
                  <c:v>0.86865400094530354</c:v>
                </c:pt>
                <c:pt idx="1189">
                  <c:v>0.86720014579278659</c:v>
                </c:pt>
                <c:pt idx="1190">
                  <c:v>0.87211584308282819</c:v>
                </c:pt>
                <c:pt idx="1191">
                  <c:v>0.91974790622462643</c:v>
                </c:pt>
                <c:pt idx="1192">
                  <c:v>0.9514771550627712</c:v>
                </c:pt>
                <c:pt idx="1193">
                  <c:v>0.94856957364861105</c:v>
                </c:pt>
                <c:pt idx="1194">
                  <c:v>0.93253430307424345</c:v>
                </c:pt>
                <c:pt idx="1195">
                  <c:v>0.91970454035623261</c:v>
                </c:pt>
                <c:pt idx="1196">
                  <c:v>0.91565067045224824</c:v>
                </c:pt>
                <c:pt idx="1197">
                  <c:v>0.91650194408253272</c:v>
                </c:pt>
                <c:pt idx="1198">
                  <c:v>0.92193739474716896</c:v>
                </c:pt>
                <c:pt idx="1199">
                  <c:v>0.92401678903833206</c:v>
                </c:pt>
                <c:pt idx="1200">
                  <c:v>0.9131174379342033</c:v>
                </c:pt>
                <c:pt idx="1201">
                  <c:v>0.82528909993497257</c:v>
                </c:pt>
                <c:pt idx="1202">
                  <c:v>0.81164827746550627</c:v>
                </c:pt>
                <c:pt idx="1203">
                  <c:v>0.80181258067965655</c:v>
                </c:pt>
                <c:pt idx="1204">
                  <c:v>0.80324651805743952</c:v>
                </c:pt>
                <c:pt idx="1205">
                  <c:v>0.81205558543776102</c:v>
                </c:pt>
                <c:pt idx="1206">
                  <c:v>0.82234760347719515</c:v>
                </c:pt>
                <c:pt idx="1207">
                  <c:v>0.83077303853631268</c:v>
                </c:pt>
                <c:pt idx="1208">
                  <c:v>0.83171797263376024</c:v>
                </c:pt>
                <c:pt idx="1209">
                  <c:v>0.83225355919745347</c:v>
                </c:pt>
                <c:pt idx="1210">
                  <c:v>0.84940511509647976</c:v>
                </c:pt>
                <c:pt idx="1211">
                  <c:v>0.85325960136288403</c:v>
                </c:pt>
                <c:pt idx="1212">
                  <c:v>0.84453605877021576</c:v>
                </c:pt>
                <c:pt idx="1213">
                  <c:v>0.83516167320713619</c:v>
                </c:pt>
                <c:pt idx="1214">
                  <c:v>0.82729602511764777</c:v>
                </c:pt>
                <c:pt idx="1215">
                  <c:v>0.83190687884033709</c:v>
                </c:pt>
                <c:pt idx="1216">
                  <c:v>0.876998258009559</c:v>
                </c:pt>
                <c:pt idx="1217">
                  <c:v>0.91334303406655026</c:v>
                </c:pt>
                <c:pt idx="1218">
                  <c:v>0.91898018122847103</c:v>
                </c:pt>
                <c:pt idx="1219">
                  <c:v>0.91806282110569859</c:v>
                </c:pt>
                <c:pt idx="1220">
                  <c:v>0.90845568288781664</c:v>
                </c:pt>
                <c:pt idx="1221">
                  <c:v>0.90482651285898219</c:v>
                </c:pt>
                <c:pt idx="1222">
                  <c:v>0.90306069839876912</c:v>
                </c:pt>
                <c:pt idx="1223">
                  <c:v>0.88651893828069217</c:v>
                </c:pt>
                <c:pt idx="1224">
                  <c:v>0.87539548631848851</c:v>
                </c:pt>
                <c:pt idx="1225">
                  <c:v>0.87566213981571828</c:v>
                </c:pt>
                <c:pt idx="1226">
                  <c:v>0.88031050734221195</c:v>
                </c:pt>
                <c:pt idx="1227">
                  <c:v>0.88209989862472682</c:v>
                </c:pt>
                <c:pt idx="1228">
                  <c:v>0.8916014087434293</c:v>
                </c:pt>
                <c:pt idx="1229">
                  <c:v>0.8948506094764106</c:v>
                </c:pt>
                <c:pt idx="1230">
                  <c:v>0.89615956212852843</c:v>
                </c:pt>
                <c:pt idx="1231">
                  <c:v>0.91321401218354237</c:v>
                </c:pt>
                <c:pt idx="1232">
                  <c:v>0.92033586710786497</c:v>
                </c:pt>
                <c:pt idx="1233">
                  <c:v>0.92153652562355914</c:v>
                </c:pt>
                <c:pt idx="1234">
                  <c:v>0.92538373527833317</c:v>
                </c:pt>
                <c:pt idx="1235">
                  <c:v>0.93527504798113725</c:v>
                </c:pt>
                <c:pt idx="1236">
                  <c:v>0.93297395680522965</c:v>
                </c:pt>
                <c:pt idx="1237">
                  <c:v>0.91909577589926572</c:v>
                </c:pt>
                <c:pt idx="1238">
                  <c:v>0.9080278210779068</c:v>
                </c:pt>
                <c:pt idx="1239">
                  <c:v>0.9010194465942889</c:v>
                </c:pt>
                <c:pt idx="1240">
                  <c:v>0.89947702608381319</c:v>
                </c:pt>
                <c:pt idx="1241">
                  <c:v>0.88581098953284443</c:v>
                </c:pt>
                <c:pt idx="1242">
                  <c:v>0.87670098162700683</c:v>
                </c:pt>
                <c:pt idx="1243">
                  <c:v>0.87632687464590842</c:v>
                </c:pt>
                <c:pt idx="1244">
                  <c:v>0.86756075738967331</c:v>
                </c:pt>
                <c:pt idx="1245">
                  <c:v>0.85405237383023769</c:v>
                </c:pt>
                <c:pt idx="1246">
                  <c:v>0.85420217310403701</c:v>
                </c:pt>
                <c:pt idx="1247">
                  <c:v>0.85635525266892065</c:v>
                </c:pt>
                <c:pt idx="1248">
                  <c:v>0.86087482916211722</c:v>
                </c:pt>
                <c:pt idx="1249">
                  <c:v>0.86368962372172697</c:v>
                </c:pt>
                <c:pt idx="1250">
                  <c:v>0.86764320781713844</c:v>
                </c:pt>
                <c:pt idx="1251">
                  <c:v>0.90164596110079087</c:v>
                </c:pt>
                <c:pt idx="1252">
                  <c:v>0.9161977768968973</c:v>
                </c:pt>
                <c:pt idx="1253">
                  <c:v>0.91673600191642213</c:v>
                </c:pt>
                <c:pt idx="1254">
                  <c:v>0.91810099792848709</c:v>
                </c:pt>
                <c:pt idx="1255">
                  <c:v>0.91945209966608976</c:v>
                </c:pt>
                <c:pt idx="1256">
                  <c:v>0.9203817016384549</c:v>
                </c:pt>
                <c:pt idx="1257">
                  <c:v>0.92093527410546183</c:v>
                </c:pt>
                <c:pt idx="1258">
                  <c:v>0.9267514996369719</c:v>
                </c:pt>
                <c:pt idx="1259">
                  <c:v>0.93041387910237883</c:v>
                </c:pt>
                <c:pt idx="1260">
                  <c:v>0.92836475240662586</c:v>
                </c:pt>
                <c:pt idx="1261">
                  <c:v>0.90953142417488986</c:v>
                </c:pt>
                <c:pt idx="1262">
                  <c:v>0.90818160103549583</c:v>
                </c:pt>
                <c:pt idx="1263">
                  <c:v>0.9104650510736132</c:v>
                </c:pt>
                <c:pt idx="1264">
                  <c:v>0.9367220386627152</c:v>
                </c:pt>
                <c:pt idx="1265">
                  <c:v>0.94841645943718189</c:v>
                </c:pt>
                <c:pt idx="1266">
                  <c:v>0.94794537397770429</c:v>
                </c:pt>
                <c:pt idx="1267">
                  <c:v>0.94568120583198145</c:v>
                </c:pt>
                <c:pt idx="1268">
                  <c:v>0.94151248562623902</c:v>
                </c:pt>
                <c:pt idx="1269">
                  <c:v>0.93867051169008453</c:v>
                </c:pt>
                <c:pt idx="1270">
                  <c:v>0.93827649121623646</c:v>
                </c:pt>
                <c:pt idx="1271">
                  <c:v>0.93782205578898636</c:v>
                </c:pt>
                <c:pt idx="1272">
                  <c:v>0.93379121059060655</c:v>
                </c:pt>
                <c:pt idx="1273">
                  <c:v>0.93260273265698046</c:v>
                </c:pt>
                <c:pt idx="1274">
                  <c:v>0.93235038145195781</c:v>
                </c:pt>
                <c:pt idx="1275">
                  <c:v>0.92910964763539405</c:v>
                </c:pt>
                <c:pt idx="1276">
                  <c:v>0.92752692265619008</c:v>
                </c:pt>
                <c:pt idx="1277">
                  <c:v>0.92774187542245812</c:v>
                </c:pt>
                <c:pt idx="1278">
                  <c:v>0.92897809001266551</c:v>
                </c:pt>
                <c:pt idx="1279">
                  <c:v>0.93007677544686718</c:v>
                </c:pt>
                <c:pt idx="1280">
                  <c:v>0.93029809277086306</c:v>
                </c:pt>
                <c:pt idx="1281">
                  <c:v>0.93060419492305302</c:v>
                </c:pt>
                <c:pt idx="1282">
                  <c:v>0.93261484936563821</c:v>
                </c:pt>
                <c:pt idx="1283">
                  <c:v>0.93280218196619691</c:v>
                </c:pt>
                <c:pt idx="1284">
                  <c:v>0.93252861202367821</c:v>
                </c:pt>
                <c:pt idx="1285">
                  <c:v>0.9301263738387785</c:v>
                </c:pt>
                <c:pt idx="1286">
                  <c:v>0.92836385511684805</c:v>
                </c:pt>
                <c:pt idx="1287">
                  <c:v>0.92361252791483051</c:v>
                </c:pt>
                <c:pt idx="1288">
                  <c:v>0.91914275101091936</c:v>
                </c:pt>
                <c:pt idx="1289">
                  <c:v>0.91844506282592153</c:v>
                </c:pt>
                <c:pt idx="1290">
                  <c:v>0.91630056183688657</c:v>
                </c:pt>
                <c:pt idx="1291">
                  <c:v>0.91565093028289457</c:v>
                </c:pt>
                <c:pt idx="1292">
                  <c:v>0.91378076121322682</c:v>
                </c:pt>
                <c:pt idx="1293">
                  <c:v>0.90332846906055175</c:v>
                </c:pt>
                <c:pt idx="1294">
                  <c:v>0.8961777873828648</c:v>
                </c:pt>
                <c:pt idx="1295">
                  <c:v>0.87220397567438102</c:v>
                </c:pt>
                <c:pt idx="1296">
                  <c:v>0.84652612582410036</c:v>
                </c:pt>
                <c:pt idx="1297">
                  <c:v>0.83965017820705801</c:v>
                </c:pt>
                <c:pt idx="1298">
                  <c:v>0.83913192705882245</c:v>
                </c:pt>
                <c:pt idx="1299">
                  <c:v>0.83372273587304346</c:v>
                </c:pt>
                <c:pt idx="1300">
                  <c:v>0.83293157059746248</c:v>
                </c:pt>
                <c:pt idx="1301">
                  <c:v>0.85252920356994044</c:v>
                </c:pt>
                <c:pt idx="1302">
                  <c:v>0.86285544806590664</c:v>
                </c:pt>
                <c:pt idx="1303">
                  <c:v>0.86511137324719689</c:v>
                </c:pt>
                <c:pt idx="1304">
                  <c:v>0.87374625921686611</c:v>
                </c:pt>
                <c:pt idx="1305">
                  <c:v>0.89683022098264931</c:v>
                </c:pt>
                <c:pt idx="1306">
                  <c:v>0.91646311920755819</c:v>
                </c:pt>
                <c:pt idx="1307">
                  <c:v>0.91540108707702794</c:v>
                </c:pt>
                <c:pt idx="1308">
                  <c:v>0.91159201218216102</c:v>
                </c:pt>
                <c:pt idx="1309">
                  <c:v>0.90665353999551435</c:v>
                </c:pt>
                <c:pt idx="1310">
                  <c:v>0.90550049453617365</c:v>
                </c:pt>
                <c:pt idx="1311">
                  <c:v>0.90527923856476455</c:v>
                </c:pt>
                <c:pt idx="1312">
                  <c:v>0.90387957156183696</c:v>
                </c:pt>
                <c:pt idx="1313">
                  <c:v>0.90338896927451073</c:v>
                </c:pt>
                <c:pt idx="1314">
                  <c:v>0.90625898329834553</c:v>
                </c:pt>
                <c:pt idx="1315">
                  <c:v>0.91076613962260744</c:v>
                </c:pt>
                <c:pt idx="1316">
                  <c:v>0.91125769542429347</c:v>
                </c:pt>
                <c:pt idx="1317">
                  <c:v>0.91466541482513852</c:v>
                </c:pt>
                <c:pt idx="1318">
                  <c:v>0.92116005121105693</c:v>
                </c:pt>
                <c:pt idx="1319">
                  <c:v>0.92686290894847112</c:v>
                </c:pt>
                <c:pt idx="1320">
                  <c:v>0.92673701725386559</c:v>
                </c:pt>
                <c:pt idx="1321">
                  <c:v>0.92630580060323675</c:v>
                </c:pt>
                <c:pt idx="1322">
                  <c:v>0.92753607720604359</c:v>
                </c:pt>
                <c:pt idx="1323">
                  <c:v>0.92827601749361788</c:v>
                </c:pt>
                <c:pt idx="1324">
                  <c:v>0.94053224378657974</c:v>
                </c:pt>
                <c:pt idx="1325">
                  <c:v>0.95020911436419564</c:v>
                </c:pt>
                <c:pt idx="1326">
                  <c:v>0.94764900791605011</c:v>
                </c:pt>
                <c:pt idx="1327">
                  <c:v>0.9328236989786991</c:v>
                </c:pt>
                <c:pt idx="1328">
                  <c:v>0.91595657832077226</c:v>
                </c:pt>
                <c:pt idx="1329">
                  <c:v>0.91023884655301168</c:v>
                </c:pt>
                <c:pt idx="1330">
                  <c:v>0.9034628104091077</c:v>
                </c:pt>
                <c:pt idx="1331">
                  <c:v>0.86713818964620604</c:v>
                </c:pt>
                <c:pt idx="1332">
                  <c:v>0.85894646993707569</c:v>
                </c:pt>
                <c:pt idx="1333">
                  <c:v>0.85614049700451555</c:v>
                </c:pt>
                <c:pt idx="1334">
                  <c:v>0.83813348968346435</c:v>
                </c:pt>
                <c:pt idx="1335">
                  <c:v>0.81661253271163614</c:v>
                </c:pt>
                <c:pt idx="1336">
                  <c:v>0.81445346128868612</c:v>
                </c:pt>
                <c:pt idx="1337">
                  <c:v>0.81371127926033759</c:v>
                </c:pt>
                <c:pt idx="1338">
                  <c:v>0.80628959803710598</c:v>
                </c:pt>
                <c:pt idx="1339">
                  <c:v>0.80321278490988812</c:v>
                </c:pt>
                <c:pt idx="1340">
                  <c:v>0.80787080460970728</c:v>
                </c:pt>
                <c:pt idx="1341">
                  <c:v>0.85681880106151176</c:v>
                </c:pt>
                <c:pt idx="1342">
                  <c:v>0.88565178186178617</c:v>
                </c:pt>
                <c:pt idx="1343">
                  <c:v>0.88306331115560455</c:v>
                </c:pt>
                <c:pt idx="1344">
                  <c:v>0.85570993088886049</c:v>
                </c:pt>
                <c:pt idx="1345">
                  <c:v>0.85553185202882853</c:v>
                </c:pt>
                <c:pt idx="1346">
                  <c:v>0.85608076321123205</c:v>
                </c:pt>
                <c:pt idx="1347">
                  <c:v>0.85684151780744122</c:v>
                </c:pt>
                <c:pt idx="1348">
                  <c:v>0.85706302436499271</c:v>
                </c:pt>
                <c:pt idx="1349">
                  <c:v>0.85707001674315064</c:v>
                </c:pt>
                <c:pt idx="1350">
                  <c:v>0.85715066917668281</c:v>
                </c:pt>
                <c:pt idx="1351">
                  <c:v>0.85760812113896001</c:v>
                </c:pt>
                <c:pt idx="1352">
                  <c:v>0.8577003155361731</c:v>
                </c:pt>
                <c:pt idx="1353">
                  <c:v>0.86031933472878974</c:v>
                </c:pt>
                <c:pt idx="1354">
                  <c:v>0.86964635732859197</c:v>
                </c:pt>
                <c:pt idx="1355">
                  <c:v>0.87020373869172052</c:v>
                </c:pt>
                <c:pt idx="1356">
                  <c:v>0.88169284026603723</c:v>
                </c:pt>
                <c:pt idx="1357">
                  <c:v>0.88656243231705523</c:v>
                </c:pt>
                <c:pt idx="1358">
                  <c:v>0.88813696100626849</c:v>
                </c:pt>
                <c:pt idx="1359">
                  <c:v>0.9002664613846284</c:v>
                </c:pt>
                <c:pt idx="1360">
                  <c:v>0.90105184769195501</c:v>
                </c:pt>
                <c:pt idx="1361">
                  <c:v>0.90572303520823982</c:v>
                </c:pt>
                <c:pt idx="1362">
                  <c:v>0.9095478414748398</c:v>
                </c:pt>
                <c:pt idx="1363">
                  <c:v>0.91319328238201836</c:v>
                </c:pt>
                <c:pt idx="1364">
                  <c:v>0.91372261932041854</c:v>
                </c:pt>
                <c:pt idx="1365">
                  <c:v>0.89648186120704176</c:v>
                </c:pt>
                <c:pt idx="1366">
                  <c:v>0.88799573725509229</c:v>
                </c:pt>
                <c:pt idx="1367">
                  <c:v>0.89138320419348904</c:v>
                </c:pt>
                <c:pt idx="1368">
                  <c:v>0.91278169519409191</c:v>
                </c:pt>
                <c:pt idx="1369">
                  <c:v>0.92110886688991422</c:v>
                </c:pt>
                <c:pt idx="1370">
                  <c:v>0.92193332273911599</c:v>
                </c:pt>
                <c:pt idx="1371">
                  <c:v>0.92855692999346884</c:v>
                </c:pt>
                <c:pt idx="1372">
                  <c:v>0.93293761884233806</c:v>
                </c:pt>
                <c:pt idx="1373">
                  <c:v>0.93374564996266618</c:v>
                </c:pt>
                <c:pt idx="1374">
                  <c:v>0.93390271814362436</c:v>
                </c:pt>
                <c:pt idx="1375">
                  <c:v>0.9357812129244869</c:v>
                </c:pt>
                <c:pt idx="1376">
                  <c:v>0.93607609453576035</c:v>
                </c:pt>
                <c:pt idx="1377">
                  <c:v>0.93397512072693112</c:v>
                </c:pt>
                <c:pt idx="1378">
                  <c:v>0.91030788395922557</c:v>
                </c:pt>
                <c:pt idx="1379">
                  <c:v>0.89842896270268913</c:v>
                </c:pt>
                <c:pt idx="1380">
                  <c:v>0.89678126460001273</c:v>
                </c:pt>
                <c:pt idx="1381">
                  <c:v>0.88316235574643276</c:v>
                </c:pt>
                <c:pt idx="1382">
                  <c:v>0.87421677824064137</c:v>
                </c:pt>
                <c:pt idx="1383">
                  <c:v>0.87383173149072912</c:v>
                </c:pt>
                <c:pt idx="1384">
                  <c:v>0.87333203781064339</c:v>
                </c:pt>
                <c:pt idx="1385">
                  <c:v>0.86227231502824786</c:v>
                </c:pt>
                <c:pt idx="1386">
                  <c:v>0.84562618073289841</c:v>
                </c:pt>
                <c:pt idx="1387">
                  <c:v>0.83988497201698709</c:v>
                </c:pt>
                <c:pt idx="1388">
                  <c:v>0.83508647377269452</c:v>
                </c:pt>
                <c:pt idx="1389">
                  <c:v>0.80504854160814066</c:v>
                </c:pt>
                <c:pt idx="1390">
                  <c:v>0.79458068454795783</c:v>
                </c:pt>
                <c:pt idx="1391">
                  <c:v>0.79401825885777699</c:v>
                </c:pt>
                <c:pt idx="1392">
                  <c:v>0.79046849195667412</c:v>
                </c:pt>
                <c:pt idx="1393">
                  <c:v>0.78747146297262094</c:v>
                </c:pt>
                <c:pt idx="1394">
                  <c:v>0.78664108965764923</c:v>
                </c:pt>
                <c:pt idx="1395">
                  <c:v>0.78882861226138823</c:v>
                </c:pt>
                <c:pt idx="1396">
                  <c:v>0.81344353767741973</c:v>
                </c:pt>
                <c:pt idx="1397">
                  <c:v>0.82570296930802023</c:v>
                </c:pt>
                <c:pt idx="1398">
                  <c:v>0.82951345697512979</c:v>
                </c:pt>
                <c:pt idx="1399">
                  <c:v>0.85053909634241409</c:v>
                </c:pt>
                <c:pt idx="1400">
                  <c:v>0.85702139614157435</c:v>
                </c:pt>
                <c:pt idx="1401">
                  <c:v>0.86095601663595156</c:v>
                </c:pt>
                <c:pt idx="1402">
                  <c:v>0.87728317422189861</c:v>
                </c:pt>
                <c:pt idx="1403">
                  <c:v>0.8944157349131423</c:v>
                </c:pt>
                <c:pt idx="1404">
                  <c:v>0.90078751170370841</c:v>
                </c:pt>
                <c:pt idx="1405">
                  <c:v>0.90378537814352056</c:v>
                </c:pt>
                <c:pt idx="1406">
                  <c:v>0.91778360092331912</c:v>
                </c:pt>
                <c:pt idx="1407">
                  <c:v>0.92706073001602618</c:v>
                </c:pt>
                <c:pt idx="1408">
                  <c:v>0.92772638105239347</c:v>
                </c:pt>
                <c:pt idx="1409">
                  <c:v>0.9344452463168057</c:v>
                </c:pt>
                <c:pt idx="1410">
                  <c:v>0.93995312952494914</c:v>
                </c:pt>
                <c:pt idx="1411">
                  <c:v>0.94079088008735567</c:v>
                </c:pt>
                <c:pt idx="1412">
                  <c:v>0.94043144961617675</c:v>
                </c:pt>
                <c:pt idx="1413">
                  <c:v>0.93582864448054393</c:v>
                </c:pt>
                <c:pt idx="1414">
                  <c:v>0.93431511768320064</c:v>
                </c:pt>
                <c:pt idx="1415">
                  <c:v>0.93309655388464297</c:v>
                </c:pt>
                <c:pt idx="1416">
                  <c:v>0.91708810293853038</c:v>
                </c:pt>
                <c:pt idx="1417">
                  <c:v>0.90691961398814247</c:v>
                </c:pt>
                <c:pt idx="1418">
                  <c:v>0.90389019389392189</c:v>
                </c:pt>
                <c:pt idx="1419">
                  <c:v>0.87488648335984232</c:v>
                </c:pt>
                <c:pt idx="1420">
                  <c:v>0.86888177009294032</c:v>
                </c:pt>
                <c:pt idx="1421">
                  <c:v>0.84639681425013213</c:v>
                </c:pt>
                <c:pt idx="1422">
                  <c:v>0.80885635208694284</c:v>
                </c:pt>
                <c:pt idx="1423">
                  <c:v>0.8091363071494031</c:v>
                </c:pt>
                <c:pt idx="1424">
                  <c:v>0.80964387993310427</c:v>
                </c:pt>
                <c:pt idx="1425">
                  <c:v>0.81349317122896014</c:v>
                </c:pt>
                <c:pt idx="1426">
                  <c:v>0.81734350299879666</c:v>
                </c:pt>
                <c:pt idx="1427">
                  <c:v>0.82247463779865437</c:v>
                </c:pt>
                <c:pt idx="1428">
                  <c:v>0.82386819493623686</c:v>
                </c:pt>
                <c:pt idx="1429">
                  <c:v>0.82695079790093251</c:v>
                </c:pt>
                <c:pt idx="1430">
                  <c:v>0.84718114063591576</c:v>
                </c:pt>
                <c:pt idx="1431">
                  <c:v>0.85976166110213248</c:v>
                </c:pt>
                <c:pt idx="1432">
                  <c:v>0.86867520612769555</c:v>
                </c:pt>
                <c:pt idx="1433">
                  <c:v>0.89458406649410416</c:v>
                </c:pt>
                <c:pt idx="1434">
                  <c:v>0.88460243802243199</c:v>
                </c:pt>
                <c:pt idx="1435">
                  <c:v>0.86954559130225484</c:v>
                </c:pt>
                <c:pt idx="1436">
                  <c:v>0.86703604539796586</c:v>
                </c:pt>
                <c:pt idx="1437">
                  <c:v>0.8677547688090449</c:v>
                </c:pt>
                <c:pt idx="1438">
                  <c:v>0.87215576165121156</c:v>
                </c:pt>
                <c:pt idx="1439">
                  <c:v>0.87452764983549847</c:v>
                </c:pt>
                <c:pt idx="1440">
                  <c:v>0.8752602916231238</c:v>
                </c:pt>
                <c:pt idx="1441">
                  <c:v>0.88305804630271489</c:v>
                </c:pt>
                <c:pt idx="1442">
                  <c:v>0.88901408299899976</c:v>
                </c:pt>
                <c:pt idx="1443">
                  <c:v>0.8910694710061382</c:v>
                </c:pt>
                <c:pt idx="1444">
                  <c:v>0.89146149512501438</c:v>
                </c:pt>
                <c:pt idx="1445">
                  <c:v>0.8962353382121947</c:v>
                </c:pt>
                <c:pt idx="1446">
                  <c:v>0.89702677364877803</c:v>
                </c:pt>
                <c:pt idx="1447">
                  <c:v>0.89586667115953789</c:v>
                </c:pt>
                <c:pt idx="1448">
                  <c:v>0.88812528033728733</c:v>
                </c:pt>
                <c:pt idx="1449">
                  <c:v>0.88430509893355569</c:v>
                </c:pt>
                <c:pt idx="1450">
                  <c:v>0.88350068972834161</c:v>
                </c:pt>
                <c:pt idx="1451">
                  <c:v>0.8822164354337636</c:v>
                </c:pt>
                <c:pt idx="1452">
                  <c:v>0.88078661140977998</c:v>
                </c:pt>
                <c:pt idx="1453">
                  <c:v>0.88116352067680903</c:v>
                </c:pt>
                <c:pt idx="1454">
                  <c:v>0.88511421441479732</c:v>
                </c:pt>
                <c:pt idx="1455">
                  <c:v>0.88808911728252549</c:v>
                </c:pt>
                <c:pt idx="1456">
                  <c:v>0.8904741355245287</c:v>
                </c:pt>
                <c:pt idx="1457">
                  <c:v>0.8905078132201546</c:v>
                </c:pt>
                <c:pt idx="1458">
                  <c:v>0.89078300872626526</c:v>
                </c:pt>
                <c:pt idx="1459">
                  <c:v>0.89101552086760405</c:v>
                </c:pt>
                <c:pt idx="1460">
                  <c:v>0.87674096626731146</c:v>
                </c:pt>
                <c:pt idx="1461">
                  <c:v>0.86955790869591221</c:v>
                </c:pt>
                <c:pt idx="1462">
                  <c:v>0.86749385342414975</c:v>
                </c:pt>
                <c:pt idx="1463">
                  <c:v>0.85451248873501517</c:v>
                </c:pt>
                <c:pt idx="1464">
                  <c:v>0.84190246122719758</c:v>
                </c:pt>
                <c:pt idx="1465">
                  <c:v>0.83345161777966703</c:v>
                </c:pt>
                <c:pt idx="1466">
                  <c:v>0.8337398548949414</c:v>
                </c:pt>
                <c:pt idx="1467">
                  <c:v>0.84056918980627693</c:v>
                </c:pt>
                <c:pt idx="1468">
                  <c:v>0.84863073657935584</c:v>
                </c:pt>
                <c:pt idx="1469">
                  <c:v>0.85490791073948669</c:v>
                </c:pt>
                <c:pt idx="1470">
                  <c:v>0.85795879703871991</c:v>
                </c:pt>
                <c:pt idx="1471">
                  <c:v>0.82688341312889124</c:v>
                </c:pt>
                <c:pt idx="1472">
                  <c:v>0.78741797334797603</c:v>
                </c:pt>
                <c:pt idx="1473">
                  <c:v>0.76495787416793637</c:v>
                </c:pt>
                <c:pt idx="1474">
                  <c:v>0.75989425168263602</c:v>
                </c:pt>
                <c:pt idx="1475">
                  <c:v>0.74691167690049742</c:v>
                </c:pt>
                <c:pt idx="1476">
                  <c:v>0.74435238525291703</c:v>
                </c:pt>
                <c:pt idx="1477">
                  <c:v>0.73475126732912599</c:v>
                </c:pt>
                <c:pt idx="1478">
                  <c:v>0.80631026903688152</c:v>
                </c:pt>
                <c:pt idx="1479">
                  <c:v>0.90737479725540016</c:v>
                </c:pt>
                <c:pt idx="1480">
                  <c:v>0.9486533007538166</c:v>
                </c:pt>
                <c:pt idx="1481">
                  <c:v>0.91603169261717654</c:v>
                </c:pt>
                <c:pt idx="1482">
                  <c:v>0.86167506723946086</c:v>
                </c:pt>
                <c:pt idx="1483">
                  <c:v>0.83652290152279152</c:v>
                </c:pt>
                <c:pt idx="1484">
                  <c:v>0.84019493731767791</c:v>
                </c:pt>
                <c:pt idx="1485">
                  <c:v>0.87066000882874506</c:v>
                </c:pt>
                <c:pt idx="1486">
                  <c:v>0.88587168688526563</c:v>
                </c:pt>
                <c:pt idx="1487">
                  <c:v>0.88364431683581768</c:v>
                </c:pt>
                <c:pt idx="1488">
                  <c:v>0.86138568577347008</c:v>
                </c:pt>
                <c:pt idx="1489">
                  <c:v>0.85974163030853068</c:v>
                </c:pt>
                <c:pt idx="1490">
                  <c:v>0.86060118299665656</c:v>
                </c:pt>
                <c:pt idx="1491">
                  <c:v>0.86659345934134824</c:v>
                </c:pt>
                <c:pt idx="1492">
                  <c:v>0.86956568055696937</c:v>
                </c:pt>
                <c:pt idx="1493">
                  <c:v>0.8665770355418847</c:v>
                </c:pt>
                <c:pt idx="1494">
                  <c:v>0.8633543884307322</c:v>
                </c:pt>
                <c:pt idx="1495">
                  <c:v>0.77721243257017714</c:v>
                </c:pt>
                <c:pt idx="1496">
                  <c:v>0.77102288397129337</c:v>
                </c:pt>
                <c:pt idx="1497">
                  <c:v>0.78217545264302646</c:v>
                </c:pt>
                <c:pt idx="1498">
                  <c:v>0.79720508925807898</c:v>
                </c:pt>
                <c:pt idx="1499">
                  <c:v>0.80198387069517041</c:v>
                </c:pt>
                <c:pt idx="1500">
                  <c:v>0.80655327631817175</c:v>
                </c:pt>
                <c:pt idx="1501">
                  <c:v>0.81890220765694022</c:v>
                </c:pt>
                <c:pt idx="1502">
                  <c:v>0.82858617027933557</c:v>
                </c:pt>
                <c:pt idx="1503">
                  <c:v>0.82233108859722892</c:v>
                </c:pt>
                <c:pt idx="1504">
                  <c:v>0.77373023756093695</c:v>
                </c:pt>
                <c:pt idx="1505">
                  <c:v>0.76587077849058138</c:v>
                </c:pt>
                <c:pt idx="1506">
                  <c:v>0.77008890894894777</c:v>
                </c:pt>
                <c:pt idx="1507">
                  <c:v>0.8143178090544444</c:v>
                </c:pt>
                <c:pt idx="1508">
                  <c:v>0.86394376426816621</c:v>
                </c:pt>
                <c:pt idx="1509">
                  <c:v>0.90220944682783344</c:v>
                </c:pt>
                <c:pt idx="1510">
                  <c:v>0.94579840497010126</c:v>
                </c:pt>
                <c:pt idx="1511">
                  <c:v>0.98370940196762646</c:v>
                </c:pt>
                <c:pt idx="1512">
                  <c:v>0.99973999981109662</c:v>
                </c:pt>
                <c:pt idx="1513">
                  <c:v>0.90525859437391221</c:v>
                </c:pt>
                <c:pt idx="1514">
                  <c:v>0.87151939888317054</c:v>
                </c:pt>
                <c:pt idx="1515">
                  <c:v>0.86582098952694908</c:v>
                </c:pt>
                <c:pt idx="1516">
                  <c:v>0.8691684849989223</c:v>
                </c:pt>
                <c:pt idx="1517">
                  <c:v>0.91853860027340029</c:v>
                </c:pt>
                <c:pt idx="1518">
                  <c:v>0.91418770738852662</c:v>
                </c:pt>
                <c:pt idx="1519">
                  <c:v>0.90220243594000671</c:v>
                </c:pt>
                <c:pt idx="1520">
                  <c:v>0.89570582911787111</c:v>
                </c:pt>
                <c:pt idx="1521">
                  <c:v>0.89604509456111736</c:v>
                </c:pt>
                <c:pt idx="1522">
                  <c:v>0.89850731553210206</c:v>
                </c:pt>
                <c:pt idx="1523">
                  <c:v>0.90027605984803327</c:v>
                </c:pt>
                <c:pt idx="1524">
                  <c:v>0.90154305809086488</c:v>
                </c:pt>
                <c:pt idx="1525">
                  <c:v>0.89333835671667705</c:v>
                </c:pt>
                <c:pt idx="1526">
                  <c:v>0.84174375884133212</c:v>
                </c:pt>
                <c:pt idx="1527">
                  <c:v>0.79878052203919048</c:v>
                </c:pt>
                <c:pt idx="1528">
                  <c:v>0.80022991903644092</c:v>
                </c:pt>
                <c:pt idx="1529">
                  <c:v>0.80745211250056959</c:v>
                </c:pt>
                <c:pt idx="1530">
                  <c:v>0.81362334050642171</c:v>
                </c:pt>
                <c:pt idx="1531">
                  <c:v>0.81579924923906377</c:v>
                </c:pt>
                <c:pt idx="1532">
                  <c:v>0.82487145518789318</c:v>
                </c:pt>
                <c:pt idx="1533">
                  <c:v>0.88686328685149518</c:v>
                </c:pt>
                <c:pt idx="1534">
                  <c:v>0.88228180716044524</c:v>
                </c:pt>
                <c:pt idx="1535">
                  <c:v>0.87437561791148832</c:v>
                </c:pt>
                <c:pt idx="1536">
                  <c:v>0.86935419811992021</c:v>
                </c:pt>
                <c:pt idx="1537">
                  <c:v>0.86854266783075151</c:v>
                </c:pt>
                <c:pt idx="1538">
                  <c:v>0.86347340944817719</c:v>
                </c:pt>
                <c:pt idx="1539">
                  <c:v>0.82054653911461828</c:v>
                </c:pt>
                <c:pt idx="1540">
                  <c:v>0.81358312441741731</c:v>
                </c:pt>
                <c:pt idx="1541">
                  <c:v>0.77270255170865443</c:v>
                </c:pt>
                <c:pt idx="1542">
                  <c:v>0.73565161120867961</c:v>
                </c:pt>
                <c:pt idx="1543">
                  <c:v>0.72544185127361593</c:v>
                </c:pt>
                <c:pt idx="1544">
                  <c:v>0.73415062915351348</c:v>
                </c:pt>
                <c:pt idx="1545">
                  <c:v>0.79700527166583834</c:v>
                </c:pt>
                <c:pt idx="1546">
                  <c:v>0.83826211026057906</c:v>
                </c:pt>
                <c:pt idx="1547">
                  <c:v>0.85521630214031141</c:v>
                </c:pt>
                <c:pt idx="1548">
                  <c:v>0.90885270781324901</c:v>
                </c:pt>
                <c:pt idx="1549">
                  <c:v>0.96178469352343199</c:v>
                </c:pt>
                <c:pt idx="1550">
                  <c:v>0.99799284398847843</c:v>
                </c:pt>
                <c:pt idx="1551">
                  <c:v>0.85838541822005543</c:v>
                </c:pt>
                <c:pt idx="1552">
                  <c:v>0.90290624914755613</c:v>
                </c:pt>
                <c:pt idx="1553">
                  <c:v>0.91989959663688148</c:v>
                </c:pt>
                <c:pt idx="1554">
                  <c:v>0.91674353733113723</c:v>
                </c:pt>
                <c:pt idx="1555">
                  <c:v>0.90352996940621</c:v>
                </c:pt>
                <c:pt idx="1556">
                  <c:v>0.88659713242447247</c:v>
                </c:pt>
                <c:pt idx="1557">
                  <c:v>0.86354908267816954</c:v>
                </c:pt>
                <c:pt idx="1558">
                  <c:v>0.83295666988082362</c:v>
                </c:pt>
                <c:pt idx="1559">
                  <c:v>0.82034040211833481</c:v>
                </c:pt>
                <c:pt idx="1560">
                  <c:v>0.8221351411644976</c:v>
                </c:pt>
                <c:pt idx="1561">
                  <c:v>0.84294385651778758</c:v>
                </c:pt>
                <c:pt idx="1562">
                  <c:v>0.85302190302091874</c:v>
                </c:pt>
                <c:pt idx="1563">
                  <c:v>0.85476367547739629</c:v>
                </c:pt>
                <c:pt idx="1564">
                  <c:v>0.85753950315479621</c:v>
                </c:pt>
                <c:pt idx="1565">
                  <c:v>0.89285026811389223</c:v>
                </c:pt>
                <c:pt idx="1566">
                  <c:v>0.89798235124841252</c:v>
                </c:pt>
                <c:pt idx="1567">
                  <c:v>0.89964338189761273</c:v>
                </c:pt>
                <c:pt idx="1568">
                  <c:v>0.92651673424263081</c:v>
                </c:pt>
                <c:pt idx="1569">
                  <c:v>0.93812232583985611</c:v>
                </c:pt>
                <c:pt idx="1570">
                  <c:v>0.9378910237256779</c:v>
                </c:pt>
                <c:pt idx="1571">
                  <c:v>0.9352620269281906</c:v>
                </c:pt>
                <c:pt idx="1572">
                  <c:v>0.93424760751635272</c:v>
                </c:pt>
                <c:pt idx="1573">
                  <c:v>0.9337061645791751</c:v>
                </c:pt>
                <c:pt idx="1574">
                  <c:v>0.92065163231171054</c:v>
                </c:pt>
                <c:pt idx="1575">
                  <c:v>0.91743594450811849</c:v>
                </c:pt>
                <c:pt idx="1576">
                  <c:v>0.91453917877760693</c:v>
                </c:pt>
                <c:pt idx="1577">
                  <c:v>0.90567931116610423</c:v>
                </c:pt>
                <c:pt idx="1578">
                  <c:v>0.89842624642078706</c:v>
                </c:pt>
                <c:pt idx="1579">
                  <c:v>0.88717391822163116</c:v>
                </c:pt>
                <c:pt idx="1580">
                  <c:v>0.88027991718493293</c:v>
                </c:pt>
                <c:pt idx="1581">
                  <c:v>0.72334469671605139</c:v>
                </c:pt>
                <c:pt idx="1582">
                  <c:v>0.73282744283549028</c:v>
                </c:pt>
                <c:pt idx="1583">
                  <c:v>0.78599443810303526</c:v>
                </c:pt>
                <c:pt idx="1584">
                  <c:v>0.85831193795342575</c:v>
                </c:pt>
                <c:pt idx="1585">
                  <c:v>0.8914536187458606</c:v>
                </c:pt>
                <c:pt idx="1586">
                  <c:v>0.94463301666529775</c:v>
                </c:pt>
                <c:pt idx="1587">
                  <c:v>0.99885008635293637</c:v>
                </c:pt>
                <c:pt idx="1588">
                  <c:v>0.94455225187647673</c:v>
                </c:pt>
                <c:pt idx="1589">
                  <c:v>0.93965726198869359</c:v>
                </c:pt>
                <c:pt idx="1590">
                  <c:v>0.91753464282346142</c:v>
                </c:pt>
                <c:pt idx="1591">
                  <c:v>0.91758011523647331</c:v>
                </c:pt>
                <c:pt idx="1592">
                  <c:v>0.9178131375482258</c:v>
                </c:pt>
                <c:pt idx="1593">
                  <c:v>0.91803016531671155</c:v>
                </c:pt>
                <c:pt idx="1594">
                  <c:v>0.91807955705509758</c:v>
                </c:pt>
                <c:pt idx="1595">
                  <c:v>0.89682944967630818</c:v>
                </c:pt>
                <c:pt idx="1596">
                  <c:v>0.87584120880920535</c:v>
                </c:pt>
                <c:pt idx="1597">
                  <c:v>0.83365063578027054</c:v>
                </c:pt>
                <c:pt idx="1598">
                  <c:v>0.84617820216310558</c:v>
                </c:pt>
                <c:pt idx="1599">
                  <c:v>0.92045084935978028</c:v>
                </c:pt>
                <c:pt idx="1600">
                  <c:v>0.94428609123434792</c:v>
                </c:pt>
                <c:pt idx="1601">
                  <c:v>0.94066855998213583</c:v>
                </c:pt>
                <c:pt idx="1602">
                  <c:v>0.90683614463394846</c:v>
                </c:pt>
                <c:pt idx="1603">
                  <c:v>0.88555879702081064</c:v>
                </c:pt>
                <c:pt idx="1604">
                  <c:v>0.88556038879021715</c:v>
                </c:pt>
                <c:pt idx="1605">
                  <c:v>0.88529603608937935</c:v>
                </c:pt>
                <c:pt idx="1606">
                  <c:v>0.88487125887102713</c:v>
                </c:pt>
                <c:pt idx="1607">
                  <c:v>0.88474417585047926</c:v>
                </c:pt>
                <c:pt idx="1608">
                  <c:v>0.88760364730869701</c:v>
                </c:pt>
                <c:pt idx="1609">
                  <c:v>0.91148903310399998</c:v>
                </c:pt>
                <c:pt idx="1610">
                  <c:v>0.9174248111336164</c:v>
                </c:pt>
                <c:pt idx="1611">
                  <c:v>0.8996801261404096</c:v>
                </c:pt>
                <c:pt idx="1612">
                  <c:v>0.80154420539611093</c:v>
                </c:pt>
                <c:pt idx="1613">
                  <c:v>0.72985584648088686</c:v>
                </c:pt>
                <c:pt idx="1614">
                  <c:v>0.74092930560238646</c:v>
                </c:pt>
                <c:pt idx="1615">
                  <c:v>0.80214063013710013</c:v>
                </c:pt>
                <c:pt idx="1616">
                  <c:v>0.81285549837653681</c:v>
                </c:pt>
                <c:pt idx="1617">
                  <c:v>0.80708927370185013</c:v>
                </c:pt>
                <c:pt idx="1618">
                  <c:v>0.7692503498453519</c:v>
                </c:pt>
                <c:pt idx="1619">
                  <c:v>0.75160546975194342</c:v>
                </c:pt>
                <c:pt idx="1620">
                  <c:v>0.75431763425054399</c:v>
                </c:pt>
                <c:pt idx="1621">
                  <c:v>0.78192453884479785</c:v>
                </c:pt>
                <c:pt idx="1622">
                  <c:v>0.82876219488993186</c:v>
                </c:pt>
                <c:pt idx="1623">
                  <c:v>0.8518996365337782</c:v>
                </c:pt>
                <c:pt idx="1624">
                  <c:v>0.87648577261394467</c:v>
                </c:pt>
                <c:pt idx="1625">
                  <c:v>0.89147100137380453</c:v>
                </c:pt>
                <c:pt idx="1626">
                  <c:v>0.89881708367973245</c:v>
                </c:pt>
                <c:pt idx="1627">
                  <c:v>0.95204340416880651</c:v>
                </c:pt>
                <c:pt idx="1628">
                  <c:v>0.99183964572346406</c:v>
                </c:pt>
                <c:pt idx="1629">
                  <c:v>0.99895134829423582</c:v>
                </c:pt>
                <c:pt idx="1630">
                  <c:v>0.66679009018802182</c:v>
                </c:pt>
                <c:pt idx="1631">
                  <c:v>0.71067392783716243</c:v>
                </c:pt>
                <c:pt idx="1632">
                  <c:v>0.94275424981096234</c:v>
                </c:pt>
                <c:pt idx="1633">
                  <c:v>0.93369572858948147</c:v>
                </c:pt>
                <c:pt idx="1634">
                  <c:v>0.87975288318852274</c:v>
                </c:pt>
                <c:pt idx="1635">
                  <c:v>0.81860146496192665</c:v>
                </c:pt>
                <c:pt idx="1636">
                  <c:v>0.79106800812958777</c:v>
                </c:pt>
                <c:pt idx="1637">
                  <c:v>0.80431540720312711</c:v>
                </c:pt>
                <c:pt idx="1638">
                  <c:v>0.95053504270536049</c:v>
                </c:pt>
                <c:pt idx="1639">
                  <c:v>0.9494942235453443</c:v>
                </c:pt>
                <c:pt idx="1640">
                  <c:v>0.93881825907390903</c:v>
                </c:pt>
                <c:pt idx="1641">
                  <c:v>0.9377482608561365</c:v>
                </c:pt>
                <c:pt idx="1642">
                  <c:v>0.91884732459700036</c:v>
                </c:pt>
                <c:pt idx="1643">
                  <c:v>0.90034282780346309</c:v>
                </c:pt>
                <c:pt idx="1644">
                  <c:v>0.89165874095089082</c:v>
                </c:pt>
                <c:pt idx="1645">
                  <c:v>0.89708380563875656</c:v>
                </c:pt>
                <c:pt idx="1646">
                  <c:v>0.937964129849163</c:v>
                </c:pt>
                <c:pt idx="1647">
                  <c:v>0.97766654150453436</c:v>
                </c:pt>
                <c:pt idx="1648">
                  <c:v>0.98284284056567339</c:v>
                </c:pt>
                <c:pt idx="1649">
                  <c:v>0.97373366944412454</c:v>
                </c:pt>
                <c:pt idx="1650">
                  <c:v>0.88139444172978476</c:v>
                </c:pt>
                <c:pt idx="1651">
                  <c:v>0.84494148817742909</c:v>
                </c:pt>
                <c:pt idx="1652">
                  <c:v>0.85144990055419945</c:v>
                </c:pt>
                <c:pt idx="1653">
                  <c:v>0.87774237163046331</c:v>
                </c:pt>
                <c:pt idx="1654">
                  <c:v>0.83867644183668211</c:v>
                </c:pt>
                <c:pt idx="1655">
                  <c:v>0.74476939672611697</c:v>
                </c:pt>
                <c:pt idx="1656">
                  <c:v>0.73127358130865472</c:v>
                </c:pt>
                <c:pt idx="1657">
                  <c:v>0.73650599472463207</c:v>
                </c:pt>
                <c:pt idx="1658">
                  <c:v>0.7665356171217178</c:v>
                </c:pt>
                <c:pt idx="1659">
                  <c:v>0.79604674673941089</c:v>
                </c:pt>
                <c:pt idx="1660">
                  <c:v>0.80588607940680779</c:v>
                </c:pt>
                <c:pt idx="1661">
                  <c:v>0.83677963050197735</c:v>
                </c:pt>
                <c:pt idx="1662">
                  <c:v>0.87637333028647113</c:v>
                </c:pt>
                <c:pt idx="1663">
                  <c:v>0.88032611861170829</c:v>
                </c:pt>
                <c:pt idx="1664">
                  <c:v>0.89129413374693944</c:v>
                </c:pt>
                <c:pt idx="1665">
                  <c:v>0.96925009964347086</c:v>
                </c:pt>
                <c:pt idx="1666">
                  <c:v>0.99947724801181315</c:v>
                </c:pt>
                <c:pt idx="1667">
                  <c:v>0.90286613035804242</c:v>
                </c:pt>
                <c:pt idx="1668">
                  <c:v>0.90254387355710985</c:v>
                </c:pt>
                <c:pt idx="1669">
                  <c:v>0.89849391108641574</c:v>
                </c:pt>
                <c:pt idx="1670">
                  <c:v>0.89520283712247595</c:v>
                </c:pt>
                <c:pt idx="1671">
                  <c:v>0.88992901918102829</c:v>
                </c:pt>
                <c:pt idx="1672">
                  <c:v>0.88677653680246538</c:v>
                </c:pt>
                <c:pt idx="1673">
                  <c:v>0.88246762971953363</c:v>
                </c:pt>
                <c:pt idx="1674">
                  <c:v>0.87452673243052736</c:v>
                </c:pt>
                <c:pt idx="1675">
                  <c:v>0.86575627063497751</c:v>
                </c:pt>
                <c:pt idx="1676">
                  <c:v>0.85772177361306401</c:v>
                </c:pt>
                <c:pt idx="1677">
                  <c:v>0.85867545811022916</c:v>
                </c:pt>
                <c:pt idx="1678">
                  <c:v>0.8666579070020195</c:v>
                </c:pt>
                <c:pt idx="1679">
                  <c:v>0.87173105245651428</c:v>
                </c:pt>
                <c:pt idx="1680">
                  <c:v>0.86173411069178718</c:v>
                </c:pt>
                <c:pt idx="1681">
                  <c:v>0.84430030810533863</c:v>
                </c:pt>
                <c:pt idx="1682">
                  <c:v>0.71365929686492602</c:v>
                </c:pt>
                <c:pt idx="1683">
                  <c:v>0.72650460907180103</c:v>
                </c:pt>
                <c:pt idx="1684">
                  <c:v>0.8057101487796392</c:v>
                </c:pt>
                <c:pt idx="1685">
                  <c:v>0.87496500513246278</c:v>
                </c:pt>
                <c:pt idx="1686">
                  <c:v>0.91417259800203143</c:v>
                </c:pt>
                <c:pt idx="1687">
                  <c:v>0.88346091923708114</c:v>
                </c:pt>
                <c:pt idx="1688">
                  <c:v>0.72297834178745013</c:v>
                </c:pt>
                <c:pt idx="1689">
                  <c:v>0.58967795659318434</c:v>
                </c:pt>
                <c:pt idx="1690">
                  <c:v>0.60125534430647609</c:v>
                </c:pt>
                <c:pt idx="1691">
                  <c:v>0.73381713311056329</c:v>
                </c:pt>
                <c:pt idx="1692">
                  <c:v>0.83505085711881522</c:v>
                </c:pt>
                <c:pt idx="1693">
                  <c:v>0.77695049910501612</c:v>
                </c:pt>
                <c:pt idx="1694">
                  <c:v>0.62129051217031939</c:v>
                </c:pt>
                <c:pt idx="1695">
                  <c:v>0.56378866694832452</c:v>
                </c:pt>
                <c:pt idx="1696">
                  <c:v>0.56889681426613248</c:v>
                </c:pt>
                <c:pt idx="1697">
                  <c:v>0.60759366517464719</c:v>
                </c:pt>
                <c:pt idx="1698">
                  <c:v>0.67245397822778319</c:v>
                </c:pt>
                <c:pt idx="1699">
                  <c:v>0.7011482666563803</c:v>
                </c:pt>
                <c:pt idx="1700">
                  <c:v>0.74514296838513738</c:v>
                </c:pt>
                <c:pt idx="1701">
                  <c:v>0.7658328575526373</c:v>
                </c:pt>
                <c:pt idx="1702">
                  <c:v>0.77824785744456215</c:v>
                </c:pt>
                <c:pt idx="1703">
                  <c:v>0.89901993351559073</c:v>
                </c:pt>
                <c:pt idx="1704">
                  <c:v>0.98383925627757685</c:v>
                </c:pt>
                <c:pt idx="1705">
                  <c:v>0.99893042045233715</c:v>
                </c:pt>
                <c:pt idx="1706">
                  <c:v>0.57876433231610658</c:v>
                </c:pt>
                <c:pt idx="1707">
                  <c:v>0.61379682151707082</c:v>
                </c:pt>
                <c:pt idx="1708">
                  <c:v>0.8891820735466136</c:v>
                </c:pt>
                <c:pt idx="1709">
                  <c:v>0.88369088292484643</c:v>
                </c:pt>
                <c:pt idx="1710">
                  <c:v>0.85027980529187697</c:v>
                </c:pt>
                <c:pt idx="1711">
                  <c:v>0.82405303106511096</c:v>
                </c:pt>
                <c:pt idx="1712">
                  <c:v>0.82577177362866483</c:v>
                </c:pt>
                <c:pt idx="1713">
                  <c:v>0.83562183896922948</c:v>
                </c:pt>
                <c:pt idx="1714">
                  <c:v>0.85111814457319024</c:v>
                </c:pt>
                <c:pt idx="1715">
                  <c:v>0.85208490488792799</c:v>
                </c:pt>
                <c:pt idx="1716">
                  <c:v>0.84461894527550418</c:v>
                </c:pt>
                <c:pt idx="1717">
                  <c:v>0.78361249787150022</c:v>
                </c:pt>
                <c:pt idx="1718">
                  <c:v>0.77178380906026289</c:v>
                </c:pt>
                <c:pt idx="1719">
                  <c:v>0.77013363669755608</c:v>
                </c:pt>
                <c:pt idx="1720">
                  <c:v>0.76734875605024255</c:v>
                </c:pt>
                <c:pt idx="1721">
                  <c:v>0.74142088787208538</c:v>
                </c:pt>
                <c:pt idx="1722">
                  <c:v>0.73836765599519916</c:v>
                </c:pt>
                <c:pt idx="1723">
                  <c:v>0.70116593707029384</c:v>
                </c:pt>
                <c:pt idx="1724">
                  <c:v>0.69376113282075613</c:v>
                </c:pt>
                <c:pt idx="1725">
                  <c:v>0.6809519489726914</c:v>
                </c:pt>
                <c:pt idx="1726">
                  <c:v>0.6691404907938262</c:v>
                </c:pt>
                <c:pt idx="1727">
                  <c:v>0.65594040006114029</c:v>
                </c:pt>
                <c:pt idx="1728">
                  <c:v>0.66433335041205721</c:v>
                </c:pt>
                <c:pt idx="1729">
                  <c:v>0.71787204121098636</c:v>
                </c:pt>
                <c:pt idx="1730">
                  <c:v>0.75855322218749821</c:v>
                </c:pt>
                <c:pt idx="1731">
                  <c:v>0.75353508942614877</c:v>
                </c:pt>
                <c:pt idx="1732">
                  <c:v>0.74795080166932437</c:v>
                </c:pt>
                <c:pt idx="1733">
                  <c:v>0.63164495161341994</c:v>
                </c:pt>
                <c:pt idx="1734">
                  <c:v>0.6138320876548603</c:v>
                </c:pt>
                <c:pt idx="1735">
                  <c:v>0.62934847454492604</c:v>
                </c:pt>
                <c:pt idx="1736">
                  <c:v>0.65292294073793078</c:v>
                </c:pt>
                <c:pt idx="1737">
                  <c:v>0.68020590289177996</c:v>
                </c:pt>
                <c:pt idx="1738">
                  <c:v>0.6949888913117801</c:v>
                </c:pt>
                <c:pt idx="1739">
                  <c:v>0.72120133256568197</c:v>
                </c:pt>
                <c:pt idx="1740">
                  <c:v>0.7479024265187445</c:v>
                </c:pt>
                <c:pt idx="1741">
                  <c:v>0.75775504100885527</c:v>
                </c:pt>
                <c:pt idx="1742">
                  <c:v>0.88100936127322882</c:v>
                </c:pt>
                <c:pt idx="1743">
                  <c:v>0.98433146487444945</c:v>
                </c:pt>
                <c:pt idx="1744">
                  <c:v>0.99972523068481234</c:v>
                </c:pt>
                <c:pt idx="1745">
                  <c:v>0.78171698686515545</c:v>
                </c:pt>
                <c:pt idx="1746">
                  <c:v>0.78735884236465292</c:v>
                </c:pt>
                <c:pt idx="1747">
                  <c:v>0.81383172273419779</c:v>
                </c:pt>
                <c:pt idx="1748">
                  <c:v>0.83337662096363585</c:v>
                </c:pt>
                <c:pt idx="1749">
                  <c:v>0.83678466174461819</c:v>
                </c:pt>
                <c:pt idx="1750">
                  <c:v>0.84473857206767078</c:v>
                </c:pt>
                <c:pt idx="1751">
                  <c:v>0.93959132696449998</c:v>
                </c:pt>
                <c:pt idx="1752">
                  <c:v>0.95485827806982926</c:v>
                </c:pt>
                <c:pt idx="1753">
                  <c:v>0.94904085132973892</c:v>
                </c:pt>
                <c:pt idx="1754">
                  <c:v>0.8704583696064101</c:v>
                </c:pt>
                <c:pt idx="1755">
                  <c:v>0.84025630922598138</c:v>
                </c:pt>
                <c:pt idx="1756">
                  <c:v>0.83414055934816067</c:v>
                </c:pt>
                <c:pt idx="1757">
                  <c:v>0.79458729768113323</c:v>
                </c:pt>
                <c:pt idx="1758">
                  <c:v>0.78274369208870764</c:v>
                </c:pt>
                <c:pt idx="1759">
                  <c:v>0.78474138521273118</c:v>
                </c:pt>
                <c:pt idx="1760">
                  <c:v>0.80556863248667898</c:v>
                </c:pt>
                <c:pt idx="1761">
                  <c:v>0.82767613883647417</c:v>
                </c:pt>
                <c:pt idx="1762">
                  <c:v>0.83527519773250336</c:v>
                </c:pt>
                <c:pt idx="1763">
                  <c:v>0.82649863685808345</c:v>
                </c:pt>
                <c:pt idx="1764">
                  <c:v>0.74942461134644578</c:v>
                </c:pt>
                <c:pt idx="1765">
                  <c:v>0.69774998377402664</c:v>
                </c:pt>
                <c:pt idx="1766">
                  <c:v>0.70406210884647169</c:v>
                </c:pt>
                <c:pt idx="1767">
                  <c:v>0.78625007912860401</c:v>
                </c:pt>
                <c:pt idx="1768">
                  <c:v>0.79221465544239866</c:v>
                </c:pt>
                <c:pt idx="1769">
                  <c:v>0.79447907715405719</c:v>
                </c:pt>
                <c:pt idx="1770">
                  <c:v>0.81119402991111123</c:v>
                </c:pt>
                <c:pt idx="1771">
                  <c:v>0.81832786493767451</c:v>
                </c:pt>
                <c:pt idx="1772">
                  <c:v>0.81425764457524108</c:v>
                </c:pt>
                <c:pt idx="1773">
                  <c:v>0.76666242737873758</c:v>
                </c:pt>
                <c:pt idx="1774">
                  <c:v>0.73211222932330955</c:v>
                </c:pt>
                <c:pt idx="1775">
                  <c:v>0.73351360560061118</c:v>
                </c:pt>
                <c:pt idx="1776">
                  <c:v>0.74127186727133854</c:v>
                </c:pt>
                <c:pt idx="1777">
                  <c:v>0.7532065288300489</c:v>
                </c:pt>
                <c:pt idx="1778">
                  <c:v>0.75842551017345683</c:v>
                </c:pt>
                <c:pt idx="1779">
                  <c:v>0.76353498377516149</c:v>
                </c:pt>
                <c:pt idx="1780">
                  <c:v>0.76960601664970063</c:v>
                </c:pt>
                <c:pt idx="1781">
                  <c:v>0.8111332679754657</c:v>
                </c:pt>
                <c:pt idx="1782">
                  <c:v>0.86861546429510239</c:v>
                </c:pt>
                <c:pt idx="1783">
                  <c:v>0.87384513658750673</c:v>
                </c:pt>
                <c:pt idx="1784">
                  <c:v>0.92449198105574382</c:v>
                </c:pt>
                <c:pt idx="1785">
                  <c:v>0.98719855218066432</c:v>
                </c:pt>
                <c:pt idx="1786">
                  <c:v>0.90712614508856981</c:v>
                </c:pt>
                <c:pt idx="1787">
                  <c:v>0.86041385040536589</c:v>
                </c:pt>
                <c:pt idx="1788">
                  <c:v>0.84348139724450577</c:v>
                </c:pt>
                <c:pt idx="1789">
                  <c:v>0.81244689422955951</c:v>
                </c:pt>
                <c:pt idx="1790">
                  <c:v>0.81239407244471951</c:v>
                </c:pt>
                <c:pt idx="1791">
                  <c:v>0.81224578995116292</c:v>
                </c:pt>
                <c:pt idx="1792">
                  <c:v>0.81201737966402876</c:v>
                </c:pt>
                <c:pt idx="1793">
                  <c:v>0.81177419537984741</c:v>
                </c:pt>
                <c:pt idx="1794">
                  <c:v>0.81079133873592768</c:v>
                </c:pt>
                <c:pt idx="1795">
                  <c:v>0.80567588500220932</c:v>
                </c:pt>
                <c:pt idx="1796">
                  <c:v>0.80402522393672415</c:v>
                </c:pt>
                <c:pt idx="1797">
                  <c:v>0.80154914130617327</c:v>
                </c:pt>
                <c:pt idx="1798">
                  <c:v>0.78748921639848768</c:v>
                </c:pt>
                <c:pt idx="1799">
                  <c:v>0.77489213793439271</c:v>
                </c:pt>
                <c:pt idx="1800">
                  <c:v>0.77374179457185643</c:v>
                </c:pt>
                <c:pt idx="1801">
                  <c:v>0.76526279229599481</c:v>
                </c:pt>
                <c:pt idx="1802">
                  <c:v>0.7225085532236486</c:v>
                </c:pt>
                <c:pt idx="1803">
                  <c:v>0.71410156171320882</c:v>
                </c:pt>
                <c:pt idx="1804">
                  <c:v>0.72066712817095824</c:v>
                </c:pt>
                <c:pt idx="1805">
                  <c:v>0.77468814842076628</c:v>
                </c:pt>
                <c:pt idx="1806">
                  <c:v>0.80726625054430345</c:v>
                </c:pt>
                <c:pt idx="1807">
                  <c:v>0.80681204579818488</c:v>
                </c:pt>
                <c:pt idx="1808">
                  <c:v>0.80139716186669363</c:v>
                </c:pt>
                <c:pt idx="1809">
                  <c:v>0.79343195668445898</c:v>
                </c:pt>
                <c:pt idx="1810">
                  <c:v>0.79256471297908604</c:v>
                </c:pt>
                <c:pt idx="1811">
                  <c:v>0.77927045848808818</c:v>
                </c:pt>
                <c:pt idx="1812">
                  <c:v>0.67671908457750674</c:v>
                </c:pt>
                <c:pt idx="1813">
                  <c:v>0.63921231228112985</c:v>
                </c:pt>
                <c:pt idx="1814">
                  <c:v>0.64584618813877825</c:v>
                </c:pt>
                <c:pt idx="1815">
                  <c:v>0.68461384244588908</c:v>
                </c:pt>
                <c:pt idx="1816">
                  <c:v>0.72483435058569567</c:v>
                </c:pt>
                <c:pt idx="1817">
                  <c:v>0.79375688572426495</c:v>
                </c:pt>
                <c:pt idx="1818">
                  <c:v>0.80918065483154888</c:v>
                </c:pt>
                <c:pt idx="1819">
                  <c:v>0.81098982576767198</c:v>
                </c:pt>
                <c:pt idx="1820">
                  <c:v>0.82552791614866483</c:v>
                </c:pt>
                <c:pt idx="1821">
                  <c:v>0.83946158208200194</c:v>
                </c:pt>
                <c:pt idx="1822">
                  <c:v>0.84837571588875071</c:v>
                </c:pt>
                <c:pt idx="1823">
                  <c:v>0.85517014898276877</c:v>
                </c:pt>
                <c:pt idx="1824">
                  <c:v>0.97913603784186731</c:v>
                </c:pt>
                <c:pt idx="1825">
                  <c:v>0.997897427784595</c:v>
                </c:pt>
                <c:pt idx="1826">
                  <c:v>0.90298826006111998</c:v>
                </c:pt>
                <c:pt idx="1827">
                  <c:v>0.90036308780898833</c:v>
                </c:pt>
                <c:pt idx="1828">
                  <c:v>0.89058916760973306</c:v>
                </c:pt>
                <c:pt idx="1829">
                  <c:v>0.88868707715791551</c:v>
                </c:pt>
                <c:pt idx="1830">
                  <c:v>0.87484565954811599</c:v>
                </c:pt>
                <c:pt idx="1831">
                  <c:v>0.8562517760347842</c:v>
                </c:pt>
                <c:pt idx="1832">
                  <c:v>0.84616201875498209</c:v>
                </c:pt>
                <c:pt idx="1833">
                  <c:v>0.843067606058304</c:v>
                </c:pt>
                <c:pt idx="1834">
                  <c:v>0.83251942378728216</c:v>
                </c:pt>
                <c:pt idx="1835">
                  <c:v>0.81695637378282981</c:v>
                </c:pt>
                <c:pt idx="1836">
                  <c:v>0.76336073735343946</c:v>
                </c:pt>
                <c:pt idx="1837">
                  <c:v>0.70874971856455249</c:v>
                </c:pt>
                <c:pt idx="1838">
                  <c:v>0.6562391462963143</c:v>
                </c:pt>
                <c:pt idx="1839">
                  <c:v>0.65982286714560523</c:v>
                </c:pt>
                <c:pt idx="1840">
                  <c:v>0.73701624153766443</c:v>
                </c:pt>
                <c:pt idx="1841">
                  <c:v>0.74301439231989486</c:v>
                </c:pt>
                <c:pt idx="1842">
                  <c:v>0.74943095033267038</c:v>
                </c:pt>
                <c:pt idx="1843">
                  <c:v>0.80792901503778813</c:v>
                </c:pt>
                <c:pt idx="1844">
                  <c:v>0.82234931131371203</c:v>
                </c:pt>
                <c:pt idx="1845">
                  <c:v>0.82686037866527295</c:v>
                </c:pt>
                <c:pt idx="1846">
                  <c:v>0.88918809955452072</c:v>
                </c:pt>
                <c:pt idx="1847">
                  <c:v>0.92446449042746703</c:v>
                </c:pt>
                <c:pt idx="1848">
                  <c:v>0.90242323183151629</c:v>
                </c:pt>
                <c:pt idx="1849">
                  <c:v>0.72164207831937244</c:v>
                </c:pt>
                <c:pt idx="1850">
                  <c:v>0.62788160488714828</c:v>
                </c:pt>
                <c:pt idx="1851">
                  <c:v>0.64465059286643811</c:v>
                </c:pt>
                <c:pt idx="1852">
                  <c:v>0.6748666149555862</c:v>
                </c:pt>
                <c:pt idx="1853">
                  <c:v>0.70460696124188815</c:v>
                </c:pt>
                <c:pt idx="1854">
                  <c:v>0.73823361496697626</c:v>
                </c:pt>
                <c:pt idx="1855">
                  <c:v>0.75926442897772661</c:v>
                </c:pt>
                <c:pt idx="1856">
                  <c:v>0.76667335757179111</c:v>
                </c:pt>
                <c:pt idx="1857">
                  <c:v>0.76825286239861612</c:v>
                </c:pt>
                <c:pt idx="1858">
                  <c:v>0.77455738997837265</c:v>
                </c:pt>
                <c:pt idx="1859">
                  <c:v>0.78173949208266902</c:v>
                </c:pt>
                <c:pt idx="1860">
                  <c:v>0.78438225158059471</c:v>
                </c:pt>
                <c:pt idx="1861">
                  <c:v>0.79858875046270328</c:v>
                </c:pt>
                <c:pt idx="1862">
                  <c:v>0.91017908093942379</c:v>
                </c:pt>
                <c:pt idx="1863">
                  <c:v>0.98451418333000673</c:v>
                </c:pt>
                <c:pt idx="1864">
                  <c:v>0.99774402369515836</c:v>
                </c:pt>
                <c:pt idx="1865">
                  <c:v>0.84814502298692362</c:v>
                </c:pt>
                <c:pt idx="1866">
                  <c:v>0.84952226091854899</c:v>
                </c:pt>
                <c:pt idx="1867">
                  <c:v>0.85639957908628073</c:v>
                </c:pt>
                <c:pt idx="1868">
                  <c:v>0.84954842323786806</c:v>
                </c:pt>
                <c:pt idx="1869">
                  <c:v>0.80963011486428693</c:v>
                </c:pt>
                <c:pt idx="1870">
                  <c:v>0.77748614181799924</c:v>
                </c:pt>
                <c:pt idx="1871">
                  <c:v>0.75148666610943415</c:v>
                </c:pt>
                <c:pt idx="1872">
                  <c:v>0.74610978866759892</c:v>
                </c:pt>
                <c:pt idx="1873">
                  <c:v>0.7199384998174404</c:v>
                </c:pt>
                <c:pt idx="1874">
                  <c:v>0.70210152259090186</c:v>
                </c:pt>
                <c:pt idx="1875">
                  <c:v>0.70721180007728712</c:v>
                </c:pt>
                <c:pt idx="1876">
                  <c:v>0.74162376776183681</c:v>
                </c:pt>
                <c:pt idx="1877">
                  <c:v>0.78621151100362252</c:v>
                </c:pt>
                <c:pt idx="1878">
                  <c:v>0.80309132831394048</c:v>
                </c:pt>
                <c:pt idx="1879">
                  <c:v>0.80465611209873567</c:v>
                </c:pt>
                <c:pt idx="1880">
                  <c:v>0.82664341192661261</c:v>
                </c:pt>
                <c:pt idx="1881">
                  <c:v>0.84419256914732255</c:v>
                </c:pt>
                <c:pt idx="1882">
                  <c:v>0.84308114648334609</c:v>
                </c:pt>
                <c:pt idx="1883">
                  <c:v>0.82852465734292247</c:v>
                </c:pt>
                <c:pt idx="1884">
                  <c:v>0.81552583217645935</c:v>
                </c:pt>
                <c:pt idx="1885">
                  <c:v>0.81272912794886043</c:v>
                </c:pt>
                <c:pt idx="1886">
                  <c:v>0.8143263505782864</c:v>
                </c:pt>
                <c:pt idx="1887">
                  <c:v>0.82769915343763201</c:v>
                </c:pt>
                <c:pt idx="1888">
                  <c:v>0.8326156367191121</c:v>
                </c:pt>
                <c:pt idx="1889">
                  <c:v>0.82321414084060918</c:v>
                </c:pt>
                <c:pt idx="1890">
                  <c:v>0.76458715412409295</c:v>
                </c:pt>
                <c:pt idx="1891">
                  <c:v>0.71333073605763786</c:v>
                </c:pt>
                <c:pt idx="1892">
                  <c:v>0.7175448400517942</c:v>
                </c:pt>
                <c:pt idx="1893">
                  <c:v>0.75603094967387918</c:v>
                </c:pt>
                <c:pt idx="1894">
                  <c:v>0.79481565849828528</c:v>
                </c:pt>
                <c:pt idx="1895">
                  <c:v>0.84266198468476805</c:v>
                </c:pt>
                <c:pt idx="1896">
                  <c:v>0.87475969370071494</c:v>
                </c:pt>
                <c:pt idx="1897">
                  <c:v>0.88424636785555188</c:v>
                </c:pt>
                <c:pt idx="1898">
                  <c:v>0.89887221137760343</c:v>
                </c:pt>
                <c:pt idx="1899">
                  <c:v>0.90479498017285731</c:v>
                </c:pt>
                <c:pt idx="1900">
                  <c:v>0.91045360233099493</c:v>
                </c:pt>
                <c:pt idx="1901">
                  <c:v>0.95175951341873255</c:v>
                </c:pt>
                <c:pt idx="1902">
                  <c:v>0.97636542314829844</c:v>
                </c:pt>
                <c:pt idx="1903">
                  <c:v>0.99977301762091231</c:v>
                </c:pt>
                <c:pt idx="1904">
                  <c:v>0.89080090579711313</c:v>
                </c:pt>
                <c:pt idx="1905">
                  <c:v>0.87800282533365348</c:v>
                </c:pt>
                <c:pt idx="1906">
                  <c:v>0.74398031956448196</c:v>
                </c:pt>
                <c:pt idx="1907">
                  <c:v>0.69303542184839184</c:v>
                </c:pt>
                <c:pt idx="1908">
                  <c:v>0.70198924938724083</c:v>
                </c:pt>
                <c:pt idx="1909">
                  <c:v>0.75874882509585573</c:v>
                </c:pt>
                <c:pt idx="1910">
                  <c:v>0.80443066538547436</c:v>
                </c:pt>
                <c:pt idx="1911">
                  <c:v>0.79179112726047907</c:v>
                </c:pt>
                <c:pt idx="1912">
                  <c:v>0.71344323989548875</c:v>
                </c:pt>
                <c:pt idx="1913">
                  <c:v>0.63036162581212041</c:v>
                </c:pt>
                <c:pt idx="1914">
                  <c:v>0.57574433788912049</c:v>
                </c:pt>
                <c:pt idx="1915">
                  <c:v>0.58150155296116779</c:v>
                </c:pt>
                <c:pt idx="1916">
                  <c:v>0.59127389590909762</c:v>
                </c:pt>
                <c:pt idx="1917">
                  <c:v>0.59839525325040943</c:v>
                </c:pt>
                <c:pt idx="1918">
                  <c:v>0.67178725176592835</c:v>
                </c:pt>
                <c:pt idx="1919">
                  <c:v>0.68777715097983749</c:v>
                </c:pt>
                <c:pt idx="1920">
                  <c:v>0.69915265612345956</c:v>
                </c:pt>
                <c:pt idx="1921">
                  <c:v>0.83695978235429058</c:v>
                </c:pt>
                <c:pt idx="1922">
                  <c:v>0.89460932771257995</c:v>
                </c:pt>
                <c:pt idx="1923">
                  <c:v>0.89624600751250305</c:v>
                </c:pt>
                <c:pt idx="1924">
                  <c:v>0.91128563037417598</c:v>
                </c:pt>
                <c:pt idx="1925">
                  <c:v>0.925630558687632</c:v>
                </c:pt>
                <c:pt idx="1926">
                  <c:v>0.92072658266238738</c:v>
                </c:pt>
                <c:pt idx="1927">
                  <c:v>0.88198743320863626</c:v>
                </c:pt>
                <c:pt idx="1928">
                  <c:v>0.86934480598814601</c:v>
                </c:pt>
                <c:pt idx="1929">
                  <c:v>0.87119788299055256</c:v>
                </c:pt>
                <c:pt idx="1930">
                  <c:v>0.87495990037205906</c:v>
                </c:pt>
                <c:pt idx="1931">
                  <c:v>0.87874813517948369</c:v>
                </c:pt>
                <c:pt idx="1932">
                  <c:v>0.88027757780422944</c:v>
                </c:pt>
                <c:pt idx="1933">
                  <c:v>0.88484161414922824</c:v>
                </c:pt>
                <c:pt idx="1934">
                  <c:v>0.8802941560125187</c:v>
                </c:pt>
                <c:pt idx="1935">
                  <c:v>0.84450075561863558</c:v>
                </c:pt>
                <c:pt idx="1936">
                  <c:v>0.81650454117804561</c:v>
                </c:pt>
                <c:pt idx="1937">
                  <c:v>0.81652681477657307</c:v>
                </c:pt>
                <c:pt idx="1938">
                  <c:v>0.81642052478742055</c:v>
                </c:pt>
                <c:pt idx="1939">
                  <c:v>0.81632262686699786</c:v>
                </c:pt>
                <c:pt idx="1940">
                  <c:v>0.81634996147784511</c:v>
                </c:pt>
                <c:pt idx="1941">
                  <c:v>0.81635813784437872</c:v>
                </c:pt>
                <c:pt idx="1942">
                  <c:v>0.86023875885037593</c:v>
                </c:pt>
                <c:pt idx="1943">
                  <c:v>0.94237438265157425</c:v>
                </c:pt>
                <c:pt idx="1944">
                  <c:v>0.9969372019531304</c:v>
                </c:pt>
                <c:pt idx="1945">
                  <c:v>0.95485700447557131</c:v>
                </c:pt>
                <c:pt idx="1946">
                  <c:v>0.70461226813622957</c:v>
                </c:pt>
                <c:pt idx="1947">
                  <c:v>0.80975019164922513</c:v>
                </c:pt>
                <c:pt idx="1948">
                  <c:v>0.83698911702517753</c:v>
                </c:pt>
                <c:pt idx="1949">
                  <c:v>0.83865067185642772</c:v>
                </c:pt>
                <c:pt idx="1950">
                  <c:v>0.85074637662527974</c:v>
                </c:pt>
                <c:pt idx="1951">
                  <c:v>0.86242908871808699</c:v>
                </c:pt>
                <c:pt idx="1952">
                  <c:v>0.86387000096695865</c:v>
                </c:pt>
                <c:pt idx="1953">
                  <c:v>0.86410957892463058</c:v>
                </c:pt>
                <c:pt idx="1954">
                  <c:v>0.86443967509204278</c:v>
                </c:pt>
                <c:pt idx="1955">
                  <c:v>0.86471310682355707</c:v>
                </c:pt>
                <c:pt idx="1956">
                  <c:v>0.86602047400434945</c:v>
                </c:pt>
                <c:pt idx="1957">
                  <c:v>0.88252355263078042</c:v>
                </c:pt>
                <c:pt idx="1958">
                  <c:v>0.88479071362804751</c:v>
                </c:pt>
                <c:pt idx="1959">
                  <c:v>0.883249509480586</c:v>
                </c:pt>
                <c:pt idx="1960">
                  <c:v>0.87271669345380976</c:v>
                </c:pt>
                <c:pt idx="1961">
                  <c:v>0.86118872304480898</c:v>
                </c:pt>
                <c:pt idx="1962">
                  <c:v>0.8574784943289957</c:v>
                </c:pt>
                <c:pt idx="1963">
                  <c:v>0.86114618739455773</c:v>
                </c:pt>
                <c:pt idx="1964">
                  <c:v>0.89073916842086087</c:v>
                </c:pt>
                <c:pt idx="1965">
                  <c:v>0.90371272920161139</c:v>
                </c:pt>
                <c:pt idx="1966">
                  <c:v>0.89715034917849612</c:v>
                </c:pt>
                <c:pt idx="1967">
                  <c:v>0.86524950324939431</c:v>
                </c:pt>
                <c:pt idx="1968">
                  <c:v>0.83727569435527749</c:v>
                </c:pt>
                <c:pt idx="1969">
                  <c:v>0.83975887601759069</c:v>
                </c:pt>
                <c:pt idx="1970">
                  <c:v>0.85083868848712607</c:v>
                </c:pt>
                <c:pt idx="1971">
                  <c:v>0.86210530709305</c:v>
                </c:pt>
                <c:pt idx="1972">
                  <c:v>0.87599017871270513</c:v>
                </c:pt>
                <c:pt idx="1973">
                  <c:v>0.88550415158099982</c:v>
                </c:pt>
                <c:pt idx="1974">
                  <c:v>0.88327409144614166</c:v>
                </c:pt>
                <c:pt idx="1975">
                  <c:v>0.85966051235826146</c:v>
                </c:pt>
                <c:pt idx="1976">
                  <c:v>0.84975812247504301</c:v>
                </c:pt>
                <c:pt idx="1977">
                  <c:v>0.85942642191496865</c:v>
                </c:pt>
                <c:pt idx="1978">
                  <c:v>0.87689878424552581</c:v>
                </c:pt>
                <c:pt idx="1979">
                  <c:v>0.89449830518068985</c:v>
                </c:pt>
                <c:pt idx="1980">
                  <c:v>0.9416887440209033</c:v>
                </c:pt>
                <c:pt idx="1981">
                  <c:v>0.97874332144555598</c:v>
                </c:pt>
                <c:pt idx="1982">
                  <c:v>0.99983482820718306</c:v>
                </c:pt>
                <c:pt idx="1983">
                  <c:v>0.82992752733687902</c:v>
                </c:pt>
                <c:pt idx="1984">
                  <c:v>0.83563818015455449</c:v>
                </c:pt>
                <c:pt idx="1985">
                  <c:v>0.86940795902460966</c:v>
                </c:pt>
                <c:pt idx="1986">
                  <c:v>0.87426039634322661</c:v>
                </c:pt>
                <c:pt idx="1987">
                  <c:v>0.92310972451376305</c:v>
                </c:pt>
                <c:pt idx="1988">
                  <c:v>0.92888497872717468</c:v>
                </c:pt>
                <c:pt idx="1989">
                  <c:v>0.92702134355171417</c:v>
                </c:pt>
                <c:pt idx="1990">
                  <c:v>0.9106914360028282</c:v>
                </c:pt>
                <c:pt idx="1991">
                  <c:v>0.90181062761285791</c:v>
                </c:pt>
                <c:pt idx="1992">
                  <c:v>0.89783702460395731</c:v>
                </c:pt>
                <c:pt idx="1993">
                  <c:v>0.90065290889763505</c:v>
                </c:pt>
                <c:pt idx="1994">
                  <c:v>0.93948601376504393</c:v>
                </c:pt>
                <c:pt idx="1995">
                  <c:v>0.95112393355869884</c:v>
                </c:pt>
                <c:pt idx="1996">
                  <c:v>0.94926651801158179</c:v>
                </c:pt>
                <c:pt idx="1997">
                  <c:v>0.92484248900509769</c:v>
                </c:pt>
                <c:pt idx="1998">
                  <c:v>0.91529142196328284</c:v>
                </c:pt>
                <c:pt idx="1999">
                  <c:v>0.91565479690451101</c:v>
                </c:pt>
                <c:pt idx="2000">
                  <c:v>0.91867730716707219</c:v>
                </c:pt>
                <c:pt idx="2001">
                  <c:v>0.92143052158377003</c:v>
                </c:pt>
                <c:pt idx="2002">
                  <c:v>0.92180556134593705</c:v>
                </c:pt>
                <c:pt idx="2003">
                  <c:v>0.91926313727061193</c:v>
                </c:pt>
                <c:pt idx="2004">
                  <c:v>0.90144802508606126</c:v>
                </c:pt>
                <c:pt idx="2005">
                  <c:v>0.89110623023884916</c:v>
                </c:pt>
                <c:pt idx="2006">
                  <c:v>0.89387101488428689</c:v>
                </c:pt>
                <c:pt idx="2007">
                  <c:v>0.91263420368707093</c:v>
                </c:pt>
                <c:pt idx="2008">
                  <c:v>0.93110061541817668</c:v>
                </c:pt>
                <c:pt idx="2009">
                  <c:v>0.95574720115470102</c:v>
                </c:pt>
                <c:pt idx="2010">
                  <c:v>0.96647379643253439</c:v>
                </c:pt>
                <c:pt idx="2011">
                  <c:v>0.95875509933455083</c:v>
                </c:pt>
                <c:pt idx="2012">
                  <c:v>0.90633423990422568</c:v>
                </c:pt>
                <c:pt idx="2013">
                  <c:v>0.87344500671701608</c:v>
                </c:pt>
                <c:pt idx="2014">
                  <c:v>0.87005307111452845</c:v>
                </c:pt>
                <c:pt idx="2015">
                  <c:v>0.86678037013794973</c:v>
                </c:pt>
                <c:pt idx="2016">
                  <c:v>0.82600702684215044</c:v>
                </c:pt>
                <c:pt idx="2017">
                  <c:v>0.76215698056199754</c:v>
                </c:pt>
                <c:pt idx="2018">
                  <c:v>0.75219904371947177</c:v>
                </c:pt>
                <c:pt idx="2019">
                  <c:v>0.76605336753388609</c:v>
                </c:pt>
                <c:pt idx="2020">
                  <c:v>0.93097719644981625</c:v>
                </c:pt>
                <c:pt idx="2021">
                  <c:v>0.99838829214948077</c:v>
                </c:pt>
                <c:pt idx="2022">
                  <c:v>0.89947671173101484</c:v>
                </c:pt>
                <c:pt idx="2023">
                  <c:v>0.83784441707360857</c:v>
                </c:pt>
                <c:pt idx="2024">
                  <c:v>0.74126981483534582</c:v>
                </c:pt>
                <c:pt idx="2025">
                  <c:v>0.71868833719099456</c:v>
                </c:pt>
                <c:pt idx="2026">
                  <c:v>0.69717649963598072</c:v>
                </c:pt>
                <c:pt idx="2027">
                  <c:v>0.67439757016607926</c:v>
                </c:pt>
                <c:pt idx="2028">
                  <c:v>0.64512407929174198</c:v>
                </c:pt>
                <c:pt idx="2029">
                  <c:v>0.63693630688748515</c:v>
                </c:pt>
                <c:pt idx="2030">
                  <c:v>0.63836578358735685</c:v>
                </c:pt>
                <c:pt idx="2031">
                  <c:v>0.64821581157932651</c:v>
                </c:pt>
                <c:pt idx="2032">
                  <c:v>0.65181264593453758</c:v>
                </c:pt>
                <c:pt idx="2033">
                  <c:v>0.67897178523532042</c:v>
                </c:pt>
                <c:pt idx="2034">
                  <c:v>0.75391344883245548</c:v>
                </c:pt>
                <c:pt idx="2035">
                  <c:v>0.82298228807054441</c:v>
                </c:pt>
                <c:pt idx="2036">
                  <c:v>0.79739557414815132</c:v>
                </c:pt>
                <c:pt idx="2037">
                  <c:v>0.7180726208453152</c:v>
                </c:pt>
                <c:pt idx="2038">
                  <c:v>0.68684727619511887</c:v>
                </c:pt>
                <c:pt idx="2039">
                  <c:v>0.66976266771861859</c:v>
                </c:pt>
                <c:pt idx="2040">
                  <c:v>0.4412573668495654</c:v>
                </c:pt>
                <c:pt idx="2041">
                  <c:v>0.31989439977916312</c:v>
                </c:pt>
                <c:pt idx="2042">
                  <c:v>0.3387305799655731</c:v>
                </c:pt>
                <c:pt idx="2043">
                  <c:v>0.45338531179174979</c:v>
                </c:pt>
                <c:pt idx="2044">
                  <c:v>0.53538411645711725</c:v>
                </c:pt>
                <c:pt idx="2045">
                  <c:v>0.54259116962237675</c:v>
                </c:pt>
                <c:pt idx="2046">
                  <c:v>0.62325420694156408</c:v>
                </c:pt>
                <c:pt idx="2047">
                  <c:v>0.72426645319207672</c:v>
                </c:pt>
                <c:pt idx="2048">
                  <c:v>0.82049776239771222</c:v>
                </c:pt>
                <c:pt idx="2049">
                  <c:v>0.90051693466359839</c:v>
                </c:pt>
                <c:pt idx="2050">
                  <c:v>0.90590637244243755</c:v>
                </c:pt>
                <c:pt idx="2051">
                  <c:v>0.90376125955667352</c:v>
                </c:pt>
                <c:pt idx="2052">
                  <c:v>0.87748643805966764</c:v>
                </c:pt>
                <c:pt idx="2053">
                  <c:v>0.87532751074396364</c:v>
                </c:pt>
                <c:pt idx="2054">
                  <c:v>0.87571040341031703</c:v>
                </c:pt>
                <c:pt idx="2055">
                  <c:v>0.87859231919715652</c:v>
                </c:pt>
                <c:pt idx="2056">
                  <c:v>0.87914561843793659</c:v>
                </c:pt>
                <c:pt idx="2057">
                  <c:v>0.88241113194234089</c:v>
                </c:pt>
                <c:pt idx="2058">
                  <c:v>0.90291256791004715</c:v>
                </c:pt>
                <c:pt idx="2059">
                  <c:v>0.92438293340904554</c:v>
                </c:pt>
                <c:pt idx="2060">
                  <c:v>0.94163026626937674</c:v>
                </c:pt>
                <c:pt idx="2061">
                  <c:v>0.94573981044854194</c:v>
                </c:pt>
                <c:pt idx="2062">
                  <c:v>0.99093666594500895</c:v>
                </c:pt>
                <c:pt idx="2063">
                  <c:v>0.99830186318762026</c:v>
                </c:pt>
                <c:pt idx="2064">
                  <c:v>0.86458854412617159</c:v>
                </c:pt>
                <c:pt idx="2065">
                  <c:v>0.8623457561153256</c:v>
                </c:pt>
                <c:pt idx="2066">
                  <c:v>0.82636454660642078</c:v>
                </c:pt>
                <c:pt idx="2067">
                  <c:v>0.82965789860611516</c:v>
                </c:pt>
                <c:pt idx="2068">
                  <c:v>0.84780314679531976</c:v>
                </c:pt>
                <c:pt idx="2069">
                  <c:v>0.87126320068280971</c:v>
                </c:pt>
                <c:pt idx="2070">
                  <c:v>0.87364241925139929</c:v>
                </c:pt>
                <c:pt idx="2071">
                  <c:v>0.87808179069166092</c:v>
                </c:pt>
                <c:pt idx="2072">
                  <c:v>0.91267946399858546</c:v>
                </c:pt>
                <c:pt idx="2073">
                  <c:v>0.92119042612431445</c:v>
                </c:pt>
                <c:pt idx="2074">
                  <c:v>0.88761717411005314</c:v>
                </c:pt>
                <c:pt idx="2075">
                  <c:v>0.80950430333632706</c:v>
                </c:pt>
                <c:pt idx="2076">
                  <c:v>0.76496022371656891</c:v>
                </c:pt>
                <c:pt idx="2077">
                  <c:v>0.76274171317268835</c:v>
                </c:pt>
                <c:pt idx="2078">
                  <c:v>0.74392834722419465</c:v>
                </c:pt>
                <c:pt idx="2079">
                  <c:v>0.74236544671749571</c:v>
                </c:pt>
                <c:pt idx="2080">
                  <c:v>0.74813905483482523</c:v>
                </c:pt>
                <c:pt idx="2081">
                  <c:v>0.8328462305365022</c:v>
                </c:pt>
                <c:pt idx="2082">
                  <c:v>0.84731267444514524</c:v>
                </c:pt>
                <c:pt idx="2083">
                  <c:v>0.86048562111799409</c:v>
                </c:pt>
                <c:pt idx="2084">
                  <c:v>0.87540690230137064</c:v>
                </c:pt>
                <c:pt idx="2085">
                  <c:v>0.89132099056561254</c:v>
                </c:pt>
                <c:pt idx="2086">
                  <c:v>0.89299303588428414</c:v>
                </c:pt>
                <c:pt idx="2087">
                  <c:v>0.92471073370123813</c:v>
                </c:pt>
                <c:pt idx="2088">
                  <c:v>0.93246280722091046</c:v>
                </c:pt>
                <c:pt idx="2089">
                  <c:v>0.9252194494039423</c:v>
                </c:pt>
                <c:pt idx="2090">
                  <c:v>0.88048977961025221</c:v>
                </c:pt>
                <c:pt idx="2091">
                  <c:v>0.8644807051554837</c:v>
                </c:pt>
                <c:pt idx="2092">
                  <c:v>0.87367505120820599</c:v>
                </c:pt>
                <c:pt idx="2093">
                  <c:v>0.9324894587976994</c:v>
                </c:pt>
                <c:pt idx="2094">
                  <c:v>0.93573621395965834</c:v>
                </c:pt>
                <c:pt idx="2095">
                  <c:v>0.86746561553448309</c:v>
                </c:pt>
                <c:pt idx="2096">
                  <c:v>0.78073437366579068</c:v>
                </c:pt>
                <c:pt idx="2097">
                  <c:v>0.73402502465128183</c:v>
                </c:pt>
                <c:pt idx="2098">
                  <c:v>0.71806155789050219</c:v>
                </c:pt>
                <c:pt idx="2099">
                  <c:v>0.73856484248985232</c:v>
                </c:pt>
                <c:pt idx="2100">
                  <c:v>0.99911978442797533</c:v>
                </c:pt>
                <c:pt idx="2101">
                  <c:v>0.65033971288338877</c:v>
                </c:pt>
                <c:pt idx="2102">
                  <c:v>0.65513966189172501</c:v>
                </c:pt>
                <c:pt idx="2103">
                  <c:v>0.69125374272836881</c:v>
                </c:pt>
                <c:pt idx="2104">
                  <c:v>0.73237245022821851</c:v>
                </c:pt>
                <c:pt idx="2105">
                  <c:v>0.73762404553341532</c:v>
                </c:pt>
                <c:pt idx="2106">
                  <c:v>0.82481169195565152</c:v>
                </c:pt>
                <c:pt idx="2107">
                  <c:v>0.83761595299396474</c:v>
                </c:pt>
                <c:pt idx="2108">
                  <c:v>0.85143115012683335</c:v>
                </c:pt>
                <c:pt idx="2109">
                  <c:v>0.96790935308034021</c:v>
                </c:pt>
                <c:pt idx="2110">
                  <c:v>0.94580795565114262</c:v>
                </c:pt>
                <c:pt idx="2111">
                  <c:v>0.88076440742388595</c:v>
                </c:pt>
                <c:pt idx="2112">
                  <c:v>0.80700888207184918</c:v>
                </c:pt>
                <c:pt idx="2113">
                  <c:v>0.78119544372843575</c:v>
                </c:pt>
                <c:pt idx="2114">
                  <c:v>0.78493565755015848</c:v>
                </c:pt>
                <c:pt idx="2115">
                  <c:v>0.83041864097987039</c:v>
                </c:pt>
                <c:pt idx="2116">
                  <c:v>0.84353932808796572</c:v>
                </c:pt>
                <c:pt idx="2117">
                  <c:v>0.83798929269544131</c:v>
                </c:pt>
                <c:pt idx="2118">
                  <c:v>0.79464156739762737</c:v>
                </c:pt>
                <c:pt idx="2119">
                  <c:v>0.7469080151222105</c:v>
                </c:pt>
                <c:pt idx="2120">
                  <c:v>0.70853949379358216</c:v>
                </c:pt>
                <c:pt idx="2121">
                  <c:v>0.67493836460971179</c:v>
                </c:pt>
                <c:pt idx="2122">
                  <c:v>0.65198757961888709</c:v>
                </c:pt>
                <c:pt idx="2123">
                  <c:v>0.66587367475294634</c:v>
                </c:pt>
                <c:pt idx="2124">
                  <c:v>0.79619503805882541</c:v>
                </c:pt>
                <c:pt idx="2125">
                  <c:v>0.8834559130667119</c:v>
                </c:pt>
                <c:pt idx="2126">
                  <c:v>0.88456506439036398</c:v>
                </c:pt>
                <c:pt idx="2127">
                  <c:v>0.89009970143334793</c:v>
                </c:pt>
                <c:pt idx="2128">
                  <c:v>0.89035007314954939</c:v>
                </c:pt>
                <c:pt idx="2129">
                  <c:v>0.88557376387213049</c:v>
                </c:pt>
                <c:pt idx="2130">
                  <c:v>0.84433691746509065</c:v>
                </c:pt>
                <c:pt idx="2131">
                  <c:v>0.8324836754582543</c:v>
                </c:pt>
                <c:pt idx="2132">
                  <c:v>0.82282480805738689</c:v>
                </c:pt>
                <c:pt idx="2133">
                  <c:v>0.69470827251279987</c:v>
                </c:pt>
                <c:pt idx="2134">
                  <c:v>0.61914987882941075</c:v>
                </c:pt>
                <c:pt idx="2135">
                  <c:v>0.58304960390096561</c:v>
                </c:pt>
                <c:pt idx="2136">
                  <c:v>0.61875645232755894</c:v>
                </c:pt>
                <c:pt idx="2137">
                  <c:v>0.78227386517019259</c:v>
                </c:pt>
                <c:pt idx="2138">
                  <c:v>0.93487862125341248</c:v>
                </c:pt>
                <c:pt idx="2139">
                  <c:v>0.99740225140184025</c:v>
                </c:pt>
                <c:pt idx="2140">
                  <c:v>0.73550417611877095</c:v>
                </c:pt>
                <c:pt idx="2141">
                  <c:v>0.72820997784694863</c:v>
                </c:pt>
                <c:pt idx="2142">
                  <c:v>0.66773330489821947</c:v>
                </c:pt>
                <c:pt idx="2143">
                  <c:v>0.67836920995897543</c:v>
                </c:pt>
                <c:pt idx="2144">
                  <c:v>0.73342509518029086</c:v>
                </c:pt>
                <c:pt idx="2145">
                  <c:v>0.82117972848763399</c:v>
                </c:pt>
                <c:pt idx="2146">
                  <c:v>0.82304065520097136</c:v>
                </c:pt>
                <c:pt idx="2147">
                  <c:v>0.82652318227170984</c:v>
                </c:pt>
                <c:pt idx="2148">
                  <c:v>0.9016161125454788</c:v>
                </c:pt>
                <c:pt idx="2149">
                  <c:v>0.91980588793348439</c:v>
                </c:pt>
                <c:pt idx="2150">
                  <c:v>0.90641248098723426</c:v>
                </c:pt>
                <c:pt idx="2151">
                  <c:v>0.76228730736316019</c:v>
                </c:pt>
                <c:pt idx="2152">
                  <c:v>0.70513722444999449</c:v>
                </c:pt>
                <c:pt idx="2153">
                  <c:v>0.7106613887605876</c:v>
                </c:pt>
                <c:pt idx="2154">
                  <c:v>0.73862483525004285</c:v>
                </c:pt>
                <c:pt idx="2155">
                  <c:v>0.75968479298597558</c:v>
                </c:pt>
                <c:pt idx="2156">
                  <c:v>0.75533102571369826</c:v>
                </c:pt>
                <c:pt idx="2157">
                  <c:v>0.71838165783646091</c:v>
                </c:pt>
                <c:pt idx="2158">
                  <c:v>0.70835297923534957</c:v>
                </c:pt>
                <c:pt idx="2159">
                  <c:v>0.71013365208736456</c:v>
                </c:pt>
                <c:pt idx="2160">
                  <c:v>0.72241523789869488</c:v>
                </c:pt>
                <c:pt idx="2161">
                  <c:v>0.73490852368306248</c:v>
                </c:pt>
                <c:pt idx="2162">
                  <c:v>0.74722536039487575</c:v>
                </c:pt>
                <c:pt idx="2163">
                  <c:v>0.75664015146016816</c:v>
                </c:pt>
                <c:pt idx="2164">
                  <c:v>0.76226859152257243</c:v>
                </c:pt>
                <c:pt idx="2165">
                  <c:v>0.77125776222988851</c:v>
                </c:pt>
                <c:pt idx="2166">
                  <c:v>0.84215209810420311</c:v>
                </c:pt>
                <c:pt idx="2167">
                  <c:v>0.85744206367522757</c:v>
                </c:pt>
                <c:pt idx="2168">
                  <c:v>0.84490425268108038</c:v>
                </c:pt>
                <c:pt idx="2169">
                  <c:v>0.76244051067501029</c:v>
                </c:pt>
                <c:pt idx="2170">
                  <c:v>0.71132908234569814</c:v>
                </c:pt>
                <c:pt idx="2171">
                  <c:v>0.68908027723172094</c:v>
                </c:pt>
                <c:pt idx="2172">
                  <c:v>0.69545913658292324</c:v>
                </c:pt>
                <c:pt idx="2173">
                  <c:v>0.73773721756271149</c:v>
                </c:pt>
                <c:pt idx="2174">
                  <c:v>0.78319683329788248</c:v>
                </c:pt>
                <c:pt idx="2175">
                  <c:v>0.81612389127270868</c:v>
                </c:pt>
                <c:pt idx="2176">
                  <c:v>0.83040636007711655</c:v>
                </c:pt>
                <c:pt idx="2177">
                  <c:v>0.93237334648869585</c:v>
                </c:pt>
                <c:pt idx="2178">
                  <c:v>0.99925709198022283</c:v>
                </c:pt>
                <c:pt idx="2179">
                  <c:v>0.84575172427812007</c:v>
                </c:pt>
                <c:pt idx="2180">
                  <c:v>0.69061433474330802</c:v>
                </c:pt>
                <c:pt idx="2181">
                  <c:v>0.70991084548343264</c:v>
                </c:pt>
                <c:pt idx="2182">
                  <c:v>0.86828776711406364</c:v>
                </c:pt>
                <c:pt idx="2183">
                  <c:v>0.86388194311067101</c:v>
                </c:pt>
                <c:pt idx="2184">
                  <c:v>0.82733030635731919</c:v>
                </c:pt>
                <c:pt idx="2185">
                  <c:v>0.79983772545864773</c:v>
                </c:pt>
                <c:pt idx="2186">
                  <c:v>0.77069437950303799</c:v>
                </c:pt>
                <c:pt idx="2187">
                  <c:v>0.77729145375904718</c:v>
                </c:pt>
                <c:pt idx="2188">
                  <c:v>0.80133069510927613</c:v>
                </c:pt>
                <c:pt idx="2189">
                  <c:v>0.82560113281846237</c:v>
                </c:pt>
                <c:pt idx="2190">
                  <c:v>0.81068799871636998</c:v>
                </c:pt>
                <c:pt idx="2191">
                  <c:v>0.77389394881473661</c:v>
                </c:pt>
                <c:pt idx="2192">
                  <c:v>0.76284355305649032</c:v>
                </c:pt>
                <c:pt idx="2193">
                  <c:v>0.76930053507119878</c:v>
                </c:pt>
                <c:pt idx="2194">
                  <c:v>0.84990483918612358</c:v>
                </c:pt>
                <c:pt idx="2195">
                  <c:v>0.88320409184186044</c:v>
                </c:pt>
                <c:pt idx="2196">
                  <c:v>0.87897311106251563</c:v>
                </c:pt>
                <c:pt idx="2197">
                  <c:v>0.8608848937621848</c:v>
                </c:pt>
                <c:pt idx="2198">
                  <c:v>0.84308420388442207</c:v>
                </c:pt>
                <c:pt idx="2199">
                  <c:v>0.83873115591976255</c:v>
                </c:pt>
                <c:pt idx="2200">
                  <c:v>0.83982309552363366</c:v>
                </c:pt>
                <c:pt idx="2201">
                  <c:v>0.84542174113025481</c:v>
                </c:pt>
                <c:pt idx="2202">
                  <c:v>0.85129168366554764</c:v>
                </c:pt>
                <c:pt idx="2203">
                  <c:v>0.85735060070184621</c:v>
                </c:pt>
                <c:pt idx="2204">
                  <c:v>0.86240502989932522</c:v>
                </c:pt>
                <c:pt idx="2205">
                  <c:v>0.864755211367782</c:v>
                </c:pt>
                <c:pt idx="2206">
                  <c:v>0.87665603823585736</c:v>
                </c:pt>
                <c:pt idx="2207">
                  <c:v>0.88094209364108689</c:v>
                </c:pt>
                <c:pt idx="2208">
                  <c:v>0.86830430895183441</c:v>
                </c:pt>
                <c:pt idx="2209">
                  <c:v>0.81001299653092684</c:v>
                </c:pt>
                <c:pt idx="2210">
                  <c:v>0.78839621564423834</c:v>
                </c:pt>
                <c:pt idx="2211">
                  <c:v>0.69722637470200066</c:v>
                </c:pt>
                <c:pt idx="2212">
                  <c:v>0.67634044326022558</c:v>
                </c:pt>
                <c:pt idx="2213">
                  <c:v>0.61261763587718254</c:v>
                </c:pt>
                <c:pt idx="2214">
                  <c:v>0.54990504271392548</c:v>
                </c:pt>
                <c:pt idx="2215">
                  <c:v>0.4906902910029009</c:v>
                </c:pt>
                <c:pt idx="2216">
                  <c:v>0.44600393855299819</c:v>
                </c:pt>
                <c:pt idx="2217">
                  <c:v>0.54011937452128256</c:v>
                </c:pt>
                <c:pt idx="2218">
                  <c:v>0.80363871470607473</c:v>
                </c:pt>
                <c:pt idx="2219">
                  <c:v>0.99719817784401577</c:v>
                </c:pt>
                <c:pt idx="2220">
                  <c:v>0.84933919399834157</c:v>
                </c:pt>
                <c:pt idx="2221">
                  <c:v>0.69305382556280748</c:v>
                </c:pt>
                <c:pt idx="2222">
                  <c:v>0.69270927269174154</c:v>
                </c:pt>
                <c:pt idx="2223">
                  <c:v>0.69276398787809412</c:v>
                </c:pt>
                <c:pt idx="2224">
                  <c:v>0.71653595782961166</c:v>
                </c:pt>
                <c:pt idx="2225">
                  <c:v>0.77519494170163872</c:v>
                </c:pt>
                <c:pt idx="2226">
                  <c:v>0.8501569607919216</c:v>
                </c:pt>
                <c:pt idx="2227">
                  <c:v>0.8590325487313899</c:v>
                </c:pt>
                <c:pt idx="2228">
                  <c:v>0.85841776468738618</c:v>
                </c:pt>
                <c:pt idx="2229">
                  <c:v>0.84997767963026261</c:v>
                </c:pt>
                <c:pt idx="2230">
                  <c:v>0.84526882789877755</c:v>
                </c:pt>
                <c:pt idx="2231">
                  <c:v>0.84833530728489026</c:v>
                </c:pt>
                <c:pt idx="2232">
                  <c:v>0.88566996365947093</c:v>
                </c:pt>
                <c:pt idx="2233">
                  <c:v>0.89136385506810323</c:v>
                </c:pt>
                <c:pt idx="2234">
                  <c:v>0.8520473698157206</c:v>
                </c:pt>
                <c:pt idx="2235">
                  <c:v>0.637077851765673</c:v>
                </c:pt>
                <c:pt idx="2236">
                  <c:v>0.55669092276520959</c:v>
                </c:pt>
                <c:pt idx="2237">
                  <c:v>0.5681170543630556</c:v>
                </c:pt>
                <c:pt idx="2238">
                  <c:v>0.61820886829185007</c:v>
                </c:pt>
                <c:pt idx="2239">
                  <c:v>0.65423739546970094</c:v>
                </c:pt>
                <c:pt idx="2240">
                  <c:v>0.69057527011861253</c:v>
                </c:pt>
                <c:pt idx="2241">
                  <c:v>0.725242713964112</c:v>
                </c:pt>
                <c:pt idx="2242">
                  <c:v>0.76421619276320762</c:v>
                </c:pt>
                <c:pt idx="2243">
                  <c:v>0.76160790359447916</c:v>
                </c:pt>
                <c:pt idx="2244">
                  <c:v>0.75041393015872637</c:v>
                </c:pt>
                <c:pt idx="2245">
                  <c:v>0.740933330022574</c:v>
                </c:pt>
                <c:pt idx="2246">
                  <c:v>0.74943537976845209</c:v>
                </c:pt>
                <c:pt idx="2247">
                  <c:v>0.85259381992724337</c:v>
                </c:pt>
                <c:pt idx="2248">
                  <c:v>0.85278646220988141</c:v>
                </c:pt>
                <c:pt idx="2249">
                  <c:v>0.8556097837097183</c:v>
                </c:pt>
                <c:pt idx="2250">
                  <c:v>0.85593191169112615</c:v>
                </c:pt>
                <c:pt idx="2251">
                  <c:v>0.86416894767132224</c:v>
                </c:pt>
                <c:pt idx="2252">
                  <c:v>0.87044160611076471</c:v>
                </c:pt>
                <c:pt idx="2253">
                  <c:v>0.88408321396195888</c:v>
                </c:pt>
                <c:pt idx="2254">
                  <c:v>0.8983903171156139</c:v>
                </c:pt>
                <c:pt idx="2255">
                  <c:v>0.90032253506666116</c:v>
                </c:pt>
                <c:pt idx="2256">
                  <c:v>0.90694468442272658</c:v>
                </c:pt>
                <c:pt idx="2257">
                  <c:v>0.9802220528277712</c:v>
                </c:pt>
                <c:pt idx="2258">
                  <c:v>0.99971586043809413</c:v>
                </c:pt>
                <c:pt idx="2259">
                  <c:v>0.90718579130755084</c:v>
                </c:pt>
                <c:pt idx="2260">
                  <c:v>0.89931700114028845</c:v>
                </c:pt>
                <c:pt idx="2261">
                  <c:v>0.83475405783747381</c:v>
                </c:pt>
                <c:pt idx="2262">
                  <c:v>0.81071613372611906</c:v>
                </c:pt>
                <c:pt idx="2263">
                  <c:v>0.78931070402180803</c:v>
                </c:pt>
                <c:pt idx="2264">
                  <c:v>0.74349168600390803</c:v>
                </c:pt>
                <c:pt idx="2265">
                  <c:v>0.6782137318797592</c:v>
                </c:pt>
                <c:pt idx="2266">
                  <c:v>0.67355410435672181</c:v>
                </c:pt>
                <c:pt idx="2267">
                  <c:v>0.62921025099539951</c:v>
                </c:pt>
                <c:pt idx="2268">
                  <c:v>0.6104615940908138</c:v>
                </c:pt>
                <c:pt idx="2269">
                  <c:v>0.61747711389066651</c:v>
                </c:pt>
                <c:pt idx="2270">
                  <c:v>0.62948371867941388</c:v>
                </c:pt>
                <c:pt idx="2271">
                  <c:v>0.63969043116939905</c:v>
                </c:pt>
                <c:pt idx="2272">
                  <c:v>0.63769483164026197</c:v>
                </c:pt>
                <c:pt idx="2273">
                  <c:v>0.64910038790611468</c:v>
                </c:pt>
                <c:pt idx="2274">
                  <c:v>0.65054320304971769</c:v>
                </c:pt>
                <c:pt idx="2275">
                  <c:v>0.658701660366796</c:v>
                </c:pt>
                <c:pt idx="2276">
                  <c:v>0.70831700905808526</c:v>
                </c:pt>
                <c:pt idx="2277">
                  <c:v>0.75836777925951515</c:v>
                </c:pt>
                <c:pt idx="2278">
                  <c:v>0.80978644765712671</c:v>
                </c:pt>
                <c:pt idx="2279">
                  <c:v>0.85162163804599189</c:v>
                </c:pt>
                <c:pt idx="2280">
                  <c:v>0.86467495799160832</c:v>
                </c:pt>
                <c:pt idx="2281">
                  <c:v>0.86339392149984062</c:v>
                </c:pt>
                <c:pt idx="2282">
                  <c:v>0.85537800617451309</c:v>
                </c:pt>
                <c:pt idx="2283">
                  <c:v>0.85350857226312893</c:v>
                </c:pt>
                <c:pt idx="2284">
                  <c:v>0.85206839686133751</c:v>
                </c:pt>
                <c:pt idx="2285">
                  <c:v>0.83702661962677427</c:v>
                </c:pt>
                <c:pt idx="2286">
                  <c:v>0.82994137681488167</c:v>
                </c:pt>
                <c:pt idx="2287">
                  <c:v>0.82916479559581202</c:v>
                </c:pt>
                <c:pt idx="2288">
                  <c:v>0.82178648019296874</c:v>
                </c:pt>
                <c:pt idx="2289">
                  <c:v>0.81730436099388348</c:v>
                </c:pt>
                <c:pt idx="2290">
                  <c:v>0.81117552048134989</c:v>
                </c:pt>
                <c:pt idx="2291">
                  <c:v>0.79103452733649471</c:v>
                </c:pt>
                <c:pt idx="2292">
                  <c:v>0.7875797886382504</c:v>
                </c:pt>
                <c:pt idx="2293">
                  <c:v>0.75254868760159921</c:v>
                </c:pt>
                <c:pt idx="2294">
                  <c:v>0.74958857071868046</c:v>
                </c:pt>
                <c:pt idx="2295">
                  <c:v>0.7616812876878799</c:v>
                </c:pt>
                <c:pt idx="2296">
                  <c:v>0.84880012421443785</c:v>
                </c:pt>
                <c:pt idx="2297">
                  <c:v>0.97671489448017978</c:v>
                </c:pt>
                <c:pt idx="2298">
                  <c:v>0.9986368404911018</c:v>
                </c:pt>
                <c:pt idx="2299">
                  <c:v>0.79764404824034085</c:v>
                </c:pt>
                <c:pt idx="2300">
                  <c:v>0.73225508845723286</c:v>
                </c:pt>
                <c:pt idx="2301">
                  <c:v>0.73704240172261004</c:v>
                </c:pt>
                <c:pt idx="2302">
                  <c:v>0.74730480490050799</c:v>
                </c:pt>
                <c:pt idx="2303">
                  <c:v>0.78204523243502599</c:v>
                </c:pt>
                <c:pt idx="2304">
                  <c:v>0.80287106810230369</c:v>
                </c:pt>
                <c:pt idx="2305">
                  <c:v>0.80635680877961713</c:v>
                </c:pt>
                <c:pt idx="2306">
                  <c:v>0.80925912177811166</c:v>
                </c:pt>
                <c:pt idx="2307">
                  <c:v>0.8773365667689752</c:v>
                </c:pt>
                <c:pt idx="2308">
                  <c:v>0.88302176716244651</c:v>
                </c:pt>
                <c:pt idx="2309">
                  <c:v>0.87124376897422273</c:v>
                </c:pt>
                <c:pt idx="2310">
                  <c:v>0.70928934940096644</c:v>
                </c:pt>
                <c:pt idx="2311">
                  <c:v>0.6703933330220504</c:v>
                </c:pt>
                <c:pt idx="2312">
                  <c:v>0.68251132071429088</c:v>
                </c:pt>
                <c:pt idx="2313">
                  <c:v>0.71782877928063682</c:v>
                </c:pt>
                <c:pt idx="2314">
                  <c:v>0.75977020247441029</c:v>
                </c:pt>
                <c:pt idx="2315">
                  <c:v>0.79236668500609497</c:v>
                </c:pt>
                <c:pt idx="2316">
                  <c:v>0.80942334741211164</c:v>
                </c:pt>
                <c:pt idx="2317">
                  <c:v>0.80982373346394421</c:v>
                </c:pt>
                <c:pt idx="2318">
                  <c:v>0.81131197932503851</c:v>
                </c:pt>
                <c:pt idx="2319">
                  <c:v>0.8127421717505674</c:v>
                </c:pt>
                <c:pt idx="2320">
                  <c:v>0.81374593781844429</c:v>
                </c:pt>
                <c:pt idx="2321">
                  <c:v>0.81382264313306485</c:v>
                </c:pt>
                <c:pt idx="2322">
                  <c:v>0.83185492619754875</c:v>
                </c:pt>
                <c:pt idx="2323">
                  <c:v>0.84515053738858137</c:v>
                </c:pt>
                <c:pt idx="2324">
                  <c:v>0.85190689431572442</c:v>
                </c:pt>
                <c:pt idx="2325">
                  <c:v>0.8531856053479332</c:v>
                </c:pt>
                <c:pt idx="2326">
                  <c:v>0.86438862071697886</c:v>
                </c:pt>
                <c:pt idx="2327">
                  <c:v>0.87079716154573406</c:v>
                </c:pt>
                <c:pt idx="2328">
                  <c:v>0.86838577401455397</c:v>
                </c:pt>
                <c:pt idx="2329">
                  <c:v>0.85356148312275382</c:v>
                </c:pt>
                <c:pt idx="2330">
                  <c:v>0.85192075742461904</c:v>
                </c:pt>
                <c:pt idx="2331">
                  <c:v>0.85014955332397157</c:v>
                </c:pt>
                <c:pt idx="2332">
                  <c:v>0.83620706641053921</c:v>
                </c:pt>
                <c:pt idx="2333">
                  <c:v>0.8224736725327626</c:v>
                </c:pt>
                <c:pt idx="2334">
                  <c:v>0.81690755311131358</c:v>
                </c:pt>
                <c:pt idx="2335">
                  <c:v>0.83101218194373205</c:v>
                </c:pt>
                <c:pt idx="2336">
                  <c:v>0.89511996755245915</c:v>
                </c:pt>
                <c:pt idx="2337">
                  <c:v>0.95083097709081288</c:v>
                </c:pt>
                <c:pt idx="2338">
                  <c:v>0.99888987985556021</c:v>
                </c:pt>
                <c:pt idx="2339">
                  <c:v>0.97386608977368694</c:v>
                </c:pt>
                <c:pt idx="2340">
                  <c:v>0.80955915162188408</c:v>
                </c:pt>
                <c:pt idx="2341">
                  <c:v>0.78154614692789526</c:v>
                </c:pt>
                <c:pt idx="2342">
                  <c:v>0.7418224069609175</c:v>
                </c:pt>
                <c:pt idx="2343">
                  <c:v>0.76289656503306114</c:v>
                </c:pt>
                <c:pt idx="2344">
                  <c:v>0.79525742406846034</c:v>
                </c:pt>
                <c:pt idx="2345">
                  <c:v>0.82925583770039368</c:v>
                </c:pt>
                <c:pt idx="2346">
                  <c:v>0.84968770699807794</c:v>
                </c:pt>
                <c:pt idx="2347">
                  <c:v>0.8565429833094792</c:v>
                </c:pt>
                <c:pt idx="2348">
                  <c:v>0.89214137691875539</c:v>
                </c:pt>
                <c:pt idx="2349">
                  <c:v>0.88971205817246257</c:v>
                </c:pt>
                <c:pt idx="2350">
                  <c:v>0.87989287884471934</c:v>
                </c:pt>
                <c:pt idx="2351">
                  <c:v>0.87443856409992349</c:v>
                </c:pt>
                <c:pt idx="2352">
                  <c:v>0.87270413540679082</c:v>
                </c:pt>
                <c:pt idx="2353">
                  <c:v>0.86786580786986356</c:v>
                </c:pt>
                <c:pt idx="2354">
                  <c:v>0.81851298481813572</c:v>
                </c:pt>
                <c:pt idx="2355">
                  <c:v>0.81007016731629244</c:v>
                </c:pt>
                <c:pt idx="2356">
                  <c:v>0.80809135133278387</c:v>
                </c:pt>
                <c:pt idx="2357">
                  <c:v>0.79658747841897426</c:v>
                </c:pt>
                <c:pt idx="2358">
                  <c:v>0.78529347695166307</c:v>
                </c:pt>
                <c:pt idx="2359">
                  <c:v>0.76504735577951732</c:v>
                </c:pt>
                <c:pt idx="2360">
                  <c:v>0.79533909716677054</c:v>
                </c:pt>
                <c:pt idx="2361">
                  <c:v>0.84103146790724281</c:v>
                </c:pt>
                <c:pt idx="2362">
                  <c:v>0.86757152811760874</c:v>
                </c:pt>
                <c:pt idx="2363">
                  <c:v>0.86463598548388521</c:v>
                </c:pt>
                <c:pt idx="2364">
                  <c:v>0.83919823408547489</c:v>
                </c:pt>
                <c:pt idx="2365">
                  <c:v>0.8222503493919272</c:v>
                </c:pt>
                <c:pt idx="2366">
                  <c:v>0.8078653911036261</c:v>
                </c:pt>
                <c:pt idx="2367">
                  <c:v>0.76562965182300602</c:v>
                </c:pt>
                <c:pt idx="2368">
                  <c:v>0.75277170375931535</c:v>
                </c:pt>
                <c:pt idx="2369">
                  <c:v>0.79934242143898626</c:v>
                </c:pt>
                <c:pt idx="2370">
                  <c:v>0.86265350278624731</c:v>
                </c:pt>
                <c:pt idx="2371">
                  <c:v>0.91524991669844236</c:v>
                </c:pt>
                <c:pt idx="2372">
                  <c:v>0.90711000414870568</c:v>
                </c:pt>
                <c:pt idx="2373">
                  <c:v>0.83506534870882831</c:v>
                </c:pt>
                <c:pt idx="2374">
                  <c:v>0.72294368963528388</c:v>
                </c:pt>
                <c:pt idx="2375">
                  <c:v>0.69590418838552048</c:v>
                </c:pt>
                <c:pt idx="2376">
                  <c:v>0.71323267177223382</c:v>
                </c:pt>
                <c:pt idx="2377">
                  <c:v>0.92876608553025441</c:v>
                </c:pt>
                <c:pt idx="2378">
                  <c:v>0.99970695123040643</c:v>
                </c:pt>
                <c:pt idx="2379">
                  <c:v>0.9431731184245824</c:v>
                </c:pt>
                <c:pt idx="2380">
                  <c:v>0.8555274955120109</c:v>
                </c:pt>
                <c:pt idx="2381">
                  <c:v>0.84526233974608911</c:v>
                </c:pt>
                <c:pt idx="2382">
                  <c:v>0.83486434675272103</c:v>
                </c:pt>
                <c:pt idx="2383">
                  <c:v>0.78084703548973533</c:v>
                </c:pt>
                <c:pt idx="2384">
                  <c:v>0.72544125380120128</c:v>
                </c:pt>
                <c:pt idx="2385">
                  <c:v>0.70544501253753877</c:v>
                </c:pt>
                <c:pt idx="2386">
                  <c:v>0.69259072087956786</c:v>
                </c:pt>
                <c:pt idx="2387">
                  <c:v>0.49182690025335413</c:v>
                </c:pt>
                <c:pt idx="2388">
                  <c:v>0.43196721533307159</c:v>
                </c:pt>
                <c:pt idx="2389">
                  <c:v>0.45920498439177271</c:v>
                </c:pt>
                <c:pt idx="2390">
                  <c:v>0.52452998317978461</c:v>
                </c:pt>
                <c:pt idx="2391">
                  <c:v>0.57232985723314689</c:v>
                </c:pt>
                <c:pt idx="2392">
                  <c:v>0.61913344924796587</c:v>
                </c:pt>
                <c:pt idx="2393">
                  <c:v>0.67880873323549029</c:v>
                </c:pt>
                <c:pt idx="2394">
                  <c:v>0.70242023202665493</c:v>
                </c:pt>
                <c:pt idx="2395">
                  <c:v>0.70602159243564799</c:v>
                </c:pt>
                <c:pt idx="2396">
                  <c:v>0.7303899136826455</c:v>
                </c:pt>
                <c:pt idx="2397">
                  <c:v>0.74949539010787114</c:v>
                </c:pt>
                <c:pt idx="2398">
                  <c:v>0.75847051340815796</c:v>
                </c:pt>
                <c:pt idx="2399">
                  <c:v>0.77264795202645364</c:v>
                </c:pt>
                <c:pt idx="2400">
                  <c:v>0.85382588254337399</c:v>
                </c:pt>
                <c:pt idx="2401">
                  <c:v>0.87008906914979445</c:v>
                </c:pt>
                <c:pt idx="2402">
                  <c:v>0.87082310788409634</c:v>
                </c:pt>
                <c:pt idx="2403">
                  <c:v>0.88218782269781792</c:v>
                </c:pt>
                <c:pt idx="2404">
                  <c:v>0.88496063946579573</c:v>
                </c:pt>
                <c:pt idx="2405">
                  <c:v>0.86471018912013642</c:v>
                </c:pt>
                <c:pt idx="2406">
                  <c:v>0.65590826983282413</c:v>
                </c:pt>
                <c:pt idx="2407">
                  <c:v>0.52956313865254157</c:v>
                </c:pt>
                <c:pt idx="2408">
                  <c:v>0.5298454772065232</c:v>
                </c:pt>
                <c:pt idx="2409">
                  <c:v>0.53099503900578848</c:v>
                </c:pt>
                <c:pt idx="2410">
                  <c:v>0.53573324408636824</c:v>
                </c:pt>
                <c:pt idx="2411">
                  <c:v>0.5383482491151268</c:v>
                </c:pt>
                <c:pt idx="2412">
                  <c:v>0.54274040263511314</c:v>
                </c:pt>
                <c:pt idx="2413">
                  <c:v>0.65315106201878348</c:v>
                </c:pt>
                <c:pt idx="2414">
                  <c:v>0.71869151031612688</c:v>
                </c:pt>
                <c:pt idx="2415">
                  <c:v>0.72981945294119421</c:v>
                </c:pt>
                <c:pt idx="2416">
                  <c:v>0.78840527274854266</c:v>
                </c:pt>
                <c:pt idx="2417">
                  <c:v>0.97517732270080326</c:v>
                </c:pt>
                <c:pt idx="2418">
                  <c:v>0.99927960787446724</c:v>
                </c:pt>
                <c:pt idx="2419">
                  <c:v>0.72995655255666236</c:v>
                </c:pt>
                <c:pt idx="2420">
                  <c:v>0.71846158414300287</c:v>
                </c:pt>
                <c:pt idx="2421">
                  <c:v>0.6786763489664861</c:v>
                </c:pt>
                <c:pt idx="2422">
                  <c:v>0.68285179962712872</c:v>
                </c:pt>
                <c:pt idx="2423">
                  <c:v>0.70546671761962176</c:v>
                </c:pt>
                <c:pt idx="2424">
                  <c:v>0.72722336407814325</c:v>
                </c:pt>
                <c:pt idx="2425">
                  <c:v>0.74123065893591245</c:v>
                </c:pt>
                <c:pt idx="2426">
                  <c:v>0.74822387098683651</c:v>
                </c:pt>
                <c:pt idx="2427">
                  <c:v>0.88922136265403129</c:v>
                </c:pt>
                <c:pt idx="2428">
                  <c:v>0.89011391671562379</c:v>
                </c:pt>
                <c:pt idx="2429">
                  <c:v>0.89573442743484422</c:v>
                </c:pt>
                <c:pt idx="2430">
                  <c:v>0.91716590466281078</c:v>
                </c:pt>
                <c:pt idx="2431">
                  <c:v>0.92136953662866328</c:v>
                </c:pt>
                <c:pt idx="2432">
                  <c:v>0.91908467459109511</c:v>
                </c:pt>
                <c:pt idx="2433">
                  <c:v>0.89728054763765219</c:v>
                </c:pt>
                <c:pt idx="2434">
                  <c:v>0.87612887575865583</c:v>
                </c:pt>
                <c:pt idx="2435">
                  <c:v>0.85514312449476348</c:v>
                </c:pt>
                <c:pt idx="2436">
                  <c:v>0.83458186086919328</c:v>
                </c:pt>
                <c:pt idx="2437">
                  <c:v>0.82939021583358497</c:v>
                </c:pt>
                <c:pt idx="2438">
                  <c:v>0.8755200962916575</c:v>
                </c:pt>
                <c:pt idx="2439">
                  <c:v>0.96714292392036205</c:v>
                </c:pt>
                <c:pt idx="2440">
                  <c:v>0.96174415148341463</c:v>
                </c:pt>
                <c:pt idx="2441">
                  <c:v>0.91728148788532604</c:v>
                </c:pt>
                <c:pt idx="2442">
                  <c:v>0.89172242735141516</c:v>
                </c:pt>
                <c:pt idx="2443">
                  <c:v>0.88998060904655407</c:v>
                </c:pt>
                <c:pt idx="2444">
                  <c:v>0.87400473197284512</c:v>
                </c:pt>
                <c:pt idx="2445">
                  <c:v>0.86441950792521061</c:v>
                </c:pt>
                <c:pt idx="2446">
                  <c:v>0.8726800243593833</c:v>
                </c:pt>
                <c:pt idx="2447">
                  <c:v>0.90933848814739271</c:v>
                </c:pt>
                <c:pt idx="2448">
                  <c:v>0.93341421698507132</c:v>
                </c:pt>
                <c:pt idx="2449">
                  <c:v>0.95094781287834451</c:v>
                </c:pt>
                <c:pt idx="2450">
                  <c:v>0.94192749405201226</c:v>
                </c:pt>
                <c:pt idx="2451">
                  <c:v>0.88847640169608222</c:v>
                </c:pt>
                <c:pt idx="2452">
                  <c:v>0.83499279612948973</c:v>
                </c:pt>
                <c:pt idx="2453">
                  <c:v>0.79827268502098681</c:v>
                </c:pt>
                <c:pt idx="2454">
                  <c:v>0.80861364151534521</c:v>
                </c:pt>
                <c:pt idx="2455">
                  <c:v>0.90267744540614503</c:v>
                </c:pt>
                <c:pt idx="2456">
                  <c:v>0.97624143745497161</c:v>
                </c:pt>
                <c:pt idx="2457">
                  <c:v>0.99983408725607759</c:v>
                </c:pt>
                <c:pt idx="2458">
                  <c:v>0.93575749741745062</c:v>
                </c:pt>
                <c:pt idx="2459">
                  <c:v>0.92563854004490076</c:v>
                </c:pt>
                <c:pt idx="2460">
                  <c:v>0.86039871545971269</c:v>
                </c:pt>
                <c:pt idx="2461">
                  <c:v>0.85754879275031171</c:v>
                </c:pt>
                <c:pt idx="2462">
                  <c:v>0.82790465598101748</c:v>
                </c:pt>
                <c:pt idx="2463">
                  <c:v>0.81128367243485411</c:v>
                </c:pt>
                <c:pt idx="2464">
                  <c:v>0.79988571493689975</c:v>
                </c:pt>
                <c:pt idx="2465">
                  <c:v>0.71955636101794185</c:v>
                </c:pt>
                <c:pt idx="2466">
                  <c:v>0.69854113300716125</c:v>
                </c:pt>
                <c:pt idx="2467">
                  <c:v>0.68843355932524064</c:v>
                </c:pt>
                <c:pt idx="2468">
                  <c:v>0.66606038279431434</c:v>
                </c:pt>
                <c:pt idx="2469">
                  <c:v>0.65419701785201101</c:v>
                </c:pt>
                <c:pt idx="2470">
                  <c:v>0.65156254602090524</c:v>
                </c:pt>
                <c:pt idx="2471">
                  <c:v>0.63100662472273228</c:v>
                </c:pt>
                <c:pt idx="2472">
                  <c:v>0.61095350154652384</c:v>
                </c:pt>
                <c:pt idx="2473">
                  <c:v>0.58120244794328946</c:v>
                </c:pt>
                <c:pt idx="2474">
                  <c:v>0.56980470665369687</c:v>
                </c:pt>
                <c:pt idx="2475">
                  <c:v>0.47129559393764459</c:v>
                </c:pt>
                <c:pt idx="2476">
                  <c:v>0.41844665372502082</c:v>
                </c:pt>
                <c:pt idx="2477">
                  <c:v>0.40942255320013621</c:v>
                </c:pt>
                <c:pt idx="2478">
                  <c:v>0.44776627811639458</c:v>
                </c:pt>
                <c:pt idx="2479">
                  <c:v>0.7977729251288781</c:v>
                </c:pt>
                <c:pt idx="2480">
                  <c:v>0.86039480084590803</c:v>
                </c:pt>
                <c:pt idx="2481">
                  <c:v>0.84701533826981379</c:v>
                </c:pt>
                <c:pt idx="2482">
                  <c:v>0.69231147546734295</c:v>
                </c:pt>
                <c:pt idx="2483">
                  <c:v>0.65100050533694431</c:v>
                </c:pt>
                <c:pt idx="2484">
                  <c:v>0.63594641804778229</c:v>
                </c:pt>
                <c:pt idx="2485">
                  <c:v>0.551275662175994</c:v>
                </c:pt>
                <c:pt idx="2486">
                  <c:v>0.50415465558961625</c:v>
                </c:pt>
                <c:pt idx="2487">
                  <c:v>0.51936770182776926</c:v>
                </c:pt>
                <c:pt idx="2488">
                  <c:v>0.60131132774201368</c:v>
                </c:pt>
                <c:pt idx="2489">
                  <c:v>0.66679258157222421</c:v>
                </c:pt>
                <c:pt idx="2490">
                  <c:v>0.68710615665118913</c:v>
                </c:pt>
                <c:pt idx="2491">
                  <c:v>0.69368450557784889</c:v>
                </c:pt>
                <c:pt idx="2492">
                  <c:v>0.75826727259871407</c:v>
                </c:pt>
                <c:pt idx="2493">
                  <c:v>0.79324025695095102</c:v>
                </c:pt>
                <c:pt idx="2494">
                  <c:v>0.81759182953239906</c:v>
                </c:pt>
                <c:pt idx="2495">
                  <c:v>0.85580527352281299</c:v>
                </c:pt>
                <c:pt idx="2496">
                  <c:v>0.92054944062514588</c:v>
                </c:pt>
                <c:pt idx="2497">
                  <c:v>0.97918914373988986</c:v>
                </c:pt>
                <c:pt idx="2498">
                  <c:v>0.99940505301784088</c:v>
                </c:pt>
                <c:pt idx="2499">
                  <c:v>0.88074081339246491</c:v>
                </c:pt>
                <c:pt idx="2500">
                  <c:v>0.79632769133130976</c:v>
                </c:pt>
                <c:pt idx="2501">
                  <c:v>0.9128811682899699</c:v>
                </c:pt>
                <c:pt idx="2502">
                  <c:v>0.90998569584537625</c:v>
                </c:pt>
                <c:pt idx="2503">
                  <c:v>0.8943149730079305</c:v>
                </c:pt>
                <c:pt idx="2504">
                  <c:v>0.88500228171804407</c:v>
                </c:pt>
                <c:pt idx="2505">
                  <c:v>0.88346356667752413</c:v>
                </c:pt>
                <c:pt idx="2506">
                  <c:v>0.87751268380825864</c:v>
                </c:pt>
                <c:pt idx="2507">
                  <c:v>0.85844917768749529</c:v>
                </c:pt>
                <c:pt idx="2508">
                  <c:v>0.85650054693479094</c:v>
                </c:pt>
                <c:pt idx="2509">
                  <c:v>0.85615137232883021</c:v>
                </c:pt>
                <c:pt idx="2510">
                  <c:v>0.85209263385729805</c:v>
                </c:pt>
                <c:pt idx="2511">
                  <c:v>0.85016406041421311</c:v>
                </c:pt>
                <c:pt idx="2512">
                  <c:v>0.84744585442021825</c:v>
                </c:pt>
                <c:pt idx="2513">
                  <c:v>0.8453278584738706</c:v>
                </c:pt>
                <c:pt idx="2514">
                  <c:v>0.87176776530228184</c:v>
                </c:pt>
                <c:pt idx="2515">
                  <c:v>0.90207950378805546</c:v>
                </c:pt>
                <c:pt idx="2516">
                  <c:v>0.91973888448427576</c:v>
                </c:pt>
                <c:pt idx="2517">
                  <c:v>0.92145053873333693</c:v>
                </c:pt>
                <c:pt idx="2518">
                  <c:v>0.92968781151834434</c:v>
                </c:pt>
                <c:pt idx="2519">
                  <c:v>0.93571250623667002</c:v>
                </c:pt>
                <c:pt idx="2520">
                  <c:v>0.93361680774525657</c:v>
                </c:pt>
                <c:pt idx="2521">
                  <c:v>0.89021960290545954</c:v>
                </c:pt>
                <c:pt idx="2522">
                  <c:v>0.85844769201018511</c:v>
                </c:pt>
                <c:pt idx="2523">
                  <c:v>0.84687190590723216</c:v>
                </c:pt>
                <c:pt idx="2524">
                  <c:v>0.78060225479086132</c:v>
                </c:pt>
                <c:pt idx="2525">
                  <c:v>0.77200225957143198</c:v>
                </c:pt>
                <c:pt idx="2526">
                  <c:v>0.76497320503191191</c:v>
                </c:pt>
                <c:pt idx="2527">
                  <c:v>0.75440153714535019</c:v>
                </c:pt>
                <c:pt idx="2528">
                  <c:v>0.74689032368318631</c:v>
                </c:pt>
                <c:pt idx="2529">
                  <c:v>0.74224791313133442</c:v>
                </c:pt>
                <c:pt idx="2530">
                  <c:v>0.74940241892957116</c:v>
                </c:pt>
                <c:pt idx="2531">
                  <c:v>0.76863178648713903</c:v>
                </c:pt>
                <c:pt idx="2532">
                  <c:v>0.76883484332134655</c:v>
                </c:pt>
                <c:pt idx="2533">
                  <c:v>0.83018919918961775</c:v>
                </c:pt>
                <c:pt idx="2534">
                  <c:v>0.99506029285434361</c:v>
                </c:pt>
                <c:pt idx="2535">
                  <c:v>0.90897645635096957</c:v>
                </c:pt>
                <c:pt idx="2536">
                  <c:v>0.50939142701577766</c:v>
                </c:pt>
                <c:pt idx="2537">
                  <c:v>0.49411755924172651</c:v>
                </c:pt>
                <c:pt idx="2538">
                  <c:v>0.37544849595753083</c:v>
                </c:pt>
                <c:pt idx="2539">
                  <c:v>0.23775316944928729</c:v>
                </c:pt>
                <c:pt idx="2540">
                  <c:v>0.26629121688713098</c:v>
                </c:pt>
                <c:pt idx="2541">
                  <c:v>0.18677416433995911</c:v>
                </c:pt>
                <c:pt idx="2542">
                  <c:v>0.66514018926208929</c:v>
                </c:pt>
                <c:pt idx="2543">
                  <c:v>0.86299175070197609</c:v>
                </c:pt>
                <c:pt idx="2544">
                  <c:v>0.83078831342550574</c:v>
                </c:pt>
                <c:pt idx="2545">
                  <c:v>0.69091666773389027</c:v>
                </c:pt>
                <c:pt idx="2546">
                  <c:v>0.50251757820612108</c:v>
                </c:pt>
                <c:pt idx="2547">
                  <c:v>0.49246483850440209</c:v>
                </c:pt>
                <c:pt idx="2548">
                  <c:v>0.26356518713384419</c:v>
                </c:pt>
                <c:pt idx="2549">
                  <c:v>-4.614311527434313E-2</c:v>
                </c:pt>
                <c:pt idx="2550">
                  <c:v>-0.58749764160617357</c:v>
                </c:pt>
                <c:pt idx="2551">
                  <c:v>-0.97331770902343429</c:v>
                </c:pt>
                <c:pt idx="2552">
                  <c:v>-1.2230844512823309</c:v>
                </c:pt>
                <c:pt idx="2553">
                  <c:v>-1.32154130276868</c:v>
                </c:pt>
                <c:pt idx="2554">
                  <c:v>-1.353009228051532</c:v>
                </c:pt>
                <c:pt idx="2555">
                  <c:v>-1.322901972000835</c:v>
                </c:pt>
                <c:pt idx="2556">
                  <c:v>-1.2127228588036401</c:v>
                </c:pt>
                <c:pt idx="2557">
                  <c:v>-1.025842651476691</c:v>
                </c:pt>
                <c:pt idx="2558">
                  <c:v>-1.005390808238348</c:v>
                </c:pt>
                <c:pt idx="2559">
                  <c:v>-1</c:v>
                </c:pt>
                <c:pt idx="2560">
                  <c:v>-1</c:v>
                </c:pt>
                <c:pt idx="2561">
                  <c:v>-1</c:v>
                </c:pt>
                <c:pt idx="2562">
                  <c:v>-1</c:v>
                </c:pt>
                <c:pt idx="2563">
                  <c:v>-1</c:v>
                </c:pt>
                <c:pt idx="2564">
                  <c:v>-1</c:v>
                </c:pt>
                <c:pt idx="2565">
                  <c:v>-1</c:v>
                </c:pt>
                <c:pt idx="2566">
                  <c:v>-1</c:v>
                </c:pt>
                <c:pt idx="2567">
                  <c:v>-1</c:v>
                </c:pt>
                <c:pt idx="2568">
                  <c:v>-1</c:v>
                </c:pt>
                <c:pt idx="2569">
                  <c:v>-1</c:v>
                </c:pt>
                <c:pt idx="2570">
                  <c:v>-1</c:v>
                </c:pt>
                <c:pt idx="2571">
                  <c:v>-1</c:v>
                </c:pt>
                <c:pt idx="2572">
                  <c:v>-1</c:v>
                </c:pt>
                <c:pt idx="2573">
                  <c:v>-1</c:v>
                </c:pt>
                <c:pt idx="2574">
                  <c:v>-1</c:v>
                </c:pt>
                <c:pt idx="2575">
                  <c:v>-1</c:v>
                </c:pt>
                <c:pt idx="2576">
                  <c:v>-1</c:v>
                </c:pt>
                <c:pt idx="2577">
                  <c:v>-1</c:v>
                </c:pt>
                <c:pt idx="2578">
                  <c:v>-1</c:v>
                </c:pt>
                <c:pt idx="2579">
                  <c:v>-1</c:v>
                </c:pt>
                <c:pt idx="2580">
                  <c:v>-1</c:v>
                </c:pt>
                <c:pt idx="2581">
                  <c:v>-1</c:v>
                </c:pt>
                <c:pt idx="2582">
                  <c:v>-1</c:v>
                </c:pt>
                <c:pt idx="2583">
                  <c:v>-1</c:v>
                </c:pt>
                <c:pt idx="2584">
                  <c:v>-1</c:v>
                </c:pt>
                <c:pt idx="2585">
                  <c:v>-1</c:v>
                </c:pt>
                <c:pt idx="2586">
                  <c:v>-1</c:v>
                </c:pt>
                <c:pt idx="2587">
                  <c:v>-1</c:v>
                </c:pt>
                <c:pt idx="2588">
                  <c:v>-1</c:v>
                </c:pt>
                <c:pt idx="2589">
                  <c:v>-1</c:v>
                </c:pt>
                <c:pt idx="2590">
                  <c:v>-1</c:v>
                </c:pt>
                <c:pt idx="2591">
                  <c:v>-1</c:v>
                </c:pt>
                <c:pt idx="2592">
                  <c:v>-1</c:v>
                </c:pt>
                <c:pt idx="2593">
                  <c:v>-1</c:v>
                </c:pt>
                <c:pt idx="2594">
                  <c:v>-1</c:v>
                </c:pt>
                <c:pt idx="2595">
                  <c:v>-1</c:v>
                </c:pt>
                <c:pt idx="2596">
                  <c:v>-1</c:v>
                </c:pt>
                <c:pt idx="2597">
                  <c:v>-1</c:v>
                </c:pt>
                <c:pt idx="2598">
                  <c:v>-1</c:v>
                </c:pt>
                <c:pt idx="2599">
                  <c:v>-1</c:v>
                </c:pt>
                <c:pt idx="2600">
                  <c:v>-1</c:v>
                </c:pt>
                <c:pt idx="2601">
                  <c:v>-1</c:v>
                </c:pt>
                <c:pt idx="2602">
                  <c:v>-1</c:v>
                </c:pt>
                <c:pt idx="2603">
                  <c:v>-1</c:v>
                </c:pt>
                <c:pt idx="2604">
                  <c:v>-1</c:v>
                </c:pt>
                <c:pt idx="2605">
                  <c:v>-1</c:v>
                </c:pt>
                <c:pt idx="2606">
                  <c:v>-1</c:v>
                </c:pt>
                <c:pt idx="2607">
                  <c:v>-1</c:v>
                </c:pt>
                <c:pt idx="2608">
                  <c:v>-1</c:v>
                </c:pt>
                <c:pt idx="2609">
                  <c:v>-1</c:v>
                </c:pt>
                <c:pt idx="2610">
                  <c:v>-1</c:v>
                </c:pt>
                <c:pt idx="2611">
                  <c:v>-1</c:v>
                </c:pt>
                <c:pt idx="2612">
                  <c:v>-1</c:v>
                </c:pt>
                <c:pt idx="2613">
                  <c:v>-1</c:v>
                </c:pt>
                <c:pt idx="2614">
                  <c:v>-1</c:v>
                </c:pt>
                <c:pt idx="2615">
                  <c:v>-1</c:v>
                </c:pt>
                <c:pt idx="2616">
                  <c:v>-1</c:v>
                </c:pt>
                <c:pt idx="2617">
                  <c:v>-1</c:v>
                </c:pt>
                <c:pt idx="2618">
                  <c:v>-1</c:v>
                </c:pt>
                <c:pt idx="2619">
                  <c:v>-1</c:v>
                </c:pt>
                <c:pt idx="2620">
                  <c:v>-1</c:v>
                </c:pt>
                <c:pt idx="2621">
                  <c:v>-1</c:v>
                </c:pt>
                <c:pt idx="2622">
                  <c:v>-1</c:v>
                </c:pt>
                <c:pt idx="2623">
                  <c:v>-1</c:v>
                </c:pt>
                <c:pt idx="2624">
                  <c:v>-1</c:v>
                </c:pt>
                <c:pt idx="2625">
                  <c:v>-1</c:v>
                </c:pt>
                <c:pt idx="2626">
                  <c:v>-1</c:v>
                </c:pt>
                <c:pt idx="2627">
                  <c:v>-1</c:v>
                </c:pt>
                <c:pt idx="2628">
                  <c:v>-1</c:v>
                </c:pt>
                <c:pt idx="2629">
                  <c:v>-1</c:v>
                </c:pt>
                <c:pt idx="2630">
                  <c:v>-1</c:v>
                </c:pt>
                <c:pt idx="2631">
                  <c:v>-1</c:v>
                </c:pt>
                <c:pt idx="2632">
                  <c:v>-1</c:v>
                </c:pt>
                <c:pt idx="2633">
                  <c:v>-1</c:v>
                </c:pt>
                <c:pt idx="2634">
                  <c:v>-1</c:v>
                </c:pt>
                <c:pt idx="2635">
                  <c:v>-1</c:v>
                </c:pt>
                <c:pt idx="2636">
                  <c:v>-1</c:v>
                </c:pt>
                <c:pt idx="2637">
                  <c:v>-1</c:v>
                </c:pt>
                <c:pt idx="2638">
                  <c:v>-1</c:v>
                </c:pt>
                <c:pt idx="2639">
                  <c:v>-1</c:v>
                </c:pt>
                <c:pt idx="2640">
                  <c:v>-1</c:v>
                </c:pt>
                <c:pt idx="2641">
                  <c:v>-1</c:v>
                </c:pt>
                <c:pt idx="2642">
                  <c:v>-1</c:v>
                </c:pt>
                <c:pt idx="2643">
                  <c:v>-1</c:v>
                </c:pt>
                <c:pt idx="2644">
                  <c:v>-1</c:v>
                </c:pt>
                <c:pt idx="2645">
                  <c:v>-1</c:v>
                </c:pt>
                <c:pt idx="2646">
                  <c:v>-1</c:v>
                </c:pt>
                <c:pt idx="2647">
                  <c:v>-1</c:v>
                </c:pt>
                <c:pt idx="2648">
                  <c:v>-1</c:v>
                </c:pt>
                <c:pt idx="2649">
                  <c:v>-1</c:v>
                </c:pt>
                <c:pt idx="2650">
                  <c:v>-1</c:v>
                </c:pt>
                <c:pt idx="2651">
                  <c:v>-1</c:v>
                </c:pt>
                <c:pt idx="2652">
                  <c:v>-1</c:v>
                </c:pt>
                <c:pt idx="2653">
                  <c:v>-1</c:v>
                </c:pt>
                <c:pt idx="2654">
                  <c:v>-1</c:v>
                </c:pt>
                <c:pt idx="2655">
                  <c:v>-1</c:v>
                </c:pt>
                <c:pt idx="2656">
                  <c:v>-1</c:v>
                </c:pt>
                <c:pt idx="2657">
                  <c:v>-1</c:v>
                </c:pt>
                <c:pt idx="2658">
                  <c:v>-1</c:v>
                </c:pt>
                <c:pt idx="2659">
                  <c:v>-1</c:v>
                </c:pt>
                <c:pt idx="2660">
                  <c:v>-1</c:v>
                </c:pt>
                <c:pt idx="2661">
                  <c:v>-1</c:v>
                </c:pt>
                <c:pt idx="2662">
                  <c:v>-1</c:v>
                </c:pt>
                <c:pt idx="2663">
                  <c:v>-1</c:v>
                </c:pt>
                <c:pt idx="2664">
                  <c:v>-1</c:v>
                </c:pt>
                <c:pt idx="2665">
                  <c:v>-1</c:v>
                </c:pt>
                <c:pt idx="2666">
                  <c:v>-1</c:v>
                </c:pt>
                <c:pt idx="2667">
                  <c:v>-1</c:v>
                </c:pt>
                <c:pt idx="2668">
                  <c:v>-1</c:v>
                </c:pt>
                <c:pt idx="2669">
                  <c:v>-1</c:v>
                </c:pt>
                <c:pt idx="2670">
                  <c:v>-1</c:v>
                </c:pt>
                <c:pt idx="2671">
                  <c:v>-1</c:v>
                </c:pt>
                <c:pt idx="2672">
                  <c:v>-1</c:v>
                </c:pt>
                <c:pt idx="2673">
                  <c:v>-1</c:v>
                </c:pt>
                <c:pt idx="2674">
                  <c:v>-1</c:v>
                </c:pt>
                <c:pt idx="2675">
                  <c:v>-1</c:v>
                </c:pt>
                <c:pt idx="2676">
                  <c:v>-1</c:v>
                </c:pt>
                <c:pt idx="2677">
                  <c:v>-1</c:v>
                </c:pt>
                <c:pt idx="2678">
                  <c:v>-1</c:v>
                </c:pt>
                <c:pt idx="2679">
                  <c:v>-1</c:v>
                </c:pt>
                <c:pt idx="2680">
                  <c:v>-1</c:v>
                </c:pt>
                <c:pt idx="2681">
                  <c:v>-1</c:v>
                </c:pt>
                <c:pt idx="2682">
                  <c:v>-1</c:v>
                </c:pt>
                <c:pt idx="2683">
                  <c:v>-1</c:v>
                </c:pt>
                <c:pt idx="2684">
                  <c:v>-1</c:v>
                </c:pt>
                <c:pt idx="2685">
                  <c:v>-1</c:v>
                </c:pt>
                <c:pt idx="2686">
                  <c:v>-1</c:v>
                </c:pt>
                <c:pt idx="2687">
                  <c:v>-1</c:v>
                </c:pt>
                <c:pt idx="2688">
                  <c:v>-1</c:v>
                </c:pt>
                <c:pt idx="2689">
                  <c:v>-1</c:v>
                </c:pt>
                <c:pt idx="2690">
                  <c:v>-1</c:v>
                </c:pt>
                <c:pt idx="2691">
                  <c:v>-1</c:v>
                </c:pt>
                <c:pt idx="2692">
                  <c:v>-1</c:v>
                </c:pt>
                <c:pt idx="2693">
                  <c:v>-1</c:v>
                </c:pt>
                <c:pt idx="2694">
                  <c:v>-1</c:v>
                </c:pt>
                <c:pt idx="2695">
                  <c:v>-1</c:v>
                </c:pt>
                <c:pt idx="2696">
                  <c:v>-1</c:v>
                </c:pt>
                <c:pt idx="2697">
                  <c:v>-1</c:v>
                </c:pt>
                <c:pt idx="2698">
                  <c:v>-1</c:v>
                </c:pt>
                <c:pt idx="2699">
                  <c:v>-1</c:v>
                </c:pt>
                <c:pt idx="2700">
                  <c:v>-1</c:v>
                </c:pt>
                <c:pt idx="2701">
                  <c:v>-1</c:v>
                </c:pt>
                <c:pt idx="2702">
                  <c:v>-1</c:v>
                </c:pt>
                <c:pt idx="2703">
                  <c:v>-1</c:v>
                </c:pt>
                <c:pt idx="2704">
                  <c:v>-1</c:v>
                </c:pt>
                <c:pt idx="2705">
                  <c:v>-1</c:v>
                </c:pt>
                <c:pt idx="2706">
                  <c:v>-1</c:v>
                </c:pt>
                <c:pt idx="2707">
                  <c:v>-1</c:v>
                </c:pt>
                <c:pt idx="2708">
                  <c:v>-1</c:v>
                </c:pt>
                <c:pt idx="2709">
                  <c:v>-1</c:v>
                </c:pt>
                <c:pt idx="2710">
                  <c:v>-1</c:v>
                </c:pt>
                <c:pt idx="2711">
                  <c:v>-1</c:v>
                </c:pt>
                <c:pt idx="2712">
                  <c:v>-1</c:v>
                </c:pt>
                <c:pt idx="2713">
                  <c:v>-1</c:v>
                </c:pt>
                <c:pt idx="2714">
                  <c:v>-1</c:v>
                </c:pt>
                <c:pt idx="2715">
                  <c:v>-1</c:v>
                </c:pt>
                <c:pt idx="2716">
                  <c:v>-1</c:v>
                </c:pt>
                <c:pt idx="2717">
                  <c:v>-1</c:v>
                </c:pt>
                <c:pt idx="2718">
                  <c:v>-1</c:v>
                </c:pt>
                <c:pt idx="2719">
                  <c:v>-1</c:v>
                </c:pt>
                <c:pt idx="2720">
                  <c:v>-1</c:v>
                </c:pt>
                <c:pt idx="2721">
                  <c:v>-1</c:v>
                </c:pt>
                <c:pt idx="2722">
                  <c:v>-1</c:v>
                </c:pt>
                <c:pt idx="2723">
                  <c:v>-1</c:v>
                </c:pt>
                <c:pt idx="2724">
                  <c:v>-1</c:v>
                </c:pt>
                <c:pt idx="2725">
                  <c:v>-1</c:v>
                </c:pt>
                <c:pt idx="2726">
                  <c:v>-1</c:v>
                </c:pt>
                <c:pt idx="2727">
                  <c:v>-1</c:v>
                </c:pt>
                <c:pt idx="2728">
                  <c:v>-1</c:v>
                </c:pt>
                <c:pt idx="2729">
                  <c:v>-1</c:v>
                </c:pt>
                <c:pt idx="2730">
                  <c:v>-1</c:v>
                </c:pt>
                <c:pt idx="2731">
                  <c:v>-1</c:v>
                </c:pt>
                <c:pt idx="2732">
                  <c:v>-1</c:v>
                </c:pt>
                <c:pt idx="2733">
                  <c:v>-1</c:v>
                </c:pt>
                <c:pt idx="2734">
                  <c:v>-1</c:v>
                </c:pt>
                <c:pt idx="2735">
                  <c:v>-1</c:v>
                </c:pt>
                <c:pt idx="2736">
                  <c:v>-1</c:v>
                </c:pt>
                <c:pt idx="2737">
                  <c:v>-1</c:v>
                </c:pt>
                <c:pt idx="2738">
                  <c:v>-1</c:v>
                </c:pt>
                <c:pt idx="2739">
                  <c:v>-1</c:v>
                </c:pt>
                <c:pt idx="2740">
                  <c:v>-1</c:v>
                </c:pt>
                <c:pt idx="2741">
                  <c:v>-1</c:v>
                </c:pt>
                <c:pt idx="2742">
                  <c:v>-1</c:v>
                </c:pt>
                <c:pt idx="2743">
                  <c:v>-1</c:v>
                </c:pt>
                <c:pt idx="2744">
                  <c:v>-1</c:v>
                </c:pt>
                <c:pt idx="2745">
                  <c:v>-1</c:v>
                </c:pt>
                <c:pt idx="2746">
                  <c:v>-1</c:v>
                </c:pt>
                <c:pt idx="2747">
                  <c:v>-1</c:v>
                </c:pt>
                <c:pt idx="2748">
                  <c:v>-1</c:v>
                </c:pt>
                <c:pt idx="2749">
                  <c:v>-1</c:v>
                </c:pt>
                <c:pt idx="2750">
                  <c:v>-1</c:v>
                </c:pt>
                <c:pt idx="2751">
                  <c:v>-1</c:v>
                </c:pt>
                <c:pt idx="2752">
                  <c:v>-1</c:v>
                </c:pt>
                <c:pt idx="2753">
                  <c:v>-1</c:v>
                </c:pt>
                <c:pt idx="2754">
                  <c:v>-1</c:v>
                </c:pt>
                <c:pt idx="2755">
                  <c:v>-1</c:v>
                </c:pt>
                <c:pt idx="2756">
                  <c:v>-1</c:v>
                </c:pt>
                <c:pt idx="2757">
                  <c:v>-1</c:v>
                </c:pt>
                <c:pt idx="2758">
                  <c:v>-1</c:v>
                </c:pt>
                <c:pt idx="2759">
                  <c:v>-1</c:v>
                </c:pt>
                <c:pt idx="2760">
                  <c:v>-1</c:v>
                </c:pt>
                <c:pt idx="2761">
                  <c:v>-1</c:v>
                </c:pt>
                <c:pt idx="2762">
                  <c:v>-1</c:v>
                </c:pt>
                <c:pt idx="2763">
                  <c:v>-1</c:v>
                </c:pt>
                <c:pt idx="2764">
                  <c:v>-1</c:v>
                </c:pt>
                <c:pt idx="2765">
                  <c:v>-1</c:v>
                </c:pt>
                <c:pt idx="2766">
                  <c:v>-1</c:v>
                </c:pt>
                <c:pt idx="2767">
                  <c:v>-1</c:v>
                </c:pt>
                <c:pt idx="2768">
                  <c:v>-1</c:v>
                </c:pt>
                <c:pt idx="2769">
                  <c:v>-1</c:v>
                </c:pt>
                <c:pt idx="2770">
                  <c:v>-1</c:v>
                </c:pt>
                <c:pt idx="2771">
                  <c:v>-1</c:v>
                </c:pt>
                <c:pt idx="2772">
                  <c:v>-1</c:v>
                </c:pt>
                <c:pt idx="2773">
                  <c:v>-1</c:v>
                </c:pt>
                <c:pt idx="2774">
                  <c:v>-1</c:v>
                </c:pt>
                <c:pt idx="2775">
                  <c:v>-1</c:v>
                </c:pt>
                <c:pt idx="2776">
                  <c:v>-1</c:v>
                </c:pt>
                <c:pt idx="2777">
                  <c:v>-1</c:v>
                </c:pt>
                <c:pt idx="2778">
                  <c:v>-1</c:v>
                </c:pt>
                <c:pt idx="2779">
                  <c:v>-1</c:v>
                </c:pt>
                <c:pt idx="2780">
                  <c:v>-1</c:v>
                </c:pt>
                <c:pt idx="2781">
                  <c:v>-1</c:v>
                </c:pt>
                <c:pt idx="2782">
                  <c:v>-1</c:v>
                </c:pt>
                <c:pt idx="2783">
                  <c:v>-1</c:v>
                </c:pt>
                <c:pt idx="2784">
                  <c:v>-1</c:v>
                </c:pt>
                <c:pt idx="2785">
                  <c:v>-1</c:v>
                </c:pt>
                <c:pt idx="2786">
                  <c:v>-1</c:v>
                </c:pt>
                <c:pt idx="2787">
                  <c:v>-1</c:v>
                </c:pt>
                <c:pt idx="2788">
                  <c:v>-1</c:v>
                </c:pt>
                <c:pt idx="2789">
                  <c:v>-1</c:v>
                </c:pt>
                <c:pt idx="2790">
                  <c:v>-1</c:v>
                </c:pt>
                <c:pt idx="2791">
                  <c:v>-1</c:v>
                </c:pt>
                <c:pt idx="2792">
                  <c:v>-1</c:v>
                </c:pt>
                <c:pt idx="2793">
                  <c:v>-1</c:v>
                </c:pt>
                <c:pt idx="2794">
                  <c:v>-1</c:v>
                </c:pt>
                <c:pt idx="2795">
                  <c:v>-1</c:v>
                </c:pt>
                <c:pt idx="2796">
                  <c:v>-1</c:v>
                </c:pt>
                <c:pt idx="2797">
                  <c:v>-1</c:v>
                </c:pt>
                <c:pt idx="2798">
                  <c:v>-1</c:v>
                </c:pt>
                <c:pt idx="2799">
                  <c:v>-1</c:v>
                </c:pt>
                <c:pt idx="2800">
                  <c:v>-1</c:v>
                </c:pt>
                <c:pt idx="2801">
                  <c:v>-1</c:v>
                </c:pt>
                <c:pt idx="2802">
                  <c:v>-1</c:v>
                </c:pt>
                <c:pt idx="2803">
                  <c:v>-1</c:v>
                </c:pt>
                <c:pt idx="2804">
                  <c:v>-1</c:v>
                </c:pt>
                <c:pt idx="2805">
                  <c:v>-1</c:v>
                </c:pt>
                <c:pt idx="2806">
                  <c:v>-1</c:v>
                </c:pt>
                <c:pt idx="2807">
                  <c:v>-1</c:v>
                </c:pt>
                <c:pt idx="2808">
                  <c:v>-1</c:v>
                </c:pt>
                <c:pt idx="2809">
                  <c:v>-1</c:v>
                </c:pt>
                <c:pt idx="2810">
                  <c:v>-1</c:v>
                </c:pt>
                <c:pt idx="2811">
                  <c:v>-1</c:v>
                </c:pt>
                <c:pt idx="2812">
                  <c:v>-1</c:v>
                </c:pt>
                <c:pt idx="2813">
                  <c:v>-1</c:v>
                </c:pt>
                <c:pt idx="2814">
                  <c:v>-1</c:v>
                </c:pt>
                <c:pt idx="2815">
                  <c:v>-1</c:v>
                </c:pt>
                <c:pt idx="2816">
                  <c:v>-1</c:v>
                </c:pt>
                <c:pt idx="2817">
                  <c:v>-1</c:v>
                </c:pt>
                <c:pt idx="2818">
                  <c:v>-1</c:v>
                </c:pt>
                <c:pt idx="2819">
                  <c:v>-1</c:v>
                </c:pt>
                <c:pt idx="2820">
                  <c:v>-1</c:v>
                </c:pt>
                <c:pt idx="2821">
                  <c:v>-1</c:v>
                </c:pt>
                <c:pt idx="2822">
                  <c:v>-1</c:v>
                </c:pt>
                <c:pt idx="2823">
                  <c:v>-1</c:v>
                </c:pt>
                <c:pt idx="2824">
                  <c:v>-1</c:v>
                </c:pt>
                <c:pt idx="2825">
                  <c:v>-1</c:v>
                </c:pt>
                <c:pt idx="2826">
                  <c:v>-1</c:v>
                </c:pt>
                <c:pt idx="2827">
                  <c:v>-1</c:v>
                </c:pt>
                <c:pt idx="2828">
                  <c:v>-1</c:v>
                </c:pt>
                <c:pt idx="2829">
                  <c:v>-1</c:v>
                </c:pt>
                <c:pt idx="2830">
                  <c:v>-1</c:v>
                </c:pt>
                <c:pt idx="2831">
                  <c:v>-1</c:v>
                </c:pt>
                <c:pt idx="2832">
                  <c:v>-1</c:v>
                </c:pt>
                <c:pt idx="2833">
                  <c:v>-1</c:v>
                </c:pt>
                <c:pt idx="2834">
                  <c:v>-1</c:v>
                </c:pt>
                <c:pt idx="2835">
                  <c:v>-1</c:v>
                </c:pt>
                <c:pt idx="2836">
                  <c:v>-1</c:v>
                </c:pt>
                <c:pt idx="2837">
                  <c:v>-1</c:v>
                </c:pt>
                <c:pt idx="2838">
                  <c:v>-1</c:v>
                </c:pt>
                <c:pt idx="2839">
                  <c:v>-1</c:v>
                </c:pt>
                <c:pt idx="2840">
                  <c:v>-1</c:v>
                </c:pt>
                <c:pt idx="2841">
                  <c:v>-1</c:v>
                </c:pt>
                <c:pt idx="2842">
                  <c:v>-1</c:v>
                </c:pt>
                <c:pt idx="2843">
                  <c:v>-1</c:v>
                </c:pt>
                <c:pt idx="2844">
                  <c:v>-1</c:v>
                </c:pt>
                <c:pt idx="2845">
                  <c:v>-1</c:v>
                </c:pt>
                <c:pt idx="2846">
                  <c:v>-1</c:v>
                </c:pt>
                <c:pt idx="2847">
                  <c:v>-1</c:v>
                </c:pt>
                <c:pt idx="2848">
                  <c:v>-1</c:v>
                </c:pt>
                <c:pt idx="2849">
                  <c:v>-1</c:v>
                </c:pt>
                <c:pt idx="2850">
                  <c:v>-1</c:v>
                </c:pt>
                <c:pt idx="2851">
                  <c:v>-1</c:v>
                </c:pt>
                <c:pt idx="2852">
                  <c:v>-1</c:v>
                </c:pt>
                <c:pt idx="2853">
                  <c:v>-1</c:v>
                </c:pt>
                <c:pt idx="2854">
                  <c:v>-1</c:v>
                </c:pt>
                <c:pt idx="2855">
                  <c:v>-1</c:v>
                </c:pt>
                <c:pt idx="2856">
                  <c:v>-1</c:v>
                </c:pt>
                <c:pt idx="2857">
                  <c:v>-1</c:v>
                </c:pt>
                <c:pt idx="2858">
                  <c:v>-1</c:v>
                </c:pt>
                <c:pt idx="2859">
                  <c:v>-1</c:v>
                </c:pt>
                <c:pt idx="2860">
                  <c:v>-1</c:v>
                </c:pt>
                <c:pt idx="2861">
                  <c:v>-1</c:v>
                </c:pt>
                <c:pt idx="2862">
                  <c:v>-1</c:v>
                </c:pt>
                <c:pt idx="2863">
                  <c:v>-1</c:v>
                </c:pt>
                <c:pt idx="2864">
                  <c:v>-1</c:v>
                </c:pt>
                <c:pt idx="2865">
                  <c:v>-1</c:v>
                </c:pt>
                <c:pt idx="2866">
                  <c:v>-1</c:v>
                </c:pt>
                <c:pt idx="2867">
                  <c:v>-1</c:v>
                </c:pt>
                <c:pt idx="2868">
                  <c:v>-1</c:v>
                </c:pt>
                <c:pt idx="2869">
                  <c:v>-1</c:v>
                </c:pt>
                <c:pt idx="2870">
                  <c:v>-1</c:v>
                </c:pt>
                <c:pt idx="2871">
                  <c:v>-1</c:v>
                </c:pt>
                <c:pt idx="2872">
                  <c:v>-1</c:v>
                </c:pt>
                <c:pt idx="2873">
                  <c:v>-1</c:v>
                </c:pt>
                <c:pt idx="2874">
                  <c:v>-1</c:v>
                </c:pt>
                <c:pt idx="2875">
                  <c:v>-1</c:v>
                </c:pt>
                <c:pt idx="2876">
                  <c:v>-1</c:v>
                </c:pt>
                <c:pt idx="2877">
                  <c:v>-1</c:v>
                </c:pt>
                <c:pt idx="2878">
                  <c:v>-1</c:v>
                </c:pt>
                <c:pt idx="2879">
                  <c:v>-1</c:v>
                </c:pt>
                <c:pt idx="2880">
                  <c:v>-1</c:v>
                </c:pt>
                <c:pt idx="2881">
                  <c:v>-1</c:v>
                </c:pt>
                <c:pt idx="2882">
                  <c:v>-1</c:v>
                </c:pt>
                <c:pt idx="2883">
                  <c:v>-1</c:v>
                </c:pt>
                <c:pt idx="2884">
                  <c:v>-1</c:v>
                </c:pt>
                <c:pt idx="2885">
                  <c:v>-1</c:v>
                </c:pt>
                <c:pt idx="2886">
                  <c:v>-1</c:v>
                </c:pt>
                <c:pt idx="2887">
                  <c:v>-1</c:v>
                </c:pt>
                <c:pt idx="2888">
                  <c:v>-1</c:v>
                </c:pt>
                <c:pt idx="2889">
                  <c:v>-1</c:v>
                </c:pt>
                <c:pt idx="2890">
                  <c:v>-1</c:v>
                </c:pt>
                <c:pt idx="2891">
                  <c:v>-1</c:v>
                </c:pt>
                <c:pt idx="2892">
                  <c:v>-1</c:v>
                </c:pt>
                <c:pt idx="2893">
                  <c:v>-1</c:v>
                </c:pt>
                <c:pt idx="2894">
                  <c:v>-1</c:v>
                </c:pt>
                <c:pt idx="2895">
                  <c:v>-1</c:v>
                </c:pt>
                <c:pt idx="2896">
                  <c:v>-1</c:v>
                </c:pt>
                <c:pt idx="2897">
                  <c:v>-1</c:v>
                </c:pt>
                <c:pt idx="2898">
                  <c:v>-1</c:v>
                </c:pt>
                <c:pt idx="2899">
                  <c:v>-1</c:v>
                </c:pt>
                <c:pt idx="2900">
                  <c:v>-1</c:v>
                </c:pt>
                <c:pt idx="2901">
                  <c:v>-1</c:v>
                </c:pt>
                <c:pt idx="2902">
                  <c:v>-1</c:v>
                </c:pt>
                <c:pt idx="2903">
                  <c:v>-1</c:v>
                </c:pt>
                <c:pt idx="2904">
                  <c:v>-1</c:v>
                </c:pt>
                <c:pt idx="2905">
                  <c:v>-1</c:v>
                </c:pt>
                <c:pt idx="2906">
                  <c:v>-1</c:v>
                </c:pt>
                <c:pt idx="2907">
                  <c:v>-1</c:v>
                </c:pt>
                <c:pt idx="2908">
                  <c:v>-1</c:v>
                </c:pt>
                <c:pt idx="2909">
                  <c:v>-1</c:v>
                </c:pt>
                <c:pt idx="2910">
                  <c:v>-1</c:v>
                </c:pt>
                <c:pt idx="2911">
                  <c:v>-1</c:v>
                </c:pt>
                <c:pt idx="2912">
                  <c:v>-1</c:v>
                </c:pt>
                <c:pt idx="2913">
                  <c:v>-1</c:v>
                </c:pt>
                <c:pt idx="2914">
                  <c:v>-1</c:v>
                </c:pt>
                <c:pt idx="2915">
                  <c:v>-1</c:v>
                </c:pt>
                <c:pt idx="2916">
                  <c:v>-1</c:v>
                </c:pt>
                <c:pt idx="2917">
                  <c:v>-1</c:v>
                </c:pt>
                <c:pt idx="2918">
                  <c:v>-1</c:v>
                </c:pt>
                <c:pt idx="2919">
                  <c:v>-1</c:v>
                </c:pt>
                <c:pt idx="2920">
                  <c:v>-1</c:v>
                </c:pt>
                <c:pt idx="2921">
                  <c:v>-1</c:v>
                </c:pt>
                <c:pt idx="2922">
                  <c:v>-1</c:v>
                </c:pt>
                <c:pt idx="2923">
                  <c:v>-1</c:v>
                </c:pt>
                <c:pt idx="2924">
                  <c:v>-1</c:v>
                </c:pt>
                <c:pt idx="2925">
                  <c:v>-1</c:v>
                </c:pt>
                <c:pt idx="2926">
                  <c:v>-1</c:v>
                </c:pt>
                <c:pt idx="2927">
                  <c:v>-1</c:v>
                </c:pt>
                <c:pt idx="2928">
                  <c:v>-1</c:v>
                </c:pt>
                <c:pt idx="2929">
                  <c:v>-1</c:v>
                </c:pt>
                <c:pt idx="2930">
                  <c:v>-1</c:v>
                </c:pt>
                <c:pt idx="2931">
                  <c:v>-1</c:v>
                </c:pt>
                <c:pt idx="2932">
                  <c:v>-1</c:v>
                </c:pt>
                <c:pt idx="2933">
                  <c:v>-1</c:v>
                </c:pt>
                <c:pt idx="2934">
                  <c:v>-1</c:v>
                </c:pt>
                <c:pt idx="2935">
                  <c:v>-1</c:v>
                </c:pt>
                <c:pt idx="2936">
                  <c:v>-1</c:v>
                </c:pt>
                <c:pt idx="2937">
                  <c:v>-1</c:v>
                </c:pt>
                <c:pt idx="2938">
                  <c:v>-1</c:v>
                </c:pt>
                <c:pt idx="2939">
                  <c:v>-1</c:v>
                </c:pt>
                <c:pt idx="2940">
                  <c:v>-1</c:v>
                </c:pt>
                <c:pt idx="2941">
                  <c:v>-1</c:v>
                </c:pt>
                <c:pt idx="2942">
                  <c:v>-1</c:v>
                </c:pt>
                <c:pt idx="2943">
                  <c:v>-1</c:v>
                </c:pt>
                <c:pt idx="2944">
                  <c:v>-1</c:v>
                </c:pt>
                <c:pt idx="2945">
                  <c:v>-1</c:v>
                </c:pt>
                <c:pt idx="2946">
                  <c:v>-1</c:v>
                </c:pt>
                <c:pt idx="2947">
                  <c:v>-1</c:v>
                </c:pt>
                <c:pt idx="2948">
                  <c:v>-1</c:v>
                </c:pt>
                <c:pt idx="2949">
                  <c:v>-1</c:v>
                </c:pt>
                <c:pt idx="2950">
                  <c:v>-1</c:v>
                </c:pt>
                <c:pt idx="2951">
                  <c:v>-1</c:v>
                </c:pt>
                <c:pt idx="2952">
                  <c:v>-1</c:v>
                </c:pt>
                <c:pt idx="2953">
                  <c:v>-1</c:v>
                </c:pt>
                <c:pt idx="2954">
                  <c:v>-1</c:v>
                </c:pt>
                <c:pt idx="2955">
                  <c:v>-1</c:v>
                </c:pt>
                <c:pt idx="2956">
                  <c:v>-1</c:v>
                </c:pt>
                <c:pt idx="2957">
                  <c:v>-1</c:v>
                </c:pt>
                <c:pt idx="2958">
                  <c:v>-1</c:v>
                </c:pt>
                <c:pt idx="2959">
                  <c:v>-1</c:v>
                </c:pt>
                <c:pt idx="2960">
                  <c:v>-1</c:v>
                </c:pt>
                <c:pt idx="2961">
                  <c:v>-1</c:v>
                </c:pt>
                <c:pt idx="2962">
                  <c:v>-1</c:v>
                </c:pt>
                <c:pt idx="2963">
                  <c:v>-1</c:v>
                </c:pt>
                <c:pt idx="2964">
                  <c:v>-1</c:v>
                </c:pt>
                <c:pt idx="2965">
                  <c:v>-1</c:v>
                </c:pt>
                <c:pt idx="2966">
                  <c:v>-1</c:v>
                </c:pt>
                <c:pt idx="2967">
                  <c:v>-1</c:v>
                </c:pt>
                <c:pt idx="2968">
                  <c:v>-1</c:v>
                </c:pt>
                <c:pt idx="2969">
                  <c:v>-1</c:v>
                </c:pt>
                <c:pt idx="2970">
                  <c:v>-1</c:v>
                </c:pt>
                <c:pt idx="2971">
                  <c:v>-1</c:v>
                </c:pt>
                <c:pt idx="2972">
                  <c:v>-1</c:v>
                </c:pt>
                <c:pt idx="2973">
                  <c:v>-1</c:v>
                </c:pt>
                <c:pt idx="2974">
                  <c:v>-1</c:v>
                </c:pt>
                <c:pt idx="2975">
                  <c:v>-1</c:v>
                </c:pt>
                <c:pt idx="2976">
                  <c:v>-1</c:v>
                </c:pt>
                <c:pt idx="2977">
                  <c:v>-1</c:v>
                </c:pt>
                <c:pt idx="2978">
                  <c:v>-1</c:v>
                </c:pt>
                <c:pt idx="2979">
                  <c:v>-1</c:v>
                </c:pt>
                <c:pt idx="2980">
                  <c:v>-1</c:v>
                </c:pt>
                <c:pt idx="2981">
                  <c:v>-1</c:v>
                </c:pt>
                <c:pt idx="2982">
                  <c:v>-1</c:v>
                </c:pt>
                <c:pt idx="2983">
                  <c:v>-1</c:v>
                </c:pt>
                <c:pt idx="2984">
                  <c:v>-1</c:v>
                </c:pt>
                <c:pt idx="2985">
                  <c:v>-1</c:v>
                </c:pt>
                <c:pt idx="2986">
                  <c:v>-1</c:v>
                </c:pt>
                <c:pt idx="2987">
                  <c:v>-1</c:v>
                </c:pt>
                <c:pt idx="2988">
                  <c:v>-1</c:v>
                </c:pt>
                <c:pt idx="2989">
                  <c:v>-1</c:v>
                </c:pt>
                <c:pt idx="2990">
                  <c:v>-1</c:v>
                </c:pt>
                <c:pt idx="2991">
                  <c:v>-1</c:v>
                </c:pt>
                <c:pt idx="2992">
                  <c:v>-1</c:v>
                </c:pt>
                <c:pt idx="2993">
                  <c:v>-1</c:v>
                </c:pt>
                <c:pt idx="2994">
                  <c:v>-1</c:v>
                </c:pt>
                <c:pt idx="2995">
                  <c:v>-1</c:v>
                </c:pt>
                <c:pt idx="2996">
                  <c:v>-1</c:v>
                </c:pt>
                <c:pt idx="2997">
                  <c:v>-1</c:v>
                </c:pt>
                <c:pt idx="2998">
                  <c:v>-1</c:v>
                </c:pt>
                <c:pt idx="2999">
                  <c:v>-1</c:v>
                </c:pt>
                <c:pt idx="3000">
                  <c:v>-1</c:v>
                </c:pt>
                <c:pt idx="3001">
                  <c:v>-1</c:v>
                </c:pt>
                <c:pt idx="3002">
                  <c:v>-1</c:v>
                </c:pt>
                <c:pt idx="3003">
                  <c:v>-1</c:v>
                </c:pt>
                <c:pt idx="3004">
                  <c:v>-1</c:v>
                </c:pt>
                <c:pt idx="3005">
                  <c:v>-1</c:v>
                </c:pt>
                <c:pt idx="3006">
                  <c:v>-1</c:v>
                </c:pt>
                <c:pt idx="3007">
                  <c:v>-1</c:v>
                </c:pt>
                <c:pt idx="3008">
                  <c:v>-1</c:v>
                </c:pt>
                <c:pt idx="3009">
                  <c:v>-1</c:v>
                </c:pt>
                <c:pt idx="3010">
                  <c:v>-1</c:v>
                </c:pt>
                <c:pt idx="3011">
                  <c:v>-1</c:v>
                </c:pt>
                <c:pt idx="3012">
                  <c:v>-1</c:v>
                </c:pt>
                <c:pt idx="3013">
                  <c:v>-1</c:v>
                </c:pt>
                <c:pt idx="3014">
                  <c:v>-1</c:v>
                </c:pt>
                <c:pt idx="3015">
                  <c:v>-1</c:v>
                </c:pt>
                <c:pt idx="3016">
                  <c:v>-1</c:v>
                </c:pt>
                <c:pt idx="3017">
                  <c:v>-1</c:v>
                </c:pt>
                <c:pt idx="3018">
                  <c:v>-1</c:v>
                </c:pt>
                <c:pt idx="3019">
                  <c:v>-1</c:v>
                </c:pt>
                <c:pt idx="3020">
                  <c:v>-1</c:v>
                </c:pt>
                <c:pt idx="3021">
                  <c:v>-1</c:v>
                </c:pt>
                <c:pt idx="3022">
                  <c:v>-1</c:v>
                </c:pt>
                <c:pt idx="3023">
                  <c:v>-1</c:v>
                </c:pt>
                <c:pt idx="3024">
                  <c:v>-1</c:v>
                </c:pt>
                <c:pt idx="3025">
                  <c:v>-1</c:v>
                </c:pt>
                <c:pt idx="3026">
                  <c:v>-1</c:v>
                </c:pt>
                <c:pt idx="3027">
                  <c:v>-1</c:v>
                </c:pt>
                <c:pt idx="3028">
                  <c:v>-1</c:v>
                </c:pt>
                <c:pt idx="3029">
                  <c:v>-1</c:v>
                </c:pt>
                <c:pt idx="3030">
                  <c:v>-1</c:v>
                </c:pt>
                <c:pt idx="3031">
                  <c:v>-1</c:v>
                </c:pt>
                <c:pt idx="3032">
                  <c:v>-1</c:v>
                </c:pt>
                <c:pt idx="3033">
                  <c:v>-1</c:v>
                </c:pt>
                <c:pt idx="3034">
                  <c:v>-1</c:v>
                </c:pt>
                <c:pt idx="3035">
                  <c:v>-1</c:v>
                </c:pt>
                <c:pt idx="3036">
                  <c:v>-1</c:v>
                </c:pt>
                <c:pt idx="3037">
                  <c:v>-1</c:v>
                </c:pt>
                <c:pt idx="3038">
                  <c:v>-1</c:v>
                </c:pt>
                <c:pt idx="3039">
                  <c:v>-1</c:v>
                </c:pt>
                <c:pt idx="3040">
                  <c:v>-1</c:v>
                </c:pt>
                <c:pt idx="3041">
                  <c:v>-1</c:v>
                </c:pt>
                <c:pt idx="3042">
                  <c:v>-1</c:v>
                </c:pt>
                <c:pt idx="3043">
                  <c:v>-1</c:v>
                </c:pt>
                <c:pt idx="3044">
                  <c:v>-1</c:v>
                </c:pt>
                <c:pt idx="3045">
                  <c:v>-1</c:v>
                </c:pt>
                <c:pt idx="3046">
                  <c:v>-1</c:v>
                </c:pt>
                <c:pt idx="3047">
                  <c:v>-1</c:v>
                </c:pt>
                <c:pt idx="3048">
                  <c:v>-1</c:v>
                </c:pt>
                <c:pt idx="3049">
                  <c:v>-1</c:v>
                </c:pt>
                <c:pt idx="3050">
                  <c:v>-1</c:v>
                </c:pt>
                <c:pt idx="3051">
                  <c:v>-1</c:v>
                </c:pt>
                <c:pt idx="3052">
                  <c:v>-1</c:v>
                </c:pt>
                <c:pt idx="3053">
                  <c:v>-1</c:v>
                </c:pt>
                <c:pt idx="3054">
                  <c:v>-1</c:v>
                </c:pt>
                <c:pt idx="3055">
                  <c:v>-1</c:v>
                </c:pt>
                <c:pt idx="3056">
                  <c:v>-1</c:v>
                </c:pt>
                <c:pt idx="3057">
                  <c:v>-1</c:v>
                </c:pt>
                <c:pt idx="3058">
                  <c:v>-1</c:v>
                </c:pt>
                <c:pt idx="3059">
                  <c:v>-1</c:v>
                </c:pt>
                <c:pt idx="3060">
                  <c:v>-1</c:v>
                </c:pt>
                <c:pt idx="3061">
                  <c:v>-1</c:v>
                </c:pt>
                <c:pt idx="3062">
                  <c:v>-1</c:v>
                </c:pt>
                <c:pt idx="3063">
                  <c:v>-1</c:v>
                </c:pt>
                <c:pt idx="3064">
                  <c:v>-1</c:v>
                </c:pt>
                <c:pt idx="3065">
                  <c:v>-1</c:v>
                </c:pt>
                <c:pt idx="3066">
                  <c:v>-1</c:v>
                </c:pt>
                <c:pt idx="3067">
                  <c:v>-1</c:v>
                </c:pt>
                <c:pt idx="3068">
                  <c:v>-1</c:v>
                </c:pt>
                <c:pt idx="3069">
                  <c:v>-1</c:v>
                </c:pt>
                <c:pt idx="3070">
                  <c:v>-1</c:v>
                </c:pt>
                <c:pt idx="3071">
                  <c:v>-1</c:v>
                </c:pt>
                <c:pt idx="3072">
                  <c:v>-1</c:v>
                </c:pt>
                <c:pt idx="3073">
                  <c:v>-1</c:v>
                </c:pt>
                <c:pt idx="3074">
                  <c:v>-1</c:v>
                </c:pt>
                <c:pt idx="3075">
                  <c:v>-1</c:v>
                </c:pt>
                <c:pt idx="3076">
                  <c:v>-1</c:v>
                </c:pt>
                <c:pt idx="3077">
                  <c:v>-1</c:v>
                </c:pt>
                <c:pt idx="3078">
                  <c:v>-1</c:v>
                </c:pt>
                <c:pt idx="3079">
                  <c:v>-1</c:v>
                </c:pt>
                <c:pt idx="3080">
                  <c:v>-1</c:v>
                </c:pt>
                <c:pt idx="3081">
                  <c:v>-1</c:v>
                </c:pt>
                <c:pt idx="3082">
                  <c:v>-1</c:v>
                </c:pt>
                <c:pt idx="3083">
                  <c:v>-1</c:v>
                </c:pt>
                <c:pt idx="3084">
                  <c:v>-1</c:v>
                </c:pt>
                <c:pt idx="3085">
                  <c:v>-1</c:v>
                </c:pt>
                <c:pt idx="3086">
                  <c:v>-1</c:v>
                </c:pt>
                <c:pt idx="3087">
                  <c:v>-1</c:v>
                </c:pt>
                <c:pt idx="3088">
                  <c:v>-1</c:v>
                </c:pt>
                <c:pt idx="3089">
                  <c:v>-1</c:v>
                </c:pt>
                <c:pt idx="3090">
                  <c:v>-1</c:v>
                </c:pt>
                <c:pt idx="3091">
                  <c:v>-1</c:v>
                </c:pt>
                <c:pt idx="3092">
                  <c:v>-1</c:v>
                </c:pt>
                <c:pt idx="3093">
                  <c:v>-1</c:v>
                </c:pt>
                <c:pt idx="3094">
                  <c:v>-1</c:v>
                </c:pt>
                <c:pt idx="3095">
                  <c:v>-1</c:v>
                </c:pt>
                <c:pt idx="3096">
                  <c:v>-1</c:v>
                </c:pt>
                <c:pt idx="3097">
                  <c:v>-1</c:v>
                </c:pt>
                <c:pt idx="3098">
                  <c:v>-1</c:v>
                </c:pt>
                <c:pt idx="3099">
                  <c:v>-1</c:v>
                </c:pt>
                <c:pt idx="3100">
                  <c:v>-1</c:v>
                </c:pt>
                <c:pt idx="3101">
                  <c:v>-1</c:v>
                </c:pt>
                <c:pt idx="3102">
                  <c:v>-1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726-4B36-9C01-25309EF904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62347887"/>
        <c:axId val="862348719"/>
      </c:lineChart>
      <c:catAx>
        <c:axId val="862347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348719"/>
        <c:crosses val="autoZero"/>
        <c:auto val="1"/>
        <c:lblAlgn val="ctr"/>
        <c:lblOffset val="100"/>
        <c:noMultiLvlLbl val="0"/>
      </c:catAx>
      <c:valAx>
        <c:axId val="8623487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3478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Velocities (cm/s)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velocity_cam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Sheet1!$B$2:$B$3892</c:f>
              <c:numCache>
                <c:formatCode>General</c:formatCode>
                <c:ptCount val="3891"/>
                <c:pt idx="0">
                  <c:v>7.1021127136686509E-3</c:v>
                </c:pt>
                <c:pt idx="1">
                  <c:v>7.1021127136686509E-3</c:v>
                </c:pt>
                <c:pt idx="2">
                  <c:v>7.1021127136686509E-3</c:v>
                </c:pt>
                <c:pt idx="3">
                  <c:v>7.1021127136686509E-3</c:v>
                </c:pt>
                <c:pt idx="4">
                  <c:v>7.1021127136686509E-3</c:v>
                </c:pt>
                <c:pt idx="5">
                  <c:v>7.1021127136686509E-3</c:v>
                </c:pt>
                <c:pt idx="6">
                  <c:v>7.1021127136686509E-3</c:v>
                </c:pt>
                <c:pt idx="7">
                  <c:v>7.1021127136686509E-3</c:v>
                </c:pt>
                <c:pt idx="8">
                  <c:v>7.1021127136686509E-3</c:v>
                </c:pt>
                <c:pt idx="9">
                  <c:v>7.1021127136686509E-3</c:v>
                </c:pt>
                <c:pt idx="10">
                  <c:v>7.1021127136686509E-3</c:v>
                </c:pt>
                <c:pt idx="11">
                  <c:v>7.1021127136686509E-3</c:v>
                </c:pt>
                <c:pt idx="12">
                  <c:v>7.1021127136686509E-3</c:v>
                </c:pt>
                <c:pt idx="13">
                  <c:v>7.1021127136686509E-3</c:v>
                </c:pt>
                <c:pt idx="14">
                  <c:v>7.1021127136686509E-3</c:v>
                </c:pt>
                <c:pt idx="15">
                  <c:v>7.1021127136686509E-3</c:v>
                </c:pt>
                <c:pt idx="16">
                  <c:v>7.1021127136686509E-3</c:v>
                </c:pt>
                <c:pt idx="17">
                  <c:v>7.1021127136686509E-3</c:v>
                </c:pt>
                <c:pt idx="18">
                  <c:v>7.1021127136686509E-3</c:v>
                </c:pt>
                <c:pt idx="19">
                  <c:v>7.1021127136686509E-3</c:v>
                </c:pt>
                <c:pt idx="20">
                  <c:v>7.1021127136686509E-3</c:v>
                </c:pt>
                <c:pt idx="21">
                  <c:v>7.1021127136686509E-3</c:v>
                </c:pt>
                <c:pt idx="22">
                  <c:v>7.1021127136686509E-3</c:v>
                </c:pt>
                <c:pt idx="23">
                  <c:v>7.1021127136686509E-3</c:v>
                </c:pt>
                <c:pt idx="24">
                  <c:v>7.1021127136686509E-3</c:v>
                </c:pt>
                <c:pt idx="25">
                  <c:v>7.1021127136686509E-3</c:v>
                </c:pt>
                <c:pt idx="26">
                  <c:v>7.1021127136686509E-3</c:v>
                </c:pt>
                <c:pt idx="27">
                  <c:v>7.1021127136686509E-3</c:v>
                </c:pt>
                <c:pt idx="28">
                  <c:v>2.9441557697824229E-2</c:v>
                </c:pt>
                <c:pt idx="29">
                  <c:v>2.894846218456865E-2</c:v>
                </c:pt>
                <c:pt idx="30">
                  <c:v>2.0818514133005551E-2</c:v>
                </c:pt>
                <c:pt idx="31">
                  <c:v>1.8656423507016191E-2</c:v>
                </c:pt>
                <c:pt idx="32">
                  <c:v>1.8250721562903121E-2</c:v>
                </c:pt>
                <c:pt idx="33">
                  <c:v>1.531404837135583E-2</c:v>
                </c:pt>
                <c:pt idx="34">
                  <c:v>1.026185684219144E-2</c:v>
                </c:pt>
                <c:pt idx="35">
                  <c:v>9.8910554133359516E-3</c:v>
                </c:pt>
                <c:pt idx="36">
                  <c:v>9.0267866400688661E-3</c:v>
                </c:pt>
                <c:pt idx="37">
                  <c:v>3.9128107288637099E-3</c:v>
                </c:pt>
                <c:pt idx="38">
                  <c:v>1.7142345576950299E-3</c:v>
                </c:pt>
                <c:pt idx="39">
                  <c:v>1.799847271719623E-3</c:v>
                </c:pt>
                <c:pt idx="40">
                  <c:v>1.8912773211180751E-3</c:v>
                </c:pt>
                <c:pt idx="41">
                  <c:v>2.513477548484945E-3</c:v>
                </c:pt>
                <c:pt idx="42">
                  <c:v>2.8164720295124701E-3</c:v>
                </c:pt>
                <c:pt idx="43">
                  <c:v>4.6150280761516572E-3</c:v>
                </c:pt>
                <c:pt idx="44">
                  <c:v>6.2790441044472383E-3</c:v>
                </c:pt>
                <c:pt idx="45">
                  <c:v>7.1956882861629557E-3</c:v>
                </c:pt>
                <c:pt idx="46">
                  <c:v>8.1482730169506398E-3</c:v>
                </c:pt>
                <c:pt idx="47">
                  <c:v>1.438597268717738E-2</c:v>
                </c:pt>
                <c:pt idx="48">
                  <c:v>1.849328855173334E-2</c:v>
                </c:pt>
                <c:pt idx="49">
                  <c:v>1.9260911562804978E-2</c:v>
                </c:pt>
                <c:pt idx="50">
                  <c:v>1.6792924406931881E-2</c:v>
                </c:pt>
                <c:pt idx="51">
                  <c:v>1.393968884373316E-2</c:v>
                </c:pt>
                <c:pt idx="52">
                  <c:v>1.2211925002485561E-2</c:v>
                </c:pt>
                <c:pt idx="53">
                  <c:v>1.4281656693692701E-2</c:v>
                </c:pt>
                <c:pt idx="54">
                  <c:v>1.7110693009499429E-2</c:v>
                </c:pt>
                <c:pt idx="55">
                  <c:v>1.9725750502785591E-2</c:v>
                </c:pt>
                <c:pt idx="56">
                  <c:v>1.956756925049459E-2</c:v>
                </c:pt>
                <c:pt idx="57">
                  <c:v>1.9330860730497671E-2</c:v>
                </c:pt>
                <c:pt idx="58">
                  <c:v>1.422683326806394E-2</c:v>
                </c:pt>
                <c:pt idx="59">
                  <c:v>1.257707481857377E-2</c:v>
                </c:pt>
                <c:pt idx="60">
                  <c:v>1.381029873499103E-2</c:v>
                </c:pt>
                <c:pt idx="61">
                  <c:v>1.9402154910043198E-2</c:v>
                </c:pt>
                <c:pt idx="62">
                  <c:v>2.911702623686006E-2</c:v>
                </c:pt>
                <c:pt idx="63">
                  <c:v>3.0547265800434039E-2</c:v>
                </c:pt>
                <c:pt idx="64">
                  <c:v>3.4271347926102348E-2</c:v>
                </c:pt>
                <c:pt idx="65">
                  <c:v>3.5728450516923103E-2</c:v>
                </c:pt>
                <c:pt idx="66">
                  <c:v>3.3246052863949993E-2</c:v>
                </c:pt>
                <c:pt idx="67">
                  <c:v>2.175885730631524E-2</c:v>
                </c:pt>
                <c:pt idx="68">
                  <c:v>1.281925709962377E-2</c:v>
                </c:pt>
                <c:pt idx="69">
                  <c:v>1.347242174500096E-2</c:v>
                </c:pt>
                <c:pt idx="70">
                  <c:v>1.8179994026522619E-2</c:v>
                </c:pt>
                <c:pt idx="71">
                  <c:v>2.0999460449429359E-2</c:v>
                </c:pt>
                <c:pt idx="72">
                  <c:v>2.1040897998675701E-2</c:v>
                </c:pt>
                <c:pt idx="73">
                  <c:v>2.119617722764713E-2</c:v>
                </c:pt>
                <c:pt idx="74">
                  <c:v>2.134775373910159E-2</c:v>
                </c:pt>
                <c:pt idx="75">
                  <c:v>2.137241601065204E-2</c:v>
                </c:pt>
                <c:pt idx="76">
                  <c:v>2.1640948966585451E-2</c:v>
                </c:pt>
                <c:pt idx="77">
                  <c:v>2.295081146141946E-2</c:v>
                </c:pt>
                <c:pt idx="78">
                  <c:v>2.4221362498843789E-2</c:v>
                </c:pt>
                <c:pt idx="79">
                  <c:v>2.442336382113805E-2</c:v>
                </c:pt>
                <c:pt idx="80">
                  <c:v>2.2833704681644439E-2</c:v>
                </c:pt>
                <c:pt idx="81">
                  <c:v>1.320631913646134E-2</c:v>
                </c:pt>
                <c:pt idx="82">
                  <c:v>4.9857691943444062E-3</c:v>
                </c:pt>
                <c:pt idx="83">
                  <c:v>4.9927221120877737E-3</c:v>
                </c:pt>
                <c:pt idx="84">
                  <c:v>5.0632754526174486E-3</c:v>
                </c:pt>
                <c:pt idx="85">
                  <c:v>5.1223847461939163E-3</c:v>
                </c:pt>
                <c:pt idx="86">
                  <c:v>5.1756011466526364E-3</c:v>
                </c:pt>
                <c:pt idx="87">
                  <c:v>5.7653440869261637E-3</c:v>
                </c:pt>
                <c:pt idx="88">
                  <c:v>6.6292459419628642E-3</c:v>
                </c:pt>
                <c:pt idx="89">
                  <c:v>2.4032876446644012E-2</c:v>
                </c:pt>
                <c:pt idx="90">
                  <c:v>2.7199449571350238E-2</c:v>
                </c:pt>
                <c:pt idx="91">
                  <c:v>2.962150377029266E-2</c:v>
                </c:pt>
                <c:pt idx="92">
                  <c:v>3.3005981709134741E-2</c:v>
                </c:pt>
                <c:pt idx="93">
                  <c:v>3.4696077315179798E-2</c:v>
                </c:pt>
                <c:pt idx="94">
                  <c:v>6.235442767431422E-2</c:v>
                </c:pt>
                <c:pt idx="95">
                  <c:v>0.41221237703321473</c:v>
                </c:pt>
                <c:pt idx="96">
                  <c:v>0.43630778360144401</c:v>
                </c:pt>
                <c:pt idx="97">
                  <c:v>0.45610543427518169</c:v>
                </c:pt>
                <c:pt idx="98">
                  <c:v>0.92326387085393802</c:v>
                </c:pt>
                <c:pt idx="99">
                  <c:v>1.065840015365576</c:v>
                </c:pt>
                <c:pt idx="100">
                  <c:v>1.1347662150138931</c:v>
                </c:pt>
                <c:pt idx="101">
                  <c:v>1.643714637695886</c:v>
                </c:pt>
                <c:pt idx="102">
                  <c:v>2.0715475752898969</c:v>
                </c:pt>
                <c:pt idx="103">
                  <c:v>2.0981743948388449</c:v>
                </c:pt>
                <c:pt idx="104">
                  <c:v>2.4212623213300999</c:v>
                </c:pt>
                <c:pt idx="105">
                  <c:v>2.7463147265192802</c:v>
                </c:pt>
                <c:pt idx="106">
                  <c:v>2.841598199670238</c:v>
                </c:pt>
                <c:pt idx="107">
                  <c:v>2.918531252545316</c:v>
                </c:pt>
                <c:pt idx="108">
                  <c:v>3.4812838147115168</c:v>
                </c:pt>
                <c:pt idx="109">
                  <c:v>3.7479770290114578</c:v>
                </c:pt>
                <c:pt idx="110">
                  <c:v>3.7877399561338891</c:v>
                </c:pt>
                <c:pt idx="111">
                  <c:v>4.1487950771226023</c:v>
                </c:pt>
                <c:pt idx="112">
                  <c:v>4.2058636560185327</c:v>
                </c:pt>
                <c:pt idx="113">
                  <c:v>3.9619796111285082</c:v>
                </c:pt>
                <c:pt idx="114">
                  <c:v>2.3473099184927819</c:v>
                </c:pt>
                <c:pt idx="115">
                  <c:v>2.632382142856418</c:v>
                </c:pt>
                <c:pt idx="116">
                  <c:v>3.4707325200204742</c:v>
                </c:pt>
                <c:pt idx="117">
                  <c:v>4.3420771908014322</c:v>
                </c:pt>
                <c:pt idx="118">
                  <c:v>5.4760523654033566</c:v>
                </c:pt>
                <c:pt idx="119">
                  <c:v>5.7439782496813567</c:v>
                </c:pt>
                <c:pt idx="120">
                  <c:v>5.9642377408226066</c:v>
                </c:pt>
                <c:pt idx="121">
                  <c:v>8.177486407939881</c:v>
                </c:pt>
                <c:pt idx="122">
                  <c:v>9.4785955124260681</c:v>
                </c:pt>
                <c:pt idx="123">
                  <c:v>9.4062396289377919</c:v>
                </c:pt>
                <c:pt idx="124">
                  <c:v>9.2496716083327577</c:v>
                </c:pt>
                <c:pt idx="125">
                  <c:v>9.2224833542137663</c:v>
                </c:pt>
                <c:pt idx="126">
                  <c:v>8.8370057904584822</c:v>
                </c:pt>
                <c:pt idx="127">
                  <c:v>8.2477524903805239</c:v>
                </c:pt>
                <c:pt idx="128">
                  <c:v>7.8511141039881398</c:v>
                </c:pt>
                <c:pt idx="129">
                  <c:v>5.7323579545788252</c:v>
                </c:pt>
                <c:pt idx="130">
                  <c:v>5.1253256345433726</c:v>
                </c:pt>
                <c:pt idx="131">
                  <c:v>5.114055889973586</c:v>
                </c:pt>
                <c:pt idx="132">
                  <c:v>5.0339009702000652</c:v>
                </c:pt>
                <c:pt idx="133">
                  <c:v>4.95632979875624</c:v>
                </c:pt>
                <c:pt idx="134">
                  <c:v>4.9361835124990421</c:v>
                </c:pt>
                <c:pt idx="135">
                  <c:v>4.8086280574187192</c:v>
                </c:pt>
                <c:pt idx="136">
                  <c:v>3.4821141867103602</c:v>
                </c:pt>
                <c:pt idx="137">
                  <c:v>3.4851623456012431</c:v>
                </c:pt>
                <c:pt idx="138">
                  <c:v>3.492840939553262</c:v>
                </c:pt>
                <c:pt idx="139">
                  <c:v>3.6615591487990899</c:v>
                </c:pt>
                <c:pt idx="140">
                  <c:v>3.7464605794227901</c:v>
                </c:pt>
                <c:pt idx="141">
                  <c:v>3.780033691753947</c:v>
                </c:pt>
                <c:pt idx="142">
                  <c:v>3.9782932936698669</c:v>
                </c:pt>
                <c:pt idx="143">
                  <c:v>4.0124104617577512</c:v>
                </c:pt>
                <c:pt idx="144">
                  <c:v>3.8040336901061038</c:v>
                </c:pt>
                <c:pt idx="145">
                  <c:v>2.3862653482324818</c:v>
                </c:pt>
                <c:pt idx="146">
                  <c:v>1.6804719734249649</c:v>
                </c:pt>
                <c:pt idx="147">
                  <c:v>1.7595238495296199</c:v>
                </c:pt>
                <c:pt idx="148">
                  <c:v>2.2900962379203329</c:v>
                </c:pt>
                <c:pt idx="149">
                  <c:v>2.668861681730418</c:v>
                </c:pt>
                <c:pt idx="150">
                  <c:v>2.9072477207304481</c:v>
                </c:pt>
                <c:pt idx="151">
                  <c:v>2.779044490116235</c:v>
                </c:pt>
                <c:pt idx="152">
                  <c:v>2.433155536865732</c:v>
                </c:pt>
                <c:pt idx="153">
                  <c:v>2.2589642711986939</c:v>
                </c:pt>
                <c:pt idx="154">
                  <c:v>2.2833886141469049</c:v>
                </c:pt>
                <c:pt idx="155">
                  <c:v>2.5787707869241192</c:v>
                </c:pt>
                <c:pt idx="156">
                  <c:v>2.9671909454791741</c:v>
                </c:pt>
                <c:pt idx="157">
                  <c:v>2.9571605896567479</c:v>
                </c:pt>
                <c:pt idx="158">
                  <c:v>2.8849894254680462</c:v>
                </c:pt>
                <c:pt idx="159">
                  <c:v>2.8202720417200471</c:v>
                </c:pt>
                <c:pt idx="160">
                  <c:v>2.7838580301303781</c:v>
                </c:pt>
                <c:pt idx="161">
                  <c:v>2.583094878135701</c:v>
                </c:pt>
                <c:pt idx="162">
                  <c:v>0.92772944175500616</c:v>
                </c:pt>
                <c:pt idx="163">
                  <c:v>1.5185490988355629E-2</c:v>
                </c:pt>
                <c:pt idx="164">
                  <c:v>0.50126836922072115</c:v>
                </c:pt>
                <c:pt idx="165">
                  <c:v>4.9830909916736248</c:v>
                </c:pt>
                <c:pt idx="166">
                  <c:v>4.9072156500413184</c:v>
                </c:pt>
                <c:pt idx="167">
                  <c:v>4.3628139522472846</c:v>
                </c:pt>
                <c:pt idx="168">
                  <c:v>3.999389344980091</c:v>
                </c:pt>
                <c:pt idx="169">
                  <c:v>3.7156510463664718</c:v>
                </c:pt>
                <c:pt idx="170">
                  <c:v>3.6969879334286762</c:v>
                </c:pt>
                <c:pt idx="171">
                  <c:v>3.532533605965281</c:v>
                </c:pt>
                <c:pt idx="172">
                  <c:v>3.4698980682528622</c:v>
                </c:pt>
                <c:pt idx="173">
                  <c:v>3.5235810833906971</c:v>
                </c:pt>
                <c:pt idx="174">
                  <c:v>3.631506010981095</c:v>
                </c:pt>
                <c:pt idx="175">
                  <c:v>3.7358445089393499</c:v>
                </c:pt>
                <c:pt idx="176">
                  <c:v>3.822531338570109</c:v>
                </c:pt>
                <c:pt idx="177">
                  <c:v>3.737443649228557</c:v>
                </c:pt>
                <c:pt idx="178">
                  <c:v>2.8680678763388681</c:v>
                </c:pt>
                <c:pt idx="179">
                  <c:v>2.2385573291777949</c:v>
                </c:pt>
                <c:pt idx="180">
                  <c:v>2.3455648353559599</c:v>
                </c:pt>
                <c:pt idx="181">
                  <c:v>3.707128239467409</c:v>
                </c:pt>
                <c:pt idx="182">
                  <c:v>3.8168135457879711</c:v>
                </c:pt>
                <c:pt idx="183">
                  <c:v>3.8220956140691431</c:v>
                </c:pt>
                <c:pt idx="184">
                  <c:v>3.8577422927037941</c:v>
                </c:pt>
                <c:pt idx="185">
                  <c:v>3.874743545413633</c:v>
                </c:pt>
                <c:pt idx="186">
                  <c:v>3.814148951227021</c:v>
                </c:pt>
                <c:pt idx="187">
                  <c:v>3.1089089230627618</c:v>
                </c:pt>
                <c:pt idx="188">
                  <c:v>3.0236168150253442</c:v>
                </c:pt>
                <c:pt idx="189">
                  <c:v>2.9457591629027129</c:v>
                </c:pt>
                <c:pt idx="190">
                  <c:v>2.4831947186028041</c:v>
                </c:pt>
                <c:pt idx="191">
                  <c:v>1.940376056724241</c:v>
                </c:pt>
                <c:pt idx="192">
                  <c:v>1.7682534966646599</c:v>
                </c:pt>
                <c:pt idx="193">
                  <c:v>1.848559076474346</c:v>
                </c:pt>
                <c:pt idx="194">
                  <c:v>2.4389012148952092</c:v>
                </c:pt>
                <c:pt idx="195">
                  <c:v>3.552684752835519</c:v>
                </c:pt>
                <c:pt idx="196">
                  <c:v>3.7031011781851801</c:v>
                </c:pt>
                <c:pt idx="197">
                  <c:v>3.8373185102867828</c:v>
                </c:pt>
                <c:pt idx="198">
                  <c:v>4.0459089267529356</c:v>
                </c:pt>
                <c:pt idx="199">
                  <c:v>3.4759667768802158</c:v>
                </c:pt>
                <c:pt idx="200">
                  <c:v>2.6827415463449862</c:v>
                </c:pt>
                <c:pt idx="201">
                  <c:v>2.5460469590716222</c:v>
                </c:pt>
                <c:pt idx="202">
                  <c:v>2.3281567561811549</c:v>
                </c:pt>
                <c:pt idx="203">
                  <c:v>2.2394235375087361</c:v>
                </c:pt>
                <c:pt idx="204">
                  <c:v>1.783640412009732</c:v>
                </c:pt>
                <c:pt idx="205">
                  <c:v>2.3209175171795429</c:v>
                </c:pt>
                <c:pt idx="206">
                  <c:v>2.8950415610589748</c:v>
                </c:pt>
                <c:pt idx="207">
                  <c:v>2.8535974012574532</c:v>
                </c:pt>
                <c:pt idx="208">
                  <c:v>2.7248184750805442</c:v>
                </c:pt>
                <c:pt idx="209">
                  <c:v>2.6297034858675579</c:v>
                </c:pt>
                <c:pt idx="210">
                  <c:v>2.6527768322398311</c:v>
                </c:pt>
                <c:pt idx="211">
                  <c:v>2.8644727195522259</c:v>
                </c:pt>
                <c:pt idx="212">
                  <c:v>2.951325690895573</c:v>
                </c:pt>
                <c:pt idx="213">
                  <c:v>2.9034770091662798</c:v>
                </c:pt>
                <c:pt idx="214">
                  <c:v>2.635189780022317</c:v>
                </c:pt>
                <c:pt idx="215">
                  <c:v>2.444128150486061</c:v>
                </c:pt>
                <c:pt idx="216">
                  <c:v>2.4281508317945528</c:v>
                </c:pt>
                <c:pt idx="217">
                  <c:v>2.379412537792498</c:v>
                </c:pt>
                <c:pt idx="218">
                  <c:v>1.8099065248297901</c:v>
                </c:pt>
                <c:pt idx="219">
                  <c:v>1.764210632429873</c:v>
                </c:pt>
                <c:pt idx="220">
                  <c:v>1.7458433887393141</c:v>
                </c:pt>
                <c:pt idx="221">
                  <c:v>1.5618873957776129</c:v>
                </c:pt>
                <c:pt idx="222">
                  <c:v>1.451182718351985</c:v>
                </c:pt>
                <c:pt idx="223">
                  <c:v>1.678056576164245</c:v>
                </c:pt>
                <c:pt idx="224">
                  <c:v>3.1147824907366499</c:v>
                </c:pt>
                <c:pt idx="225">
                  <c:v>2.917604005876389</c:v>
                </c:pt>
                <c:pt idx="226">
                  <c:v>2.6988203404755562</c:v>
                </c:pt>
                <c:pt idx="227">
                  <c:v>2.636474598071147</c:v>
                </c:pt>
                <c:pt idx="228">
                  <c:v>2.6600091953098932</c:v>
                </c:pt>
                <c:pt idx="229">
                  <c:v>2.813655224311471</c:v>
                </c:pt>
                <c:pt idx="230">
                  <c:v>2.9048488069409948</c:v>
                </c:pt>
                <c:pt idx="231">
                  <c:v>2.872100632775199</c:v>
                </c:pt>
                <c:pt idx="232">
                  <c:v>2.6099223020273898</c:v>
                </c:pt>
                <c:pt idx="233">
                  <c:v>2.5244864618146399</c:v>
                </c:pt>
                <c:pt idx="234">
                  <c:v>2.185633224786856</c:v>
                </c:pt>
                <c:pt idx="235">
                  <c:v>2.0531245912409219</c:v>
                </c:pt>
                <c:pt idx="236">
                  <c:v>2.014405539339903</c:v>
                </c:pt>
                <c:pt idx="237">
                  <c:v>1.6032912687923011</c:v>
                </c:pt>
                <c:pt idx="238">
                  <c:v>1.425127438652469</c:v>
                </c:pt>
                <c:pt idx="239">
                  <c:v>1.4034991581030429</c:v>
                </c:pt>
                <c:pt idx="240">
                  <c:v>1.1546945376682221</c:v>
                </c:pt>
                <c:pt idx="241">
                  <c:v>0.97231301988741159</c:v>
                </c:pt>
                <c:pt idx="242">
                  <c:v>1.8499563181955361</c:v>
                </c:pt>
                <c:pt idx="243">
                  <c:v>3.0393044865377439</c:v>
                </c:pt>
                <c:pt idx="244">
                  <c:v>3.5259026744650521</c:v>
                </c:pt>
                <c:pt idx="245">
                  <c:v>2.774436802531782</c:v>
                </c:pt>
                <c:pt idx="246">
                  <c:v>1.802527710494547</c:v>
                </c:pt>
                <c:pt idx="247">
                  <c:v>1.373383785929031</c:v>
                </c:pt>
                <c:pt idx="248">
                  <c:v>1.616010379740666</c:v>
                </c:pt>
                <c:pt idx="249">
                  <c:v>1.885302486452676</c:v>
                </c:pt>
                <c:pt idx="250">
                  <c:v>2.585654192185439</c:v>
                </c:pt>
                <c:pt idx="251">
                  <c:v>2.723828538144867</c:v>
                </c:pt>
                <c:pt idx="252">
                  <c:v>2.6765093056823361</c:v>
                </c:pt>
                <c:pt idx="253">
                  <c:v>2.2984780479470381</c:v>
                </c:pt>
                <c:pt idx="254">
                  <c:v>2.178688175727133</c:v>
                </c:pt>
                <c:pt idx="255">
                  <c:v>2.0954635907839569</c:v>
                </c:pt>
                <c:pt idx="256">
                  <c:v>1.895685024943037</c:v>
                </c:pt>
                <c:pt idx="257">
                  <c:v>1.7482946806284461</c:v>
                </c:pt>
                <c:pt idx="258">
                  <c:v>1.771523387875489</c:v>
                </c:pt>
                <c:pt idx="259">
                  <c:v>1.9639181726470429</c:v>
                </c:pt>
                <c:pt idx="260">
                  <c:v>1.9931791343287331</c:v>
                </c:pt>
                <c:pt idx="261">
                  <c:v>2.043447495294922</c:v>
                </c:pt>
                <c:pt idx="262">
                  <c:v>2.653049896160887</c:v>
                </c:pt>
                <c:pt idx="263">
                  <c:v>3.0411929628265941</c:v>
                </c:pt>
                <c:pt idx="264">
                  <c:v>2.9841717685010161</c:v>
                </c:pt>
                <c:pt idx="265">
                  <c:v>2.8675678388439172</c:v>
                </c:pt>
                <c:pt idx="266">
                  <c:v>2.3827746779144792</c:v>
                </c:pt>
                <c:pt idx="267">
                  <c:v>2.299472792014297</c:v>
                </c:pt>
                <c:pt idx="268">
                  <c:v>1.670712717561134</c:v>
                </c:pt>
                <c:pt idx="269">
                  <c:v>1.5169166488179431</c:v>
                </c:pt>
                <c:pt idx="270">
                  <c:v>1.5292152525163001</c:v>
                </c:pt>
                <c:pt idx="271">
                  <c:v>1.6883150500475661</c:v>
                </c:pt>
                <c:pt idx="272">
                  <c:v>1.8189195122599819</c:v>
                </c:pt>
                <c:pt idx="273">
                  <c:v>1.9220511651922221</c:v>
                </c:pt>
                <c:pt idx="274">
                  <c:v>1.959935148684349</c:v>
                </c:pt>
                <c:pt idx="275">
                  <c:v>1.956873701289275</c:v>
                </c:pt>
                <c:pt idx="276">
                  <c:v>1.9269422176468991</c:v>
                </c:pt>
                <c:pt idx="277">
                  <c:v>1.918412788407188</c:v>
                </c:pt>
                <c:pt idx="278">
                  <c:v>1.9361665174274669</c:v>
                </c:pt>
                <c:pt idx="279">
                  <c:v>2.048401474508609</c:v>
                </c:pt>
                <c:pt idx="280">
                  <c:v>2.072578486388871</c:v>
                </c:pt>
                <c:pt idx="281">
                  <c:v>2.0890760041908232</c:v>
                </c:pt>
                <c:pt idx="282">
                  <c:v>2.4541979966263061</c:v>
                </c:pt>
                <c:pt idx="283">
                  <c:v>2.7005817649720978</c:v>
                </c:pt>
                <c:pt idx="284">
                  <c:v>2.7318429613121968</c:v>
                </c:pt>
                <c:pt idx="285">
                  <c:v>2.4814295827514399</c:v>
                </c:pt>
                <c:pt idx="286">
                  <c:v>0.66836949690349146</c:v>
                </c:pt>
                <c:pt idx="287">
                  <c:v>0.35463383894679718</c:v>
                </c:pt>
                <c:pt idx="288">
                  <c:v>0.46338853284170811</c:v>
                </c:pt>
                <c:pt idx="289">
                  <c:v>1.670143921079231</c:v>
                </c:pt>
                <c:pt idx="290">
                  <c:v>1.8649936061268859</c:v>
                </c:pt>
                <c:pt idx="291">
                  <c:v>1.86953452992768</c:v>
                </c:pt>
                <c:pt idx="292">
                  <c:v>1.8997468838404901</c:v>
                </c:pt>
                <c:pt idx="293">
                  <c:v>1.917342431441853</c:v>
                </c:pt>
                <c:pt idx="294">
                  <c:v>1.923253131276305</c:v>
                </c:pt>
                <c:pt idx="295">
                  <c:v>2.0712482135719159</c:v>
                </c:pt>
                <c:pt idx="296">
                  <c:v>2.2996217043380729</c:v>
                </c:pt>
                <c:pt idx="297">
                  <c:v>2.2756356596891991</c:v>
                </c:pt>
                <c:pt idx="298">
                  <c:v>2.0204810531277748</c:v>
                </c:pt>
                <c:pt idx="299">
                  <c:v>1.6552273894442839</c:v>
                </c:pt>
                <c:pt idx="300">
                  <c:v>1.3931648464837521</c:v>
                </c:pt>
                <c:pt idx="301">
                  <c:v>1.2591130895385509</c:v>
                </c:pt>
                <c:pt idx="302">
                  <c:v>1.315979986514332</c:v>
                </c:pt>
                <c:pt idx="303">
                  <c:v>1.7510370284689629</c:v>
                </c:pt>
                <c:pt idx="304">
                  <c:v>1.8405924122229611</c:v>
                </c:pt>
                <c:pt idx="305">
                  <c:v>1.7246022896006841</c:v>
                </c:pt>
                <c:pt idx="306">
                  <c:v>0.98962037201214004</c:v>
                </c:pt>
                <c:pt idx="307">
                  <c:v>1.0464844008217571</c:v>
                </c:pt>
                <c:pt idx="308">
                  <c:v>1.210537396916604</c:v>
                </c:pt>
                <c:pt idx="309">
                  <c:v>1.4502775717957961</c:v>
                </c:pt>
                <c:pt idx="310">
                  <c:v>1.4711555099286111</c:v>
                </c:pt>
                <c:pt idx="311">
                  <c:v>1.441736876523231</c:v>
                </c:pt>
                <c:pt idx="312">
                  <c:v>1.2721346806792011</c:v>
                </c:pt>
                <c:pt idx="313">
                  <c:v>1.098987512458798</c:v>
                </c:pt>
                <c:pt idx="314">
                  <c:v>1.075793191016585</c:v>
                </c:pt>
                <c:pt idx="315">
                  <c:v>0.98340499342052368</c:v>
                </c:pt>
                <c:pt idx="316">
                  <c:v>0.77726318327830102</c:v>
                </c:pt>
                <c:pt idx="317">
                  <c:v>0.65802868057078179</c:v>
                </c:pt>
                <c:pt idx="318">
                  <c:v>0.63690714009116423</c:v>
                </c:pt>
                <c:pt idx="319">
                  <c:v>0.6468837727773824</c:v>
                </c:pt>
                <c:pt idx="320">
                  <c:v>0.71738945625205419</c:v>
                </c:pt>
                <c:pt idx="321">
                  <c:v>0.73604641086213018</c:v>
                </c:pt>
                <c:pt idx="322">
                  <c:v>0.76379614341399638</c:v>
                </c:pt>
                <c:pt idx="323">
                  <c:v>1.066262578196532</c:v>
                </c:pt>
                <c:pt idx="324">
                  <c:v>1.134882226622852</c:v>
                </c:pt>
                <c:pt idx="325">
                  <c:v>1.6699573934695491</c:v>
                </c:pt>
                <c:pt idx="326">
                  <c:v>2.249082053045127</c:v>
                </c:pt>
                <c:pt idx="327">
                  <c:v>2.662688675763524</c:v>
                </c:pt>
                <c:pt idx="328">
                  <c:v>2.6600804837279508</c:v>
                </c:pt>
                <c:pt idx="329">
                  <c:v>2.6588979694720329</c:v>
                </c:pt>
                <c:pt idx="330">
                  <c:v>2.6317023454849289</c:v>
                </c:pt>
                <c:pt idx="331">
                  <c:v>2.6214057293257178</c:v>
                </c:pt>
                <c:pt idx="332">
                  <c:v>2.5770567861946772</c:v>
                </c:pt>
                <c:pt idx="333">
                  <c:v>2.0643704223393828</c:v>
                </c:pt>
                <c:pt idx="334">
                  <c:v>1.6881181503094791</c:v>
                </c:pt>
                <c:pt idx="335">
                  <c:v>1.7776458109384989</c:v>
                </c:pt>
                <c:pt idx="336">
                  <c:v>1.9738519728435171</c:v>
                </c:pt>
                <c:pt idx="337">
                  <c:v>2.533277248466058</c:v>
                </c:pt>
                <c:pt idx="338">
                  <c:v>2.6477546824429261</c:v>
                </c:pt>
                <c:pt idx="339">
                  <c:v>2.5715400717355541</c:v>
                </c:pt>
                <c:pt idx="340">
                  <c:v>1.902983064190332</c:v>
                </c:pt>
                <c:pt idx="341">
                  <c:v>1.5696958023632439</c:v>
                </c:pt>
                <c:pt idx="342">
                  <c:v>1.5099263187480441</c:v>
                </c:pt>
                <c:pt idx="343">
                  <c:v>0.87656025061769238</c:v>
                </c:pt>
                <c:pt idx="344">
                  <c:v>0.88150577739344871</c:v>
                </c:pt>
                <c:pt idx="345">
                  <c:v>0.92613972242759801</c:v>
                </c:pt>
                <c:pt idx="346">
                  <c:v>0.95703577064421985</c:v>
                </c:pt>
                <c:pt idx="347">
                  <c:v>0.97645629305280823</c:v>
                </c:pt>
                <c:pt idx="348">
                  <c:v>0.96259349946674699</c:v>
                </c:pt>
                <c:pt idx="349">
                  <c:v>0.80696812818473884</c:v>
                </c:pt>
                <c:pt idx="350">
                  <c:v>0.7237145999295469</c:v>
                </c:pt>
                <c:pt idx="351">
                  <c:v>0.72644439364841018</c:v>
                </c:pt>
                <c:pt idx="352">
                  <c:v>0.74288130425704213</c:v>
                </c:pt>
                <c:pt idx="353">
                  <c:v>0.7534875044834427</c:v>
                </c:pt>
                <c:pt idx="354">
                  <c:v>0.7682310292274509</c:v>
                </c:pt>
                <c:pt idx="355">
                  <c:v>0.77542187221801595</c:v>
                </c:pt>
                <c:pt idx="356">
                  <c:v>0.87614439294343205</c:v>
                </c:pt>
                <c:pt idx="357">
                  <c:v>1.5448023151849319</c:v>
                </c:pt>
                <c:pt idx="358">
                  <c:v>1.8291291959338141</c:v>
                </c:pt>
                <c:pt idx="359">
                  <c:v>1.7129777955676471</c:v>
                </c:pt>
                <c:pt idx="360">
                  <c:v>0.72640567030363523</c:v>
                </c:pt>
                <c:pt idx="361">
                  <c:v>0.74142159582913103</c:v>
                </c:pt>
                <c:pt idx="362">
                  <c:v>0.75053556719588921</c:v>
                </c:pt>
                <c:pt idx="363">
                  <c:v>0.96200254391593598</c:v>
                </c:pt>
                <c:pt idx="364">
                  <c:v>0.83397430783237059</c:v>
                </c:pt>
                <c:pt idx="365">
                  <c:v>0.6726721428009319</c:v>
                </c:pt>
                <c:pt idx="366">
                  <c:v>0.54489854126985438</c:v>
                </c:pt>
                <c:pt idx="367">
                  <c:v>0.52372605640061376</c:v>
                </c:pt>
                <c:pt idx="368">
                  <c:v>0.49974043578094729</c:v>
                </c:pt>
                <c:pt idx="369">
                  <c:v>0.11987841384523221</c:v>
                </c:pt>
                <c:pt idx="370">
                  <c:v>9.0342227257266386E-2</c:v>
                </c:pt>
                <c:pt idx="371">
                  <c:v>0.1140064926148085</c:v>
                </c:pt>
                <c:pt idx="372">
                  <c:v>0.43100451279344698</c:v>
                </c:pt>
                <c:pt idx="373">
                  <c:v>0.54366677513312489</c:v>
                </c:pt>
                <c:pt idx="374">
                  <c:v>0.53423377556275919</c:v>
                </c:pt>
                <c:pt idx="375">
                  <c:v>0.41990163977124101</c:v>
                </c:pt>
                <c:pt idx="376">
                  <c:v>0.34846715643413378</c:v>
                </c:pt>
                <c:pt idx="377">
                  <c:v>0.33574389268088151</c:v>
                </c:pt>
                <c:pt idx="378">
                  <c:v>0.52875092030976267</c:v>
                </c:pt>
                <c:pt idx="379">
                  <c:v>0.75526936636146658</c:v>
                </c:pt>
                <c:pt idx="380">
                  <c:v>0.81168867832026936</c:v>
                </c:pt>
                <c:pt idx="381">
                  <c:v>0.91983270909047532</c:v>
                </c:pt>
                <c:pt idx="382">
                  <c:v>1.408182403184751</c:v>
                </c:pt>
                <c:pt idx="383">
                  <c:v>1.584563012037524</c:v>
                </c:pt>
                <c:pt idx="384">
                  <c:v>1.596848956874023</c:v>
                </c:pt>
                <c:pt idx="385">
                  <c:v>1.764076419736162</c:v>
                </c:pt>
                <c:pt idx="386">
                  <c:v>1.9190770730372959</c:v>
                </c:pt>
                <c:pt idx="387">
                  <c:v>1.9389512564251019</c:v>
                </c:pt>
                <c:pt idx="388">
                  <c:v>1.9566745793063309</c:v>
                </c:pt>
                <c:pt idx="389">
                  <c:v>2.1994644261954202</c:v>
                </c:pt>
                <c:pt idx="390">
                  <c:v>2.2599363270795072</c:v>
                </c:pt>
                <c:pt idx="391">
                  <c:v>2.1523737020903959</c:v>
                </c:pt>
                <c:pt idx="392">
                  <c:v>1.1533688361808381</c:v>
                </c:pt>
                <c:pt idx="393">
                  <c:v>1.0413113687480611</c:v>
                </c:pt>
                <c:pt idx="394">
                  <c:v>1.1384343411637641</c:v>
                </c:pt>
                <c:pt idx="395">
                  <c:v>1.434114490295531</c:v>
                </c:pt>
                <c:pt idx="396">
                  <c:v>1.6360459867214829</c:v>
                </c:pt>
                <c:pt idx="397">
                  <c:v>1.773510028179458</c:v>
                </c:pt>
                <c:pt idx="398">
                  <c:v>1.790298860069147</c:v>
                </c:pt>
                <c:pt idx="399">
                  <c:v>1.80974621328912</c:v>
                </c:pt>
                <c:pt idx="400">
                  <c:v>1.823741123316434</c:v>
                </c:pt>
                <c:pt idx="401">
                  <c:v>1.1960377323754809</c:v>
                </c:pt>
                <c:pt idx="402">
                  <c:v>0.99859099663355</c:v>
                </c:pt>
                <c:pt idx="403">
                  <c:v>0.99604320777836131</c:v>
                </c:pt>
                <c:pt idx="404">
                  <c:v>0.96850117701302485</c:v>
                </c:pt>
                <c:pt idx="405">
                  <c:v>0.94133031692623204</c:v>
                </c:pt>
                <c:pt idx="406">
                  <c:v>0.9308208961873996</c:v>
                </c:pt>
                <c:pt idx="407">
                  <c:v>0.92604396839085446</c:v>
                </c:pt>
                <c:pt idx="408">
                  <c:v>0.88953061245059839</c:v>
                </c:pt>
                <c:pt idx="409">
                  <c:v>0.86662518252221299</c:v>
                </c:pt>
                <c:pt idx="410">
                  <c:v>0.86278028752277092</c:v>
                </c:pt>
                <c:pt idx="411">
                  <c:v>0.82032047001366648</c:v>
                </c:pt>
                <c:pt idx="412">
                  <c:v>0.81351964499886065</c:v>
                </c:pt>
                <c:pt idx="413">
                  <c:v>0.8265975345734643</c:v>
                </c:pt>
                <c:pt idx="414">
                  <c:v>0.9626276505130672</c:v>
                </c:pt>
                <c:pt idx="415">
                  <c:v>1.0153295233870629</c:v>
                </c:pt>
                <c:pt idx="416">
                  <c:v>1.0102069102038409</c:v>
                </c:pt>
                <c:pt idx="417">
                  <c:v>0.98167072060638072</c:v>
                </c:pt>
                <c:pt idx="418">
                  <c:v>0.95629829718863024</c:v>
                </c:pt>
                <c:pt idx="419">
                  <c:v>0.95271511332117209</c:v>
                </c:pt>
                <c:pt idx="420">
                  <c:v>0.96572397725067127</c:v>
                </c:pt>
                <c:pt idx="421">
                  <c:v>1.109876175449205</c:v>
                </c:pt>
                <c:pt idx="422">
                  <c:v>1.1340564606317329</c:v>
                </c:pt>
                <c:pt idx="423">
                  <c:v>1.130900329156791</c:v>
                </c:pt>
                <c:pt idx="424">
                  <c:v>1.109426425062449</c:v>
                </c:pt>
                <c:pt idx="425">
                  <c:v>1.0992003742300669</c:v>
                </c:pt>
                <c:pt idx="426">
                  <c:v>1.1308576337613729</c:v>
                </c:pt>
                <c:pt idx="427">
                  <c:v>1.469741652363725</c:v>
                </c:pt>
                <c:pt idx="428">
                  <c:v>1.524765140396356</c:v>
                </c:pt>
                <c:pt idx="429">
                  <c:v>1.5043571580416131</c:v>
                </c:pt>
                <c:pt idx="430">
                  <c:v>1.218372726734186</c:v>
                </c:pt>
                <c:pt idx="431">
                  <c:v>1.2119174668793811</c:v>
                </c:pt>
                <c:pt idx="432">
                  <c:v>1.1461153814414951</c:v>
                </c:pt>
                <c:pt idx="433">
                  <c:v>1.0611692813537199</c:v>
                </c:pt>
                <c:pt idx="434">
                  <c:v>0.99536592868775065</c:v>
                </c:pt>
                <c:pt idx="435">
                  <c:v>0.98489862472216616</c:v>
                </c:pt>
                <c:pt idx="436">
                  <c:v>0.97866238898724089</c:v>
                </c:pt>
                <c:pt idx="437">
                  <c:v>0.94119202965725157</c:v>
                </c:pt>
                <c:pt idx="438">
                  <c:v>0.89492154865796369</c:v>
                </c:pt>
                <c:pt idx="439">
                  <c:v>0.87598472770023939</c:v>
                </c:pt>
                <c:pt idx="440">
                  <c:v>0.93162760757358543</c:v>
                </c:pt>
                <c:pt idx="441">
                  <c:v>1.326329239357801</c:v>
                </c:pt>
                <c:pt idx="442">
                  <c:v>1.421758626011183</c:v>
                </c:pt>
                <c:pt idx="443">
                  <c:v>1.300589671496621</c:v>
                </c:pt>
                <c:pt idx="444">
                  <c:v>1.0993360598722191</c:v>
                </c:pt>
                <c:pt idx="445">
                  <c:v>0.92198427856204335</c:v>
                </c:pt>
                <c:pt idx="446">
                  <c:v>0.81776067643177353</c:v>
                </c:pt>
                <c:pt idx="447">
                  <c:v>0.78201109947475733</c:v>
                </c:pt>
                <c:pt idx="448">
                  <c:v>0.65480435528008107</c:v>
                </c:pt>
                <c:pt idx="449">
                  <c:v>0.60830758826329423</c:v>
                </c:pt>
                <c:pt idx="450">
                  <c:v>0.64801236039556243</c:v>
                </c:pt>
                <c:pt idx="451">
                  <c:v>0.88690604812238716</c:v>
                </c:pt>
                <c:pt idx="452">
                  <c:v>1.0495334860451471</c:v>
                </c:pt>
                <c:pt idx="453">
                  <c:v>1.224014308393266</c:v>
                </c:pt>
                <c:pt idx="454">
                  <c:v>2.022801668871097</c:v>
                </c:pt>
                <c:pt idx="455">
                  <c:v>2.9502240823241359</c:v>
                </c:pt>
                <c:pt idx="456">
                  <c:v>2.8316668760195318</c:v>
                </c:pt>
                <c:pt idx="457">
                  <c:v>2.2847421147214542</c:v>
                </c:pt>
                <c:pt idx="458">
                  <c:v>2.0049828208510809</c:v>
                </c:pt>
                <c:pt idx="459">
                  <c:v>1.9715337012270671</c:v>
                </c:pt>
                <c:pt idx="460">
                  <c:v>1.931823129622404</c:v>
                </c:pt>
                <c:pt idx="461">
                  <c:v>0.99761941792511244</c:v>
                </c:pt>
                <c:pt idx="462">
                  <c:v>0.99177580959161848</c:v>
                </c:pt>
                <c:pt idx="463">
                  <c:v>0.94065390100087598</c:v>
                </c:pt>
                <c:pt idx="464">
                  <c:v>0.93174842194837315</c:v>
                </c:pt>
                <c:pt idx="465">
                  <c:v>0.99192254976911498</c:v>
                </c:pt>
                <c:pt idx="466">
                  <c:v>1.368072084192667</c:v>
                </c:pt>
                <c:pt idx="467">
                  <c:v>1.5611137344109041</c:v>
                </c:pt>
                <c:pt idx="468">
                  <c:v>1.5307094092212361</c:v>
                </c:pt>
                <c:pt idx="469">
                  <c:v>1.2401702384796229</c:v>
                </c:pt>
                <c:pt idx="470">
                  <c:v>1.2196589772639801</c:v>
                </c:pt>
                <c:pt idx="471">
                  <c:v>1.2327673194725099</c:v>
                </c:pt>
                <c:pt idx="472">
                  <c:v>1.31592954342665</c:v>
                </c:pt>
                <c:pt idx="473">
                  <c:v>1.3788557178434511</c:v>
                </c:pt>
                <c:pt idx="474">
                  <c:v>1.351235289019898</c:v>
                </c:pt>
                <c:pt idx="475">
                  <c:v>1.271403108630474</c:v>
                </c:pt>
                <c:pt idx="476">
                  <c:v>1.1692953481359809</c:v>
                </c:pt>
                <c:pt idx="477">
                  <c:v>1.1492076549085211</c:v>
                </c:pt>
                <c:pt idx="478">
                  <c:v>1.116263215015096</c:v>
                </c:pt>
                <c:pt idx="479">
                  <c:v>0.91269224746585342</c:v>
                </c:pt>
                <c:pt idx="480">
                  <c:v>0.82807612724760704</c:v>
                </c:pt>
                <c:pt idx="481">
                  <c:v>0.8355988214667589</c:v>
                </c:pt>
                <c:pt idx="482">
                  <c:v>0.92685454632860909</c:v>
                </c:pt>
                <c:pt idx="483">
                  <c:v>0.95447216820842451</c:v>
                </c:pt>
                <c:pt idx="484">
                  <c:v>0.96256306722460239</c:v>
                </c:pt>
                <c:pt idx="485">
                  <c:v>0.97517403380418255</c:v>
                </c:pt>
                <c:pt idx="486">
                  <c:v>0.99663503774773299</c:v>
                </c:pt>
                <c:pt idx="487">
                  <c:v>1.0045320808904441</c:v>
                </c:pt>
                <c:pt idx="488">
                  <c:v>1.027873704507213</c:v>
                </c:pt>
                <c:pt idx="489">
                  <c:v>1.285196129227314</c:v>
                </c:pt>
                <c:pt idx="490">
                  <c:v>1.3996428510967429</c:v>
                </c:pt>
                <c:pt idx="491">
                  <c:v>1.354688001470991</c:v>
                </c:pt>
                <c:pt idx="492">
                  <c:v>1.1649639452864</c:v>
                </c:pt>
                <c:pt idx="493">
                  <c:v>1.026489947352029</c:v>
                </c:pt>
                <c:pt idx="494">
                  <c:v>1.0382022441649681</c:v>
                </c:pt>
                <c:pt idx="495">
                  <c:v>1.045460610660168</c:v>
                </c:pt>
                <c:pt idx="496">
                  <c:v>1.189354542933428</c:v>
                </c:pt>
                <c:pt idx="497">
                  <c:v>1.239136986820639</c:v>
                </c:pt>
                <c:pt idx="498">
                  <c:v>1.2374603734568681</c:v>
                </c:pt>
                <c:pt idx="499">
                  <c:v>1.2264768337566909</c:v>
                </c:pt>
                <c:pt idx="500">
                  <c:v>1.2215129637902751</c:v>
                </c:pt>
                <c:pt idx="501">
                  <c:v>1.2115756478306241</c:v>
                </c:pt>
                <c:pt idx="502">
                  <c:v>1.1240084726046979</c:v>
                </c:pt>
                <c:pt idx="503">
                  <c:v>1.0624436195224669</c:v>
                </c:pt>
                <c:pt idx="504">
                  <c:v>1.0568103518483281</c:v>
                </c:pt>
                <c:pt idx="505">
                  <c:v>1.0128677213023549</c:v>
                </c:pt>
                <c:pt idx="506">
                  <c:v>1.00244681704808</c:v>
                </c:pt>
                <c:pt idx="507">
                  <c:v>0.99222141126666408</c:v>
                </c:pt>
                <c:pt idx="508">
                  <c:v>0.85031612453089422</c:v>
                </c:pt>
                <c:pt idx="509">
                  <c:v>0.77432215192990261</c:v>
                </c:pt>
                <c:pt idx="510">
                  <c:v>0.75914576331740702</c:v>
                </c:pt>
                <c:pt idx="511">
                  <c:v>0.74954292975979997</c:v>
                </c:pt>
                <c:pt idx="512">
                  <c:v>0.56164876314649737</c:v>
                </c:pt>
                <c:pt idx="513">
                  <c:v>0.53229187730858429</c:v>
                </c:pt>
                <c:pt idx="514">
                  <c:v>0.54955064245530427</c:v>
                </c:pt>
                <c:pt idx="515">
                  <c:v>0.68079162844617969</c:v>
                </c:pt>
                <c:pt idx="516">
                  <c:v>0.83366312789157404</c:v>
                </c:pt>
                <c:pt idx="517">
                  <c:v>0.94987057255936602</c:v>
                </c:pt>
                <c:pt idx="518">
                  <c:v>0.95414904463876138</c:v>
                </c:pt>
                <c:pt idx="519">
                  <c:v>1.0223132279060381</c:v>
                </c:pt>
                <c:pt idx="520">
                  <c:v>1.037538256571823</c:v>
                </c:pt>
                <c:pt idx="521">
                  <c:v>1.069496218552427</c:v>
                </c:pt>
                <c:pt idx="522">
                  <c:v>1.4678284829792461</c:v>
                </c:pt>
                <c:pt idx="523">
                  <c:v>1.5954881053972521</c:v>
                </c:pt>
                <c:pt idx="524">
                  <c:v>1.5654156313960541</c:v>
                </c:pt>
                <c:pt idx="525">
                  <c:v>1.2088250473539279</c:v>
                </c:pt>
                <c:pt idx="526">
                  <c:v>0.9726431055120569</c:v>
                </c:pt>
                <c:pt idx="527">
                  <c:v>0.9369980421951668</c:v>
                </c:pt>
                <c:pt idx="528">
                  <c:v>0.92496976344141224</c:v>
                </c:pt>
                <c:pt idx="529">
                  <c:v>0.83900229065609955</c:v>
                </c:pt>
                <c:pt idx="530">
                  <c:v>0.82268229096469125</c:v>
                </c:pt>
                <c:pt idx="531">
                  <c:v>0.90217850061723659</c:v>
                </c:pt>
                <c:pt idx="532">
                  <c:v>1.603668567751207</c:v>
                </c:pt>
                <c:pt idx="533">
                  <c:v>1.6789632965947341</c:v>
                </c:pt>
                <c:pt idx="534">
                  <c:v>1.6562277397043119</c:v>
                </c:pt>
                <c:pt idx="535">
                  <c:v>1.443529154867663</c:v>
                </c:pt>
                <c:pt idx="536">
                  <c:v>1.3756691431556729</c:v>
                </c:pt>
                <c:pt idx="537">
                  <c:v>1.387636623050138</c:v>
                </c:pt>
                <c:pt idx="538">
                  <c:v>1.4212578267732481</c:v>
                </c:pt>
                <c:pt idx="539">
                  <c:v>1.4583390577292941</c:v>
                </c:pt>
                <c:pt idx="540">
                  <c:v>1.4750730076194929</c:v>
                </c:pt>
                <c:pt idx="541">
                  <c:v>1.3579384037896121</c:v>
                </c:pt>
                <c:pt idx="542">
                  <c:v>1.1052560742941631</c:v>
                </c:pt>
                <c:pt idx="543">
                  <c:v>0.86859600705716289</c:v>
                </c:pt>
                <c:pt idx="544">
                  <c:v>0.90730922876975673</c:v>
                </c:pt>
                <c:pt idx="545">
                  <c:v>1.2305233897838661</c:v>
                </c:pt>
                <c:pt idx="546">
                  <c:v>1.1886344223881899</c:v>
                </c:pt>
                <c:pt idx="547">
                  <c:v>0.9609786457597671</c:v>
                </c:pt>
                <c:pt idx="548">
                  <c:v>0.72667585885816588</c:v>
                </c:pt>
                <c:pt idx="549">
                  <c:v>0.56645557583409789</c:v>
                </c:pt>
                <c:pt idx="550">
                  <c:v>0.59502676791833897</c:v>
                </c:pt>
                <c:pt idx="551">
                  <c:v>0.79738547744599941</c:v>
                </c:pt>
                <c:pt idx="552">
                  <c:v>0.97837575799910947</c:v>
                </c:pt>
                <c:pt idx="553">
                  <c:v>0.96560838157976159</c:v>
                </c:pt>
                <c:pt idx="554">
                  <c:v>0.93708433769098831</c:v>
                </c:pt>
                <c:pt idx="555">
                  <c:v>0.84717038328635907</c:v>
                </c:pt>
                <c:pt idx="556">
                  <c:v>0.72772452019629097</c:v>
                </c:pt>
                <c:pt idx="557">
                  <c:v>0.76346630719262776</c:v>
                </c:pt>
                <c:pt idx="558">
                  <c:v>0.96776987876659581</c:v>
                </c:pt>
                <c:pt idx="559">
                  <c:v>1.144504299835664</c:v>
                </c:pt>
                <c:pt idx="560">
                  <c:v>1.3504646119894359</c:v>
                </c:pt>
                <c:pt idx="561">
                  <c:v>1.341231436206942</c:v>
                </c:pt>
                <c:pt idx="562">
                  <c:v>1.325934511937072</c:v>
                </c:pt>
                <c:pt idx="563">
                  <c:v>1.322019432960954</c:v>
                </c:pt>
                <c:pt idx="564">
                  <c:v>1.335297161263068</c:v>
                </c:pt>
                <c:pt idx="565">
                  <c:v>1.4168764072762989</c:v>
                </c:pt>
                <c:pt idx="566">
                  <c:v>1.458708015628768</c:v>
                </c:pt>
                <c:pt idx="567">
                  <c:v>1.428407366552954</c:v>
                </c:pt>
                <c:pt idx="568">
                  <c:v>1.2795674050181871</c:v>
                </c:pt>
                <c:pt idx="569">
                  <c:v>1.163297292817292</c:v>
                </c:pt>
                <c:pt idx="570">
                  <c:v>1.119989309685641</c:v>
                </c:pt>
                <c:pt idx="571">
                  <c:v>1.096515959291809</c:v>
                </c:pt>
                <c:pt idx="572">
                  <c:v>0.76974123995414845</c:v>
                </c:pt>
                <c:pt idx="573">
                  <c:v>0.68499111677939362</c:v>
                </c:pt>
                <c:pt idx="574">
                  <c:v>0.70387488440550028</c:v>
                </c:pt>
                <c:pt idx="575">
                  <c:v>0.89879756310916303</c:v>
                </c:pt>
                <c:pt idx="576">
                  <c:v>0.97713411005386652</c:v>
                </c:pt>
                <c:pt idx="577">
                  <c:v>1.0038943408418499</c:v>
                </c:pt>
                <c:pt idx="578">
                  <c:v>1.1367285896881669</c:v>
                </c:pt>
                <c:pt idx="579">
                  <c:v>1.218891891562258</c:v>
                </c:pt>
                <c:pt idx="580">
                  <c:v>1.251975405966417</c:v>
                </c:pt>
                <c:pt idx="581">
                  <c:v>1.299496280918726</c:v>
                </c:pt>
                <c:pt idx="582">
                  <c:v>1.637645668364657</c:v>
                </c:pt>
                <c:pt idx="583">
                  <c:v>1.6219058259192281</c:v>
                </c:pt>
                <c:pt idx="584">
                  <c:v>1.477434937767379</c:v>
                </c:pt>
                <c:pt idx="585">
                  <c:v>1.4065077651399751</c:v>
                </c:pt>
                <c:pt idx="586">
                  <c:v>1.378694967091098</c:v>
                </c:pt>
                <c:pt idx="587">
                  <c:v>0.94972350752082857</c:v>
                </c:pt>
                <c:pt idx="588">
                  <c:v>0.88791357531845538</c:v>
                </c:pt>
                <c:pt idx="589">
                  <c:v>0.82367026769066265</c:v>
                </c:pt>
                <c:pt idx="590">
                  <c:v>0.74445290356572158</c:v>
                </c:pt>
                <c:pt idx="591">
                  <c:v>0.68704351529175312</c:v>
                </c:pt>
                <c:pt idx="592">
                  <c:v>0.71939074559118354</c:v>
                </c:pt>
                <c:pt idx="593">
                  <c:v>0.75617698111762166</c:v>
                </c:pt>
                <c:pt idx="594">
                  <c:v>1.0056859099738611</c:v>
                </c:pt>
                <c:pt idx="595">
                  <c:v>1.367508060835362</c:v>
                </c:pt>
                <c:pt idx="596">
                  <c:v>1.45821261133337</c:v>
                </c:pt>
                <c:pt idx="597">
                  <c:v>1.402861771074472</c:v>
                </c:pt>
                <c:pt idx="598">
                  <c:v>0.76035303781534325</c:v>
                </c:pt>
                <c:pt idx="599">
                  <c:v>0.78533768731104792</c:v>
                </c:pt>
                <c:pt idx="600">
                  <c:v>0.79200969347130357</c:v>
                </c:pt>
                <c:pt idx="601">
                  <c:v>0.90693309484911733</c:v>
                </c:pt>
                <c:pt idx="602">
                  <c:v>1.003490792483601</c:v>
                </c:pt>
                <c:pt idx="603">
                  <c:v>0.97417843321664843</c:v>
                </c:pt>
                <c:pt idx="604">
                  <c:v>0.95645281436716023</c:v>
                </c:pt>
                <c:pt idx="605">
                  <c:v>0.61823865356702301</c:v>
                </c:pt>
                <c:pt idx="606">
                  <c:v>0.53025969598152456</c:v>
                </c:pt>
                <c:pt idx="607">
                  <c:v>0.52857714485237461</c:v>
                </c:pt>
                <c:pt idx="608">
                  <c:v>0.51122296364956754</c:v>
                </c:pt>
                <c:pt idx="609">
                  <c:v>0.50758400691556649</c:v>
                </c:pt>
                <c:pt idx="610">
                  <c:v>0.52067792056386197</c:v>
                </c:pt>
                <c:pt idx="611">
                  <c:v>0.62070861957858292</c:v>
                </c:pt>
                <c:pt idx="612">
                  <c:v>0.73105903479475687</c:v>
                </c:pt>
                <c:pt idx="613">
                  <c:v>0.81252026312131187</c:v>
                </c:pt>
                <c:pt idx="614">
                  <c:v>1.808921478922743</c:v>
                </c:pt>
                <c:pt idx="615">
                  <c:v>1.97513839623079</c:v>
                </c:pt>
                <c:pt idx="616">
                  <c:v>1.918447431452196</c:v>
                </c:pt>
                <c:pt idx="617">
                  <c:v>1.527871598144223</c:v>
                </c:pt>
                <c:pt idx="618">
                  <c:v>1.3028674651053129</c:v>
                </c:pt>
                <c:pt idx="619">
                  <c:v>1.290893413455672</c:v>
                </c:pt>
                <c:pt idx="620">
                  <c:v>1.2729132811568169</c:v>
                </c:pt>
                <c:pt idx="621">
                  <c:v>0.84229711562547038</c:v>
                </c:pt>
                <c:pt idx="622">
                  <c:v>0.77828052758897681</c:v>
                </c:pt>
                <c:pt idx="623">
                  <c:v>0.89066770125376593</c:v>
                </c:pt>
                <c:pt idx="624">
                  <c:v>2.3762794589567551</c:v>
                </c:pt>
                <c:pt idx="625">
                  <c:v>2.9313769542799331</c:v>
                </c:pt>
                <c:pt idx="626">
                  <c:v>2.86762080856181</c:v>
                </c:pt>
                <c:pt idx="627">
                  <c:v>2.2799295910617738</c:v>
                </c:pt>
                <c:pt idx="628">
                  <c:v>1.8575441338287779</c:v>
                </c:pt>
                <c:pt idx="629">
                  <c:v>1.874272708974468</c:v>
                </c:pt>
                <c:pt idx="630">
                  <c:v>2.0270782057852559</c:v>
                </c:pt>
                <c:pt idx="631">
                  <c:v>2.0520654926073161</c:v>
                </c:pt>
                <c:pt idx="632">
                  <c:v>1.943882599114344</c:v>
                </c:pt>
                <c:pt idx="633">
                  <c:v>1.239309016286547</c:v>
                </c:pt>
                <c:pt idx="634">
                  <c:v>0.39422336689063259</c:v>
                </c:pt>
                <c:pt idx="635">
                  <c:v>0.44740108124320838</c:v>
                </c:pt>
                <c:pt idx="636">
                  <c:v>0.87067966728251955</c:v>
                </c:pt>
                <c:pt idx="637">
                  <c:v>1.0734844125327601</c:v>
                </c:pt>
                <c:pt idx="638">
                  <c:v>0.99656976710190015</c:v>
                </c:pt>
                <c:pt idx="639">
                  <c:v>0.70836455563351008</c:v>
                </c:pt>
                <c:pt idx="640">
                  <c:v>0.43666474769560171</c:v>
                </c:pt>
                <c:pt idx="641">
                  <c:v>0.36391256707729092</c:v>
                </c:pt>
                <c:pt idx="642">
                  <c:v>0.53122406528309762</c:v>
                </c:pt>
                <c:pt idx="643">
                  <c:v>1.0549928670750821</c:v>
                </c:pt>
                <c:pt idx="644">
                  <c:v>1.390027092590431</c:v>
                </c:pt>
                <c:pt idx="645">
                  <c:v>1.444909859323984</c:v>
                </c:pt>
                <c:pt idx="646">
                  <c:v>1.412560805842705</c:v>
                </c:pt>
                <c:pt idx="647">
                  <c:v>1.0437565105312929</c:v>
                </c:pt>
                <c:pt idx="648">
                  <c:v>0.9159262477322847</c:v>
                </c:pt>
                <c:pt idx="649">
                  <c:v>0.90538011310857636</c:v>
                </c:pt>
                <c:pt idx="650">
                  <c:v>0.82938860713652873</c:v>
                </c:pt>
                <c:pt idx="651">
                  <c:v>0.7755587113239556</c:v>
                </c:pt>
                <c:pt idx="652">
                  <c:v>0.77250970235614191</c:v>
                </c:pt>
                <c:pt idx="653">
                  <c:v>0.80740617059238906</c:v>
                </c:pt>
                <c:pt idx="654">
                  <c:v>1.1784757238808219</c:v>
                </c:pt>
                <c:pt idx="655">
                  <c:v>1.1590708619111669</c:v>
                </c:pt>
                <c:pt idx="656">
                  <c:v>0.99183266921019819</c:v>
                </c:pt>
                <c:pt idx="657">
                  <c:v>0.93095567903827636</c:v>
                </c:pt>
                <c:pt idx="658">
                  <c:v>0.91504955173081559</c:v>
                </c:pt>
                <c:pt idx="659">
                  <c:v>0.83074562703524735</c:v>
                </c:pt>
                <c:pt idx="660">
                  <c:v>0.76335410606932563</c:v>
                </c:pt>
                <c:pt idx="661">
                  <c:v>0.78790972665602421</c:v>
                </c:pt>
                <c:pt idx="662">
                  <c:v>1.018477246903255</c:v>
                </c:pt>
                <c:pt idx="663">
                  <c:v>1.0360336903466341</c:v>
                </c:pt>
                <c:pt idx="664">
                  <c:v>1.124632928407836</c:v>
                </c:pt>
                <c:pt idx="665">
                  <c:v>1.7741151471020811</c:v>
                </c:pt>
                <c:pt idx="666">
                  <c:v>2.0013470881474631</c:v>
                </c:pt>
                <c:pt idx="667">
                  <c:v>2.0086793126738569</c:v>
                </c:pt>
                <c:pt idx="668">
                  <c:v>2.0549216052548589</c:v>
                </c:pt>
                <c:pt idx="669">
                  <c:v>2.095014617249837</c:v>
                </c:pt>
                <c:pt idx="670">
                  <c:v>2.0769181764136251</c:v>
                </c:pt>
                <c:pt idx="671">
                  <c:v>1.905459630990505</c:v>
                </c:pt>
                <c:pt idx="672">
                  <c:v>1.7160119720586451</c:v>
                </c:pt>
                <c:pt idx="673">
                  <c:v>1.369198414292885</c:v>
                </c:pt>
                <c:pt idx="674">
                  <c:v>1.002963832760553</c:v>
                </c:pt>
                <c:pt idx="675">
                  <c:v>0.74172223019108352</c:v>
                </c:pt>
                <c:pt idx="676">
                  <c:v>0.69847286655396901</c:v>
                </c:pt>
                <c:pt idx="677">
                  <c:v>0.69344522436715539</c:v>
                </c:pt>
                <c:pt idx="678">
                  <c:v>0.62280795021519864</c:v>
                </c:pt>
                <c:pt idx="679">
                  <c:v>0.61790596679276222</c:v>
                </c:pt>
                <c:pt idx="680">
                  <c:v>0.58969712643833083</c:v>
                </c:pt>
                <c:pt idx="681">
                  <c:v>0.56463393710394472</c:v>
                </c:pt>
                <c:pt idx="682">
                  <c:v>0.55039574950345693</c:v>
                </c:pt>
                <c:pt idx="683">
                  <c:v>0.54410053605836273</c:v>
                </c:pt>
                <c:pt idx="684">
                  <c:v>0.5071246340025134</c:v>
                </c:pt>
                <c:pt idx="685">
                  <c:v>0.4830380313126621</c:v>
                </c:pt>
                <c:pt idx="686">
                  <c:v>0.47443515421317978</c:v>
                </c:pt>
                <c:pt idx="687">
                  <c:v>0.44298178613409089</c:v>
                </c:pt>
                <c:pt idx="688">
                  <c:v>0.40609642206227409</c:v>
                </c:pt>
                <c:pt idx="689">
                  <c:v>0.38823215012990031</c:v>
                </c:pt>
                <c:pt idx="690">
                  <c:v>0.58078369060940482</c:v>
                </c:pt>
                <c:pt idx="691">
                  <c:v>0.99725353646513315</c:v>
                </c:pt>
                <c:pt idx="692">
                  <c:v>1.378109450479613</c:v>
                </c:pt>
                <c:pt idx="693">
                  <c:v>1.340767675839811</c:v>
                </c:pt>
                <c:pt idx="694">
                  <c:v>1.083275289954104</c:v>
                </c:pt>
                <c:pt idx="695">
                  <c:v>0.88568777907718887</c:v>
                </c:pt>
                <c:pt idx="696">
                  <c:v>0.91069159896087393</c:v>
                </c:pt>
                <c:pt idx="697">
                  <c:v>1.168519364263602</c:v>
                </c:pt>
                <c:pt idx="698">
                  <c:v>1.2305014954100211</c:v>
                </c:pt>
                <c:pt idx="699">
                  <c:v>1.270052503874876</c:v>
                </c:pt>
                <c:pt idx="700">
                  <c:v>1.5451549476198529</c:v>
                </c:pt>
                <c:pt idx="701">
                  <c:v>1.769525456366412</c:v>
                </c:pt>
                <c:pt idx="702">
                  <c:v>1.758569526336341</c:v>
                </c:pt>
                <c:pt idx="703">
                  <c:v>1.7465927681801079</c:v>
                </c:pt>
                <c:pt idx="704">
                  <c:v>1.510640088737633</c:v>
                </c:pt>
                <c:pt idx="705">
                  <c:v>1.450226713412144</c:v>
                </c:pt>
                <c:pt idx="706">
                  <c:v>1.3871030894122149</c:v>
                </c:pt>
                <c:pt idx="707">
                  <c:v>0.89836649437595528</c:v>
                </c:pt>
                <c:pt idx="708">
                  <c:v>0.68704394906795974</c:v>
                </c:pt>
                <c:pt idx="709">
                  <c:v>0.66113796388916724</c:v>
                </c:pt>
                <c:pt idx="710">
                  <c:v>0.51307003414476138</c:v>
                </c:pt>
                <c:pt idx="711">
                  <c:v>0.40086504114220989</c:v>
                </c:pt>
                <c:pt idx="712">
                  <c:v>0.41731466003692302</c:v>
                </c:pt>
                <c:pt idx="713">
                  <c:v>0.52551398737108979</c:v>
                </c:pt>
                <c:pt idx="714">
                  <c:v>0.67491862045267048</c:v>
                </c:pt>
                <c:pt idx="715">
                  <c:v>0.72903517945364749</c:v>
                </c:pt>
                <c:pt idx="716">
                  <c:v>0.65199525346374609</c:v>
                </c:pt>
                <c:pt idx="717">
                  <c:v>0.26439329665177469</c:v>
                </c:pt>
                <c:pt idx="718">
                  <c:v>0.25010190317405218</c:v>
                </c:pt>
                <c:pt idx="719">
                  <c:v>0.2717573772410608</c:v>
                </c:pt>
                <c:pt idx="720">
                  <c:v>0.36345239954899061</c:v>
                </c:pt>
                <c:pt idx="721">
                  <c:v>0.47962522106092192</c:v>
                </c:pt>
                <c:pt idx="722">
                  <c:v>0.51385558581766855</c:v>
                </c:pt>
                <c:pt idx="723">
                  <c:v>0.50885854320969193</c:v>
                </c:pt>
                <c:pt idx="724">
                  <c:v>0.45407875687342292</c:v>
                </c:pt>
                <c:pt idx="725">
                  <c:v>0.42715913596096861</c:v>
                </c:pt>
                <c:pt idx="726">
                  <c:v>0.43173005123276098</c:v>
                </c:pt>
                <c:pt idx="727">
                  <c:v>0.47502065036457242</c:v>
                </c:pt>
                <c:pt idx="728">
                  <c:v>0.48223711214984599</c:v>
                </c:pt>
                <c:pt idx="729">
                  <c:v>0.5577940497224595</c:v>
                </c:pt>
                <c:pt idx="730">
                  <c:v>0.57791489572214716</c:v>
                </c:pt>
                <c:pt idx="731">
                  <c:v>0.58846352752203868</c:v>
                </c:pt>
                <c:pt idx="732">
                  <c:v>0.65087331798063275</c:v>
                </c:pt>
                <c:pt idx="733">
                  <c:v>0.69287329758977934</c:v>
                </c:pt>
                <c:pt idx="734">
                  <c:v>0.69612524130473352</c:v>
                </c:pt>
                <c:pt idx="735">
                  <c:v>0.64065449466636226</c:v>
                </c:pt>
                <c:pt idx="736">
                  <c:v>0.57391577791924597</c:v>
                </c:pt>
                <c:pt idx="737">
                  <c:v>0.58328208871104636</c:v>
                </c:pt>
                <c:pt idx="738">
                  <c:v>0.62231062014077621</c:v>
                </c:pt>
                <c:pt idx="739">
                  <c:v>0.81207458162221458</c:v>
                </c:pt>
                <c:pt idx="740">
                  <c:v>0.9020654158248087</c:v>
                </c:pt>
                <c:pt idx="741">
                  <c:v>0.89897258892707244</c:v>
                </c:pt>
                <c:pt idx="742">
                  <c:v>0.88004228964661202</c:v>
                </c:pt>
                <c:pt idx="743">
                  <c:v>0.86264425398230082</c:v>
                </c:pt>
                <c:pt idx="744">
                  <c:v>0.79216762866353041</c:v>
                </c:pt>
                <c:pt idx="745">
                  <c:v>0.17576670056635499</c:v>
                </c:pt>
                <c:pt idx="746">
                  <c:v>0.20889454249609221</c:v>
                </c:pt>
                <c:pt idx="747">
                  <c:v>0.38784901959254359</c:v>
                </c:pt>
                <c:pt idx="748">
                  <c:v>0.52782508928680083</c:v>
                </c:pt>
                <c:pt idx="749">
                  <c:v>0.68836101888101631</c:v>
                </c:pt>
                <c:pt idx="750">
                  <c:v>0.72743698370833387</c:v>
                </c:pt>
                <c:pt idx="751">
                  <c:v>1.2433358950375411</c:v>
                </c:pt>
                <c:pt idx="752">
                  <c:v>1.438405922742531</c:v>
                </c:pt>
                <c:pt idx="753">
                  <c:v>1.477232200893636</c:v>
                </c:pt>
                <c:pt idx="754">
                  <c:v>1.476052047620404</c:v>
                </c:pt>
                <c:pt idx="755">
                  <c:v>1.4547433222644881</c:v>
                </c:pt>
                <c:pt idx="756">
                  <c:v>1.4465135687288251</c:v>
                </c:pt>
                <c:pt idx="757">
                  <c:v>1.354415917723816</c:v>
                </c:pt>
                <c:pt idx="758">
                  <c:v>0.68908718436871907</c:v>
                </c:pt>
                <c:pt idx="759">
                  <c:v>0.77909547457014772</c:v>
                </c:pt>
                <c:pt idx="760">
                  <c:v>0.97091035835394768</c:v>
                </c:pt>
                <c:pt idx="761">
                  <c:v>0.99953440913920177</c:v>
                </c:pt>
                <c:pt idx="762">
                  <c:v>0.9750118836143532</c:v>
                </c:pt>
                <c:pt idx="763">
                  <c:v>0.66848373375697068</c:v>
                </c:pt>
                <c:pt idx="764">
                  <c:v>0.51751907299663702</c:v>
                </c:pt>
                <c:pt idx="765">
                  <c:v>0.57765710390972547</c:v>
                </c:pt>
                <c:pt idx="766">
                  <c:v>1.2722191309446009</c:v>
                </c:pt>
                <c:pt idx="767">
                  <c:v>1.8374489913399961</c:v>
                </c:pt>
                <c:pt idx="768">
                  <c:v>1.7608358918943789</c:v>
                </c:pt>
                <c:pt idx="769">
                  <c:v>1.0927726645073521</c:v>
                </c:pt>
                <c:pt idx="770">
                  <c:v>1.0402640372504739</c:v>
                </c:pt>
                <c:pt idx="771">
                  <c:v>0.98598808561251983</c:v>
                </c:pt>
                <c:pt idx="772">
                  <c:v>0.69404963750497606</c:v>
                </c:pt>
                <c:pt idx="773">
                  <c:v>0.55403189801058761</c:v>
                </c:pt>
                <c:pt idx="774">
                  <c:v>0.53799781734144836</c:v>
                </c:pt>
                <c:pt idx="775">
                  <c:v>0.46184270230337071</c:v>
                </c:pt>
                <c:pt idx="776">
                  <c:v>0.45585824137647252</c:v>
                </c:pt>
                <c:pt idx="777">
                  <c:v>0.44968581421708997</c:v>
                </c:pt>
                <c:pt idx="778">
                  <c:v>0.40258550325128822</c:v>
                </c:pt>
                <c:pt idx="779">
                  <c:v>0.35001996615715281</c:v>
                </c:pt>
                <c:pt idx="780">
                  <c:v>0.29812966214729197</c:v>
                </c:pt>
                <c:pt idx="781">
                  <c:v>0.27520393915780977</c:v>
                </c:pt>
                <c:pt idx="782">
                  <c:v>0.26875886833015511</c:v>
                </c:pt>
                <c:pt idx="783">
                  <c:v>0.26571576639727801</c:v>
                </c:pt>
                <c:pt idx="784">
                  <c:v>0.25249792451412861</c:v>
                </c:pt>
                <c:pt idx="785">
                  <c:v>0.24871940752947341</c:v>
                </c:pt>
                <c:pt idx="786">
                  <c:v>0.25799470203539199</c:v>
                </c:pt>
                <c:pt idx="787">
                  <c:v>0.35730068627724632</c:v>
                </c:pt>
                <c:pt idx="788">
                  <c:v>0.42384026309915912</c:v>
                </c:pt>
                <c:pt idx="789">
                  <c:v>0.44162275692855718</c:v>
                </c:pt>
                <c:pt idx="790">
                  <c:v>0.43372397730346163</c:v>
                </c:pt>
                <c:pt idx="791">
                  <c:v>0.42678725478400459</c:v>
                </c:pt>
                <c:pt idx="792">
                  <c:v>0.41074416414393228</c:v>
                </c:pt>
                <c:pt idx="793">
                  <c:v>0.40902401095377361</c:v>
                </c:pt>
                <c:pt idx="794">
                  <c:v>0.40743584555967238</c:v>
                </c:pt>
                <c:pt idx="795">
                  <c:v>0.39186727252968551</c:v>
                </c:pt>
                <c:pt idx="796">
                  <c:v>0.38517654086938941</c:v>
                </c:pt>
                <c:pt idx="797">
                  <c:v>0.39435739010812598</c:v>
                </c:pt>
                <c:pt idx="798">
                  <c:v>0.46170306881063811</c:v>
                </c:pt>
                <c:pt idx="799">
                  <c:v>0.51216175609973547</c:v>
                </c:pt>
                <c:pt idx="800">
                  <c:v>0.61356605009228937</c:v>
                </c:pt>
                <c:pt idx="801">
                  <c:v>0.68256625617352329</c:v>
                </c:pt>
                <c:pt idx="802">
                  <c:v>0.72730430553435876</c:v>
                </c:pt>
                <c:pt idx="803">
                  <c:v>0.7193484550393362</c:v>
                </c:pt>
                <c:pt idx="804">
                  <c:v>0.67046024436149554</c:v>
                </c:pt>
                <c:pt idx="805">
                  <c:v>0.64277775686801242</c:v>
                </c:pt>
                <c:pt idx="806">
                  <c:v>0.63203834607841192</c:v>
                </c:pt>
                <c:pt idx="807">
                  <c:v>0.51790782692830506</c:v>
                </c:pt>
                <c:pt idx="808">
                  <c:v>0.50192729720228235</c:v>
                </c:pt>
                <c:pt idx="809">
                  <c:v>0.50626820828397545</c:v>
                </c:pt>
                <c:pt idx="810">
                  <c:v>0.5611860443572404</c:v>
                </c:pt>
                <c:pt idx="811">
                  <c:v>0.57591635000273256</c:v>
                </c:pt>
                <c:pt idx="812">
                  <c:v>0.58609552718137992</c:v>
                </c:pt>
                <c:pt idx="813">
                  <c:v>0.68866820313114108</c:v>
                </c:pt>
                <c:pt idx="814">
                  <c:v>0.75520828948623708</c:v>
                </c:pt>
                <c:pt idx="815">
                  <c:v>0.75596806518887116</c:v>
                </c:pt>
                <c:pt idx="816">
                  <c:v>0.75758445773336913</c:v>
                </c:pt>
                <c:pt idx="817">
                  <c:v>0.79708887790073946</c:v>
                </c:pt>
                <c:pt idx="818">
                  <c:v>0.80682319256133839</c:v>
                </c:pt>
                <c:pt idx="819">
                  <c:v>0.81214649995368926</c:v>
                </c:pt>
                <c:pt idx="820">
                  <c:v>0.86758744466910698</c:v>
                </c:pt>
                <c:pt idx="821">
                  <c:v>0.90316490692353935</c:v>
                </c:pt>
                <c:pt idx="822">
                  <c:v>0.92590336445959565</c:v>
                </c:pt>
                <c:pt idx="823">
                  <c:v>1.177953190506591</c:v>
                </c:pt>
                <c:pt idx="824">
                  <c:v>1.1198240144010401</c:v>
                </c:pt>
                <c:pt idx="825">
                  <c:v>0.9429914075458532</c:v>
                </c:pt>
                <c:pt idx="826">
                  <c:v>0.73352792478028739</c:v>
                </c:pt>
                <c:pt idx="827">
                  <c:v>0.66528680922904548</c:v>
                </c:pt>
                <c:pt idx="828">
                  <c:v>0.62412713745496307</c:v>
                </c:pt>
                <c:pt idx="829">
                  <c:v>0.5340109183702807</c:v>
                </c:pt>
                <c:pt idx="830">
                  <c:v>0.43762519095760949</c:v>
                </c:pt>
                <c:pt idx="831">
                  <c:v>0.40180431239665459</c:v>
                </c:pt>
                <c:pt idx="832">
                  <c:v>0.30934608998762958</c:v>
                </c:pt>
                <c:pt idx="833">
                  <c:v>0.1499317084793205</c:v>
                </c:pt>
                <c:pt idx="834">
                  <c:v>0.1180162924529608</c:v>
                </c:pt>
                <c:pt idx="835">
                  <c:v>0.14347145942989459</c:v>
                </c:pt>
                <c:pt idx="836">
                  <c:v>0.34676575971085838</c:v>
                </c:pt>
                <c:pt idx="837">
                  <c:v>0.41185371097890228</c:v>
                </c:pt>
                <c:pt idx="838">
                  <c:v>0.40241057800675878</c:v>
                </c:pt>
                <c:pt idx="839">
                  <c:v>0.37542855344264719</c:v>
                </c:pt>
                <c:pt idx="840">
                  <c:v>0.35715944004728623</c:v>
                </c:pt>
                <c:pt idx="841">
                  <c:v>0.35500372728557739</c:v>
                </c:pt>
                <c:pt idx="842">
                  <c:v>0.35387900758381619</c:v>
                </c:pt>
                <c:pt idx="843">
                  <c:v>0.32809862317105359</c:v>
                </c:pt>
                <c:pt idx="844">
                  <c:v>0.32383848203655269</c:v>
                </c:pt>
                <c:pt idx="845">
                  <c:v>0.33280747965178392</c:v>
                </c:pt>
                <c:pt idx="846">
                  <c:v>0.39210938438792869</c:v>
                </c:pt>
                <c:pt idx="847">
                  <c:v>0.41433330892896292</c:v>
                </c:pt>
                <c:pt idx="848">
                  <c:v>0.43044375340416818</c:v>
                </c:pt>
                <c:pt idx="849">
                  <c:v>0.50596529874585083</c:v>
                </c:pt>
                <c:pt idx="850">
                  <c:v>0.55735625727559701</c:v>
                </c:pt>
                <c:pt idx="851">
                  <c:v>0.59028477937962043</c:v>
                </c:pt>
                <c:pt idx="852">
                  <c:v>0.61127902828709113</c:v>
                </c:pt>
                <c:pt idx="853">
                  <c:v>1.1473948956696509</c:v>
                </c:pt>
                <c:pt idx="854">
                  <c:v>1.2798501252555941</c:v>
                </c:pt>
                <c:pt idx="855">
                  <c:v>1.271559944189727</c:v>
                </c:pt>
                <c:pt idx="856">
                  <c:v>1.193718316300985</c:v>
                </c:pt>
                <c:pt idx="857">
                  <c:v>1.137489503246125</c:v>
                </c:pt>
                <c:pt idx="858">
                  <c:v>1.135941973869854</c:v>
                </c:pt>
                <c:pt idx="859">
                  <c:v>1.1230989779101861</c:v>
                </c:pt>
                <c:pt idx="860">
                  <c:v>1.043984199226706</c:v>
                </c:pt>
                <c:pt idx="861">
                  <c:v>1.0307383568527351</c:v>
                </c:pt>
                <c:pt idx="862">
                  <c:v>0.97768796026449178</c:v>
                </c:pt>
                <c:pt idx="863">
                  <c:v>0.71307502925751509</c:v>
                </c:pt>
                <c:pt idx="864">
                  <c:v>0.63671589482141189</c:v>
                </c:pt>
                <c:pt idx="865">
                  <c:v>0.63593024866179604</c:v>
                </c:pt>
                <c:pt idx="866">
                  <c:v>0.62990421074613445</c:v>
                </c:pt>
                <c:pt idx="867">
                  <c:v>0.62582857522116586</c:v>
                </c:pt>
                <c:pt idx="868">
                  <c:v>0.62026828328547823</c:v>
                </c:pt>
                <c:pt idx="869">
                  <c:v>0.60688030796955905</c:v>
                </c:pt>
                <c:pt idx="870">
                  <c:v>0.58679884818952077</c:v>
                </c:pt>
                <c:pt idx="871">
                  <c:v>0.5346860813091987</c:v>
                </c:pt>
                <c:pt idx="872">
                  <c:v>0.52200006140054511</c:v>
                </c:pt>
                <c:pt idx="873">
                  <c:v>0.52102840867477818</c:v>
                </c:pt>
                <c:pt idx="874">
                  <c:v>0.5131456123328757</c:v>
                </c:pt>
                <c:pt idx="875">
                  <c:v>0.50767660126567082</c:v>
                </c:pt>
                <c:pt idx="876">
                  <c:v>0.48432945601774102</c:v>
                </c:pt>
                <c:pt idx="877">
                  <c:v>0.47174561197829767</c:v>
                </c:pt>
                <c:pt idx="878">
                  <c:v>0.47054618973470708</c:v>
                </c:pt>
                <c:pt idx="879">
                  <c:v>0.43417409822300768</c:v>
                </c:pt>
                <c:pt idx="880">
                  <c:v>0.39292224586115249</c:v>
                </c:pt>
                <c:pt idx="881">
                  <c:v>0.39269475675358601</c:v>
                </c:pt>
                <c:pt idx="882">
                  <c:v>0.39146759420002941</c:v>
                </c:pt>
                <c:pt idx="883">
                  <c:v>0.38692670916367888</c:v>
                </c:pt>
                <c:pt idx="884">
                  <c:v>0.38350771303298092</c:v>
                </c:pt>
                <c:pt idx="885">
                  <c:v>0.38311837101937518</c:v>
                </c:pt>
                <c:pt idx="886">
                  <c:v>0.38555042742215689</c:v>
                </c:pt>
                <c:pt idx="887">
                  <c:v>0.41298270456409558</c:v>
                </c:pt>
                <c:pt idx="888">
                  <c:v>0.415752775585569</c:v>
                </c:pt>
                <c:pt idx="889">
                  <c:v>0.43620120147262059</c:v>
                </c:pt>
                <c:pt idx="890">
                  <c:v>0.52361790900126481</c:v>
                </c:pt>
                <c:pt idx="891">
                  <c:v>0.55600991907980168</c:v>
                </c:pt>
                <c:pt idx="892">
                  <c:v>0.55733389518082044</c:v>
                </c:pt>
                <c:pt idx="893">
                  <c:v>0.5652431636690235</c:v>
                </c:pt>
                <c:pt idx="894">
                  <c:v>0.57316277293474593</c:v>
                </c:pt>
                <c:pt idx="895">
                  <c:v>0.57442411007308969</c:v>
                </c:pt>
                <c:pt idx="896">
                  <c:v>0.6422068739175445</c:v>
                </c:pt>
                <c:pt idx="897">
                  <c:v>0.72168654838233737</c:v>
                </c:pt>
                <c:pt idx="898">
                  <c:v>0.77312941146739178</c:v>
                </c:pt>
                <c:pt idx="899">
                  <c:v>0.78047391659904386</c:v>
                </c:pt>
                <c:pt idx="900">
                  <c:v>0.82420008976896642</c:v>
                </c:pt>
                <c:pt idx="901">
                  <c:v>0.84539059685422469</c:v>
                </c:pt>
                <c:pt idx="902">
                  <c:v>0.85685128796800003</c:v>
                </c:pt>
                <c:pt idx="903">
                  <c:v>0.95433106506622045</c:v>
                </c:pt>
                <c:pt idx="904">
                  <c:v>1.012595517895549</c:v>
                </c:pt>
                <c:pt idx="905">
                  <c:v>1.040030637895017</c:v>
                </c:pt>
                <c:pt idx="906">
                  <c:v>1.0409898229420951</c:v>
                </c:pt>
                <c:pt idx="907">
                  <c:v>1.04511819651531</c:v>
                </c:pt>
                <c:pt idx="908">
                  <c:v>1.046497219871185</c:v>
                </c:pt>
                <c:pt idx="909">
                  <c:v>1.060930750714032</c:v>
                </c:pt>
                <c:pt idx="910">
                  <c:v>1.174036869872837</c:v>
                </c:pt>
                <c:pt idx="911">
                  <c:v>1.285121211013533</c:v>
                </c:pt>
                <c:pt idx="912">
                  <c:v>1.3875122453326461</c:v>
                </c:pt>
                <c:pt idx="913">
                  <c:v>1.4017341159977179</c:v>
                </c:pt>
                <c:pt idx="914">
                  <c:v>1.3923991078923741</c:v>
                </c:pt>
                <c:pt idx="915">
                  <c:v>1.25721560728723</c:v>
                </c:pt>
                <c:pt idx="916">
                  <c:v>1.220339398936293</c:v>
                </c:pt>
                <c:pt idx="917">
                  <c:v>1.215053675578001</c:v>
                </c:pt>
                <c:pt idx="918">
                  <c:v>1.143337339294392</c:v>
                </c:pt>
                <c:pt idx="919">
                  <c:v>1.1136928399827839</c:v>
                </c:pt>
                <c:pt idx="920">
                  <c:v>1.075850792540435</c:v>
                </c:pt>
                <c:pt idx="921">
                  <c:v>0.88731276977798978</c:v>
                </c:pt>
                <c:pt idx="922">
                  <c:v>0.73629602822690055</c:v>
                </c:pt>
                <c:pt idx="923">
                  <c:v>0.74039309989282398</c:v>
                </c:pt>
                <c:pt idx="924">
                  <c:v>0.75189313943520208</c:v>
                </c:pt>
                <c:pt idx="925">
                  <c:v>0.99749347587708304</c:v>
                </c:pt>
                <c:pt idx="926">
                  <c:v>1.058859478583321</c:v>
                </c:pt>
                <c:pt idx="927">
                  <c:v>1.040396930052945</c:v>
                </c:pt>
                <c:pt idx="928">
                  <c:v>0.87518249911638679</c:v>
                </c:pt>
                <c:pt idx="929">
                  <c:v>0.85838767469166344</c:v>
                </c:pt>
                <c:pt idx="930">
                  <c:v>0.80006521038029932</c:v>
                </c:pt>
                <c:pt idx="931">
                  <c:v>0.70867081997608006</c:v>
                </c:pt>
                <c:pt idx="932">
                  <c:v>0.64047130389020912</c:v>
                </c:pt>
                <c:pt idx="933">
                  <c:v>0.62374470534590676</c:v>
                </c:pt>
                <c:pt idx="934">
                  <c:v>0.62906446212333444</c:v>
                </c:pt>
                <c:pt idx="935">
                  <c:v>0.67388331590743111</c:v>
                </c:pt>
                <c:pt idx="936">
                  <c:v>0.7059305379996238</c:v>
                </c:pt>
                <c:pt idx="937">
                  <c:v>0.70637866893118717</c:v>
                </c:pt>
                <c:pt idx="938">
                  <c:v>0.70979885748384075</c:v>
                </c:pt>
                <c:pt idx="939">
                  <c:v>0.71371262073344455</c:v>
                </c:pt>
                <c:pt idx="940">
                  <c:v>0.67108861411154108</c:v>
                </c:pt>
                <c:pt idx="941">
                  <c:v>0.40431207167035671</c:v>
                </c:pt>
                <c:pt idx="942">
                  <c:v>0.29855850622561619</c:v>
                </c:pt>
                <c:pt idx="943">
                  <c:v>0.33209607477242697</c:v>
                </c:pt>
                <c:pt idx="944">
                  <c:v>0.42265220918116708</c:v>
                </c:pt>
                <c:pt idx="945">
                  <c:v>0.49930354131057408</c:v>
                </c:pt>
                <c:pt idx="946">
                  <c:v>0.50181773294271992</c:v>
                </c:pt>
                <c:pt idx="947">
                  <c:v>0.52028310238887521</c:v>
                </c:pt>
                <c:pt idx="948">
                  <c:v>0.53250893999393922</c:v>
                </c:pt>
                <c:pt idx="949">
                  <c:v>0.53706700938207386</c:v>
                </c:pt>
                <c:pt idx="950">
                  <c:v>0.57323364176764813</c:v>
                </c:pt>
                <c:pt idx="951">
                  <c:v>0.62652979079679483</c:v>
                </c:pt>
                <c:pt idx="952">
                  <c:v>0.65694288732341011</c:v>
                </c:pt>
                <c:pt idx="953">
                  <c:v>0.65850451846113955</c:v>
                </c:pt>
                <c:pt idx="954">
                  <c:v>0.66229990437701114</c:v>
                </c:pt>
                <c:pt idx="955">
                  <c:v>0.6734895739013379</c:v>
                </c:pt>
                <c:pt idx="956">
                  <c:v>0.67897335010251259</c:v>
                </c:pt>
                <c:pt idx="957">
                  <c:v>0.68091341155512908</c:v>
                </c:pt>
                <c:pt idx="958">
                  <c:v>0.62221935415105456</c:v>
                </c:pt>
                <c:pt idx="959">
                  <c:v>0.52948425467137405</c:v>
                </c:pt>
                <c:pt idx="960">
                  <c:v>0.52660609815143988</c:v>
                </c:pt>
                <c:pt idx="961">
                  <c:v>0.51776475228744956</c:v>
                </c:pt>
                <c:pt idx="962">
                  <c:v>0.4813996008556084</c:v>
                </c:pt>
                <c:pt idx="963">
                  <c:v>0.46099209866196489</c:v>
                </c:pt>
                <c:pt idx="964">
                  <c:v>0.4712208750360023</c:v>
                </c:pt>
                <c:pt idx="965">
                  <c:v>0.59737394559407575</c:v>
                </c:pt>
                <c:pt idx="966">
                  <c:v>0.6048760541735928</c:v>
                </c:pt>
                <c:pt idx="967">
                  <c:v>0.68666016701981403</c:v>
                </c:pt>
                <c:pt idx="968">
                  <c:v>0.71301786776460718</c:v>
                </c:pt>
                <c:pt idx="969">
                  <c:v>0.89343172195636944</c:v>
                </c:pt>
                <c:pt idx="970">
                  <c:v>1.777036610336709</c:v>
                </c:pt>
                <c:pt idx="971">
                  <c:v>2.0910563435928928</c:v>
                </c:pt>
                <c:pt idx="972">
                  <c:v>2.0458103346322698</c:v>
                </c:pt>
                <c:pt idx="973">
                  <c:v>1.6431475558536841</c:v>
                </c:pt>
                <c:pt idx="974">
                  <c:v>1.179066475480347</c:v>
                </c:pt>
                <c:pt idx="975">
                  <c:v>1.0260335015038211</c:v>
                </c:pt>
                <c:pt idx="976">
                  <c:v>1.06335600692903</c:v>
                </c:pt>
                <c:pt idx="977">
                  <c:v>1.3210465687290489</c:v>
                </c:pt>
                <c:pt idx="978">
                  <c:v>1.131324252472522</c:v>
                </c:pt>
                <c:pt idx="979">
                  <c:v>0.94331842886951089</c:v>
                </c:pt>
                <c:pt idx="980">
                  <c:v>0.72957209519383792</c:v>
                </c:pt>
                <c:pt idx="981">
                  <c:v>0.69666978611392205</c:v>
                </c:pt>
                <c:pt idx="982">
                  <c:v>0.79998211894377891</c:v>
                </c:pt>
                <c:pt idx="983">
                  <c:v>1.0769769580775701</c:v>
                </c:pt>
                <c:pt idx="984">
                  <c:v>1.173432396116979</c:v>
                </c:pt>
                <c:pt idx="985">
                  <c:v>1.1136503867274941</c:v>
                </c:pt>
                <c:pt idx="986">
                  <c:v>0.68199913895997</c:v>
                </c:pt>
                <c:pt idx="987">
                  <c:v>0.45788051894119108</c:v>
                </c:pt>
                <c:pt idx="988">
                  <c:v>0.55368236433411444</c:v>
                </c:pt>
                <c:pt idx="989">
                  <c:v>0.95266491378385831</c:v>
                </c:pt>
                <c:pt idx="990">
                  <c:v>1.7826037700135999</c:v>
                </c:pt>
                <c:pt idx="991">
                  <c:v>1.759159003638638</c:v>
                </c:pt>
                <c:pt idx="992">
                  <c:v>1.5331788158735331</c:v>
                </c:pt>
                <c:pt idx="993">
                  <c:v>1.242107222987485</c:v>
                </c:pt>
                <c:pt idx="994">
                  <c:v>1.038786715284413</c:v>
                </c:pt>
                <c:pt idx="995">
                  <c:v>1.0162746411115391</c:v>
                </c:pt>
                <c:pt idx="996">
                  <c:v>0.63974584525805689</c:v>
                </c:pt>
                <c:pt idx="997">
                  <c:v>0.5855637439132737</c:v>
                </c:pt>
                <c:pt idx="998">
                  <c:v>0.60098020931488383</c:v>
                </c:pt>
                <c:pt idx="999">
                  <c:v>0.83355823939204265</c:v>
                </c:pt>
                <c:pt idx="1000">
                  <c:v>0.92045477397243691</c:v>
                </c:pt>
                <c:pt idx="1001">
                  <c:v>1.095206124290006</c:v>
                </c:pt>
                <c:pt idx="1002">
                  <c:v>1.604723458040443</c:v>
                </c:pt>
                <c:pt idx="1003">
                  <c:v>1.600653041723884</c:v>
                </c:pt>
                <c:pt idx="1004">
                  <c:v>1.597786444309335</c:v>
                </c:pt>
                <c:pt idx="1005">
                  <c:v>1.558297793284241</c:v>
                </c:pt>
                <c:pt idx="1006">
                  <c:v>1.5083483711106449</c:v>
                </c:pt>
                <c:pt idx="1007">
                  <c:v>1.490964618117216</c:v>
                </c:pt>
                <c:pt idx="1008">
                  <c:v>1.430246101177391</c:v>
                </c:pt>
                <c:pt idx="1009">
                  <c:v>1.01058354261456</c:v>
                </c:pt>
                <c:pt idx="1010">
                  <c:v>1.021206551180053</c:v>
                </c:pt>
                <c:pt idx="1011">
                  <c:v>1.0757430949941771</c:v>
                </c:pt>
                <c:pt idx="1012">
                  <c:v>1.100288195137116</c:v>
                </c:pt>
                <c:pt idx="1013">
                  <c:v>1.046650434144774</c:v>
                </c:pt>
                <c:pt idx="1014">
                  <c:v>0.58080663241768571</c:v>
                </c:pt>
                <c:pt idx="1015">
                  <c:v>0.50753233590487556</c:v>
                </c:pt>
                <c:pt idx="1016">
                  <c:v>0.71876791367409831</c:v>
                </c:pt>
                <c:pt idx="1017">
                  <c:v>1.143955197723908</c:v>
                </c:pt>
                <c:pt idx="1018">
                  <c:v>1.381772053997576</c:v>
                </c:pt>
                <c:pt idx="1019">
                  <c:v>1.3878187670704361</c:v>
                </c:pt>
                <c:pt idx="1020">
                  <c:v>1.4211178690128521</c:v>
                </c:pt>
                <c:pt idx="1021">
                  <c:v>1.442592952817745</c:v>
                </c:pt>
                <c:pt idx="1022">
                  <c:v>1.4464014023881631</c:v>
                </c:pt>
                <c:pt idx="1023">
                  <c:v>1.41298291303309</c:v>
                </c:pt>
                <c:pt idx="1024">
                  <c:v>0.85494320546964098</c:v>
                </c:pt>
                <c:pt idx="1025">
                  <c:v>0.90610390406629349</c:v>
                </c:pt>
                <c:pt idx="1026">
                  <c:v>0.94630177006634941</c:v>
                </c:pt>
                <c:pt idx="1027">
                  <c:v>0.99704125910321584</c:v>
                </c:pt>
                <c:pt idx="1028">
                  <c:v>1.000190555742781</c:v>
                </c:pt>
                <c:pt idx="1029">
                  <c:v>1.0033484192072719</c:v>
                </c:pt>
                <c:pt idx="1030">
                  <c:v>1.007658257029499</c:v>
                </c:pt>
                <c:pt idx="1031">
                  <c:v>1.009874231042863</c:v>
                </c:pt>
                <c:pt idx="1032">
                  <c:v>1.0023117288562431</c:v>
                </c:pt>
                <c:pt idx="1033">
                  <c:v>0.95805487831547753</c:v>
                </c:pt>
                <c:pt idx="1034">
                  <c:v>0.93758970467233493</c:v>
                </c:pt>
                <c:pt idx="1035">
                  <c:v>0.95131675645405767</c:v>
                </c:pt>
                <c:pt idx="1036">
                  <c:v>1.0255946283629389</c:v>
                </c:pt>
                <c:pt idx="1037">
                  <c:v>1.0930072442257051</c:v>
                </c:pt>
                <c:pt idx="1038">
                  <c:v>0.97344295221655752</c:v>
                </c:pt>
                <c:pt idx="1039">
                  <c:v>0.47658076163036062</c:v>
                </c:pt>
                <c:pt idx="1040">
                  <c:v>0.33164441631113539</c:v>
                </c:pt>
                <c:pt idx="1041">
                  <c:v>0.34598211697220871</c:v>
                </c:pt>
                <c:pt idx="1042">
                  <c:v>0.43851066132159389</c:v>
                </c:pt>
                <c:pt idx="1043">
                  <c:v>0.48699109339941121</c:v>
                </c:pt>
                <c:pt idx="1044">
                  <c:v>0.49369368671527292</c:v>
                </c:pt>
                <c:pt idx="1045">
                  <c:v>0.53216356815749355</c:v>
                </c:pt>
                <c:pt idx="1046">
                  <c:v>0.56353474386412994</c:v>
                </c:pt>
                <c:pt idx="1047">
                  <c:v>0.56840698462267925</c:v>
                </c:pt>
                <c:pt idx="1048">
                  <c:v>0.60635938592299077</c:v>
                </c:pt>
                <c:pt idx="1049">
                  <c:v>0.64857154101421355</c:v>
                </c:pt>
                <c:pt idx="1050">
                  <c:v>0.68178102200566337</c:v>
                </c:pt>
                <c:pt idx="1051">
                  <c:v>0.66884770025694462</c:v>
                </c:pt>
                <c:pt idx="1052">
                  <c:v>0.62328819437313798</c:v>
                </c:pt>
                <c:pt idx="1053">
                  <c:v>0.59345019450980363</c:v>
                </c:pt>
                <c:pt idx="1054">
                  <c:v>0.59181780058139621</c:v>
                </c:pt>
                <c:pt idx="1055">
                  <c:v>0.58083588755540394</c:v>
                </c:pt>
                <c:pt idx="1056">
                  <c:v>0.57756020046404233</c:v>
                </c:pt>
                <c:pt idx="1057">
                  <c:v>0.5475195142398771</c:v>
                </c:pt>
                <c:pt idx="1058">
                  <c:v>0.36627841810325518</c:v>
                </c:pt>
                <c:pt idx="1059">
                  <c:v>0.1722615211609774</c:v>
                </c:pt>
                <c:pt idx="1060">
                  <c:v>5.9578797252062762E-2</c:v>
                </c:pt>
                <c:pt idx="1061">
                  <c:v>7.9520564872545968E-2</c:v>
                </c:pt>
                <c:pt idx="1062">
                  <c:v>0.42883759543808891</c:v>
                </c:pt>
                <c:pt idx="1063">
                  <c:v>0.4553592942959051</c:v>
                </c:pt>
                <c:pt idx="1064">
                  <c:v>0.42353823233638238</c:v>
                </c:pt>
                <c:pt idx="1065">
                  <c:v>0.39281108922004149</c:v>
                </c:pt>
                <c:pt idx="1066">
                  <c:v>0.38318357194172958</c:v>
                </c:pt>
                <c:pt idx="1067">
                  <c:v>0.43675913860765142</c:v>
                </c:pt>
                <c:pt idx="1068">
                  <c:v>0.7009124230419006</c:v>
                </c:pt>
                <c:pt idx="1069">
                  <c:v>1.032583502173702</c:v>
                </c:pt>
                <c:pt idx="1070">
                  <c:v>1.2260448485740201</c:v>
                </c:pt>
                <c:pt idx="1071">
                  <c:v>1.260819720093697</c:v>
                </c:pt>
                <c:pt idx="1072">
                  <c:v>1.325369053019493</c:v>
                </c:pt>
                <c:pt idx="1073">
                  <c:v>1.7753198136928761</c:v>
                </c:pt>
                <c:pt idx="1074">
                  <c:v>1.866307007109923</c:v>
                </c:pt>
                <c:pt idx="1075">
                  <c:v>1.4875242205767349</c:v>
                </c:pt>
                <c:pt idx="1076">
                  <c:v>0.947359349627653</c:v>
                </c:pt>
                <c:pt idx="1077">
                  <c:v>0.53844200579617152</c:v>
                </c:pt>
                <c:pt idx="1078">
                  <c:v>0.46916597029747731</c:v>
                </c:pt>
                <c:pt idx="1079">
                  <c:v>0.46061716569043998</c:v>
                </c:pt>
                <c:pt idx="1080">
                  <c:v>0.13531162157265081</c:v>
                </c:pt>
                <c:pt idx="1081">
                  <c:v>8.0420845202465091E-2</c:v>
                </c:pt>
                <c:pt idx="1082">
                  <c:v>0.13519860826795149</c:v>
                </c:pt>
                <c:pt idx="1083">
                  <c:v>0.83458004138669761</c:v>
                </c:pt>
                <c:pt idx="1084">
                  <c:v>0.95539875538325481</c:v>
                </c:pt>
                <c:pt idx="1085">
                  <c:v>0.82468804900821324</c:v>
                </c:pt>
                <c:pt idx="1086">
                  <c:v>0.5986700652620518</c:v>
                </c:pt>
                <c:pt idx="1087">
                  <c:v>0.372032635516788</c:v>
                </c:pt>
                <c:pt idx="1088">
                  <c:v>0.34421456979022003</c:v>
                </c:pt>
                <c:pt idx="1089">
                  <c:v>0.370104709991952</c:v>
                </c:pt>
                <c:pt idx="1090">
                  <c:v>0.46982359339108981</c:v>
                </c:pt>
                <c:pt idx="1091">
                  <c:v>0.5001469932493231</c:v>
                </c:pt>
                <c:pt idx="1092">
                  <c:v>0.50492255976227152</c:v>
                </c:pt>
                <c:pt idx="1093">
                  <c:v>0.53036541645069357</c:v>
                </c:pt>
                <c:pt idx="1094">
                  <c:v>0.55821471258993849</c:v>
                </c:pt>
                <c:pt idx="1095">
                  <c:v>0.57668564627109054</c:v>
                </c:pt>
                <c:pt idx="1096">
                  <c:v>0.68035376155655602</c:v>
                </c:pt>
                <c:pt idx="1097">
                  <c:v>1.1325146789145519</c:v>
                </c:pt>
                <c:pt idx="1098">
                  <c:v>1.1721329468714721</c:v>
                </c:pt>
                <c:pt idx="1099">
                  <c:v>1.0379393077813051</c:v>
                </c:pt>
                <c:pt idx="1100">
                  <c:v>0.88847519415568876</c:v>
                </c:pt>
                <c:pt idx="1101">
                  <c:v>0.81358719493612863</c:v>
                </c:pt>
                <c:pt idx="1102">
                  <c:v>0.72063164726735918</c:v>
                </c:pt>
                <c:pt idx="1103">
                  <c:v>0.60793255048855555</c:v>
                </c:pt>
                <c:pt idx="1104">
                  <c:v>0.58954713955194094</c:v>
                </c:pt>
                <c:pt idx="1105">
                  <c:v>0.64994686776303978</c:v>
                </c:pt>
                <c:pt idx="1106">
                  <c:v>0.89290677405601948</c:v>
                </c:pt>
                <c:pt idx="1107">
                  <c:v>1.098603840763831</c:v>
                </c:pt>
                <c:pt idx="1108">
                  <c:v>1.0726206157553091</c:v>
                </c:pt>
                <c:pt idx="1109">
                  <c:v>0.99668003248240711</c:v>
                </c:pt>
                <c:pt idx="1110">
                  <c:v>0.67469319339639866</c:v>
                </c:pt>
                <c:pt idx="1111">
                  <c:v>0.54501615412858029</c:v>
                </c:pt>
                <c:pt idx="1112">
                  <c:v>0.55428174542083475</c:v>
                </c:pt>
                <c:pt idx="1113">
                  <c:v>0.60355231557762667</c:v>
                </c:pt>
                <c:pt idx="1114">
                  <c:v>0.68395704969852655</c:v>
                </c:pt>
                <c:pt idx="1115">
                  <c:v>0.70540680977757697</c:v>
                </c:pt>
                <c:pt idx="1116">
                  <c:v>0.69306577675662584</c:v>
                </c:pt>
                <c:pt idx="1117">
                  <c:v>0.53057419437341868</c:v>
                </c:pt>
                <c:pt idx="1118">
                  <c:v>0.4974466034973703</c:v>
                </c:pt>
                <c:pt idx="1119">
                  <c:v>0.4499182244188048</c:v>
                </c:pt>
                <c:pt idx="1120">
                  <c:v>0.37735322594224019</c:v>
                </c:pt>
                <c:pt idx="1121">
                  <c:v>0.3250716378046683</c:v>
                </c:pt>
                <c:pt idx="1122">
                  <c:v>0.33698778032027582</c:v>
                </c:pt>
                <c:pt idx="1123">
                  <c:v>0.42470776503032592</c:v>
                </c:pt>
                <c:pt idx="1124">
                  <c:v>0.4527244770854037</c:v>
                </c:pt>
                <c:pt idx="1125">
                  <c:v>0.45542404649529278</c:v>
                </c:pt>
                <c:pt idx="1126">
                  <c:v>0.45868060356464591</c:v>
                </c:pt>
                <c:pt idx="1127">
                  <c:v>0.46106554935972921</c:v>
                </c:pt>
                <c:pt idx="1128">
                  <c:v>0.47564479629431028</c:v>
                </c:pt>
                <c:pt idx="1129">
                  <c:v>0.58838965424348044</c:v>
                </c:pt>
                <c:pt idx="1130">
                  <c:v>0.65805264798888019</c:v>
                </c:pt>
                <c:pt idx="1131">
                  <c:v>0.65144278093579122</c:v>
                </c:pt>
                <c:pt idx="1132">
                  <c:v>0.60327644917302692</c:v>
                </c:pt>
                <c:pt idx="1133">
                  <c:v>0.60411218831907909</c:v>
                </c:pt>
                <c:pt idx="1134">
                  <c:v>0.61098958666289005</c:v>
                </c:pt>
                <c:pt idx="1135">
                  <c:v>0.61688356381463461</c:v>
                </c:pt>
                <c:pt idx="1136">
                  <c:v>0.6220469088620848</c:v>
                </c:pt>
                <c:pt idx="1137">
                  <c:v>0.72876672581139057</c:v>
                </c:pt>
                <c:pt idx="1138">
                  <c:v>0.80164378094928956</c:v>
                </c:pt>
                <c:pt idx="1139">
                  <c:v>0.81467849943034709</c:v>
                </c:pt>
                <c:pt idx="1140">
                  <c:v>0.83749466637981096</c:v>
                </c:pt>
                <c:pt idx="1141">
                  <c:v>1.220113840193531</c:v>
                </c:pt>
                <c:pt idx="1142">
                  <c:v>1.3154574181027501</c:v>
                </c:pt>
                <c:pt idx="1143">
                  <c:v>1.285186724550633</c:v>
                </c:pt>
                <c:pt idx="1144">
                  <c:v>0.8924680379549822</c:v>
                </c:pt>
                <c:pt idx="1145">
                  <c:v>0.63583577253924561</c:v>
                </c:pt>
                <c:pt idx="1146">
                  <c:v>0.62841439997327309</c:v>
                </c:pt>
                <c:pt idx="1147">
                  <c:v>0.46599150750604978</c:v>
                </c:pt>
                <c:pt idx="1148">
                  <c:v>0.3478695249754935</c:v>
                </c:pt>
                <c:pt idx="1149">
                  <c:v>0.32858819284787238</c:v>
                </c:pt>
                <c:pt idx="1150">
                  <c:v>0.32880450125770933</c:v>
                </c:pt>
                <c:pt idx="1151">
                  <c:v>0.3306012288558125</c:v>
                </c:pt>
                <c:pt idx="1152">
                  <c:v>0.33298605432799061</c:v>
                </c:pt>
                <c:pt idx="1153">
                  <c:v>0.33388448638035839</c:v>
                </c:pt>
                <c:pt idx="1154">
                  <c:v>0.37266908601424897</c:v>
                </c:pt>
                <c:pt idx="1155">
                  <c:v>0.43963163761164481</c:v>
                </c:pt>
                <c:pt idx="1156">
                  <c:v>0.56181900869900947</c:v>
                </c:pt>
                <c:pt idx="1157">
                  <c:v>0.55961385472348069</c:v>
                </c:pt>
                <c:pt idx="1158">
                  <c:v>0.53407082117360605</c:v>
                </c:pt>
                <c:pt idx="1159">
                  <c:v>0.49335422812545021</c:v>
                </c:pt>
                <c:pt idx="1160">
                  <c:v>0.48232320788119798</c:v>
                </c:pt>
                <c:pt idx="1161">
                  <c:v>0.4795622124126831</c:v>
                </c:pt>
                <c:pt idx="1162">
                  <c:v>0.46056207939304789</c:v>
                </c:pt>
                <c:pt idx="1163">
                  <c:v>0.45011303660822582</c:v>
                </c:pt>
                <c:pt idx="1164">
                  <c:v>0.4568171027082899</c:v>
                </c:pt>
                <c:pt idx="1165">
                  <c:v>0.5266114768812149</c:v>
                </c:pt>
                <c:pt idx="1166">
                  <c:v>0.68712803341224193</c:v>
                </c:pt>
                <c:pt idx="1167">
                  <c:v>0.70442678953342108</c:v>
                </c:pt>
                <c:pt idx="1168">
                  <c:v>0.73031856604472201</c:v>
                </c:pt>
                <c:pt idx="1169">
                  <c:v>0.93350008570502629</c:v>
                </c:pt>
                <c:pt idx="1170">
                  <c:v>0.95796970101009826</c:v>
                </c:pt>
                <c:pt idx="1171">
                  <c:v>1.190449618756714</c:v>
                </c:pt>
                <c:pt idx="1172">
                  <c:v>1.209052556939354</c:v>
                </c:pt>
                <c:pt idx="1173">
                  <c:v>1.217366211786048</c:v>
                </c:pt>
                <c:pt idx="1174">
                  <c:v>1.2963605655825601</c:v>
                </c:pt>
                <c:pt idx="1175">
                  <c:v>1.3357804515295379</c:v>
                </c:pt>
                <c:pt idx="1176">
                  <c:v>1.3641109619620779</c:v>
                </c:pt>
                <c:pt idx="1177">
                  <c:v>1.3597573839577031</c:v>
                </c:pt>
                <c:pt idx="1178">
                  <c:v>1.3419249777872271</c:v>
                </c:pt>
                <c:pt idx="1179">
                  <c:v>1.340589399242986</c:v>
                </c:pt>
                <c:pt idx="1180">
                  <c:v>1.3011012528626751</c:v>
                </c:pt>
                <c:pt idx="1181">
                  <c:v>1.1217332576255949</c:v>
                </c:pt>
                <c:pt idx="1182">
                  <c:v>0.90120179694910585</c:v>
                </c:pt>
                <c:pt idx="1183">
                  <c:v>0.85655759729974545</c:v>
                </c:pt>
                <c:pt idx="1184">
                  <c:v>0.82764663758141166</c:v>
                </c:pt>
                <c:pt idx="1185">
                  <c:v>0.60656741870428554</c:v>
                </c:pt>
                <c:pt idx="1186">
                  <c:v>0.5431138537704121</c:v>
                </c:pt>
                <c:pt idx="1187">
                  <c:v>0.52488955058219877</c:v>
                </c:pt>
                <c:pt idx="1188">
                  <c:v>0.35051870389597822</c:v>
                </c:pt>
                <c:pt idx="1189">
                  <c:v>0.25381962692392179</c:v>
                </c:pt>
                <c:pt idx="1190">
                  <c:v>0.26824740231246907</c:v>
                </c:pt>
                <c:pt idx="1191">
                  <c:v>0.37632192961709948</c:v>
                </c:pt>
                <c:pt idx="1192">
                  <c:v>0.57067911731511178</c:v>
                </c:pt>
                <c:pt idx="1193">
                  <c:v>0.61209105152001353</c:v>
                </c:pt>
                <c:pt idx="1194">
                  <c:v>0.62201021116702782</c:v>
                </c:pt>
                <c:pt idx="1195">
                  <c:v>0.65102003244408491</c:v>
                </c:pt>
                <c:pt idx="1196">
                  <c:v>0.67653089630105023</c:v>
                </c:pt>
                <c:pt idx="1197">
                  <c:v>0.67695263703488706</c:v>
                </c:pt>
                <c:pt idx="1198">
                  <c:v>0.68648665062424974</c:v>
                </c:pt>
                <c:pt idx="1199">
                  <c:v>0.68842383649498951</c:v>
                </c:pt>
                <c:pt idx="1200">
                  <c:v>0.70036030921046522</c:v>
                </c:pt>
                <c:pt idx="1201">
                  <c:v>0.77686290461140595</c:v>
                </c:pt>
                <c:pt idx="1202">
                  <c:v>0.85551691301474708</c:v>
                </c:pt>
                <c:pt idx="1203">
                  <c:v>0.88154436700637562</c:v>
                </c:pt>
                <c:pt idx="1204">
                  <c:v>0.86741500624595025</c:v>
                </c:pt>
                <c:pt idx="1205">
                  <c:v>0.80859670171649323</c:v>
                </c:pt>
                <c:pt idx="1206">
                  <c:v>0.79660160386251844</c:v>
                </c:pt>
                <c:pt idx="1207">
                  <c:v>0.77741790112224518</c:v>
                </c:pt>
                <c:pt idx="1208">
                  <c:v>0.62739883204553992</c:v>
                </c:pt>
                <c:pt idx="1209">
                  <c:v>0.57948282952333607</c:v>
                </c:pt>
                <c:pt idx="1210">
                  <c:v>0.59634680578538091</c:v>
                </c:pt>
                <c:pt idx="1211">
                  <c:v>0.62764338519375751</c:v>
                </c:pt>
                <c:pt idx="1212">
                  <c:v>0.68602746708046369</c:v>
                </c:pt>
                <c:pt idx="1213">
                  <c:v>0.7144378378575833</c:v>
                </c:pt>
                <c:pt idx="1214">
                  <c:v>0.73374481689660309</c:v>
                </c:pt>
                <c:pt idx="1215">
                  <c:v>0.7605264830726115</c:v>
                </c:pt>
                <c:pt idx="1216">
                  <c:v>0.76750753529480997</c:v>
                </c:pt>
                <c:pt idx="1217">
                  <c:v>0.78643371962226705</c:v>
                </c:pt>
                <c:pt idx="1218">
                  <c:v>0.92040743936462166</c:v>
                </c:pt>
                <c:pt idx="1219">
                  <c:v>0.95855638078322147</c:v>
                </c:pt>
                <c:pt idx="1220">
                  <c:v>0.94468657950046508</c:v>
                </c:pt>
                <c:pt idx="1221">
                  <c:v>0.82822886452362265</c:v>
                </c:pt>
                <c:pt idx="1222">
                  <c:v>0.79935108032707136</c:v>
                </c:pt>
                <c:pt idx="1223">
                  <c:v>0.5438663122856312</c:v>
                </c:pt>
                <c:pt idx="1224">
                  <c:v>0.39869697945593019</c:v>
                </c:pt>
                <c:pt idx="1225">
                  <c:v>0.34416289890703872</c:v>
                </c:pt>
                <c:pt idx="1226">
                  <c:v>0.56027457511880108</c:v>
                </c:pt>
                <c:pt idx="1227">
                  <c:v>0.83072667280734458</c:v>
                </c:pt>
                <c:pt idx="1228">
                  <c:v>1.040913303063091</c:v>
                </c:pt>
                <c:pt idx="1229">
                  <c:v>1.0321486623516869</c:v>
                </c:pt>
                <c:pt idx="1230">
                  <c:v>0.96443282181136269</c:v>
                </c:pt>
                <c:pt idx="1231">
                  <c:v>0.85396669235591394</c:v>
                </c:pt>
                <c:pt idx="1232">
                  <c:v>0.84554766840590445</c:v>
                </c:pt>
                <c:pt idx="1233">
                  <c:v>0.82837083844179127</c:v>
                </c:pt>
                <c:pt idx="1234">
                  <c:v>0.79298911984593501</c:v>
                </c:pt>
                <c:pt idx="1235">
                  <c:v>0.76549659273092829</c:v>
                </c:pt>
                <c:pt idx="1236">
                  <c:v>0.55758684892502597</c:v>
                </c:pt>
                <c:pt idx="1237">
                  <c:v>0.43687382232660088</c:v>
                </c:pt>
                <c:pt idx="1238">
                  <c:v>0.42922401002689081</c:v>
                </c:pt>
                <c:pt idx="1239">
                  <c:v>0.33520224730502812</c:v>
                </c:pt>
                <c:pt idx="1240">
                  <c:v>0.32719922027436688</c:v>
                </c:pt>
                <c:pt idx="1241">
                  <c:v>0.41963139889848999</c:v>
                </c:pt>
                <c:pt idx="1242">
                  <c:v>0.49134030164908349</c:v>
                </c:pt>
                <c:pt idx="1243">
                  <c:v>0.55357306458363897</c:v>
                </c:pt>
                <c:pt idx="1244">
                  <c:v>1.1279715200781251</c:v>
                </c:pt>
                <c:pt idx="1245">
                  <c:v>1.5179943952293611</c:v>
                </c:pt>
                <c:pt idx="1246">
                  <c:v>1.4734205632327091</c:v>
                </c:pt>
                <c:pt idx="1247">
                  <c:v>1.0585701014280779</c:v>
                </c:pt>
                <c:pt idx="1248">
                  <c:v>0.97604483444354728</c:v>
                </c:pt>
                <c:pt idx="1249">
                  <c:v>0.45763255414208698</c:v>
                </c:pt>
                <c:pt idx="1250">
                  <c:v>0.25192108246256822</c:v>
                </c:pt>
                <c:pt idx="1251">
                  <c:v>0.29540155155738668</c:v>
                </c:pt>
                <c:pt idx="1252">
                  <c:v>0.4510431807964656</c:v>
                </c:pt>
                <c:pt idx="1253">
                  <c:v>0.46138042863321721</c:v>
                </c:pt>
                <c:pt idx="1254">
                  <c:v>0.60270212607533025</c:v>
                </c:pt>
                <c:pt idx="1255">
                  <c:v>0.67749863179383196</c:v>
                </c:pt>
                <c:pt idx="1256">
                  <c:v>0.7030128389545417</c:v>
                </c:pt>
                <c:pt idx="1257">
                  <c:v>0.81490030557421933</c:v>
                </c:pt>
                <c:pt idx="1258">
                  <c:v>1.044100935056562</c:v>
                </c:pt>
                <c:pt idx="1259">
                  <c:v>1.0754004619687501</c:v>
                </c:pt>
                <c:pt idx="1260">
                  <c:v>1.096521569987061</c:v>
                </c:pt>
                <c:pt idx="1261">
                  <c:v>1.2144998610773909</c:v>
                </c:pt>
                <c:pt idx="1262">
                  <c:v>1.3521658741961691</c:v>
                </c:pt>
                <c:pt idx="1263">
                  <c:v>1.403445562773983</c:v>
                </c:pt>
                <c:pt idx="1264">
                  <c:v>1.5016354321836569</c:v>
                </c:pt>
                <c:pt idx="1265">
                  <c:v>2.3292825171458609</c:v>
                </c:pt>
                <c:pt idx="1266">
                  <c:v>2.8206409886501018</c:v>
                </c:pt>
                <c:pt idx="1267">
                  <c:v>2.7189531222483501</c:v>
                </c:pt>
                <c:pt idx="1268">
                  <c:v>2.0598055602201919</c:v>
                </c:pt>
                <c:pt idx="1269">
                  <c:v>1.490530339360266</c:v>
                </c:pt>
                <c:pt idx="1270">
                  <c:v>0.99255015851484862</c:v>
                </c:pt>
                <c:pt idx="1271">
                  <c:v>0.90846501337936114</c:v>
                </c:pt>
                <c:pt idx="1272">
                  <c:v>1.008747524589068</c:v>
                </c:pt>
                <c:pt idx="1273">
                  <c:v>1.200136911423082</c:v>
                </c:pt>
                <c:pt idx="1274">
                  <c:v>1.2930678591818361</c:v>
                </c:pt>
                <c:pt idx="1275">
                  <c:v>1.2332636006837601</c:v>
                </c:pt>
                <c:pt idx="1276">
                  <c:v>0.67073396890643833</c:v>
                </c:pt>
                <c:pt idx="1277">
                  <c:v>0.66841032400454503</c:v>
                </c:pt>
                <c:pt idx="1278">
                  <c:v>0.5953875576308082</c:v>
                </c:pt>
                <c:pt idx="1279">
                  <c:v>0.53025242978339548</c:v>
                </c:pt>
                <c:pt idx="1280">
                  <c:v>0.49677281198596129</c:v>
                </c:pt>
                <c:pt idx="1281">
                  <c:v>0.54127659859741706</c:v>
                </c:pt>
                <c:pt idx="1282">
                  <c:v>1.2383379998425079</c:v>
                </c:pt>
                <c:pt idx="1283">
                  <c:v>1.210284958104761</c:v>
                </c:pt>
                <c:pt idx="1284">
                  <c:v>1.0399003691713089</c:v>
                </c:pt>
                <c:pt idx="1285">
                  <c:v>0.90152994424361155</c:v>
                </c:pt>
                <c:pt idx="1286">
                  <c:v>0.88040447362995289</c:v>
                </c:pt>
                <c:pt idx="1287">
                  <c:v>0.75800122754957866</c:v>
                </c:pt>
                <c:pt idx="1288">
                  <c:v>0.62907086100757081</c:v>
                </c:pt>
                <c:pt idx="1289">
                  <c:v>0.56732852433139191</c:v>
                </c:pt>
                <c:pt idx="1290">
                  <c:v>0.61903940244202549</c:v>
                </c:pt>
                <c:pt idx="1291">
                  <c:v>0.90220645456656134</c:v>
                </c:pt>
                <c:pt idx="1292">
                  <c:v>1.0733778002711201</c:v>
                </c:pt>
                <c:pt idx="1293">
                  <c:v>1.0976148596685511</c:v>
                </c:pt>
                <c:pt idx="1294">
                  <c:v>1.3924218473983969</c:v>
                </c:pt>
                <c:pt idx="1295">
                  <c:v>1.4540891994481731</c:v>
                </c:pt>
                <c:pt idx="1296">
                  <c:v>1.8768033177580741</c:v>
                </c:pt>
                <c:pt idx="1297">
                  <c:v>2.0699492513729121</c:v>
                </c:pt>
                <c:pt idx="1298">
                  <c:v>2.1156814585866952</c:v>
                </c:pt>
                <c:pt idx="1299">
                  <c:v>2.4831291710799248</c:v>
                </c:pt>
                <c:pt idx="1300">
                  <c:v>2.775961470705381</c:v>
                </c:pt>
                <c:pt idx="1301">
                  <c:v>2.822831822395389</c:v>
                </c:pt>
                <c:pt idx="1302">
                  <c:v>2.7532950273784702</c:v>
                </c:pt>
                <c:pt idx="1303">
                  <c:v>1.885190644620298</c:v>
                </c:pt>
                <c:pt idx="1304">
                  <c:v>1.6848762742980219</c:v>
                </c:pt>
                <c:pt idx="1305">
                  <c:v>1.419647494352487</c:v>
                </c:pt>
                <c:pt idx="1306">
                  <c:v>1.049689769940523</c:v>
                </c:pt>
                <c:pt idx="1307">
                  <c:v>0.54795820044942622</c:v>
                </c:pt>
                <c:pt idx="1308">
                  <c:v>0.49766826049066731</c:v>
                </c:pt>
                <c:pt idx="1309">
                  <c:v>0.42676223627298437</c:v>
                </c:pt>
                <c:pt idx="1310">
                  <c:v>0.39545805818294077</c:v>
                </c:pt>
                <c:pt idx="1311">
                  <c:v>0.40825243718294613</c:v>
                </c:pt>
                <c:pt idx="1312">
                  <c:v>0.5335360784453993</c:v>
                </c:pt>
                <c:pt idx="1313">
                  <c:v>0.62171810155860996</c:v>
                </c:pt>
                <c:pt idx="1314">
                  <c:v>0.62939507578374188</c:v>
                </c:pt>
                <c:pt idx="1315">
                  <c:v>0.74285103895885896</c:v>
                </c:pt>
                <c:pt idx="1316">
                  <c:v>0.85393732076182349</c:v>
                </c:pt>
                <c:pt idx="1317">
                  <c:v>0.86226704948427213</c:v>
                </c:pt>
                <c:pt idx="1318">
                  <c:v>0.87942458068886398</c:v>
                </c:pt>
                <c:pt idx="1319">
                  <c:v>0.985167621464345</c:v>
                </c:pt>
                <c:pt idx="1320">
                  <c:v>1.035552960078989</c:v>
                </c:pt>
                <c:pt idx="1321">
                  <c:v>1.066981372970514</c:v>
                </c:pt>
                <c:pt idx="1322">
                  <c:v>1.2778567243560639</c:v>
                </c:pt>
                <c:pt idx="1323">
                  <c:v>1.4441320819869019</c:v>
                </c:pt>
                <c:pt idx="1324">
                  <c:v>1.4952512116662471</c:v>
                </c:pt>
                <c:pt idx="1325">
                  <c:v>1.4818641835268609</c:v>
                </c:pt>
                <c:pt idx="1326">
                  <c:v>1.3739605789609679</c:v>
                </c:pt>
                <c:pt idx="1327">
                  <c:v>1.36894997440302</c:v>
                </c:pt>
                <c:pt idx="1328">
                  <c:v>1.3426272139290401</c:v>
                </c:pt>
                <c:pt idx="1329">
                  <c:v>1.3190793873362421</c:v>
                </c:pt>
                <c:pt idx="1330">
                  <c:v>1.2991487723915209</c:v>
                </c:pt>
                <c:pt idx="1331">
                  <c:v>1.3109099348735409</c:v>
                </c:pt>
                <c:pt idx="1332">
                  <c:v>1.375642995231861</c:v>
                </c:pt>
                <c:pt idx="1333">
                  <c:v>1.430434318557277</c:v>
                </c:pt>
                <c:pt idx="1334">
                  <c:v>1.396558683970732</c:v>
                </c:pt>
                <c:pt idx="1335">
                  <c:v>1.128454858564057</c:v>
                </c:pt>
                <c:pt idx="1336">
                  <c:v>1.086139907086612</c:v>
                </c:pt>
                <c:pt idx="1337">
                  <c:v>1.0433650122403839</c:v>
                </c:pt>
                <c:pt idx="1338">
                  <c:v>0.79058467836559321</c:v>
                </c:pt>
                <c:pt idx="1339">
                  <c:v>0.62502431822196758</c:v>
                </c:pt>
                <c:pt idx="1340">
                  <c:v>0.66477627228477154</c:v>
                </c:pt>
                <c:pt idx="1341">
                  <c:v>1.0833128322027421</c:v>
                </c:pt>
                <c:pt idx="1342">
                  <c:v>1.1466011364827231</c:v>
                </c:pt>
                <c:pt idx="1343">
                  <c:v>1.119879549347149</c:v>
                </c:pt>
                <c:pt idx="1344">
                  <c:v>0.91251122486893232</c:v>
                </c:pt>
                <c:pt idx="1345">
                  <c:v>0.6729467062993586</c:v>
                </c:pt>
                <c:pt idx="1346">
                  <c:v>0.51871265368863928</c:v>
                </c:pt>
                <c:pt idx="1347">
                  <c:v>0.52565906775098759</c:v>
                </c:pt>
                <c:pt idx="1348">
                  <c:v>0.65837838076874788</c:v>
                </c:pt>
                <c:pt idx="1349">
                  <c:v>0.79793709678158653</c:v>
                </c:pt>
                <c:pt idx="1350">
                  <c:v>0.8065086923583431</c:v>
                </c:pt>
                <c:pt idx="1351">
                  <c:v>0.8787089537879581</c:v>
                </c:pt>
                <c:pt idx="1352">
                  <c:v>0.90425574454248614</c:v>
                </c:pt>
                <c:pt idx="1353">
                  <c:v>0.98417407997898099</c:v>
                </c:pt>
                <c:pt idx="1354">
                  <c:v>1.2079525341208579</c:v>
                </c:pt>
                <c:pt idx="1355">
                  <c:v>1.267621808114908</c:v>
                </c:pt>
                <c:pt idx="1356">
                  <c:v>1.2102570945527731</c:v>
                </c:pt>
                <c:pt idx="1357">
                  <c:v>1.100725233273427</c:v>
                </c:pt>
                <c:pt idx="1358">
                  <c:v>1.056743849473593</c:v>
                </c:pt>
                <c:pt idx="1359">
                  <c:v>1.075130891226556</c:v>
                </c:pt>
                <c:pt idx="1360">
                  <c:v>1.188216812499105</c:v>
                </c:pt>
                <c:pt idx="1361">
                  <c:v>1.278313484685391</c:v>
                </c:pt>
                <c:pt idx="1362">
                  <c:v>1.357088994986593</c:v>
                </c:pt>
                <c:pt idx="1363">
                  <c:v>1.3456265914836889</c:v>
                </c:pt>
                <c:pt idx="1364">
                  <c:v>1.2996915073679669</c:v>
                </c:pt>
                <c:pt idx="1365">
                  <c:v>1.2612448589789329</c:v>
                </c:pt>
                <c:pt idx="1366">
                  <c:v>1.257440263152138</c:v>
                </c:pt>
                <c:pt idx="1367">
                  <c:v>1.3071899734491761</c:v>
                </c:pt>
                <c:pt idx="1368">
                  <c:v>1.4451287785846789</c:v>
                </c:pt>
                <c:pt idx="1369">
                  <c:v>1.5151065057513751</c:v>
                </c:pt>
                <c:pt idx="1370">
                  <c:v>1.5347486362903271</c:v>
                </c:pt>
                <c:pt idx="1371">
                  <c:v>1.722077432559449</c:v>
                </c:pt>
                <c:pt idx="1372">
                  <c:v>1.911960989598017</c:v>
                </c:pt>
                <c:pt idx="1373">
                  <c:v>1.8584584468601331</c:v>
                </c:pt>
                <c:pt idx="1374">
                  <c:v>1.820416742746463</c:v>
                </c:pt>
                <c:pt idx="1375">
                  <c:v>1.0978875277973641</c:v>
                </c:pt>
                <c:pt idx="1376">
                  <c:v>0.97504147905981209</c:v>
                </c:pt>
                <c:pt idx="1377">
                  <c:v>0.92272449443657045</c:v>
                </c:pt>
                <c:pt idx="1378">
                  <c:v>0.50922195265009518</c:v>
                </c:pt>
                <c:pt idx="1379">
                  <c:v>0.49657852679580761</c:v>
                </c:pt>
                <c:pt idx="1380">
                  <c:v>0.48470298848906218</c:v>
                </c:pt>
                <c:pt idx="1381">
                  <c:v>0.41958773489848539</c:v>
                </c:pt>
                <c:pt idx="1382">
                  <c:v>0.37213316288274317</c:v>
                </c:pt>
                <c:pt idx="1383">
                  <c:v>0.36678210666488531</c:v>
                </c:pt>
                <c:pt idx="1384">
                  <c:v>0.40868476711643809</c:v>
                </c:pt>
                <c:pt idx="1385">
                  <c:v>0.86372161895583455</c:v>
                </c:pt>
                <c:pt idx="1386">
                  <c:v>0.9835561949670909</c:v>
                </c:pt>
                <c:pt idx="1387">
                  <c:v>1.0524733476174379</c:v>
                </c:pt>
                <c:pt idx="1388">
                  <c:v>1.364761616863498</c:v>
                </c:pt>
                <c:pt idx="1389">
                  <c:v>1.646571500957436</c:v>
                </c:pt>
                <c:pt idx="1390">
                  <c:v>1.962255756705563</c:v>
                </c:pt>
                <c:pt idx="1391">
                  <c:v>1.858212896860576</c:v>
                </c:pt>
                <c:pt idx="1392">
                  <c:v>0.73424143286731247</c:v>
                </c:pt>
                <c:pt idx="1393">
                  <c:v>0.75672797930137903</c:v>
                </c:pt>
                <c:pt idx="1394">
                  <c:v>1.0020368309939689</c:v>
                </c:pt>
                <c:pt idx="1395">
                  <c:v>1.081326031078921</c:v>
                </c:pt>
                <c:pt idx="1396">
                  <c:v>1.0564853673942181</c:v>
                </c:pt>
                <c:pt idx="1397">
                  <c:v>0.86064736587862778</c:v>
                </c:pt>
                <c:pt idx="1398">
                  <c:v>0.74548494755153139</c:v>
                </c:pt>
                <c:pt idx="1399">
                  <c:v>0.63529807784463066</c:v>
                </c:pt>
                <c:pt idx="1400">
                  <c:v>4.8946756256376921E-2</c:v>
                </c:pt>
                <c:pt idx="1401">
                  <c:v>0.19561907344922039</c:v>
                </c:pt>
                <c:pt idx="1402">
                  <c:v>1.8031085504909461</c:v>
                </c:pt>
                <c:pt idx="1403">
                  <c:v>2.3368215259637961</c:v>
                </c:pt>
                <c:pt idx="1404">
                  <c:v>2.2401523861362498</c:v>
                </c:pt>
                <c:pt idx="1405">
                  <c:v>1.3667385999233079</c:v>
                </c:pt>
                <c:pt idx="1406">
                  <c:v>1.0871746744456121</c:v>
                </c:pt>
                <c:pt idx="1407">
                  <c:v>0.64502334140955797</c:v>
                </c:pt>
                <c:pt idx="1408">
                  <c:v>0.2284406461700805</c:v>
                </c:pt>
                <c:pt idx="1409">
                  <c:v>0.1007997407140689</c:v>
                </c:pt>
                <c:pt idx="1410">
                  <c:v>0.58728281088563583</c:v>
                </c:pt>
                <c:pt idx="1411">
                  <c:v>1.1655152745384361</c:v>
                </c:pt>
                <c:pt idx="1412">
                  <c:v>1.273021325753086</c:v>
                </c:pt>
                <c:pt idx="1413">
                  <c:v>1.174622212546633</c:v>
                </c:pt>
                <c:pt idx="1414">
                  <c:v>1.1011385764259529</c:v>
                </c:pt>
                <c:pt idx="1415">
                  <c:v>0.90907870699206184</c:v>
                </c:pt>
                <c:pt idx="1416">
                  <c:v>0.87035988998829295</c:v>
                </c:pt>
                <c:pt idx="1417">
                  <c:v>0.86558506558788162</c:v>
                </c:pt>
                <c:pt idx="1418">
                  <c:v>0.82140022102212085</c:v>
                </c:pt>
                <c:pt idx="1419">
                  <c:v>0.80306365227822574</c:v>
                </c:pt>
                <c:pt idx="1420">
                  <c:v>0.9498192790565857</c:v>
                </c:pt>
                <c:pt idx="1421">
                  <c:v>2.262491130997847</c:v>
                </c:pt>
                <c:pt idx="1422">
                  <c:v>3.1483651051113828</c:v>
                </c:pt>
                <c:pt idx="1423">
                  <c:v>3.0982981405478598</c:v>
                </c:pt>
                <c:pt idx="1424">
                  <c:v>3.0550584893339079</c:v>
                </c:pt>
                <c:pt idx="1425">
                  <c:v>2.464500277976525</c:v>
                </c:pt>
                <c:pt idx="1426">
                  <c:v>1.804755109972392</c:v>
                </c:pt>
                <c:pt idx="1427">
                  <c:v>1.3011594729016329</c:v>
                </c:pt>
                <c:pt idx="1428">
                  <c:v>0.5147619308682585</c:v>
                </c:pt>
                <c:pt idx="1429">
                  <c:v>7.138196739416891E-2</c:v>
                </c:pt>
                <c:pt idx="1430">
                  <c:v>7.1068101842407189E-3</c:v>
                </c:pt>
                <c:pt idx="1431">
                  <c:v>2.5393398661604132</c:v>
                </c:pt>
                <c:pt idx="1432">
                  <c:v>1.580071630914655</c:v>
                </c:pt>
                <c:pt idx="1433">
                  <c:v>0.91122514557400192</c:v>
                </c:pt>
                <c:pt idx="1434">
                  <c:v>0.98098721512806664</c:v>
                </c:pt>
                <c:pt idx="1435">
                  <c:v>1.549131490095232</c:v>
                </c:pt>
                <c:pt idx="1436">
                  <c:v>2.052345478592962</c:v>
                </c:pt>
                <c:pt idx="1437">
                  <c:v>2.0252394392272448</c:v>
                </c:pt>
                <c:pt idx="1438">
                  <c:v>1.9989049981509039</c:v>
                </c:pt>
                <c:pt idx="1439">
                  <c:v>1.5196381904090039</c:v>
                </c:pt>
                <c:pt idx="1440">
                  <c:v>1.30826196713549</c:v>
                </c:pt>
                <c:pt idx="1441">
                  <c:v>1.2732230631946699</c:v>
                </c:pt>
                <c:pt idx="1442">
                  <c:v>1.28900098179869</c:v>
                </c:pt>
                <c:pt idx="1443">
                  <c:v>1.586707147137586</c:v>
                </c:pt>
                <c:pt idx="1444">
                  <c:v>1.610026921941627</c:v>
                </c:pt>
                <c:pt idx="1445">
                  <c:v>1.6442519527348749</c:v>
                </c:pt>
                <c:pt idx="1446">
                  <c:v>2.0265706864205302</c:v>
                </c:pt>
                <c:pt idx="1447">
                  <c:v>2.126906829694458</c:v>
                </c:pt>
                <c:pt idx="1448">
                  <c:v>2.0794800241407758</c:v>
                </c:pt>
                <c:pt idx="1449">
                  <c:v>1.808647231226675</c:v>
                </c:pt>
                <c:pt idx="1450">
                  <c:v>1.6359415180672889</c:v>
                </c:pt>
                <c:pt idx="1451">
                  <c:v>1.6051606488267369</c:v>
                </c:pt>
                <c:pt idx="1452">
                  <c:v>1.5874430174841609</c:v>
                </c:pt>
                <c:pt idx="1453">
                  <c:v>1.306315154864528</c:v>
                </c:pt>
                <c:pt idx="1454">
                  <c:v>1.114778925768402</c:v>
                </c:pt>
                <c:pt idx="1455">
                  <c:v>0.87928633276117596</c:v>
                </c:pt>
                <c:pt idx="1456">
                  <c:v>0.75345578349083053</c:v>
                </c:pt>
                <c:pt idx="1457">
                  <c:v>0.73994548210331168</c:v>
                </c:pt>
                <c:pt idx="1458">
                  <c:v>0.61277487678721132</c:v>
                </c:pt>
                <c:pt idx="1459">
                  <c:v>0.71024997504103804</c:v>
                </c:pt>
                <c:pt idx="1460">
                  <c:v>0.87354252245062936</c:v>
                </c:pt>
                <c:pt idx="1461">
                  <c:v>1.023379566988011</c:v>
                </c:pt>
                <c:pt idx="1462">
                  <c:v>1.1293173176865721</c:v>
                </c:pt>
                <c:pt idx="1463">
                  <c:v>1.022389781591279</c:v>
                </c:pt>
                <c:pt idx="1464">
                  <c:v>0.94312063400741997</c:v>
                </c:pt>
                <c:pt idx="1465">
                  <c:v>0.67590286698601731</c:v>
                </c:pt>
                <c:pt idx="1466">
                  <c:v>0.40947386742144698</c:v>
                </c:pt>
                <c:pt idx="1467">
                  <c:v>0.1488516232551641</c:v>
                </c:pt>
                <c:pt idx="1468">
                  <c:v>1.008800568611946E-2</c:v>
                </c:pt>
                <c:pt idx="1469">
                  <c:v>1.475771737661244</c:v>
                </c:pt>
                <c:pt idx="1470">
                  <c:v>1.5807706531724139</c:v>
                </c:pt>
                <c:pt idx="1471">
                  <c:v>1.5959169204905861</c:v>
                </c:pt>
                <c:pt idx="1472">
                  <c:v>1.5661352546777509</c:v>
                </c:pt>
                <c:pt idx="1473">
                  <c:v>1.3779474596772301</c:v>
                </c:pt>
                <c:pt idx="1474">
                  <c:v>1.2189856081418911</c:v>
                </c:pt>
                <c:pt idx="1475">
                  <c:v>1.168748611091442</c:v>
                </c:pt>
                <c:pt idx="1476">
                  <c:v>0.89494640266906045</c:v>
                </c:pt>
                <c:pt idx="1477">
                  <c:v>0.69515754207084224</c:v>
                </c:pt>
                <c:pt idx="1478">
                  <c:v>0.5926459236562891</c:v>
                </c:pt>
                <c:pt idx="1479">
                  <c:v>0.57945587042129221</c:v>
                </c:pt>
                <c:pt idx="1480">
                  <c:v>0.46663772066386522</c:v>
                </c:pt>
                <c:pt idx="1481">
                  <c:v>0.40799076086690828</c:v>
                </c:pt>
                <c:pt idx="1482">
                  <c:v>0.39689433212290942</c:v>
                </c:pt>
                <c:pt idx="1483">
                  <c:v>0.18791448953118739</c:v>
                </c:pt>
                <c:pt idx="1484">
                  <c:v>0.20553745192041001</c:v>
                </c:pt>
                <c:pt idx="1485">
                  <c:v>0.2262773409575391</c:v>
                </c:pt>
                <c:pt idx="1486">
                  <c:v>0.68153793641891758</c:v>
                </c:pt>
                <c:pt idx="1487">
                  <c:v>0.82952151317418321</c:v>
                </c:pt>
                <c:pt idx="1488">
                  <c:v>0.86048706791062457</c:v>
                </c:pt>
                <c:pt idx="1489">
                  <c:v>1.099909714879598</c:v>
                </c:pt>
                <c:pt idx="1490">
                  <c:v>1.2438398204172401</c:v>
                </c:pt>
                <c:pt idx="1491">
                  <c:v>1.2111355130008801</c:v>
                </c:pt>
                <c:pt idx="1492">
                  <c:v>1.1888102840071411</c:v>
                </c:pt>
                <c:pt idx="1493">
                  <c:v>0.71989168918120416</c:v>
                </c:pt>
                <c:pt idx="1494">
                  <c:v>0.68259714776613167</c:v>
                </c:pt>
                <c:pt idx="1495">
                  <c:v>0.64030871332581873</c:v>
                </c:pt>
                <c:pt idx="1496">
                  <c:v>0.44117548345083568</c:v>
                </c:pt>
                <c:pt idx="1497">
                  <c:v>0.36146720065509308</c:v>
                </c:pt>
                <c:pt idx="1498">
                  <c:v>0.37698183573531352</c:v>
                </c:pt>
                <c:pt idx="1499">
                  <c:v>0.47648604457411659</c:v>
                </c:pt>
                <c:pt idx="1500">
                  <c:v>0.53970938334916363</c:v>
                </c:pt>
                <c:pt idx="1501">
                  <c:v>0.55092640580525354</c:v>
                </c:pt>
                <c:pt idx="1502">
                  <c:v>0.53313472546256313</c:v>
                </c:pt>
                <c:pt idx="1503">
                  <c:v>0.39218235781123162</c:v>
                </c:pt>
                <c:pt idx="1504">
                  <c:v>0.29821307235246047</c:v>
                </c:pt>
                <c:pt idx="1505">
                  <c:v>0.22350705346242661</c:v>
                </c:pt>
                <c:pt idx="1506">
                  <c:v>0.104570739339266</c:v>
                </c:pt>
                <c:pt idx="1507">
                  <c:v>1.7210327334691411E-2</c:v>
                </c:pt>
                <c:pt idx="1508">
                  <c:v>4.1470735719809507E-3</c:v>
                </c:pt>
                <c:pt idx="1509">
                  <c:v>1.049479646264559</c:v>
                </c:pt>
                <c:pt idx="1510">
                  <c:v>1.1266379058473139</c:v>
                </c:pt>
                <c:pt idx="1511">
                  <c:v>1.435334108116507</c:v>
                </c:pt>
                <c:pt idx="1512">
                  <c:v>1.3213096779711819</c:v>
                </c:pt>
                <c:pt idx="1513">
                  <c:v>1.224327973225678</c:v>
                </c:pt>
                <c:pt idx="1514">
                  <c:v>0.76728961557483488</c:v>
                </c:pt>
                <c:pt idx="1515">
                  <c:v>0.60773025976186057</c:v>
                </c:pt>
                <c:pt idx="1516">
                  <c:v>0.61760676930465963</c:v>
                </c:pt>
                <c:pt idx="1517">
                  <c:v>0.67928155198454443</c:v>
                </c:pt>
                <c:pt idx="1518">
                  <c:v>0.7236138869457549</c:v>
                </c:pt>
                <c:pt idx="1519">
                  <c:v>0.85486745185515411</c:v>
                </c:pt>
                <c:pt idx="1520">
                  <c:v>1.0140956654835109</c:v>
                </c:pt>
                <c:pt idx="1521">
                  <c:v>1.064333007754706</c:v>
                </c:pt>
                <c:pt idx="1522">
                  <c:v>1.1157321449663431</c:v>
                </c:pt>
                <c:pt idx="1523">
                  <c:v>1.5818522794467931</c:v>
                </c:pt>
                <c:pt idx="1524">
                  <c:v>1.775386059107853</c:v>
                </c:pt>
                <c:pt idx="1525">
                  <c:v>1.828505488449675</c:v>
                </c:pt>
                <c:pt idx="1526">
                  <c:v>2.2984190888143519</c:v>
                </c:pt>
                <c:pt idx="1527">
                  <c:v>2.6323543564463909</c:v>
                </c:pt>
                <c:pt idx="1528">
                  <c:v>2.7521027415359121</c:v>
                </c:pt>
                <c:pt idx="1529">
                  <c:v>2.7126269872627522</c:v>
                </c:pt>
                <c:pt idx="1530">
                  <c:v>2.2715134036953128</c:v>
                </c:pt>
                <c:pt idx="1531">
                  <c:v>2.1234462892239572</c:v>
                </c:pt>
                <c:pt idx="1532">
                  <c:v>2.1002487964932781</c:v>
                </c:pt>
                <c:pt idx="1533">
                  <c:v>1.9090918684505931</c:v>
                </c:pt>
                <c:pt idx="1534">
                  <c:v>1.8867226673662101</c:v>
                </c:pt>
                <c:pt idx="1535">
                  <c:v>1.79269125245121</c:v>
                </c:pt>
                <c:pt idx="1536">
                  <c:v>1.0851893177119381</c:v>
                </c:pt>
                <c:pt idx="1537">
                  <c:v>0.53805071097544022</c:v>
                </c:pt>
                <c:pt idx="1538">
                  <c:v>0.57157396508938585</c:v>
                </c:pt>
                <c:pt idx="1539">
                  <c:v>0.79178227279309832</c:v>
                </c:pt>
                <c:pt idx="1540">
                  <c:v>0.97489295151733579</c:v>
                </c:pt>
                <c:pt idx="1541">
                  <c:v>0.99352931421704749</c:v>
                </c:pt>
                <c:pt idx="1542">
                  <c:v>1.033248473801256</c:v>
                </c:pt>
                <c:pt idx="1543">
                  <c:v>1.1032369058763569</c:v>
                </c:pt>
                <c:pt idx="1544">
                  <c:v>1.215409041260179</c:v>
                </c:pt>
                <c:pt idx="1545">
                  <c:v>1.3231443394111619</c:v>
                </c:pt>
                <c:pt idx="1546">
                  <c:v>1.4345591667700841</c:v>
                </c:pt>
                <c:pt idx="1547">
                  <c:v>1.551691669717</c:v>
                </c:pt>
                <c:pt idx="1548">
                  <c:v>1.6191299493343401</c:v>
                </c:pt>
                <c:pt idx="1549">
                  <c:v>1.464633754479693</c:v>
                </c:pt>
                <c:pt idx="1550">
                  <c:v>0.47936551183358728</c:v>
                </c:pt>
                <c:pt idx="1551">
                  <c:v>1.9467097004933619E-3</c:v>
                </c:pt>
                <c:pt idx="1552">
                  <c:v>0.80655477586057178</c:v>
                </c:pt>
                <c:pt idx="1553">
                  <c:v>1.6515383369461061</c:v>
                </c:pt>
                <c:pt idx="1554">
                  <c:v>1.6883048734326029</c:v>
                </c:pt>
                <c:pt idx="1555">
                  <c:v>1.8600495341073271</c:v>
                </c:pt>
                <c:pt idx="1556">
                  <c:v>1.804161181839353</c:v>
                </c:pt>
                <c:pt idx="1557">
                  <c:v>1.2235774833061399</c:v>
                </c:pt>
                <c:pt idx="1558">
                  <c:v>0.86063684243425598</c:v>
                </c:pt>
                <c:pt idx="1559">
                  <c:v>0.84442063002638434</c:v>
                </c:pt>
                <c:pt idx="1560">
                  <c:v>0.67789482393842693</c:v>
                </c:pt>
                <c:pt idx="1561">
                  <c:v>0.63657075531091212</c:v>
                </c:pt>
                <c:pt idx="1562">
                  <c:v>0.68072524124207567</c:v>
                </c:pt>
                <c:pt idx="1563">
                  <c:v>0.80389464290599988</c:v>
                </c:pt>
                <c:pt idx="1564">
                  <c:v>0.95761353343741318</c:v>
                </c:pt>
                <c:pt idx="1565">
                  <c:v>0.99916482858963351</c:v>
                </c:pt>
                <c:pt idx="1566">
                  <c:v>1.117219755125666</c:v>
                </c:pt>
                <c:pt idx="1567">
                  <c:v>1.308465661000259</c:v>
                </c:pt>
                <c:pt idx="1568">
                  <c:v>1.635695485853093</c:v>
                </c:pt>
                <c:pt idx="1569">
                  <c:v>1.776198110298794</c:v>
                </c:pt>
                <c:pt idx="1570">
                  <c:v>1.8241374551110889</c:v>
                </c:pt>
                <c:pt idx="1571">
                  <c:v>1.796945688485494</c:v>
                </c:pt>
                <c:pt idx="1572">
                  <c:v>1.548148125599534</c:v>
                </c:pt>
                <c:pt idx="1573">
                  <c:v>1.503927968846825</c:v>
                </c:pt>
                <c:pt idx="1574">
                  <c:v>1.3592304879579371</c:v>
                </c:pt>
                <c:pt idx="1575">
                  <c:v>1.024244738210208</c:v>
                </c:pt>
                <c:pt idx="1576">
                  <c:v>0.83127868000546878</c:v>
                </c:pt>
                <c:pt idx="1577">
                  <c:v>0.87023143475441178</c:v>
                </c:pt>
                <c:pt idx="1578">
                  <c:v>1.211926024374089</c:v>
                </c:pt>
                <c:pt idx="1579">
                  <c:v>1.4298564585782481</c:v>
                </c:pt>
                <c:pt idx="1580">
                  <c:v>1.482885637479429</c:v>
                </c:pt>
                <c:pt idx="1581">
                  <c:v>1.485365953392993</c:v>
                </c:pt>
                <c:pt idx="1582">
                  <c:v>1.5094501751412639</c:v>
                </c:pt>
                <c:pt idx="1583">
                  <c:v>1.5336272912628639</c:v>
                </c:pt>
                <c:pt idx="1584">
                  <c:v>1.557408250835169</c:v>
                </c:pt>
                <c:pt idx="1585">
                  <c:v>1.58264154345042</c:v>
                </c:pt>
                <c:pt idx="1586">
                  <c:v>1.602681426120163</c:v>
                </c:pt>
                <c:pt idx="1587">
                  <c:v>1.6057191082737019</c:v>
                </c:pt>
                <c:pt idx="1588">
                  <c:v>1.4767469539501521</c:v>
                </c:pt>
                <c:pt idx="1589">
                  <c:v>0.33655016437377522</c:v>
                </c:pt>
                <c:pt idx="1590">
                  <c:v>5.8318050780454484E-3</c:v>
                </c:pt>
                <c:pt idx="1591">
                  <c:v>1.412059102410036</c:v>
                </c:pt>
                <c:pt idx="1592">
                  <c:v>1.4911675200867449</c:v>
                </c:pt>
                <c:pt idx="1593">
                  <c:v>1.6424241308809251</c:v>
                </c:pt>
                <c:pt idx="1594">
                  <c:v>1.7361835981707141</c:v>
                </c:pt>
                <c:pt idx="1595">
                  <c:v>1.769094137022065</c:v>
                </c:pt>
                <c:pt idx="1596">
                  <c:v>2.1081256445977399</c:v>
                </c:pt>
                <c:pt idx="1597">
                  <c:v>2.1833930563099</c:v>
                </c:pt>
                <c:pt idx="1598">
                  <c:v>2.078102555710553</c:v>
                </c:pt>
                <c:pt idx="1599">
                  <c:v>1.527816223123178</c:v>
                </c:pt>
                <c:pt idx="1600">
                  <c:v>1.138457080087339</c:v>
                </c:pt>
                <c:pt idx="1601">
                  <c:v>1.1240251243748429</c:v>
                </c:pt>
                <c:pt idx="1602">
                  <c:v>1.0673198266654591</c:v>
                </c:pt>
                <c:pt idx="1603">
                  <c:v>1.015343259255409</c:v>
                </c:pt>
                <c:pt idx="1604">
                  <c:v>0.97023644627680772</c:v>
                </c:pt>
                <c:pt idx="1605">
                  <c:v>0.96269846269645876</c:v>
                </c:pt>
                <c:pt idx="1606">
                  <c:v>0.9694624279308981</c:v>
                </c:pt>
                <c:pt idx="1607">
                  <c:v>1.03320843239126</c:v>
                </c:pt>
                <c:pt idx="1608">
                  <c:v>1.1594237246284971</c:v>
                </c:pt>
                <c:pt idx="1609">
                  <c:v>1.8888737645401501</c:v>
                </c:pt>
                <c:pt idx="1610">
                  <c:v>2.2361103068390449</c:v>
                </c:pt>
                <c:pt idx="1611">
                  <c:v>2.1901668476960232</c:v>
                </c:pt>
                <c:pt idx="1612">
                  <c:v>1.5986990272618751</c:v>
                </c:pt>
                <c:pt idx="1613">
                  <c:v>1.1867841269369861</c:v>
                </c:pt>
                <c:pt idx="1614">
                  <c:v>1.2109519847741941</c:v>
                </c:pt>
                <c:pt idx="1615">
                  <c:v>1.376330678013959</c:v>
                </c:pt>
                <c:pt idx="1616">
                  <c:v>1.505375380899828</c:v>
                </c:pt>
                <c:pt idx="1617">
                  <c:v>1.613296250095785</c:v>
                </c:pt>
                <c:pt idx="1618">
                  <c:v>1.6969004558243419</c:v>
                </c:pt>
                <c:pt idx="1619">
                  <c:v>2.1819259470638461</c:v>
                </c:pt>
                <c:pt idx="1620">
                  <c:v>2.0292080689078218</c:v>
                </c:pt>
                <c:pt idx="1621">
                  <c:v>1.840693604141971</c:v>
                </c:pt>
                <c:pt idx="1622">
                  <c:v>1.47764776192483</c:v>
                </c:pt>
                <c:pt idx="1623">
                  <c:v>1.4516691498738681</c:v>
                </c:pt>
                <c:pt idx="1624">
                  <c:v>1.1664071537301079</c:v>
                </c:pt>
                <c:pt idx="1625">
                  <c:v>0.99755202117114017</c:v>
                </c:pt>
                <c:pt idx="1626">
                  <c:v>0.81705414305604218</c:v>
                </c:pt>
                <c:pt idx="1627">
                  <c:v>1.097214475744044E-3</c:v>
                </c:pt>
                <c:pt idx="1628">
                  <c:v>0.77752271059979083</c:v>
                </c:pt>
                <c:pt idx="1629">
                  <c:v>1.1968652948927261</c:v>
                </c:pt>
                <c:pt idx="1630">
                  <c:v>1.2963287350038979</c:v>
                </c:pt>
                <c:pt idx="1631">
                  <c:v>1.91995813479209</c:v>
                </c:pt>
                <c:pt idx="1632">
                  <c:v>2.066539969201036</c:v>
                </c:pt>
                <c:pt idx="1633">
                  <c:v>1.935249284935731</c:v>
                </c:pt>
                <c:pt idx="1634">
                  <c:v>1.3961186737806079</c:v>
                </c:pt>
                <c:pt idx="1635">
                  <c:v>1.238512661366739</c:v>
                </c:pt>
                <c:pt idx="1636">
                  <c:v>1.2383666839174849</c:v>
                </c:pt>
                <c:pt idx="1637">
                  <c:v>1.236799639873478</c:v>
                </c:pt>
                <c:pt idx="1638">
                  <c:v>1.2349664848267909</c:v>
                </c:pt>
                <c:pt idx="1639">
                  <c:v>1.2347718095971489</c:v>
                </c:pt>
                <c:pt idx="1640">
                  <c:v>1.1620792915649809</c:v>
                </c:pt>
                <c:pt idx="1641">
                  <c:v>0.69293393259410963</c:v>
                </c:pt>
                <c:pt idx="1642">
                  <c:v>0.73063680480535209</c:v>
                </c:pt>
                <c:pt idx="1643">
                  <c:v>0.81714827645435095</c:v>
                </c:pt>
                <c:pt idx="1644">
                  <c:v>0.90746938764501439</c:v>
                </c:pt>
                <c:pt idx="1645">
                  <c:v>1.014291680393288</c:v>
                </c:pt>
                <c:pt idx="1646">
                  <c:v>1.0270889388974129</c:v>
                </c:pt>
                <c:pt idx="1647">
                  <c:v>1.131372623429586</c:v>
                </c:pt>
                <c:pt idx="1648">
                  <c:v>1.159684159015272</c:v>
                </c:pt>
                <c:pt idx="1649">
                  <c:v>1.1796165047491169</c:v>
                </c:pt>
                <c:pt idx="1650">
                  <c:v>1.33637770449587</c:v>
                </c:pt>
                <c:pt idx="1651">
                  <c:v>1.4194587886373351</c:v>
                </c:pt>
                <c:pt idx="1652">
                  <c:v>1.4403999201685189</c:v>
                </c:pt>
                <c:pt idx="1653">
                  <c:v>1.523193566443378</c:v>
                </c:pt>
                <c:pt idx="1654">
                  <c:v>1.7548504774949509</c:v>
                </c:pt>
                <c:pt idx="1655">
                  <c:v>1.9871926845015011</c:v>
                </c:pt>
                <c:pt idx="1656">
                  <c:v>2.216850237245648</c:v>
                </c:pt>
                <c:pt idx="1657">
                  <c:v>2.3044913515577141</c:v>
                </c:pt>
                <c:pt idx="1658">
                  <c:v>2.126767269362698</c:v>
                </c:pt>
                <c:pt idx="1659">
                  <c:v>2.023366672562239</c:v>
                </c:pt>
                <c:pt idx="1660">
                  <c:v>1.768830937198334</c:v>
                </c:pt>
                <c:pt idx="1661">
                  <c:v>1.5246880872302999</c:v>
                </c:pt>
                <c:pt idx="1662">
                  <c:v>1.269846115832632</c:v>
                </c:pt>
                <c:pt idx="1663">
                  <c:v>1.0962179405892121</c:v>
                </c:pt>
                <c:pt idx="1664">
                  <c:v>1.0565566140427349</c:v>
                </c:pt>
                <c:pt idx="1665">
                  <c:v>0.29911425034278261</c:v>
                </c:pt>
                <c:pt idx="1666">
                  <c:v>9.4897999306837923E-3</c:v>
                </c:pt>
                <c:pt idx="1667">
                  <c:v>0.3243554166699657</c:v>
                </c:pt>
                <c:pt idx="1668">
                  <c:v>1.2365073123905399</c:v>
                </c:pt>
                <c:pt idx="1669">
                  <c:v>1.183957591405395</c:v>
                </c:pt>
                <c:pt idx="1670">
                  <c:v>0.79759737072074133</c:v>
                </c:pt>
                <c:pt idx="1671">
                  <c:v>0.80266720520130797</c:v>
                </c:pt>
                <c:pt idx="1672">
                  <c:v>0.85876851189211556</c:v>
                </c:pt>
                <c:pt idx="1673">
                  <c:v>0.89347176922738358</c:v>
                </c:pt>
                <c:pt idx="1674">
                  <c:v>0.94690073794187446</c:v>
                </c:pt>
                <c:pt idx="1675">
                  <c:v>1.231197332954262</c:v>
                </c:pt>
                <c:pt idx="1676">
                  <c:v>1.36198253322076</c:v>
                </c:pt>
                <c:pt idx="1677">
                  <c:v>1.3828043533343839</c:v>
                </c:pt>
                <c:pt idx="1678">
                  <c:v>1.3656346136988819</c:v>
                </c:pt>
                <c:pt idx="1679">
                  <c:v>1.2215030754774849</c:v>
                </c:pt>
                <c:pt idx="1680">
                  <c:v>1.192483383798695</c:v>
                </c:pt>
                <c:pt idx="1681">
                  <c:v>1.377140059397131</c:v>
                </c:pt>
                <c:pt idx="1682">
                  <c:v>1.7022910082728751</c:v>
                </c:pt>
                <c:pt idx="1683">
                  <c:v>1.8176110650592121</c:v>
                </c:pt>
                <c:pt idx="1684">
                  <c:v>1.7767141314053081</c:v>
                </c:pt>
                <c:pt idx="1685">
                  <c:v>1.5761625609404351</c:v>
                </c:pt>
                <c:pt idx="1686">
                  <c:v>1.3957165251636841</c:v>
                </c:pt>
                <c:pt idx="1687">
                  <c:v>1.370218154982614</c:v>
                </c:pt>
                <c:pt idx="1688">
                  <c:v>1.336061697163182</c:v>
                </c:pt>
                <c:pt idx="1689">
                  <c:v>1.0599084322583869</c:v>
                </c:pt>
                <c:pt idx="1690">
                  <c:v>0.95332290595916569</c:v>
                </c:pt>
                <c:pt idx="1691">
                  <c:v>0.94915474990489646</c:v>
                </c:pt>
                <c:pt idx="1692">
                  <c:v>0.91108273694950248</c:v>
                </c:pt>
                <c:pt idx="1693">
                  <c:v>0.8855675774414653</c:v>
                </c:pt>
                <c:pt idx="1694">
                  <c:v>0.90600902023760932</c:v>
                </c:pt>
                <c:pt idx="1695">
                  <c:v>0.9510687354784505</c:v>
                </c:pt>
                <c:pt idx="1696">
                  <c:v>2.078456651424168</c:v>
                </c:pt>
                <c:pt idx="1697">
                  <c:v>2.0622079867506549</c:v>
                </c:pt>
                <c:pt idx="1698">
                  <c:v>1.9790444009454751</c:v>
                </c:pt>
                <c:pt idx="1699">
                  <c:v>1.895346360958247</c:v>
                </c:pt>
                <c:pt idx="1700">
                  <c:v>1.793625268413106</c:v>
                </c:pt>
                <c:pt idx="1701">
                  <c:v>1.72930339321881</c:v>
                </c:pt>
                <c:pt idx="1702">
                  <c:v>1.706411148677627</c:v>
                </c:pt>
                <c:pt idx="1703">
                  <c:v>1.657382751113391</c:v>
                </c:pt>
                <c:pt idx="1704">
                  <c:v>1.507409465168472</c:v>
                </c:pt>
                <c:pt idx="1705">
                  <c:v>1.397833902496785</c:v>
                </c:pt>
                <c:pt idx="1706">
                  <c:v>1.323411633667724</c:v>
                </c:pt>
                <c:pt idx="1707">
                  <c:v>1.2211346705396411</c:v>
                </c:pt>
                <c:pt idx="1708">
                  <c:v>0.53228826577521338</c:v>
                </c:pt>
                <c:pt idx="1709">
                  <c:v>3.3982742750549399E-3</c:v>
                </c:pt>
                <c:pt idx="1710">
                  <c:v>0.12955131973568121</c:v>
                </c:pt>
                <c:pt idx="1711">
                  <c:v>1.4804474922204029</c:v>
                </c:pt>
                <c:pt idx="1712">
                  <c:v>1.496974310630049</c:v>
                </c:pt>
                <c:pt idx="1713">
                  <c:v>1.5749234498812441</c:v>
                </c:pt>
                <c:pt idx="1714">
                  <c:v>1.594999657314415</c:v>
                </c:pt>
                <c:pt idx="1715">
                  <c:v>1.8022267957069731</c:v>
                </c:pt>
                <c:pt idx="1716">
                  <c:v>1.9923033437519979</c:v>
                </c:pt>
                <c:pt idx="1717">
                  <c:v>1.5662127267396151</c:v>
                </c:pt>
                <c:pt idx="1718">
                  <c:v>0.97842175576846757</c:v>
                </c:pt>
                <c:pt idx="1719">
                  <c:v>0.8648769423982211</c:v>
                </c:pt>
                <c:pt idx="1720">
                  <c:v>1.072212220612589</c:v>
                </c:pt>
                <c:pt idx="1721">
                  <c:v>1.282549777747277</c:v>
                </c:pt>
                <c:pt idx="1722">
                  <c:v>1.3278644979471541</c:v>
                </c:pt>
                <c:pt idx="1723">
                  <c:v>1.3107531121666991</c:v>
                </c:pt>
                <c:pt idx="1724">
                  <c:v>1.1056726102872221</c:v>
                </c:pt>
                <c:pt idx="1725">
                  <c:v>0.98563419519173656</c:v>
                </c:pt>
                <c:pt idx="1726">
                  <c:v>0.99059702419639706</c:v>
                </c:pt>
                <c:pt idx="1727">
                  <c:v>1.035406659076038</c:v>
                </c:pt>
                <c:pt idx="1728">
                  <c:v>1.072915547413908</c:v>
                </c:pt>
                <c:pt idx="1729">
                  <c:v>1.078604660586872</c:v>
                </c:pt>
                <c:pt idx="1730">
                  <c:v>1.0510275492568979</c:v>
                </c:pt>
                <c:pt idx="1731">
                  <c:v>0.76270683477797752</c:v>
                </c:pt>
                <c:pt idx="1732">
                  <c:v>0.68801684892200021</c:v>
                </c:pt>
                <c:pt idx="1733">
                  <c:v>0.79739999770723557</c:v>
                </c:pt>
                <c:pt idx="1734">
                  <c:v>1.744886215457033</c:v>
                </c:pt>
                <c:pt idx="1735">
                  <c:v>1.7097852092168371</c:v>
                </c:pt>
                <c:pt idx="1736">
                  <c:v>1.6014177910212311</c:v>
                </c:pt>
                <c:pt idx="1737">
                  <c:v>1.491156551093596</c:v>
                </c:pt>
                <c:pt idx="1738">
                  <c:v>1.3832495274914669</c:v>
                </c:pt>
                <c:pt idx="1739">
                  <c:v>1.286682577812333</c:v>
                </c:pt>
                <c:pt idx="1740">
                  <c:v>1.2180233770015669</c:v>
                </c:pt>
                <c:pt idx="1741">
                  <c:v>1.204294232515827</c:v>
                </c:pt>
                <c:pt idx="1742">
                  <c:v>1.131797451557083</c:v>
                </c:pt>
                <c:pt idx="1743">
                  <c:v>1.014142450892942</c:v>
                </c:pt>
                <c:pt idx="1744">
                  <c:v>0.99568461075066006</c:v>
                </c:pt>
                <c:pt idx="1745">
                  <c:v>0.90913082503736808</c:v>
                </c:pt>
                <c:pt idx="1746">
                  <c:v>0.24236577231350179</c:v>
                </c:pt>
                <c:pt idx="1747">
                  <c:v>4.6991937840104537E-3</c:v>
                </c:pt>
                <c:pt idx="1748">
                  <c:v>1.5646476481798419</c:v>
                </c:pt>
                <c:pt idx="1749">
                  <c:v>1.8219144151933351</c:v>
                </c:pt>
                <c:pt idx="1750">
                  <c:v>2.2696999220974301</c:v>
                </c:pt>
                <c:pt idx="1751">
                  <c:v>2.341844114410943</c:v>
                </c:pt>
                <c:pt idx="1752">
                  <c:v>2.299906633316652</c:v>
                </c:pt>
                <c:pt idx="1753">
                  <c:v>2.0781545621919988</c:v>
                </c:pt>
                <c:pt idx="1754">
                  <c:v>1.87655492009389</c:v>
                </c:pt>
                <c:pt idx="1755">
                  <c:v>1.7927497281207441</c:v>
                </c:pt>
                <c:pt idx="1756">
                  <c:v>1.648372070233769</c:v>
                </c:pt>
                <c:pt idx="1757">
                  <c:v>1.009557339546475</c:v>
                </c:pt>
                <c:pt idx="1758">
                  <c:v>0.58201409641052748</c:v>
                </c:pt>
                <c:pt idx="1759">
                  <c:v>0.59120564972465151</c:v>
                </c:pt>
                <c:pt idx="1760">
                  <c:v>0.62161007655108602</c:v>
                </c:pt>
                <c:pt idx="1761">
                  <c:v>0.69018954617378991</c:v>
                </c:pt>
                <c:pt idx="1762">
                  <c:v>0.69745336404030556</c:v>
                </c:pt>
                <c:pt idx="1763">
                  <c:v>0.76333050039314354</c:v>
                </c:pt>
                <c:pt idx="1764">
                  <c:v>1.3737977595112369</c:v>
                </c:pt>
                <c:pt idx="1765">
                  <c:v>1.530377820805719</c:v>
                </c:pt>
                <c:pt idx="1766">
                  <c:v>1.5422968018032031</c:v>
                </c:pt>
                <c:pt idx="1767">
                  <c:v>1.67833278607289</c:v>
                </c:pt>
                <c:pt idx="1768">
                  <c:v>1.7759148187915761</c:v>
                </c:pt>
                <c:pt idx="1769">
                  <c:v>1.740829878411587</c:v>
                </c:pt>
                <c:pt idx="1770">
                  <c:v>1.4366224012525519</c:v>
                </c:pt>
                <c:pt idx="1771">
                  <c:v>1.1235258192381481</c:v>
                </c:pt>
                <c:pt idx="1772">
                  <c:v>1.099122878295181</c:v>
                </c:pt>
                <c:pt idx="1773">
                  <c:v>0.95620654880681955</c:v>
                </c:pt>
                <c:pt idx="1774">
                  <c:v>0.89959178249766658</c:v>
                </c:pt>
                <c:pt idx="1775">
                  <c:v>0.89955172694137553</c:v>
                </c:pt>
                <c:pt idx="1776">
                  <c:v>0.89920756600451279</c:v>
                </c:pt>
                <c:pt idx="1777">
                  <c:v>0.89885715177887271</c:v>
                </c:pt>
                <c:pt idx="1778">
                  <c:v>0.89840757900669033</c:v>
                </c:pt>
                <c:pt idx="1779">
                  <c:v>0.92428422781210307</c:v>
                </c:pt>
                <c:pt idx="1780">
                  <c:v>1.102463438157945</c:v>
                </c:pt>
                <c:pt idx="1781">
                  <c:v>1.401960688852083</c:v>
                </c:pt>
                <c:pt idx="1782">
                  <c:v>1.4229426305737609</c:v>
                </c:pt>
                <c:pt idx="1783">
                  <c:v>0.66101630748470164</c:v>
                </c:pt>
                <c:pt idx="1784">
                  <c:v>0.20392121280060199</c:v>
                </c:pt>
                <c:pt idx="1785">
                  <c:v>1.2498794903630411E-2</c:v>
                </c:pt>
                <c:pt idx="1786">
                  <c:v>1.143864853043123</c:v>
                </c:pt>
                <c:pt idx="1787">
                  <c:v>1.9494481381769999</c:v>
                </c:pt>
                <c:pt idx="1788">
                  <c:v>1.6212089773383671</c:v>
                </c:pt>
                <c:pt idx="1789">
                  <c:v>1.6146084582338589</c:v>
                </c:pt>
                <c:pt idx="1790">
                  <c:v>1.610411360737575</c:v>
                </c:pt>
                <c:pt idx="1791">
                  <c:v>1.517488021149991</c:v>
                </c:pt>
                <c:pt idx="1792">
                  <c:v>1.4749350556064571</c:v>
                </c:pt>
                <c:pt idx="1793">
                  <c:v>1.467649331496355</c:v>
                </c:pt>
                <c:pt idx="1794">
                  <c:v>1.4299855638233889</c:v>
                </c:pt>
                <c:pt idx="1795">
                  <c:v>1.0007132207225149</c:v>
                </c:pt>
                <c:pt idx="1796">
                  <c:v>0.92714645228023718</c:v>
                </c:pt>
                <c:pt idx="1797">
                  <c:v>0.92954438476256418</c:v>
                </c:pt>
                <c:pt idx="1798">
                  <c:v>0.95746183820377784</c:v>
                </c:pt>
                <c:pt idx="1799">
                  <c:v>0.97050774985574428</c:v>
                </c:pt>
                <c:pt idx="1800">
                  <c:v>0.97414682085011139</c:v>
                </c:pt>
                <c:pt idx="1801">
                  <c:v>1.0215182543087431</c:v>
                </c:pt>
                <c:pt idx="1802">
                  <c:v>1.0593565094915609</c:v>
                </c:pt>
                <c:pt idx="1803">
                  <c:v>1.083095426601461</c:v>
                </c:pt>
                <c:pt idx="1804">
                  <c:v>1.100350479773724</c:v>
                </c:pt>
                <c:pt idx="1805">
                  <c:v>1.1236408818852159</c:v>
                </c:pt>
                <c:pt idx="1806">
                  <c:v>1.173014266302437</c:v>
                </c:pt>
                <c:pt idx="1807">
                  <c:v>1.300270669844894</c:v>
                </c:pt>
                <c:pt idx="1808">
                  <c:v>1.9446448559722309</c:v>
                </c:pt>
                <c:pt idx="1809">
                  <c:v>2.277276949873333</c:v>
                </c:pt>
                <c:pt idx="1810">
                  <c:v>2.3804209229560169</c:v>
                </c:pt>
                <c:pt idx="1811">
                  <c:v>2.4424912414250279</c:v>
                </c:pt>
                <c:pt idx="1812">
                  <c:v>3.342613639450656</c:v>
                </c:pt>
                <c:pt idx="1813">
                  <c:v>3.417705765552403</c:v>
                </c:pt>
                <c:pt idx="1814">
                  <c:v>3.343238438740987</c:v>
                </c:pt>
                <c:pt idx="1815">
                  <c:v>2.874720995501014</c:v>
                </c:pt>
                <c:pt idx="1816">
                  <c:v>2.4079971829719979</c:v>
                </c:pt>
                <c:pt idx="1817">
                  <c:v>1.918582183487884</c:v>
                </c:pt>
                <c:pt idx="1818">
                  <c:v>1.544001752580626</c:v>
                </c:pt>
                <c:pt idx="1819">
                  <c:v>1.3814819885405021</c:v>
                </c:pt>
                <c:pt idx="1820">
                  <c:v>1.1656417047277099</c:v>
                </c:pt>
                <c:pt idx="1821">
                  <c:v>1.100004135470853</c:v>
                </c:pt>
                <c:pt idx="1822">
                  <c:v>0.93228256728137859</c:v>
                </c:pt>
                <c:pt idx="1823">
                  <c:v>0.56460059801405138</c:v>
                </c:pt>
                <c:pt idx="1824">
                  <c:v>7.3609003702554743E-2</c:v>
                </c:pt>
                <c:pt idx="1825">
                  <c:v>8.9535763858306049E-3</c:v>
                </c:pt>
                <c:pt idx="1826">
                  <c:v>1.0271415213301081</c:v>
                </c:pt>
                <c:pt idx="1827">
                  <c:v>1.594217044986814</c:v>
                </c:pt>
                <c:pt idx="1828">
                  <c:v>1.6471337574882181</c:v>
                </c:pt>
                <c:pt idx="1829">
                  <c:v>1.82261348564645</c:v>
                </c:pt>
                <c:pt idx="1830">
                  <c:v>1.845762090504554</c:v>
                </c:pt>
                <c:pt idx="1831">
                  <c:v>1.9667326860789811</c:v>
                </c:pt>
                <c:pt idx="1832">
                  <c:v>2.0873305299453819</c:v>
                </c:pt>
                <c:pt idx="1833">
                  <c:v>2.1558209420835892</c:v>
                </c:pt>
                <c:pt idx="1834">
                  <c:v>2.0594408741709622</c:v>
                </c:pt>
                <c:pt idx="1835">
                  <c:v>1.149507117974073</c:v>
                </c:pt>
                <c:pt idx="1836">
                  <c:v>0.74775187997890946</c:v>
                </c:pt>
                <c:pt idx="1837">
                  <c:v>0.74877953211786852</c:v>
                </c:pt>
                <c:pt idx="1838">
                  <c:v>0.75491580500432232</c:v>
                </c:pt>
                <c:pt idx="1839">
                  <c:v>0.75583358838947312</c:v>
                </c:pt>
                <c:pt idx="1840">
                  <c:v>0.76642002825752853</c:v>
                </c:pt>
                <c:pt idx="1841">
                  <c:v>0.82423669705569202</c:v>
                </c:pt>
                <c:pt idx="1842">
                  <c:v>0.85744224298220462</c:v>
                </c:pt>
                <c:pt idx="1843">
                  <c:v>0.8681862627821717</c:v>
                </c:pt>
                <c:pt idx="1844">
                  <c:v>0.98872216802991542</c:v>
                </c:pt>
                <c:pt idx="1845">
                  <c:v>1.0949168155012989</c:v>
                </c:pt>
                <c:pt idx="1846">
                  <c:v>1.1103256880161909</c:v>
                </c:pt>
                <c:pt idx="1847">
                  <c:v>1.1167570539834331</c:v>
                </c:pt>
                <c:pt idx="1848">
                  <c:v>1.177226887295663</c:v>
                </c:pt>
                <c:pt idx="1849">
                  <c:v>1.1924691883641081</c:v>
                </c:pt>
                <c:pt idx="1850">
                  <c:v>1.587430929802907</c:v>
                </c:pt>
                <c:pt idx="1851">
                  <c:v>2.7201453423863118</c:v>
                </c:pt>
                <c:pt idx="1852">
                  <c:v>3.6426971170661622</c:v>
                </c:pt>
                <c:pt idx="1853">
                  <c:v>3.5668696990349198</c:v>
                </c:pt>
                <c:pt idx="1854">
                  <c:v>3.152561887811693</c:v>
                </c:pt>
                <c:pt idx="1855">
                  <c:v>2.1583475472585021</c:v>
                </c:pt>
                <c:pt idx="1856">
                  <c:v>1.6029162458290149</c:v>
                </c:pt>
                <c:pt idx="1857">
                  <c:v>1.3122199986015759</c:v>
                </c:pt>
                <c:pt idx="1858">
                  <c:v>1.256260650569843</c:v>
                </c:pt>
                <c:pt idx="1859">
                  <c:v>0.88324551504058846</c:v>
                </c:pt>
                <c:pt idx="1860">
                  <c:v>0.62533909713121849</c:v>
                </c:pt>
                <c:pt idx="1861">
                  <c:v>0.5828627720645807</c:v>
                </c:pt>
                <c:pt idx="1862">
                  <c:v>0.64578542345497092</c:v>
                </c:pt>
                <c:pt idx="1863">
                  <c:v>0.88450115970997722</c:v>
                </c:pt>
                <c:pt idx="1864">
                  <c:v>1.1411373607623341</c:v>
                </c:pt>
                <c:pt idx="1865">
                  <c:v>1.0248110148069509</c:v>
                </c:pt>
                <c:pt idx="1866">
                  <c:v>0.38068219981938461</c:v>
                </c:pt>
                <c:pt idx="1867">
                  <c:v>4.6701995062545807E-3</c:v>
                </c:pt>
                <c:pt idx="1868">
                  <c:v>0.37009971396232377</c:v>
                </c:pt>
                <c:pt idx="1869">
                  <c:v>0.6112375374774599</c:v>
                </c:pt>
                <c:pt idx="1870">
                  <c:v>1.3851637167172639</c:v>
                </c:pt>
                <c:pt idx="1871">
                  <c:v>1.458795646895227</c:v>
                </c:pt>
                <c:pt idx="1872">
                  <c:v>1.678574718577704</c:v>
                </c:pt>
                <c:pt idx="1873">
                  <c:v>1.99946360547654</c:v>
                </c:pt>
                <c:pt idx="1874">
                  <c:v>1.9370295837820839</c:v>
                </c:pt>
                <c:pt idx="1875">
                  <c:v>1.6370037758003411</c:v>
                </c:pt>
                <c:pt idx="1876">
                  <c:v>1.477382936568179</c:v>
                </c:pt>
                <c:pt idx="1877">
                  <c:v>1.461029220584658</c:v>
                </c:pt>
                <c:pt idx="1878">
                  <c:v>1.3032325488089631</c:v>
                </c:pt>
                <c:pt idx="1879">
                  <c:v>1.29019614569272</c:v>
                </c:pt>
                <c:pt idx="1880">
                  <c:v>1.2481836643215201</c:v>
                </c:pt>
                <c:pt idx="1881">
                  <c:v>0.6868325923321783</c:v>
                </c:pt>
                <c:pt idx="1882">
                  <c:v>0.53995495325743725</c:v>
                </c:pt>
                <c:pt idx="1883">
                  <c:v>0.5447541243627303</c:v>
                </c:pt>
                <c:pt idx="1884">
                  <c:v>0.58021847737839727</c:v>
                </c:pt>
                <c:pt idx="1885">
                  <c:v>0.60175934185842206</c:v>
                </c:pt>
                <c:pt idx="1886">
                  <c:v>0.60545216199240148</c:v>
                </c:pt>
                <c:pt idx="1887">
                  <c:v>0.70682901298280976</c:v>
                </c:pt>
                <c:pt idx="1888">
                  <c:v>1.507924266477169</c:v>
                </c:pt>
                <c:pt idx="1889">
                  <c:v>1.577643141501744</c:v>
                </c:pt>
                <c:pt idx="1890">
                  <c:v>1.510292488197458</c:v>
                </c:pt>
                <c:pt idx="1891">
                  <c:v>1.380135376590039</c:v>
                </c:pt>
                <c:pt idx="1892">
                  <c:v>1.2137831356790361</c:v>
                </c:pt>
                <c:pt idx="1893">
                  <c:v>1.0454995490232151</c:v>
                </c:pt>
                <c:pt idx="1894">
                  <c:v>0.86049523599071698</c:v>
                </c:pt>
                <c:pt idx="1895">
                  <c:v>0.86538315610898664</c:v>
                </c:pt>
                <c:pt idx="1896">
                  <c:v>0.88141866563347726</c:v>
                </c:pt>
                <c:pt idx="1897">
                  <c:v>0.98711937088371027</c:v>
                </c:pt>
                <c:pt idx="1898">
                  <c:v>1.0013565161121341</c:v>
                </c:pt>
                <c:pt idx="1899">
                  <c:v>1.0718558810554419</c:v>
                </c:pt>
                <c:pt idx="1900">
                  <c:v>1.115407491445958</c:v>
                </c:pt>
                <c:pt idx="1901">
                  <c:v>1.217443431685014</c:v>
                </c:pt>
                <c:pt idx="1902">
                  <c:v>1.289122662459919</c:v>
                </c:pt>
                <c:pt idx="1903">
                  <c:v>1.3005566102304751</c:v>
                </c:pt>
                <c:pt idx="1904">
                  <c:v>0.764128486606798</c:v>
                </c:pt>
                <c:pt idx="1905">
                  <c:v>3.4230138805500909E-2</c:v>
                </c:pt>
                <c:pt idx="1906">
                  <c:v>0.36813508180241977</c:v>
                </c:pt>
                <c:pt idx="1907">
                  <c:v>0.34762651154154489</c:v>
                </c:pt>
                <c:pt idx="1908">
                  <c:v>0.24523152533734521</c:v>
                </c:pt>
                <c:pt idx="1909">
                  <c:v>0.20497179453735201</c:v>
                </c:pt>
                <c:pt idx="1910">
                  <c:v>0.2078550054209542</c:v>
                </c:pt>
                <c:pt idx="1911">
                  <c:v>0.23580198454761209</c:v>
                </c:pt>
                <c:pt idx="1912">
                  <c:v>0.25588067526642938</c:v>
                </c:pt>
                <c:pt idx="1913">
                  <c:v>0.28064343894206811</c:v>
                </c:pt>
                <c:pt idx="1914">
                  <c:v>0.47377576559601042</c:v>
                </c:pt>
                <c:pt idx="1915">
                  <c:v>0.49463664855621542</c:v>
                </c:pt>
                <c:pt idx="1916">
                  <c:v>0.55979807561210637</c:v>
                </c:pt>
                <c:pt idx="1917">
                  <c:v>0.81443274310106528</c:v>
                </c:pt>
                <c:pt idx="1918">
                  <c:v>0.61594958780567444</c:v>
                </c:pt>
                <c:pt idx="1919">
                  <c:v>0.29937607852230003</c:v>
                </c:pt>
                <c:pt idx="1920">
                  <c:v>0.18958129676486521</c:v>
                </c:pt>
                <c:pt idx="1921">
                  <c:v>0.5295540474492324</c:v>
                </c:pt>
                <c:pt idx="1922">
                  <c:v>1.134714937033322</c:v>
                </c:pt>
                <c:pt idx="1923">
                  <c:v>2.154968666440563</c:v>
                </c:pt>
                <c:pt idx="1924">
                  <c:v>2.2677293147137321</c:v>
                </c:pt>
                <c:pt idx="1925">
                  <c:v>2.566106389634045</c:v>
                </c:pt>
                <c:pt idx="1926">
                  <c:v>4.4559771235650532</c:v>
                </c:pt>
                <c:pt idx="1927">
                  <c:v>5.3975205698544544</c:v>
                </c:pt>
                <c:pt idx="1928">
                  <c:v>5.1104216114407119</c:v>
                </c:pt>
                <c:pt idx="1929">
                  <c:v>4.076595711908209</c:v>
                </c:pt>
                <c:pt idx="1930">
                  <c:v>3.0296747772974579</c:v>
                </c:pt>
                <c:pt idx="1931">
                  <c:v>1.573785824089134</c:v>
                </c:pt>
                <c:pt idx="1932">
                  <c:v>0.98664784301273045</c:v>
                </c:pt>
                <c:pt idx="1933">
                  <c:v>1.0038041979836501</c:v>
                </c:pt>
                <c:pt idx="1934">
                  <c:v>1.1722180829543161</c:v>
                </c:pt>
                <c:pt idx="1935">
                  <c:v>1.2302349534520589</c:v>
                </c:pt>
                <c:pt idx="1936">
                  <c:v>1.309796105002172</c:v>
                </c:pt>
                <c:pt idx="1937">
                  <c:v>1.827173402762917</c:v>
                </c:pt>
                <c:pt idx="1938">
                  <c:v>2.3353964952374708</c:v>
                </c:pt>
                <c:pt idx="1939">
                  <c:v>2.730934767829281</c:v>
                </c:pt>
                <c:pt idx="1940">
                  <c:v>2.8596834943941531</c:v>
                </c:pt>
                <c:pt idx="1941">
                  <c:v>2.5827587076780611</c:v>
                </c:pt>
                <c:pt idx="1942">
                  <c:v>1.190620184056205E-2</c:v>
                </c:pt>
                <c:pt idx="1943">
                  <c:v>0.55873520145106925</c:v>
                </c:pt>
                <c:pt idx="1944">
                  <c:v>0.81151293439070371</c:v>
                </c:pt>
                <c:pt idx="1945">
                  <c:v>0.94524358458042312</c:v>
                </c:pt>
                <c:pt idx="1946">
                  <c:v>1.1108596260282839</c:v>
                </c:pt>
                <c:pt idx="1947">
                  <c:v>1.277327511185482</c:v>
                </c:pt>
                <c:pt idx="1948">
                  <c:v>1.2583666375264051</c:v>
                </c:pt>
                <c:pt idx="1949">
                  <c:v>1.179161756377173</c:v>
                </c:pt>
                <c:pt idx="1950">
                  <c:v>0.78620240438555689</c:v>
                </c:pt>
                <c:pt idx="1951">
                  <c:v>0.71189807094200619</c:v>
                </c:pt>
                <c:pt idx="1952">
                  <c:v>0.8354930272977581</c:v>
                </c:pt>
                <c:pt idx="1953">
                  <c:v>2.989500989920042</c:v>
                </c:pt>
                <c:pt idx="1954">
                  <c:v>3.0442018960675061</c:v>
                </c:pt>
                <c:pt idx="1955">
                  <c:v>3.0150170635531799</c:v>
                </c:pt>
                <c:pt idx="1956">
                  <c:v>2.729416771055023</c:v>
                </c:pt>
                <c:pt idx="1957">
                  <c:v>2.331330301336759</c:v>
                </c:pt>
                <c:pt idx="1958">
                  <c:v>2.295042487688232</c:v>
                </c:pt>
                <c:pt idx="1959">
                  <c:v>2.40479434908959</c:v>
                </c:pt>
                <c:pt idx="1960">
                  <c:v>3.138364548374458</c:v>
                </c:pt>
                <c:pt idx="1961">
                  <c:v>3.3576681369654691</c:v>
                </c:pt>
                <c:pt idx="1962">
                  <c:v>3.2836367501444341</c:v>
                </c:pt>
                <c:pt idx="1963">
                  <c:v>2.2176877602123142</c:v>
                </c:pt>
                <c:pt idx="1964">
                  <c:v>1.8329991628516951</c:v>
                </c:pt>
                <c:pt idx="1965">
                  <c:v>1.80843705551032</c:v>
                </c:pt>
                <c:pt idx="1966">
                  <c:v>1.641522450039238</c:v>
                </c:pt>
                <c:pt idx="1967">
                  <c:v>1.5323360250843689</c:v>
                </c:pt>
                <c:pt idx="1968">
                  <c:v>1.546676891854277</c:v>
                </c:pt>
                <c:pt idx="1969">
                  <c:v>1.580153136076931</c:v>
                </c:pt>
                <c:pt idx="1970">
                  <c:v>1.6642499556402499</c:v>
                </c:pt>
                <c:pt idx="1971">
                  <c:v>1.7846300392142089</c:v>
                </c:pt>
                <c:pt idx="1972">
                  <c:v>1.941382272795894</c:v>
                </c:pt>
                <c:pt idx="1973">
                  <c:v>1.9711253051409221</c:v>
                </c:pt>
                <c:pt idx="1974">
                  <c:v>1.6467458567040529</c:v>
                </c:pt>
                <c:pt idx="1975">
                  <c:v>1.306092469202268</c:v>
                </c:pt>
                <c:pt idx="1976">
                  <c:v>0.97755080675230976</c:v>
                </c:pt>
                <c:pt idx="1977">
                  <c:v>0.92414102235534468</c:v>
                </c:pt>
                <c:pt idx="1978">
                  <c:v>1.4636713710136</c:v>
                </c:pt>
                <c:pt idx="1979">
                  <c:v>2.6040409220557121</c:v>
                </c:pt>
                <c:pt idx="1980">
                  <c:v>2.9967191558190001</c:v>
                </c:pt>
                <c:pt idx="1981">
                  <c:v>2.9670380976708328</c:v>
                </c:pt>
                <c:pt idx="1982">
                  <c:v>2.818329043542084</c:v>
                </c:pt>
                <c:pt idx="1983">
                  <c:v>2.657930724226484</c:v>
                </c:pt>
                <c:pt idx="1984">
                  <c:v>2.5439024486010848</c:v>
                </c:pt>
                <c:pt idx="1985">
                  <c:v>2.524999365476019</c:v>
                </c:pt>
                <c:pt idx="1986">
                  <c:v>2.361295974570047</c:v>
                </c:pt>
                <c:pt idx="1987">
                  <c:v>7.3113412700934284E-3</c:v>
                </c:pt>
                <c:pt idx="1988">
                  <c:v>0.27698646930746418</c:v>
                </c:pt>
                <c:pt idx="1989">
                  <c:v>1.956131779812722</c:v>
                </c:pt>
                <c:pt idx="1990">
                  <c:v>1.9512597558779601</c:v>
                </c:pt>
                <c:pt idx="1991">
                  <c:v>1.9174512637002319</c:v>
                </c:pt>
                <c:pt idx="1992">
                  <c:v>1.9035506600847361</c:v>
                </c:pt>
                <c:pt idx="1993">
                  <c:v>1.8839996810063819</c:v>
                </c:pt>
                <c:pt idx="1994">
                  <c:v>1.595983770691618</c:v>
                </c:pt>
                <c:pt idx="1995">
                  <c:v>1.4720576762167861</c:v>
                </c:pt>
                <c:pt idx="1996">
                  <c:v>1.6863384507695469</c:v>
                </c:pt>
                <c:pt idx="1997">
                  <c:v>2.6971715457732728</c:v>
                </c:pt>
                <c:pt idx="1998">
                  <c:v>3.4390548565536059</c:v>
                </c:pt>
                <c:pt idx="1999">
                  <c:v>3.9323028901131569</c:v>
                </c:pt>
                <c:pt idx="2000">
                  <c:v>3.621436208037947</c:v>
                </c:pt>
                <c:pt idx="2001">
                  <c:v>1.9043542158834901</c:v>
                </c:pt>
                <c:pt idx="2002">
                  <c:v>1.559259570634568</c:v>
                </c:pt>
                <c:pt idx="2003">
                  <c:v>0.9617240473491051</c:v>
                </c:pt>
                <c:pt idx="2004">
                  <c:v>0.86750643252315729</c:v>
                </c:pt>
                <c:pt idx="2005">
                  <c:v>1.040941938798627</c:v>
                </c:pt>
                <c:pt idx="2006">
                  <c:v>1.3343071482162041</c:v>
                </c:pt>
                <c:pt idx="2007">
                  <c:v>1.491573986534328</c:v>
                </c:pt>
                <c:pt idx="2008">
                  <c:v>1.480084034915667</c:v>
                </c:pt>
                <c:pt idx="2009">
                  <c:v>1.44898479728679</c:v>
                </c:pt>
                <c:pt idx="2010">
                  <c:v>1.4105860269503281</c:v>
                </c:pt>
                <c:pt idx="2011">
                  <c:v>1.361057161485981</c:v>
                </c:pt>
                <c:pt idx="2012">
                  <c:v>1.597530834346701</c:v>
                </c:pt>
                <c:pt idx="2013">
                  <c:v>2.0235936531916678</c:v>
                </c:pt>
                <c:pt idx="2014">
                  <c:v>2.5804463447971462</c:v>
                </c:pt>
                <c:pt idx="2015">
                  <c:v>2.8667662100549451</c:v>
                </c:pt>
                <c:pt idx="2016">
                  <c:v>2.798679286827324</c:v>
                </c:pt>
                <c:pt idx="2017">
                  <c:v>2.060885086717605</c:v>
                </c:pt>
                <c:pt idx="2018">
                  <c:v>1.5077805589840629</c:v>
                </c:pt>
                <c:pt idx="2019">
                  <c:v>1.461908155345421</c:v>
                </c:pt>
                <c:pt idx="2020">
                  <c:v>1.218795124421769</c:v>
                </c:pt>
                <c:pt idx="2021">
                  <c:v>0.89303570065902149</c:v>
                </c:pt>
                <c:pt idx="2022">
                  <c:v>0.76884825163907466</c:v>
                </c:pt>
                <c:pt idx="2023">
                  <c:v>0.61024748326929668</c:v>
                </c:pt>
                <c:pt idx="2024">
                  <c:v>0.10418172679104561</c:v>
                </c:pt>
                <c:pt idx="2025">
                  <c:v>6.6827660231241976E-4</c:v>
                </c:pt>
                <c:pt idx="2026">
                  <c:v>0.31442109292009041</c:v>
                </c:pt>
                <c:pt idx="2027">
                  <c:v>0.44252565953379203</c:v>
                </c:pt>
                <c:pt idx="2028">
                  <c:v>0.45130074146928878</c:v>
                </c:pt>
                <c:pt idx="2029">
                  <c:v>0.4962953378292207</c:v>
                </c:pt>
                <c:pt idx="2030">
                  <c:v>0.50735356059691072</c:v>
                </c:pt>
                <c:pt idx="2031">
                  <c:v>0.52629623766580802</c:v>
                </c:pt>
                <c:pt idx="2032">
                  <c:v>0.84233780165173977</c:v>
                </c:pt>
                <c:pt idx="2033">
                  <c:v>0.942942335616895</c:v>
                </c:pt>
                <c:pt idx="2034">
                  <c:v>0.93723762674125211</c:v>
                </c:pt>
                <c:pt idx="2035">
                  <c:v>0.89189487606352402</c:v>
                </c:pt>
                <c:pt idx="2036">
                  <c:v>0.86545826790049529</c:v>
                </c:pt>
                <c:pt idx="2037">
                  <c:v>0.92150038345892338</c:v>
                </c:pt>
                <c:pt idx="2038">
                  <c:v>0.98183508659203955</c:v>
                </c:pt>
                <c:pt idx="2039">
                  <c:v>1.586429012409182</c:v>
                </c:pt>
                <c:pt idx="2040">
                  <c:v>1.634794900644702</c:v>
                </c:pt>
                <c:pt idx="2041">
                  <c:v>2.0548210103728342</c:v>
                </c:pt>
                <c:pt idx="2042">
                  <c:v>2.40402297248523</c:v>
                </c:pt>
                <c:pt idx="2043">
                  <c:v>2.5578685868533362</c:v>
                </c:pt>
                <c:pt idx="2044">
                  <c:v>2.7533697830285111</c:v>
                </c:pt>
                <c:pt idx="2045">
                  <c:v>3.553916131953077</c:v>
                </c:pt>
                <c:pt idx="2046">
                  <c:v>4.132503221264253</c:v>
                </c:pt>
                <c:pt idx="2047">
                  <c:v>4.3739729629469384</c:v>
                </c:pt>
                <c:pt idx="2048">
                  <c:v>3.8577021284788611</c:v>
                </c:pt>
                <c:pt idx="2049">
                  <c:v>3.7016574665862918</c:v>
                </c:pt>
                <c:pt idx="2050">
                  <c:v>2.7607553319908651</c:v>
                </c:pt>
                <c:pt idx="2051">
                  <c:v>1.491523427661076</c:v>
                </c:pt>
                <c:pt idx="2052">
                  <c:v>0.81411452665825657</c:v>
                </c:pt>
                <c:pt idx="2053">
                  <c:v>0.69716104957405478</c:v>
                </c:pt>
                <c:pt idx="2054">
                  <c:v>0.77272722063669863</c:v>
                </c:pt>
                <c:pt idx="2055">
                  <c:v>1.356430280512174</c:v>
                </c:pt>
                <c:pt idx="2056">
                  <c:v>1.4066209092012489</c:v>
                </c:pt>
                <c:pt idx="2057">
                  <c:v>1.393300540888097</c:v>
                </c:pt>
                <c:pt idx="2058">
                  <c:v>1.242417181495008</c:v>
                </c:pt>
                <c:pt idx="2059">
                  <c:v>1.2029972751741951</c:v>
                </c:pt>
                <c:pt idx="2060">
                  <c:v>1.1894655537617591</c:v>
                </c:pt>
                <c:pt idx="2061">
                  <c:v>1.041250166692776</c:v>
                </c:pt>
                <c:pt idx="2062">
                  <c:v>0.89772959223524262</c:v>
                </c:pt>
                <c:pt idx="2063">
                  <c:v>0.76117805092360391</c:v>
                </c:pt>
                <c:pt idx="2064">
                  <c:v>0.72443879374037323</c:v>
                </c:pt>
                <c:pt idx="2065">
                  <c:v>0.6648501031770806</c:v>
                </c:pt>
                <c:pt idx="2066">
                  <c:v>0.11257050103227099</c:v>
                </c:pt>
                <c:pt idx="2067">
                  <c:v>1.1450873292879369E-3</c:v>
                </c:pt>
                <c:pt idx="2068">
                  <c:v>0.6698455767098308</c:v>
                </c:pt>
                <c:pt idx="2069">
                  <c:v>0.72783286763303501</c:v>
                </c:pt>
                <c:pt idx="2070">
                  <c:v>1.3319963346054871</c:v>
                </c:pt>
                <c:pt idx="2071">
                  <c:v>1.419940932616907</c:v>
                </c:pt>
                <c:pt idx="2072">
                  <c:v>1.425618737082043</c:v>
                </c:pt>
                <c:pt idx="2073">
                  <c:v>1.4874305087917761</c:v>
                </c:pt>
                <c:pt idx="2074">
                  <c:v>1.5671538110590431</c:v>
                </c:pt>
                <c:pt idx="2075">
                  <c:v>1.582885963414626</c:v>
                </c:pt>
                <c:pt idx="2076">
                  <c:v>1.5915863991820851</c:v>
                </c:pt>
                <c:pt idx="2077">
                  <c:v>1.653316254117241</c:v>
                </c:pt>
                <c:pt idx="2078">
                  <c:v>1.6701181753684511</c:v>
                </c:pt>
                <c:pt idx="2079">
                  <c:v>1.804318512701522</c:v>
                </c:pt>
                <c:pt idx="2080">
                  <c:v>2.0440584948320462</c:v>
                </c:pt>
                <c:pt idx="2081">
                  <c:v>2.210384555862654</c:v>
                </c:pt>
                <c:pt idx="2082">
                  <c:v>2.26848577402715</c:v>
                </c:pt>
                <c:pt idx="2083">
                  <c:v>2.4339635571659279</c:v>
                </c:pt>
                <c:pt idx="2084">
                  <c:v>2.4772850931923198</c:v>
                </c:pt>
                <c:pt idx="2085">
                  <c:v>2.423751062750259</c:v>
                </c:pt>
                <c:pt idx="2086">
                  <c:v>1.856547384850463</c:v>
                </c:pt>
                <c:pt idx="2087">
                  <c:v>1.5890044825342431</c:v>
                </c:pt>
                <c:pt idx="2088">
                  <c:v>1.60416562473174</c:v>
                </c:pt>
                <c:pt idx="2089">
                  <c:v>1.6243093325219231</c:v>
                </c:pt>
                <c:pt idx="2090">
                  <c:v>1.712631743601958</c:v>
                </c:pt>
                <c:pt idx="2091">
                  <c:v>1.8209365563918369</c:v>
                </c:pt>
                <c:pt idx="2092">
                  <c:v>1.9420024724262941</c:v>
                </c:pt>
                <c:pt idx="2093">
                  <c:v>2.057082140590401</c:v>
                </c:pt>
                <c:pt idx="2094">
                  <c:v>1.7706072651906399</c:v>
                </c:pt>
                <c:pt idx="2095">
                  <c:v>1.629440476155875</c:v>
                </c:pt>
                <c:pt idx="2096">
                  <c:v>1.7060700229866961</c:v>
                </c:pt>
                <c:pt idx="2097">
                  <c:v>1.947009351376189</c:v>
                </c:pt>
                <c:pt idx="2098">
                  <c:v>2.1867856753306931</c:v>
                </c:pt>
                <c:pt idx="2099">
                  <c:v>2.2228345212860532</c:v>
                </c:pt>
                <c:pt idx="2100">
                  <c:v>2.1632792690333309</c:v>
                </c:pt>
                <c:pt idx="2101">
                  <c:v>1.8179377482024111</c:v>
                </c:pt>
                <c:pt idx="2102">
                  <c:v>1.43764122090641</c:v>
                </c:pt>
                <c:pt idx="2103">
                  <c:v>1.274697271572852</c:v>
                </c:pt>
                <c:pt idx="2104">
                  <c:v>1.2033008147337829</c:v>
                </c:pt>
                <c:pt idx="2105">
                  <c:v>0.67448759513079093</c:v>
                </c:pt>
                <c:pt idx="2106">
                  <c:v>0.12805499250260041</c:v>
                </c:pt>
                <c:pt idx="2107">
                  <c:v>2.156360131129996E-2</c:v>
                </c:pt>
                <c:pt idx="2108">
                  <c:v>0.85080450777573313</c:v>
                </c:pt>
                <c:pt idx="2109">
                  <c:v>1.0356358171125839</c:v>
                </c:pt>
                <c:pt idx="2110">
                  <c:v>1.8747538087070841</c:v>
                </c:pt>
                <c:pt idx="2111">
                  <c:v>1.8474191215918581</c:v>
                </c:pt>
                <c:pt idx="2112">
                  <c:v>1.5772039214002831</c:v>
                </c:pt>
                <c:pt idx="2113">
                  <c:v>1.4449788301230519</c:v>
                </c:pt>
                <c:pt idx="2114">
                  <c:v>1.5765180792901501</c:v>
                </c:pt>
                <c:pt idx="2115">
                  <c:v>2.6330987899185749</c:v>
                </c:pt>
                <c:pt idx="2116">
                  <c:v>2.7231929912225921</c:v>
                </c:pt>
                <c:pt idx="2117">
                  <c:v>2.4470472783327009</c:v>
                </c:pt>
                <c:pt idx="2118">
                  <c:v>1.4892458055356139</c:v>
                </c:pt>
                <c:pt idx="2119">
                  <c:v>1.4663565370958</c:v>
                </c:pt>
                <c:pt idx="2120">
                  <c:v>1.308003966732981</c:v>
                </c:pt>
                <c:pt idx="2121">
                  <c:v>1.159733602172287</c:v>
                </c:pt>
                <c:pt idx="2122">
                  <c:v>1.343365299087143</c:v>
                </c:pt>
                <c:pt idx="2123">
                  <c:v>1.8928609002200241</c:v>
                </c:pt>
                <c:pt idx="2124">
                  <c:v>2.4046542512140499</c:v>
                </c:pt>
                <c:pt idx="2125">
                  <c:v>2.718587760907734</c:v>
                </c:pt>
                <c:pt idx="2126">
                  <c:v>2.5477283715511261</c:v>
                </c:pt>
                <c:pt idx="2127">
                  <c:v>2.215435036919406</c:v>
                </c:pt>
                <c:pt idx="2128">
                  <c:v>1.922677493595041</c:v>
                </c:pt>
                <c:pt idx="2129">
                  <c:v>1.8802920144527031</c:v>
                </c:pt>
                <c:pt idx="2130">
                  <c:v>1.2173594409794271</c:v>
                </c:pt>
                <c:pt idx="2131">
                  <c:v>1.1682008748647339</c:v>
                </c:pt>
                <c:pt idx="2132">
                  <c:v>1.343177250876791</c:v>
                </c:pt>
                <c:pt idx="2133">
                  <c:v>1.519442659636645</c:v>
                </c:pt>
                <c:pt idx="2134">
                  <c:v>1.6695239211953821</c:v>
                </c:pt>
                <c:pt idx="2135">
                  <c:v>1.6287369693005089</c:v>
                </c:pt>
                <c:pt idx="2136">
                  <c:v>1.251790891004104</c:v>
                </c:pt>
                <c:pt idx="2137">
                  <c:v>1.0119357078960001</c:v>
                </c:pt>
                <c:pt idx="2138">
                  <c:v>1.068047224927744</c:v>
                </c:pt>
                <c:pt idx="2139">
                  <c:v>1.465109445851174</c:v>
                </c:pt>
                <c:pt idx="2140">
                  <c:v>1.770117230198428</c:v>
                </c:pt>
                <c:pt idx="2141">
                  <c:v>1.893263685776658</c:v>
                </c:pt>
                <c:pt idx="2142">
                  <c:v>1.743910944620461</c:v>
                </c:pt>
                <c:pt idx="2143">
                  <c:v>1.3354360422394229</c:v>
                </c:pt>
                <c:pt idx="2144">
                  <c:v>0.89810114659626006</c:v>
                </c:pt>
                <c:pt idx="2145">
                  <c:v>0.62135525298701366</c:v>
                </c:pt>
                <c:pt idx="2146">
                  <c:v>0.55230397250684249</c:v>
                </c:pt>
                <c:pt idx="2147">
                  <c:v>8.1258332638296737E-2</c:v>
                </c:pt>
                <c:pt idx="2148">
                  <c:v>7.8863402619077001E-4</c:v>
                </c:pt>
                <c:pt idx="2149">
                  <c:v>0.56160205660132001</c:v>
                </c:pt>
                <c:pt idx="2150">
                  <c:v>0.95729733874633383</c:v>
                </c:pt>
                <c:pt idx="2151">
                  <c:v>1.0593356391423201</c:v>
                </c:pt>
                <c:pt idx="2152">
                  <c:v>1.0946437998376231</c:v>
                </c:pt>
                <c:pt idx="2153">
                  <c:v>1.0621968216308051</c:v>
                </c:pt>
                <c:pt idx="2154">
                  <c:v>0.8067675400714287</c:v>
                </c:pt>
                <c:pt idx="2155">
                  <c:v>0.69230722464032146</c:v>
                </c:pt>
                <c:pt idx="2156">
                  <c:v>0.71342690455975766</c:v>
                </c:pt>
                <c:pt idx="2157">
                  <c:v>0.79354198273516097</c:v>
                </c:pt>
                <c:pt idx="2158">
                  <c:v>1.05479130224492</c:v>
                </c:pt>
                <c:pt idx="2159">
                  <c:v>1.10309894087921</c:v>
                </c:pt>
                <c:pt idx="2160">
                  <c:v>1.168008586795904</c:v>
                </c:pt>
                <c:pt idx="2161">
                  <c:v>1.925447522066746</c:v>
                </c:pt>
                <c:pt idx="2162">
                  <c:v>2.3101831119176679</c:v>
                </c:pt>
                <c:pt idx="2163">
                  <c:v>2.4575256210652978</c:v>
                </c:pt>
                <c:pt idx="2164">
                  <c:v>4.1769758545715963</c:v>
                </c:pt>
                <c:pt idx="2165">
                  <c:v>5.3559178359529112</c:v>
                </c:pt>
                <c:pt idx="2166">
                  <c:v>4.6056173849787996</c:v>
                </c:pt>
                <c:pt idx="2167">
                  <c:v>4.235597285931906</c:v>
                </c:pt>
                <c:pt idx="2168">
                  <c:v>3.3042210617112171</c:v>
                </c:pt>
                <c:pt idx="2169">
                  <c:v>2.0832368168795119</c:v>
                </c:pt>
                <c:pt idx="2170">
                  <c:v>1.2162383724555159</c:v>
                </c:pt>
                <c:pt idx="2171">
                  <c:v>1.1268114235578901</c:v>
                </c:pt>
                <c:pt idx="2172">
                  <c:v>1.1176386968877621</c:v>
                </c:pt>
                <c:pt idx="2173">
                  <c:v>1.0096603172367851</c:v>
                </c:pt>
                <c:pt idx="2174">
                  <c:v>0.98932342462341705</c:v>
                </c:pt>
                <c:pt idx="2175">
                  <c:v>0.98028854362310569</c:v>
                </c:pt>
                <c:pt idx="2176">
                  <c:v>0.81896645674017499</c:v>
                </c:pt>
                <c:pt idx="2177">
                  <c:v>0.76347777883023393</c:v>
                </c:pt>
                <c:pt idx="2178">
                  <c:v>0.86261359903588997</c:v>
                </c:pt>
                <c:pt idx="2179">
                  <c:v>1.4373066813634849</c:v>
                </c:pt>
                <c:pt idx="2180">
                  <c:v>1.45709450924813</c:v>
                </c:pt>
                <c:pt idx="2181">
                  <c:v>1.464879244871732</c:v>
                </c:pt>
                <c:pt idx="2182">
                  <c:v>1.492088918199389</c:v>
                </c:pt>
                <c:pt idx="2183">
                  <c:v>1.508552723595032</c:v>
                </c:pt>
                <c:pt idx="2184">
                  <c:v>1.522961977568589</c:v>
                </c:pt>
                <c:pt idx="2185">
                  <c:v>1.347877950886696</c:v>
                </c:pt>
                <c:pt idx="2186">
                  <c:v>0.67649670087322722</c:v>
                </c:pt>
                <c:pt idx="2187">
                  <c:v>8.4411345265586718E-2</c:v>
                </c:pt>
                <c:pt idx="2188">
                  <c:v>1.7261383778519639</c:v>
                </c:pt>
                <c:pt idx="2189">
                  <c:v>1.8413404630840979</c:v>
                </c:pt>
                <c:pt idx="2190">
                  <c:v>2.599762531586701</c:v>
                </c:pt>
                <c:pt idx="2191">
                  <c:v>2.556803346270768</c:v>
                </c:pt>
                <c:pt idx="2192">
                  <c:v>2.283789408027499</c:v>
                </c:pt>
                <c:pt idx="2193">
                  <c:v>2.058528598458349</c:v>
                </c:pt>
                <c:pt idx="2194">
                  <c:v>1.795720533942559</c:v>
                </c:pt>
                <c:pt idx="2195">
                  <c:v>1.742016370410981</c:v>
                </c:pt>
                <c:pt idx="2196">
                  <c:v>1.4167426812481061</c:v>
                </c:pt>
                <c:pt idx="2197">
                  <c:v>1.124831978531073</c:v>
                </c:pt>
                <c:pt idx="2198">
                  <c:v>1.021138878593407</c:v>
                </c:pt>
                <c:pt idx="2199">
                  <c:v>1.0015261510669751</c:v>
                </c:pt>
                <c:pt idx="2200">
                  <c:v>0.76311415968435181</c:v>
                </c:pt>
                <c:pt idx="2201">
                  <c:v>1.098997938170952</c:v>
                </c:pt>
                <c:pt idx="2202">
                  <c:v>2.1977522935445459</c:v>
                </c:pt>
                <c:pt idx="2203">
                  <c:v>2.8041439964281181</c:v>
                </c:pt>
                <c:pt idx="2204">
                  <c:v>2.800199970166859</c:v>
                </c:pt>
                <c:pt idx="2205">
                  <c:v>2.7816626718315018</c:v>
                </c:pt>
                <c:pt idx="2206">
                  <c:v>2.75857774625764</c:v>
                </c:pt>
                <c:pt idx="2207">
                  <c:v>2.701664297591523</c:v>
                </c:pt>
                <c:pt idx="2208">
                  <c:v>2.6583224982274589</c:v>
                </c:pt>
                <c:pt idx="2209">
                  <c:v>2.6294158849672611</c:v>
                </c:pt>
                <c:pt idx="2210">
                  <c:v>2.619700778453987</c:v>
                </c:pt>
                <c:pt idx="2211">
                  <c:v>2.45515409519051</c:v>
                </c:pt>
                <c:pt idx="2212">
                  <c:v>2.3149683382905262</c:v>
                </c:pt>
                <c:pt idx="2213">
                  <c:v>2.2770355336748902</c:v>
                </c:pt>
                <c:pt idx="2214">
                  <c:v>1.9135176098528599</c:v>
                </c:pt>
                <c:pt idx="2215">
                  <c:v>1.506986196159593</c:v>
                </c:pt>
                <c:pt idx="2216">
                  <c:v>1.4533709246180571</c:v>
                </c:pt>
                <c:pt idx="2217">
                  <c:v>1.3900788419710719</c:v>
                </c:pt>
                <c:pt idx="2218">
                  <c:v>0.69248953279667302</c:v>
                </c:pt>
                <c:pt idx="2219">
                  <c:v>0.50474112494470791</c:v>
                </c:pt>
                <c:pt idx="2220">
                  <c:v>0.49230094455076018</c:v>
                </c:pt>
                <c:pt idx="2221">
                  <c:v>0.42469478676061279</c:v>
                </c:pt>
                <c:pt idx="2222">
                  <c:v>0.35593014037223109</c:v>
                </c:pt>
                <c:pt idx="2223">
                  <c:v>0.30832967737617129</c:v>
                </c:pt>
                <c:pt idx="2224">
                  <c:v>0.27828886958747651</c:v>
                </c:pt>
                <c:pt idx="2225">
                  <c:v>0.26180476940297059</c:v>
                </c:pt>
                <c:pt idx="2226">
                  <c:v>6.3976920016746264E-2</c:v>
                </c:pt>
                <c:pt idx="2227">
                  <c:v>5.2056951790582099E-3</c:v>
                </c:pt>
                <c:pt idx="2228">
                  <c:v>1.102010391453442</c:v>
                </c:pt>
                <c:pt idx="2229">
                  <c:v>1.444272796303036</c:v>
                </c:pt>
                <c:pt idx="2230">
                  <c:v>2.4733260032600031</c:v>
                </c:pt>
                <c:pt idx="2231">
                  <c:v>2.465412986619238</c:v>
                </c:pt>
                <c:pt idx="2232">
                  <c:v>2.4482913802830009</c:v>
                </c:pt>
                <c:pt idx="2233">
                  <c:v>2.4284477412146179</c:v>
                </c:pt>
                <c:pt idx="2234">
                  <c:v>2.3795319336234488</c:v>
                </c:pt>
                <c:pt idx="2235">
                  <c:v>2.3709373862479071</c:v>
                </c:pt>
                <c:pt idx="2236">
                  <c:v>1.7968972313146201</c:v>
                </c:pt>
                <c:pt idx="2237">
                  <c:v>1.042605660828601</c:v>
                </c:pt>
                <c:pt idx="2238">
                  <c:v>0.79729929081488038</c:v>
                </c:pt>
                <c:pt idx="2239">
                  <c:v>0.71772827623245061</c:v>
                </c:pt>
                <c:pt idx="2240">
                  <c:v>0.57524064546856479</c:v>
                </c:pt>
                <c:pt idx="2241">
                  <c:v>0.44174046649587162</c:v>
                </c:pt>
                <c:pt idx="2242">
                  <c:v>0.88936414559189947</c:v>
                </c:pt>
                <c:pt idx="2243">
                  <c:v>1.4550319264894751</c:v>
                </c:pt>
                <c:pt idx="2244">
                  <c:v>1.554003157549857</c:v>
                </c:pt>
                <c:pt idx="2245">
                  <c:v>1.484224845982417</c:v>
                </c:pt>
                <c:pt idx="2246">
                  <c:v>1.456300373552571</c:v>
                </c:pt>
                <c:pt idx="2247">
                  <c:v>1.357520930586892</c:v>
                </c:pt>
                <c:pt idx="2248">
                  <c:v>1.261356439525448</c:v>
                </c:pt>
                <c:pt idx="2249">
                  <c:v>1.163595220848737</c:v>
                </c:pt>
                <c:pt idx="2250">
                  <c:v>1.128324048348281</c:v>
                </c:pt>
                <c:pt idx="2251">
                  <c:v>1.1723739778158431</c:v>
                </c:pt>
                <c:pt idx="2252">
                  <c:v>1.5165583274908661</c:v>
                </c:pt>
                <c:pt idx="2253">
                  <c:v>1.6209682186195189</c:v>
                </c:pt>
                <c:pt idx="2254">
                  <c:v>1.632701433409061</c:v>
                </c:pt>
                <c:pt idx="2255">
                  <c:v>1.750944951314565</c:v>
                </c:pt>
                <c:pt idx="2256">
                  <c:v>1.796266734789234</c:v>
                </c:pt>
                <c:pt idx="2257">
                  <c:v>1.766720924760198</c:v>
                </c:pt>
                <c:pt idx="2258">
                  <c:v>1.332202128527558</c:v>
                </c:pt>
                <c:pt idx="2259">
                  <c:v>1.3188419221816761</c:v>
                </c:pt>
                <c:pt idx="2260">
                  <c:v>1.2489380022920551</c:v>
                </c:pt>
                <c:pt idx="2261">
                  <c:v>1.158035997508337</c:v>
                </c:pt>
                <c:pt idx="2262">
                  <c:v>1.1197173811055201</c:v>
                </c:pt>
                <c:pt idx="2263">
                  <c:v>1.057497418631655</c:v>
                </c:pt>
                <c:pt idx="2264">
                  <c:v>0.69666024225788492</c:v>
                </c:pt>
                <c:pt idx="2265">
                  <c:v>0.31320639906967468</c:v>
                </c:pt>
                <c:pt idx="2266">
                  <c:v>6.1356033902711049E-2</c:v>
                </c:pt>
                <c:pt idx="2267">
                  <c:v>1.6321092087992681E-2</c:v>
                </c:pt>
                <c:pt idx="2268">
                  <c:v>0.76536575132118412</c:v>
                </c:pt>
                <c:pt idx="2269">
                  <c:v>0.85531506052889861</c:v>
                </c:pt>
                <c:pt idx="2270">
                  <c:v>1.430478486924339</c:v>
                </c:pt>
                <c:pt idx="2271">
                  <c:v>1.434474059612622</c:v>
                </c:pt>
                <c:pt idx="2272">
                  <c:v>1.449177923487996</c:v>
                </c:pt>
                <c:pt idx="2273">
                  <c:v>1.496124506303067</c:v>
                </c:pt>
                <c:pt idx="2274">
                  <c:v>1.433823654197635</c:v>
                </c:pt>
                <c:pt idx="2275">
                  <c:v>1.403099259716033</c:v>
                </c:pt>
                <c:pt idx="2276">
                  <c:v>1.31285975839048</c:v>
                </c:pt>
                <c:pt idx="2277">
                  <c:v>1.2953902533576911</c:v>
                </c:pt>
                <c:pt idx="2278">
                  <c:v>1.2743276038710349</c:v>
                </c:pt>
                <c:pt idx="2279">
                  <c:v>0.82599090014719689</c:v>
                </c:pt>
                <c:pt idx="2280">
                  <c:v>0.71427999477140158</c:v>
                </c:pt>
                <c:pt idx="2281">
                  <c:v>0.65734101461001193</c:v>
                </c:pt>
                <c:pt idx="2282">
                  <c:v>0.44731349943621479</c:v>
                </c:pt>
                <c:pt idx="2283">
                  <c:v>0.32308165375705322</c:v>
                </c:pt>
                <c:pt idx="2284">
                  <c:v>0.32823395748540468</c:v>
                </c:pt>
                <c:pt idx="2285">
                  <c:v>0.39190827888851748</c:v>
                </c:pt>
                <c:pt idx="2286">
                  <c:v>0.50216189075944151</c:v>
                </c:pt>
                <c:pt idx="2287">
                  <c:v>0.56447111237068193</c:v>
                </c:pt>
                <c:pt idx="2288">
                  <c:v>0.60422585186509792</c:v>
                </c:pt>
                <c:pt idx="2289">
                  <c:v>0.59042287916173353</c:v>
                </c:pt>
                <c:pt idx="2290">
                  <c:v>0.52786723088910914</c:v>
                </c:pt>
                <c:pt idx="2291">
                  <c:v>0.51617578508741668</c:v>
                </c:pt>
                <c:pt idx="2292">
                  <c:v>0.71974700768879496</c:v>
                </c:pt>
                <c:pt idx="2293">
                  <c:v>0.92688066214888831</c:v>
                </c:pt>
                <c:pt idx="2294">
                  <c:v>1.0994373382370219</c:v>
                </c:pt>
                <c:pt idx="2295">
                  <c:v>1.2193762319647561</c:v>
                </c:pt>
                <c:pt idx="2296">
                  <c:v>1.242382738395025</c:v>
                </c:pt>
                <c:pt idx="2297">
                  <c:v>1.411507962249283</c:v>
                </c:pt>
                <c:pt idx="2298">
                  <c:v>1.4478968429123169</c:v>
                </c:pt>
                <c:pt idx="2299">
                  <c:v>1.429100873671866</c:v>
                </c:pt>
                <c:pt idx="2300">
                  <c:v>1.118645840514537</c:v>
                </c:pt>
                <c:pt idx="2301">
                  <c:v>0.97855406055610805</c:v>
                </c:pt>
                <c:pt idx="2302">
                  <c:v>1.0028948616360269</c:v>
                </c:pt>
                <c:pt idx="2303">
                  <c:v>1.1816056106200441</c:v>
                </c:pt>
                <c:pt idx="2304">
                  <c:v>1.36540835313571</c:v>
                </c:pt>
                <c:pt idx="2305">
                  <c:v>1.3834350822363839</c:v>
                </c:pt>
                <c:pt idx="2306">
                  <c:v>1.291385913858931</c:v>
                </c:pt>
                <c:pt idx="2307">
                  <c:v>0.38231196447150451</c:v>
                </c:pt>
                <c:pt idx="2308">
                  <c:v>2.4771015260839141E-3</c:v>
                </c:pt>
                <c:pt idx="2309">
                  <c:v>0.33975267647822632</c:v>
                </c:pt>
                <c:pt idx="2310">
                  <c:v>0.82964189623200013</c:v>
                </c:pt>
                <c:pt idx="2311">
                  <c:v>0.68899702144940111</c:v>
                </c:pt>
                <c:pt idx="2312">
                  <c:v>0.61619357463962132</c:v>
                </c:pt>
                <c:pt idx="2313">
                  <c:v>0.67286939807022927</c:v>
                </c:pt>
                <c:pt idx="2314">
                  <c:v>1.1210134037074591</c:v>
                </c:pt>
                <c:pt idx="2315">
                  <c:v>1.524067753926049</c:v>
                </c:pt>
                <c:pt idx="2316">
                  <c:v>1.6769312045203919</c:v>
                </c:pt>
                <c:pt idx="2317">
                  <c:v>1.6311889251045071</c:v>
                </c:pt>
                <c:pt idx="2318">
                  <c:v>1.310685022232938</c:v>
                </c:pt>
                <c:pt idx="2319">
                  <c:v>1.1402566393370599</c:v>
                </c:pt>
                <c:pt idx="2320">
                  <c:v>1.2223249834121619</c:v>
                </c:pt>
                <c:pt idx="2321">
                  <c:v>1.454696504538405</c:v>
                </c:pt>
                <c:pt idx="2322">
                  <c:v>2.6641903843767101</c:v>
                </c:pt>
                <c:pt idx="2323">
                  <c:v>2.7298750879926361</c:v>
                </c:pt>
                <c:pt idx="2324">
                  <c:v>3.2916791247700372</c:v>
                </c:pt>
                <c:pt idx="2325">
                  <c:v>3.862210380358603</c:v>
                </c:pt>
                <c:pt idx="2326">
                  <c:v>4.5533343796372492</c:v>
                </c:pt>
                <c:pt idx="2327">
                  <c:v>5.1232166443944562</c:v>
                </c:pt>
                <c:pt idx="2328">
                  <c:v>4.0184337805942043</c:v>
                </c:pt>
                <c:pt idx="2329">
                  <c:v>0.90162683055781234</c:v>
                </c:pt>
                <c:pt idx="2330">
                  <c:v>0.87739334369696009</c:v>
                </c:pt>
                <c:pt idx="2331">
                  <c:v>0.47496321180669282</c:v>
                </c:pt>
                <c:pt idx="2332">
                  <c:v>0.41813426439430879</c:v>
                </c:pt>
                <c:pt idx="2333">
                  <c:v>0.4983934234237965</c:v>
                </c:pt>
                <c:pt idx="2334">
                  <c:v>1.009323229805515</c:v>
                </c:pt>
                <c:pt idx="2335">
                  <c:v>0.94140610125880786</c:v>
                </c:pt>
                <c:pt idx="2336">
                  <c:v>0.67180624804760269</c:v>
                </c:pt>
                <c:pt idx="2337">
                  <c:v>0.59552657215751137</c:v>
                </c:pt>
                <c:pt idx="2338">
                  <c:v>1.0191480309977321</c:v>
                </c:pt>
                <c:pt idx="2339">
                  <c:v>2.065558188173052</c:v>
                </c:pt>
                <c:pt idx="2340">
                  <c:v>2.7807165029949492</c:v>
                </c:pt>
                <c:pt idx="2341">
                  <c:v>3.6708485684818219</c:v>
                </c:pt>
                <c:pt idx="2342">
                  <c:v>4.5480106154748228</c:v>
                </c:pt>
                <c:pt idx="2343">
                  <c:v>4.3154771625699286</c:v>
                </c:pt>
                <c:pt idx="2344">
                  <c:v>1.944533693602726</c:v>
                </c:pt>
                <c:pt idx="2345">
                  <c:v>4.0781272638340207E-2</c:v>
                </c:pt>
                <c:pt idx="2346">
                  <c:v>2.9319259026962752</c:v>
                </c:pt>
                <c:pt idx="2347">
                  <c:v>2.8870453111868581</c:v>
                </c:pt>
                <c:pt idx="2348">
                  <c:v>2.5731557408095571</c:v>
                </c:pt>
                <c:pt idx="2349">
                  <c:v>2.6273352977542439</c:v>
                </c:pt>
                <c:pt idx="2350">
                  <c:v>3.1862355136354958</c:v>
                </c:pt>
                <c:pt idx="2351">
                  <c:v>2.427794574043951</c:v>
                </c:pt>
                <c:pt idx="2352">
                  <c:v>0.99947814437763571</c:v>
                </c:pt>
                <c:pt idx="2353">
                  <c:v>1.160409674396734</c:v>
                </c:pt>
                <c:pt idx="2354">
                  <c:v>2.1193700081557729</c:v>
                </c:pt>
                <c:pt idx="2355">
                  <c:v>3.1431819168094131</c:v>
                </c:pt>
                <c:pt idx="2356">
                  <c:v>3.4651982449714369</c:v>
                </c:pt>
                <c:pt idx="2357">
                  <c:v>3.36543494892602</c:v>
                </c:pt>
                <c:pt idx="2358">
                  <c:v>2.693428976848137</c:v>
                </c:pt>
                <c:pt idx="2359">
                  <c:v>2.0206031728561671</c:v>
                </c:pt>
                <c:pt idx="2360">
                  <c:v>1.3275685121819609</c:v>
                </c:pt>
                <c:pt idx="2361">
                  <c:v>0.66652779195498635</c:v>
                </c:pt>
                <c:pt idx="2362">
                  <c:v>0.49419912361397678</c:v>
                </c:pt>
                <c:pt idx="2363">
                  <c:v>0.68099129583866724</c:v>
                </c:pt>
                <c:pt idx="2364">
                  <c:v>2.2679711096689519</c:v>
                </c:pt>
                <c:pt idx="2365">
                  <c:v>2.901300954046675</c:v>
                </c:pt>
                <c:pt idx="2366">
                  <c:v>2.9003184509111399</c:v>
                </c:pt>
                <c:pt idx="2367">
                  <c:v>2.889293291159817</c:v>
                </c:pt>
                <c:pt idx="2368">
                  <c:v>2.8811362750929952</c:v>
                </c:pt>
                <c:pt idx="2369">
                  <c:v>2.724495480759455</c:v>
                </c:pt>
                <c:pt idx="2370">
                  <c:v>1.2951482324658961</c:v>
                </c:pt>
                <c:pt idx="2371">
                  <c:v>1.065181266151795</c:v>
                </c:pt>
                <c:pt idx="2372">
                  <c:v>1.09807375691149</c:v>
                </c:pt>
                <c:pt idx="2373">
                  <c:v>1.386785492545638</c:v>
                </c:pt>
                <c:pt idx="2374">
                  <c:v>1.493071289373882</c:v>
                </c:pt>
                <c:pt idx="2375">
                  <c:v>1.467958192417127</c:v>
                </c:pt>
                <c:pt idx="2376">
                  <c:v>1.216504393800496</c:v>
                </c:pt>
                <c:pt idx="2377">
                  <c:v>0.96752436661802188</c:v>
                </c:pt>
                <c:pt idx="2378">
                  <c:v>0.86516128127963932</c:v>
                </c:pt>
                <c:pt idx="2379">
                  <c:v>0.73881066003486195</c:v>
                </c:pt>
                <c:pt idx="2380">
                  <c:v>0.36057344883568271</c:v>
                </c:pt>
                <c:pt idx="2381">
                  <c:v>5.5836392493967503E-3</c:v>
                </c:pt>
                <c:pt idx="2382">
                  <c:v>2.7083951698482132</c:v>
                </c:pt>
                <c:pt idx="2383">
                  <c:v>2.3289136098864902</c:v>
                </c:pt>
                <c:pt idx="2384">
                  <c:v>1.5432785834089471</c:v>
                </c:pt>
                <c:pt idx="2385">
                  <c:v>1.172124505502524</c:v>
                </c:pt>
                <c:pt idx="2386">
                  <c:v>1.0929585155128081</c:v>
                </c:pt>
                <c:pt idx="2387">
                  <c:v>0.9090011631241508</c:v>
                </c:pt>
                <c:pt idx="2388">
                  <c:v>0.63189687538201489</c:v>
                </c:pt>
                <c:pt idx="2389">
                  <c:v>0.62188913453469674</c:v>
                </c:pt>
                <c:pt idx="2390">
                  <c:v>0.61729779396902562</c:v>
                </c:pt>
                <c:pt idx="2391">
                  <c:v>0.50757750006537883</c:v>
                </c:pt>
                <c:pt idx="2392">
                  <c:v>0.46666115419787779</c:v>
                </c:pt>
                <c:pt idx="2393">
                  <c:v>0.53108838824756033</c:v>
                </c:pt>
                <c:pt idx="2394">
                  <c:v>1.1146213785149131</c:v>
                </c:pt>
                <c:pt idx="2395">
                  <c:v>1.570744241604654</c:v>
                </c:pt>
                <c:pt idx="2396">
                  <c:v>1.617997822706094</c:v>
                </c:pt>
                <c:pt idx="2397">
                  <c:v>1.8096268091395431</c:v>
                </c:pt>
                <c:pt idx="2398">
                  <c:v>1.866681985976903</c:v>
                </c:pt>
                <c:pt idx="2399">
                  <c:v>2.06336417933433</c:v>
                </c:pt>
                <c:pt idx="2400">
                  <c:v>2.37232443082635</c:v>
                </c:pt>
                <c:pt idx="2401">
                  <c:v>2.5679533082632968</c:v>
                </c:pt>
                <c:pt idx="2402">
                  <c:v>2.6083174230111519</c:v>
                </c:pt>
                <c:pt idx="2403">
                  <c:v>3.6393230929024978</c:v>
                </c:pt>
                <c:pt idx="2404">
                  <c:v>5.4292701615691117</c:v>
                </c:pt>
                <c:pt idx="2405">
                  <c:v>5.2923596592980662</c:v>
                </c:pt>
                <c:pt idx="2406">
                  <c:v>4.0955291710554498</c:v>
                </c:pt>
                <c:pt idx="2407">
                  <c:v>3.7475532178809159</c:v>
                </c:pt>
                <c:pt idx="2408">
                  <c:v>3.6706898448984289</c:v>
                </c:pt>
                <c:pt idx="2409">
                  <c:v>2.9434925322600911</c:v>
                </c:pt>
                <c:pt idx="2410">
                  <c:v>2.5759706686138881</c:v>
                </c:pt>
                <c:pt idx="2411">
                  <c:v>2.4731572825111812</c:v>
                </c:pt>
                <c:pt idx="2412">
                  <c:v>0.87783843553850582</c:v>
                </c:pt>
                <c:pt idx="2413">
                  <c:v>0.86946242693689912</c:v>
                </c:pt>
                <c:pt idx="2414">
                  <c:v>0.80712347926625427</c:v>
                </c:pt>
                <c:pt idx="2415">
                  <c:v>0.78416235727659112</c:v>
                </c:pt>
                <c:pt idx="2416">
                  <c:v>0.86692612191567175</c:v>
                </c:pt>
                <c:pt idx="2417">
                  <c:v>1.297156619763097</c:v>
                </c:pt>
                <c:pt idx="2418">
                  <c:v>1.723420100038878</c:v>
                </c:pt>
                <c:pt idx="2419">
                  <c:v>2.1129643997249219</c:v>
                </c:pt>
                <c:pt idx="2420">
                  <c:v>2.1673507221916388</c:v>
                </c:pt>
                <c:pt idx="2421">
                  <c:v>1.831994506492084</c:v>
                </c:pt>
                <c:pt idx="2422">
                  <c:v>0.45700541116383891</c:v>
                </c:pt>
                <c:pt idx="2423">
                  <c:v>6.1860897389967558E-3</c:v>
                </c:pt>
                <c:pt idx="2424">
                  <c:v>1.078632417421149</c:v>
                </c:pt>
                <c:pt idx="2425">
                  <c:v>1.445444956715505</c:v>
                </c:pt>
                <c:pt idx="2426">
                  <c:v>1.169305451127767</c:v>
                </c:pt>
                <c:pt idx="2427">
                  <c:v>1.3381485809170079</c:v>
                </c:pt>
                <c:pt idx="2428">
                  <c:v>1.613212845936042</c:v>
                </c:pt>
                <c:pt idx="2429">
                  <c:v>1.927620387917492</c:v>
                </c:pt>
                <c:pt idx="2430">
                  <c:v>1.9887652754181999</c:v>
                </c:pt>
                <c:pt idx="2431">
                  <c:v>2.5565862359332101</c:v>
                </c:pt>
                <c:pt idx="2432">
                  <c:v>3.436144674536481</c:v>
                </c:pt>
                <c:pt idx="2433">
                  <c:v>3.7096268758768098</c:v>
                </c:pt>
                <c:pt idx="2434">
                  <c:v>3.4011683349940069</c:v>
                </c:pt>
                <c:pt idx="2435">
                  <c:v>2.711322799193749</c:v>
                </c:pt>
                <c:pt idx="2436">
                  <c:v>2.1856908446216869</c:v>
                </c:pt>
                <c:pt idx="2437">
                  <c:v>1.667317542607929</c:v>
                </c:pt>
                <c:pt idx="2438">
                  <c:v>1.059886533028211</c:v>
                </c:pt>
                <c:pt idx="2439">
                  <c:v>0.89566318241568432</c:v>
                </c:pt>
                <c:pt idx="2440">
                  <c:v>0.90365645372578796</c:v>
                </c:pt>
                <c:pt idx="2441">
                  <c:v>0.95062288187093957</c:v>
                </c:pt>
                <c:pt idx="2442">
                  <c:v>0.97631405531098359</c:v>
                </c:pt>
                <c:pt idx="2443">
                  <c:v>1.0070109420185389</c:v>
                </c:pt>
                <c:pt idx="2444">
                  <c:v>1.1928358705939639</c:v>
                </c:pt>
                <c:pt idx="2445">
                  <c:v>1.3324654005213949</c:v>
                </c:pt>
                <c:pt idx="2446">
                  <c:v>1.3564820912856079</c:v>
                </c:pt>
                <c:pt idx="2447">
                  <c:v>1.380998110054293</c:v>
                </c:pt>
                <c:pt idx="2448">
                  <c:v>1.646082757062473</c:v>
                </c:pt>
                <c:pt idx="2449">
                  <c:v>1.711533255474379</c:v>
                </c:pt>
                <c:pt idx="2450">
                  <c:v>1.6766330962197471</c:v>
                </c:pt>
                <c:pt idx="2451">
                  <c:v>1.387471361445558</c:v>
                </c:pt>
                <c:pt idx="2452">
                  <c:v>1.2192498184776519</c:v>
                </c:pt>
                <c:pt idx="2453">
                  <c:v>1.202331143274904</c:v>
                </c:pt>
                <c:pt idx="2454">
                  <c:v>1.053672762229902</c:v>
                </c:pt>
                <c:pt idx="2455">
                  <c:v>1.0195948555350769</c:v>
                </c:pt>
                <c:pt idx="2456">
                  <c:v>1.0211142124949291</c:v>
                </c:pt>
                <c:pt idx="2457">
                  <c:v>1.02478875171057</c:v>
                </c:pt>
                <c:pt idx="2458">
                  <c:v>1.029829371017478</c:v>
                </c:pt>
                <c:pt idx="2459">
                  <c:v>1.0327061862447391</c:v>
                </c:pt>
                <c:pt idx="2460">
                  <c:v>0.97223201571609141</c:v>
                </c:pt>
                <c:pt idx="2461">
                  <c:v>0.39070681198090967</c:v>
                </c:pt>
                <c:pt idx="2462">
                  <c:v>1.2491681109148261E-3</c:v>
                </c:pt>
                <c:pt idx="2463">
                  <c:v>1.1903055077765801</c:v>
                </c:pt>
                <c:pt idx="2464">
                  <c:v>1.212833168119561</c:v>
                </c:pt>
                <c:pt idx="2465">
                  <c:v>1.424988994221265</c:v>
                </c:pt>
                <c:pt idx="2466">
                  <c:v>1.432441088718144</c:v>
                </c:pt>
                <c:pt idx="2467">
                  <c:v>1.5308672368187699</c:v>
                </c:pt>
                <c:pt idx="2468">
                  <c:v>2.1619802500875109</c:v>
                </c:pt>
                <c:pt idx="2469">
                  <c:v>2.5935258936602041</c:v>
                </c:pt>
                <c:pt idx="2470">
                  <c:v>2.7421908908399169</c:v>
                </c:pt>
                <c:pt idx="2471">
                  <c:v>2.7138241478292939</c:v>
                </c:pt>
                <c:pt idx="2472">
                  <c:v>2.3969668658537779</c:v>
                </c:pt>
                <c:pt idx="2473">
                  <c:v>2.077535988242218</c:v>
                </c:pt>
                <c:pt idx="2474">
                  <c:v>1.7872201027428709</c:v>
                </c:pt>
                <c:pt idx="2475">
                  <c:v>1.5616063179008191</c:v>
                </c:pt>
                <c:pt idx="2476">
                  <c:v>1.427274157534989</c:v>
                </c:pt>
                <c:pt idx="2477">
                  <c:v>1.384984928250891</c:v>
                </c:pt>
                <c:pt idx="2478">
                  <c:v>1.2231575405821029</c:v>
                </c:pt>
                <c:pt idx="2479">
                  <c:v>1.143918859805451</c:v>
                </c:pt>
                <c:pt idx="2480">
                  <c:v>1.176925308872373</c:v>
                </c:pt>
                <c:pt idx="2481">
                  <c:v>1.3060860818472839</c:v>
                </c:pt>
                <c:pt idx="2482">
                  <c:v>1.309432071058537</c:v>
                </c:pt>
                <c:pt idx="2483">
                  <c:v>1.329467168863077</c:v>
                </c:pt>
                <c:pt idx="2484">
                  <c:v>1.3600663519813629</c:v>
                </c:pt>
                <c:pt idx="2485">
                  <c:v>1.3652076991453439</c:v>
                </c:pt>
                <c:pt idx="2486">
                  <c:v>1.3276198696349539</c:v>
                </c:pt>
                <c:pt idx="2487">
                  <c:v>1.290454967834874</c:v>
                </c:pt>
                <c:pt idx="2488">
                  <c:v>1.4787130150913721</c:v>
                </c:pt>
                <c:pt idx="2489">
                  <c:v>1.7194894440771851</c:v>
                </c:pt>
                <c:pt idx="2490">
                  <c:v>1.865544573968845</c:v>
                </c:pt>
                <c:pt idx="2491">
                  <c:v>1.8517661761734701</c:v>
                </c:pt>
                <c:pt idx="2492">
                  <c:v>1.7578791814967809</c:v>
                </c:pt>
                <c:pt idx="2493">
                  <c:v>1.6552082600322471</c:v>
                </c:pt>
                <c:pt idx="2494">
                  <c:v>1.509837141578285</c:v>
                </c:pt>
                <c:pt idx="2495">
                  <c:v>0.53335352693148641</c:v>
                </c:pt>
                <c:pt idx="2496">
                  <c:v>7.4998659809747889E-4</c:v>
                </c:pt>
                <c:pt idx="2497">
                  <c:v>0.48062103585199389</c:v>
                </c:pt>
                <c:pt idx="2498">
                  <c:v>1.2803184565376931</c:v>
                </c:pt>
                <c:pt idx="2499">
                  <c:v>1.180083739459179</c:v>
                </c:pt>
                <c:pt idx="2500">
                  <c:v>0.94499674165759384</c:v>
                </c:pt>
                <c:pt idx="2501">
                  <c:v>0.960802617246718</c:v>
                </c:pt>
                <c:pt idx="2502">
                  <c:v>1.190784036389436</c:v>
                </c:pt>
                <c:pt idx="2503">
                  <c:v>1.3500625383068481</c:v>
                </c:pt>
                <c:pt idx="2504">
                  <c:v>1.397511223422109</c:v>
                </c:pt>
                <c:pt idx="2505">
                  <c:v>1.510727504118351</c:v>
                </c:pt>
                <c:pt idx="2506">
                  <c:v>2.2386831310658559</c:v>
                </c:pt>
                <c:pt idx="2507">
                  <c:v>2.7465390187604259</c:v>
                </c:pt>
                <c:pt idx="2508">
                  <c:v>2.7079843877595882</c:v>
                </c:pt>
                <c:pt idx="2509">
                  <c:v>2.2882253588426611</c:v>
                </c:pt>
                <c:pt idx="2510">
                  <c:v>1.862653458016136</c:v>
                </c:pt>
                <c:pt idx="2511">
                  <c:v>1.237443923038013</c:v>
                </c:pt>
                <c:pt idx="2512">
                  <c:v>0.91919402467115174</c:v>
                </c:pt>
                <c:pt idx="2513">
                  <c:v>0.92366833391931846</c:v>
                </c:pt>
                <c:pt idx="2514">
                  <c:v>0.95065391866723159</c:v>
                </c:pt>
                <c:pt idx="2515">
                  <c:v>1.2568423464266589</c:v>
                </c:pt>
                <c:pt idx="2516">
                  <c:v>1.2818092893277251</c:v>
                </c:pt>
                <c:pt idx="2517">
                  <c:v>1.3112988005100259</c:v>
                </c:pt>
                <c:pt idx="2518">
                  <c:v>1.658629523879942</c:v>
                </c:pt>
                <c:pt idx="2519">
                  <c:v>1.7515768712429991</c:v>
                </c:pt>
                <c:pt idx="2520">
                  <c:v>1.784892935828581</c:v>
                </c:pt>
                <c:pt idx="2521">
                  <c:v>2.2472594796964391</c:v>
                </c:pt>
                <c:pt idx="2522">
                  <c:v>2.4662285978507121</c:v>
                </c:pt>
                <c:pt idx="2523">
                  <c:v>2.4045034978094231</c:v>
                </c:pt>
                <c:pt idx="2524">
                  <c:v>2.297189427060641</c:v>
                </c:pt>
                <c:pt idx="2525">
                  <c:v>1.534923040716055</c:v>
                </c:pt>
                <c:pt idx="2526">
                  <c:v>1.4000787095009519</c:v>
                </c:pt>
                <c:pt idx="2527">
                  <c:v>0.98736922274776961</c:v>
                </c:pt>
                <c:pt idx="2528">
                  <c:v>0.67778725101759107</c:v>
                </c:pt>
                <c:pt idx="2529">
                  <c:v>0.68707102002719478</c:v>
                </c:pt>
                <c:pt idx="2530">
                  <c:v>0.73599242073750604</c:v>
                </c:pt>
                <c:pt idx="2531">
                  <c:v>0.78509231309029959</c:v>
                </c:pt>
                <c:pt idx="2532">
                  <c:v>0.85515138456486151</c:v>
                </c:pt>
                <c:pt idx="2533">
                  <c:v>0.87288375798529372</c:v>
                </c:pt>
                <c:pt idx="2534">
                  <c:v>0.49799754683946079</c:v>
                </c:pt>
                <c:pt idx="2535">
                  <c:v>7.7691257588748282E-4</c:v>
                </c:pt>
                <c:pt idx="2536">
                  <c:v>0.68443376468666661</c:v>
                </c:pt>
                <c:pt idx="2537">
                  <c:v>0.80551316206376489</c:v>
                </c:pt>
                <c:pt idx="2538">
                  <c:v>1.5745628870558259</c:v>
                </c:pt>
                <c:pt idx="2539">
                  <c:v>1.6822104232897439</c:v>
                </c:pt>
                <c:pt idx="2540">
                  <c:v>1.715175639816217</c:v>
                </c:pt>
                <c:pt idx="2541">
                  <c:v>2.165285103495473</c:v>
                </c:pt>
                <c:pt idx="2542">
                  <c:v>2.7481527192880439</c:v>
                </c:pt>
                <c:pt idx="2543">
                  <c:v>2.8376720089828349</c:v>
                </c:pt>
                <c:pt idx="2544">
                  <c:v>3.4165202498462168</c:v>
                </c:pt>
                <c:pt idx="2545">
                  <c:v>3.5562613220570949</c:v>
                </c:pt>
                <c:pt idx="2546">
                  <c:v>3.4337987269359749</c:v>
                </c:pt>
                <c:pt idx="2547">
                  <c:v>2.761063978729601</c:v>
                </c:pt>
                <c:pt idx="2548">
                  <c:v>2.1390367036065898</c:v>
                </c:pt>
                <c:pt idx="2549">
                  <c:v>1.1037615664827951</c:v>
                </c:pt>
                <c:pt idx="2550">
                  <c:v>0.73455966494449776</c:v>
                </c:pt>
                <c:pt idx="2551">
                  <c:v>0.73356336216986906</c:v>
                </c:pt>
                <c:pt idx="2552">
                  <c:v>0.72108146357239744</c:v>
                </c:pt>
                <c:pt idx="2553">
                  <c:v>0.71536881804673846</c:v>
                </c:pt>
                <c:pt idx="2554">
                  <c:v>0.75432830362575376</c:v>
                </c:pt>
                <c:pt idx="2555">
                  <c:v>0.99590128762965813</c:v>
                </c:pt>
                <c:pt idx="2556">
                  <c:v>1.160102559709363</c:v>
                </c:pt>
                <c:pt idx="2557">
                  <c:v>1.188301518635436</c:v>
                </c:pt>
                <c:pt idx="2558">
                  <c:v>1.2048261074418649</c:v>
                </c:pt>
                <c:pt idx="2559">
                  <c:v>1.4751032616215729</c:v>
                </c:pt>
                <c:pt idx="2560">
                  <c:v>1.571948589323906</c:v>
                </c:pt>
                <c:pt idx="2561">
                  <c:v>1.571366738501152</c:v>
                </c:pt>
                <c:pt idx="2562">
                  <c:v>1.5684694320428849</c:v>
                </c:pt>
                <c:pt idx="2563">
                  <c:v>1.7462332702988881</c:v>
                </c:pt>
                <c:pt idx="2564">
                  <c:v>2.2376383261146739</c:v>
                </c:pt>
                <c:pt idx="2565">
                  <c:v>2.8030173089989461</c:v>
                </c:pt>
                <c:pt idx="2566">
                  <c:v>2.864803143939882</c:v>
                </c:pt>
                <c:pt idx="2567">
                  <c:v>2.787533006650794</c:v>
                </c:pt>
                <c:pt idx="2568">
                  <c:v>2.170544685054677</c:v>
                </c:pt>
                <c:pt idx="2569">
                  <c:v>1.9574353073167761</c:v>
                </c:pt>
                <c:pt idx="2570">
                  <c:v>1.922765798242231</c:v>
                </c:pt>
                <c:pt idx="2571">
                  <c:v>1.751302823246611</c:v>
                </c:pt>
                <c:pt idx="2572">
                  <c:v>1.6476210562093281</c:v>
                </c:pt>
                <c:pt idx="2573">
                  <c:v>1.4971416578319241</c:v>
                </c:pt>
                <c:pt idx="2574">
                  <c:v>1.3267675445237701</c:v>
                </c:pt>
                <c:pt idx="2575">
                  <c:v>0.72522395530402028</c:v>
                </c:pt>
                <c:pt idx="2576">
                  <c:v>9.6435136266277643E-2</c:v>
                </c:pt>
                <c:pt idx="2577">
                  <c:v>8.368361708448066E-4</c:v>
                </c:pt>
                <c:pt idx="2578">
                  <c:v>1.0569075207155649</c:v>
                </c:pt>
                <c:pt idx="2579">
                  <c:v>1.36051884024577</c:v>
                </c:pt>
                <c:pt idx="2580">
                  <c:v>2.1244668683646939</c:v>
                </c:pt>
                <c:pt idx="2581">
                  <c:v>2.4172433187084872</c:v>
                </c:pt>
                <c:pt idx="2582">
                  <c:v>2.4650841787787159</c:v>
                </c:pt>
                <c:pt idx="2583">
                  <c:v>2.7919572987270351</c:v>
                </c:pt>
                <c:pt idx="2584">
                  <c:v>3.1898278713980348</c:v>
                </c:pt>
                <c:pt idx="2585">
                  <c:v>3.2312229295552171</c:v>
                </c:pt>
                <c:pt idx="2586">
                  <c:v>3.1736923687402139</c:v>
                </c:pt>
                <c:pt idx="2587">
                  <c:v>2.6677908670730961</c:v>
                </c:pt>
                <c:pt idx="2588">
                  <c:v>2.3121628645898151</c:v>
                </c:pt>
                <c:pt idx="2589">
                  <c:v>1.9949792936387361</c:v>
                </c:pt>
                <c:pt idx="2590">
                  <c:v>1.7274105863907201</c:v>
                </c:pt>
                <c:pt idx="2591">
                  <c:v>1.5904282004091661</c:v>
                </c:pt>
                <c:pt idx="2592">
                  <c:v>1.68281070188621</c:v>
                </c:pt>
                <c:pt idx="2593">
                  <c:v>2.673763987708595</c:v>
                </c:pt>
                <c:pt idx="2594">
                  <c:v>2.8684614713759982</c:v>
                </c:pt>
                <c:pt idx="2595">
                  <c:v>2.8332841123469579</c:v>
                </c:pt>
                <c:pt idx="2596">
                  <c:v>2.586584823810703</c:v>
                </c:pt>
                <c:pt idx="2597">
                  <c:v>2.4185842491745499</c:v>
                </c:pt>
                <c:pt idx="2598">
                  <c:v>2.3792734957629178</c:v>
                </c:pt>
                <c:pt idx="2599">
                  <c:v>1.640316655156935</c:v>
                </c:pt>
                <c:pt idx="2600">
                  <c:v>1.5825306045441421</c:v>
                </c:pt>
                <c:pt idx="2601">
                  <c:v>1.5541984263797659</c:v>
                </c:pt>
                <c:pt idx="2602">
                  <c:v>1.051351931283141</c:v>
                </c:pt>
                <c:pt idx="2603">
                  <c:v>0.91148390961139225</c:v>
                </c:pt>
                <c:pt idx="2604">
                  <c:v>0.92793136646585983</c:v>
                </c:pt>
                <c:pt idx="2605">
                  <c:v>1.0803046305031321</c:v>
                </c:pt>
                <c:pt idx="2606">
                  <c:v>1.1794128098160761</c:v>
                </c:pt>
                <c:pt idx="2607">
                  <c:v>1.1551043555719029</c:v>
                </c:pt>
                <c:pt idx="2608">
                  <c:v>0.94620301821587505</c:v>
                </c:pt>
                <c:pt idx="2609">
                  <c:v>0.89612208008154115</c:v>
                </c:pt>
                <c:pt idx="2610">
                  <c:v>0.93496322235337825</c:v>
                </c:pt>
                <c:pt idx="2611">
                  <c:v>1.381451337726934</c:v>
                </c:pt>
                <c:pt idx="2612">
                  <c:v>1.8713136038103131</c:v>
                </c:pt>
                <c:pt idx="2613">
                  <c:v>1.665268734701127</c:v>
                </c:pt>
                <c:pt idx="2614">
                  <c:v>0.81512471250342688</c:v>
                </c:pt>
                <c:pt idx="2615">
                  <c:v>0.24558559317331821</c:v>
                </c:pt>
                <c:pt idx="2616">
                  <c:v>8.7776673144420794E-3</c:v>
                </c:pt>
                <c:pt idx="2617">
                  <c:v>1.819130580410707</c:v>
                </c:pt>
                <c:pt idx="2618">
                  <c:v>2.9505927314763412</c:v>
                </c:pt>
                <c:pt idx="2619">
                  <c:v>2.5925237675518131</c:v>
                </c:pt>
                <c:pt idx="2620">
                  <c:v>2.5489510569879879</c:v>
                </c:pt>
                <c:pt idx="2621">
                  <c:v>2.2634753711102258</c:v>
                </c:pt>
                <c:pt idx="2622">
                  <c:v>1.982214127920884</c:v>
                </c:pt>
                <c:pt idx="2623">
                  <c:v>1.7506611801162211</c:v>
                </c:pt>
                <c:pt idx="2624">
                  <c:v>1.6993360040874259</c:v>
                </c:pt>
                <c:pt idx="2625">
                  <c:v>1.4780238464829509</c:v>
                </c:pt>
                <c:pt idx="2626">
                  <c:v>1.270628695426965</c:v>
                </c:pt>
                <c:pt idx="2627">
                  <c:v>0.97999130630853171</c:v>
                </c:pt>
                <c:pt idx="2628">
                  <c:v>0.9260745328399631</c:v>
                </c:pt>
                <c:pt idx="2629">
                  <c:v>0.95862086725953399</c:v>
                </c:pt>
                <c:pt idx="2630">
                  <c:v>1.1568154924815339</c:v>
                </c:pt>
                <c:pt idx="2631">
                  <c:v>1.381915850005073</c:v>
                </c:pt>
                <c:pt idx="2632">
                  <c:v>1.4325036834083591</c:v>
                </c:pt>
                <c:pt idx="2633">
                  <c:v>1.515335544867324</c:v>
                </c:pt>
                <c:pt idx="2634">
                  <c:v>2.270591582419597</c:v>
                </c:pt>
                <c:pt idx="2635">
                  <c:v>2.507717903230712</c:v>
                </c:pt>
                <c:pt idx="2636">
                  <c:v>2.5089203442063162</c:v>
                </c:pt>
                <c:pt idx="2637">
                  <c:v>2.522110802715134</c:v>
                </c:pt>
                <c:pt idx="2638">
                  <c:v>2.5305352278938198</c:v>
                </c:pt>
                <c:pt idx="2639">
                  <c:v>2.5311702197653561</c:v>
                </c:pt>
                <c:pt idx="2640">
                  <c:v>2.0892471297302588</c:v>
                </c:pt>
                <c:pt idx="2641">
                  <c:v>1.703657729228979</c:v>
                </c:pt>
                <c:pt idx="2642">
                  <c:v>1.575188879767359</c:v>
                </c:pt>
                <c:pt idx="2643">
                  <c:v>1.490592130618376</c:v>
                </c:pt>
                <c:pt idx="2644">
                  <c:v>0.45477267260933801</c:v>
                </c:pt>
                <c:pt idx="2645">
                  <c:v>0.274359673917073</c:v>
                </c:pt>
                <c:pt idx="2646">
                  <c:v>0.32664907370525892</c:v>
                </c:pt>
                <c:pt idx="2647">
                  <c:v>0.77107561698258387</c:v>
                </c:pt>
                <c:pt idx="2648">
                  <c:v>1.006149990727345</c:v>
                </c:pt>
                <c:pt idx="2649">
                  <c:v>1.0274018123413169</c:v>
                </c:pt>
                <c:pt idx="2650">
                  <c:v>1.1613805148956911</c:v>
                </c:pt>
                <c:pt idx="2651">
                  <c:v>1.375727357661374</c:v>
                </c:pt>
                <c:pt idx="2652">
                  <c:v>1.4182349761645909</c:v>
                </c:pt>
                <c:pt idx="2653">
                  <c:v>1.3177109156842219</c:v>
                </c:pt>
                <c:pt idx="2654">
                  <c:v>0.3808587061557247</c:v>
                </c:pt>
                <c:pt idx="2655">
                  <c:v>1.6826719200797059E-3</c:v>
                </c:pt>
                <c:pt idx="2656">
                  <c:v>1.876745428845799</c:v>
                </c:pt>
                <c:pt idx="2657">
                  <c:v>1.8461992838201411</c:v>
                </c:pt>
                <c:pt idx="2658">
                  <c:v>1.9241711971743869</c:v>
                </c:pt>
                <c:pt idx="2659">
                  <c:v>2.1739006886217149</c:v>
                </c:pt>
                <c:pt idx="2660">
                  <c:v>2.4695388076874121</c:v>
                </c:pt>
                <c:pt idx="2661">
                  <c:v>2.5626560256722528</c:v>
                </c:pt>
                <c:pt idx="2662">
                  <c:v>2.5512072091538038</c:v>
                </c:pt>
                <c:pt idx="2663">
                  <c:v>2.466791398800535</c:v>
                </c:pt>
                <c:pt idx="2664">
                  <c:v>2.387928008305777</c:v>
                </c:pt>
                <c:pt idx="2665">
                  <c:v>2.3136961068713799</c:v>
                </c:pt>
                <c:pt idx="2666">
                  <c:v>2.2553042151651499</c:v>
                </c:pt>
                <c:pt idx="2667">
                  <c:v>2.220203944108802</c:v>
                </c:pt>
                <c:pt idx="2668">
                  <c:v>2.212499467144053</c:v>
                </c:pt>
                <c:pt idx="2669">
                  <c:v>2.1858139941266201</c:v>
                </c:pt>
                <c:pt idx="2670">
                  <c:v>2.1744090055617451</c:v>
                </c:pt>
                <c:pt idx="2671">
                  <c:v>1.891895631541451</c:v>
                </c:pt>
                <c:pt idx="2672">
                  <c:v>0.99298814323929896</c:v>
                </c:pt>
                <c:pt idx="2673">
                  <c:v>0.98480432356942105</c:v>
                </c:pt>
                <c:pt idx="2674">
                  <c:v>0.942219520724902</c:v>
                </c:pt>
                <c:pt idx="2675">
                  <c:v>0.88088305114868848</c:v>
                </c:pt>
                <c:pt idx="2676">
                  <c:v>0.86720052485951593</c:v>
                </c:pt>
                <c:pt idx="2677">
                  <c:v>0.85693931025086056</c:v>
                </c:pt>
                <c:pt idx="2678">
                  <c:v>0.77559668735959431</c:v>
                </c:pt>
                <c:pt idx="2679">
                  <c:v>0.78880106291662322</c:v>
                </c:pt>
                <c:pt idx="2680">
                  <c:v>0.84573161305065636</c:v>
                </c:pt>
                <c:pt idx="2681">
                  <c:v>0.87788097344036053</c:v>
                </c:pt>
                <c:pt idx="2682">
                  <c:v>0.87073751617803763</c:v>
                </c:pt>
                <c:pt idx="2683">
                  <c:v>0.8656385436297972</c:v>
                </c:pt>
                <c:pt idx="2684">
                  <c:v>0.74535345128954977</c:v>
                </c:pt>
                <c:pt idx="2685">
                  <c:v>0.78272121495654523</c:v>
                </c:pt>
                <c:pt idx="2686">
                  <c:v>1.071814325689556</c:v>
                </c:pt>
                <c:pt idx="2687">
                  <c:v>0.83072220132131913</c:v>
                </c:pt>
                <c:pt idx="2688">
                  <c:v>0.77778642543598386</c:v>
                </c:pt>
                <c:pt idx="2689">
                  <c:v>0.34528043531138758</c:v>
                </c:pt>
                <c:pt idx="2690">
                  <c:v>5.1718534777815517E-2</c:v>
                </c:pt>
                <c:pt idx="2691">
                  <c:v>1.4057692022081359E-2</c:v>
                </c:pt>
                <c:pt idx="2692">
                  <c:v>1.5988916969289391</c:v>
                </c:pt>
                <c:pt idx="2693">
                  <c:v>1.649732873130096</c:v>
                </c:pt>
                <c:pt idx="2694">
                  <c:v>2.4645387488035659</c:v>
                </c:pt>
                <c:pt idx="2695">
                  <c:v>2.5333792801693509</c:v>
                </c:pt>
                <c:pt idx="2696">
                  <c:v>2.9846898447324328</c:v>
                </c:pt>
                <c:pt idx="2697">
                  <c:v>3.38124444555848</c:v>
                </c:pt>
                <c:pt idx="2698">
                  <c:v>3.6666708570514199</c:v>
                </c:pt>
                <c:pt idx="2699">
                  <c:v>3.6064515604222569</c:v>
                </c:pt>
                <c:pt idx="2700">
                  <c:v>2.8848891685409179</c:v>
                </c:pt>
                <c:pt idx="2701">
                  <c:v>2.385703169694859</c:v>
                </c:pt>
                <c:pt idx="2702">
                  <c:v>2.2130011451061602</c:v>
                </c:pt>
                <c:pt idx="2703">
                  <c:v>1.107618042229165</c:v>
                </c:pt>
                <c:pt idx="2704">
                  <c:v>0.75518054691805381</c:v>
                </c:pt>
                <c:pt idx="2705">
                  <c:v>0.72590703763632802</c:v>
                </c:pt>
                <c:pt idx="2706">
                  <c:v>0.58633284007529518</c:v>
                </c:pt>
                <c:pt idx="2707">
                  <c:v>0.51254851646591937</c:v>
                </c:pt>
                <c:pt idx="2708">
                  <c:v>0.52671460127439296</c:v>
                </c:pt>
                <c:pt idx="2709">
                  <c:v>0.57794522456516972</c:v>
                </c:pt>
                <c:pt idx="2710">
                  <c:v>0.62578074764241842</c:v>
                </c:pt>
                <c:pt idx="2711">
                  <c:v>0.63231505162726365</c:v>
                </c:pt>
                <c:pt idx="2712">
                  <c:v>0.62181890544692298</c:v>
                </c:pt>
                <c:pt idx="2713">
                  <c:v>0.54471128143986713</c:v>
                </c:pt>
                <c:pt idx="2714">
                  <c:v>0.52461008851548885</c:v>
                </c:pt>
                <c:pt idx="2715">
                  <c:v>0.67031369154677622</c:v>
                </c:pt>
                <c:pt idx="2716">
                  <c:v>1.0384282576410471</c:v>
                </c:pt>
                <c:pt idx="2717">
                  <c:v>1.2861686359766289</c:v>
                </c:pt>
                <c:pt idx="2718">
                  <c:v>1.3041357892381371</c:v>
                </c:pt>
                <c:pt idx="2719">
                  <c:v>1.4117442498458621</c:v>
                </c:pt>
                <c:pt idx="2720">
                  <c:v>1.4700883489775161</c:v>
                </c:pt>
                <c:pt idx="2721">
                  <c:v>1.435860980432728</c:v>
                </c:pt>
                <c:pt idx="2722">
                  <c:v>1.4001697649823479</c:v>
                </c:pt>
                <c:pt idx="2723">
                  <c:v>1.3355421270087831</c:v>
                </c:pt>
                <c:pt idx="2724">
                  <c:v>1.3044136353836091</c:v>
                </c:pt>
                <c:pt idx="2725">
                  <c:v>1.328191929313403</c:v>
                </c:pt>
                <c:pt idx="2726">
                  <c:v>1.468052817076104</c:v>
                </c:pt>
                <c:pt idx="2727">
                  <c:v>1.563779078517388</c:v>
                </c:pt>
                <c:pt idx="2728">
                  <c:v>1.747918645257188</c:v>
                </c:pt>
                <c:pt idx="2729">
                  <c:v>2.4737859459917502</c:v>
                </c:pt>
                <c:pt idx="2730">
                  <c:v>3.6307192583373449</c:v>
                </c:pt>
                <c:pt idx="2731">
                  <c:v>4.0350758931374404</c:v>
                </c:pt>
                <c:pt idx="2732">
                  <c:v>3.6828640536689021</c:v>
                </c:pt>
                <c:pt idx="2733">
                  <c:v>1.386855623109134</c:v>
                </c:pt>
                <c:pt idx="2734">
                  <c:v>2.5977993151340351E-2</c:v>
                </c:pt>
                <c:pt idx="2735">
                  <c:v>0.59026676182776849</c:v>
                </c:pt>
                <c:pt idx="2736">
                  <c:v>3.2406443404942089</c:v>
                </c:pt>
                <c:pt idx="2737">
                  <c:v>3.9112506546718051</c:v>
                </c:pt>
                <c:pt idx="2738">
                  <c:v>4.2142900416095674</c:v>
                </c:pt>
                <c:pt idx="2739">
                  <c:v>4.150535163925996</c:v>
                </c:pt>
                <c:pt idx="2740">
                  <c:v>3.6922389825396968</c:v>
                </c:pt>
                <c:pt idx="2741">
                  <c:v>3.3182791052086742</c:v>
                </c:pt>
                <c:pt idx="2742">
                  <c:v>3.0237751046385521</c:v>
                </c:pt>
                <c:pt idx="2743">
                  <c:v>2.7170872204356389</c:v>
                </c:pt>
                <c:pt idx="2744">
                  <c:v>2.377800144058674</c:v>
                </c:pt>
                <c:pt idx="2745">
                  <c:v>2.403307247130289</c:v>
                </c:pt>
                <c:pt idx="2746">
                  <c:v>2.4304586600696321</c:v>
                </c:pt>
                <c:pt idx="2747">
                  <c:v>2.8740670722243991</c:v>
                </c:pt>
                <c:pt idx="2748">
                  <c:v>2.6852517177982809</c:v>
                </c:pt>
                <c:pt idx="2749">
                  <c:v>1.725181717878979</c:v>
                </c:pt>
                <c:pt idx="2750">
                  <c:v>1.009528077297454</c:v>
                </c:pt>
                <c:pt idx="2751">
                  <c:v>0.27033205898723822</c:v>
                </c:pt>
                <c:pt idx="2752">
                  <c:v>0.39656234907428461</c:v>
                </c:pt>
                <c:pt idx="2753">
                  <c:v>1.475473447098905</c:v>
                </c:pt>
                <c:pt idx="2754">
                  <c:v>2.0346000628929688</c:v>
                </c:pt>
                <c:pt idx="2755">
                  <c:v>1.90559633056292</c:v>
                </c:pt>
                <c:pt idx="2756">
                  <c:v>0.85013714648792771</c:v>
                </c:pt>
                <c:pt idx="2757">
                  <c:v>0.64354649076900217</c:v>
                </c:pt>
                <c:pt idx="2758">
                  <c:v>0.65018345002450273</c:v>
                </c:pt>
                <c:pt idx="2759">
                  <c:v>0.6913953697721108</c:v>
                </c:pt>
                <c:pt idx="2760">
                  <c:v>0.70695613230212007</c:v>
                </c:pt>
                <c:pt idx="2761">
                  <c:v>0.84431852247680605</c:v>
                </c:pt>
                <c:pt idx="2762">
                  <c:v>2.061456038007083</c:v>
                </c:pt>
                <c:pt idx="2763">
                  <c:v>2.7327178293082399</c:v>
                </c:pt>
                <c:pt idx="2764">
                  <c:v>2.8051126654263898</c:v>
                </c:pt>
                <c:pt idx="2765">
                  <c:v>3.1175472193118479</c:v>
                </c:pt>
                <c:pt idx="2766">
                  <c:v>3.524979739212732</c:v>
                </c:pt>
                <c:pt idx="2767">
                  <c:v>3.5751975798528051</c:v>
                </c:pt>
                <c:pt idx="2768">
                  <c:v>3.3607016090861479</c:v>
                </c:pt>
                <c:pt idx="2769">
                  <c:v>2.7808318459739989</c:v>
                </c:pt>
                <c:pt idx="2770">
                  <c:v>2.538467854045134</c:v>
                </c:pt>
                <c:pt idx="2771">
                  <c:v>2.3045636827084719</c:v>
                </c:pt>
                <c:pt idx="2772">
                  <c:v>2.1137195682466958E-3</c:v>
                </c:pt>
                <c:pt idx="2773">
                  <c:v>0.45816350563035457</c:v>
                </c:pt>
                <c:pt idx="2774">
                  <c:v>1.1932128216897639</c:v>
                </c:pt>
                <c:pt idx="2775">
                  <c:v>1.4518700980068091</c:v>
                </c:pt>
                <c:pt idx="2776">
                  <c:v>2.8040367795461179</c:v>
                </c:pt>
                <c:pt idx="2777">
                  <c:v>2.7818961747421032</c:v>
                </c:pt>
                <c:pt idx="2778">
                  <c:v>2.7608913183891222</c:v>
                </c:pt>
                <c:pt idx="2779">
                  <c:v>2.5410882981627161</c:v>
                </c:pt>
                <c:pt idx="2780">
                  <c:v>2.3225962561483602</c:v>
                </c:pt>
                <c:pt idx="2781">
                  <c:v>2.1056942619654522</c:v>
                </c:pt>
                <c:pt idx="2782">
                  <c:v>1.8301000328286789</c:v>
                </c:pt>
                <c:pt idx="2783">
                  <c:v>1.7518145145966899</c:v>
                </c:pt>
                <c:pt idx="2784">
                  <c:v>1.821227487494177</c:v>
                </c:pt>
                <c:pt idx="2785">
                  <c:v>2.6258912161503671</c:v>
                </c:pt>
                <c:pt idx="2786">
                  <c:v>2.86393249516343</c:v>
                </c:pt>
                <c:pt idx="2787">
                  <c:v>2.8685965842321268</c:v>
                </c:pt>
                <c:pt idx="2788">
                  <c:v>2.9350967173952922</c:v>
                </c:pt>
                <c:pt idx="2789">
                  <c:v>2.968494640408692</c:v>
                </c:pt>
                <c:pt idx="2790">
                  <c:v>2.9752223084038318</c:v>
                </c:pt>
                <c:pt idx="2791">
                  <c:v>2.4891853898903809</c:v>
                </c:pt>
                <c:pt idx="2792">
                  <c:v>2.048299948493717</c:v>
                </c:pt>
                <c:pt idx="2793">
                  <c:v>1.8801618730576199</c:v>
                </c:pt>
                <c:pt idx="2794">
                  <c:v>1.834639910912208</c:v>
                </c:pt>
                <c:pt idx="2795">
                  <c:v>1.4541903073301661</c:v>
                </c:pt>
                <c:pt idx="2796">
                  <c:v>1.2998176648576201</c:v>
                </c:pt>
                <c:pt idx="2797">
                  <c:v>1.3134639041362961</c:v>
                </c:pt>
                <c:pt idx="2798">
                  <c:v>1.398179352870575</c:v>
                </c:pt>
                <c:pt idx="2799">
                  <c:v>1.4581051875083451</c:v>
                </c:pt>
                <c:pt idx="2800">
                  <c:v>1.4079054522187959</c:v>
                </c:pt>
                <c:pt idx="2801">
                  <c:v>1.074219442386158</c:v>
                </c:pt>
                <c:pt idx="2802">
                  <c:v>1.002739491763581</c:v>
                </c:pt>
                <c:pt idx="2803">
                  <c:v>1.0453693723251409</c:v>
                </c:pt>
                <c:pt idx="2804">
                  <c:v>1.3084328827848</c:v>
                </c:pt>
                <c:pt idx="2805">
                  <c:v>1.4124023218055339</c:v>
                </c:pt>
                <c:pt idx="2806">
                  <c:v>1.408626593136846</c:v>
                </c:pt>
                <c:pt idx="2807">
                  <c:v>1.3820677878511429</c:v>
                </c:pt>
                <c:pt idx="2808">
                  <c:v>1.3366594650347261</c:v>
                </c:pt>
                <c:pt idx="2809">
                  <c:v>1.1841834930985109</c:v>
                </c:pt>
                <c:pt idx="2810">
                  <c:v>0.33428886939922142</c:v>
                </c:pt>
                <c:pt idx="2811">
                  <c:v>3.3524423595922052E-3</c:v>
                </c:pt>
                <c:pt idx="2812">
                  <c:v>0.52310803883828227</c:v>
                </c:pt>
                <c:pt idx="2813">
                  <c:v>1.217336225911144</c:v>
                </c:pt>
                <c:pt idx="2814">
                  <c:v>1.459459304726183</c:v>
                </c:pt>
                <c:pt idx="2815">
                  <c:v>1.7601747365387941</c:v>
                </c:pt>
                <c:pt idx="2816">
                  <c:v>1.7050744192056571</c:v>
                </c:pt>
                <c:pt idx="2817">
                  <c:v>1.553342517660149</c:v>
                </c:pt>
                <c:pt idx="2818">
                  <c:v>1.4452887385437441</c:v>
                </c:pt>
                <c:pt idx="2819">
                  <c:v>1.3784130339419181</c:v>
                </c:pt>
                <c:pt idx="2820">
                  <c:v>1.163512793400056</c:v>
                </c:pt>
                <c:pt idx="2821">
                  <c:v>1.0470562678304021</c:v>
                </c:pt>
                <c:pt idx="2822">
                  <c:v>1.079326027783468</c:v>
                </c:pt>
                <c:pt idx="2823">
                  <c:v>1.100463686162529</c:v>
                </c:pt>
                <c:pt idx="2824">
                  <c:v>1.5617400866999691</c:v>
                </c:pt>
                <c:pt idx="2825">
                  <c:v>1.639011861566211</c:v>
                </c:pt>
                <c:pt idx="2826">
                  <c:v>1.69615139162915</c:v>
                </c:pt>
                <c:pt idx="2827">
                  <c:v>2.3294228074581791</c:v>
                </c:pt>
                <c:pt idx="2828">
                  <c:v>2.389567421746817</c:v>
                </c:pt>
                <c:pt idx="2829">
                  <c:v>2.3604609829393062</c:v>
                </c:pt>
                <c:pt idx="2830">
                  <c:v>2.1454747743067708</c:v>
                </c:pt>
                <c:pt idx="2831">
                  <c:v>2.035686050544292</c:v>
                </c:pt>
                <c:pt idx="2832">
                  <c:v>1.9927296492453821</c:v>
                </c:pt>
                <c:pt idx="2833">
                  <c:v>1.577348004085684</c:v>
                </c:pt>
                <c:pt idx="2834">
                  <c:v>1.5104695365685099</c:v>
                </c:pt>
                <c:pt idx="2835">
                  <c:v>1.553095476941178</c:v>
                </c:pt>
                <c:pt idx="2836">
                  <c:v>1.884752769430424</c:v>
                </c:pt>
                <c:pt idx="2837">
                  <c:v>2.018921632822523</c:v>
                </c:pt>
                <c:pt idx="2838">
                  <c:v>2.0389279175840329</c:v>
                </c:pt>
                <c:pt idx="2839">
                  <c:v>2.302864207031615</c:v>
                </c:pt>
                <c:pt idx="2840">
                  <c:v>2.5037507153411251</c:v>
                </c:pt>
                <c:pt idx="2841">
                  <c:v>2.5645173668350512</c:v>
                </c:pt>
                <c:pt idx="2842">
                  <c:v>2.124482511906622</c:v>
                </c:pt>
                <c:pt idx="2843">
                  <c:v>1.5024025273243911</c:v>
                </c:pt>
                <c:pt idx="2844">
                  <c:v>1.455975406289518</c:v>
                </c:pt>
                <c:pt idx="2845">
                  <c:v>1.317851946442602</c:v>
                </c:pt>
                <c:pt idx="2846">
                  <c:v>1.132989391626096</c:v>
                </c:pt>
                <c:pt idx="2847">
                  <c:v>1.00679293528339</c:v>
                </c:pt>
                <c:pt idx="2848">
                  <c:v>0.95963987490042402</c:v>
                </c:pt>
                <c:pt idx="2849">
                  <c:v>0.95354371489140977</c:v>
                </c:pt>
                <c:pt idx="2850">
                  <c:v>0.90362981610776738</c:v>
                </c:pt>
                <c:pt idx="2851">
                  <c:v>0.84029524424075297</c:v>
                </c:pt>
                <c:pt idx="2852">
                  <c:v>0.81903568990958664</c:v>
                </c:pt>
                <c:pt idx="2853">
                  <c:v>0.76331182094750316</c:v>
                </c:pt>
                <c:pt idx="2854">
                  <c:v>0.21825692242517239</c:v>
                </c:pt>
                <c:pt idx="2855">
                  <c:v>2.9517058636366032E-2</c:v>
                </c:pt>
                <c:pt idx="2856">
                  <c:v>2.0005801427548731</c:v>
                </c:pt>
                <c:pt idx="2857">
                  <c:v>3.7470891463398188</c:v>
                </c:pt>
                <c:pt idx="2858">
                  <c:v>3.6341870076734599</c:v>
                </c:pt>
                <c:pt idx="2859">
                  <c:v>3.0206760033773929</c:v>
                </c:pt>
                <c:pt idx="2860">
                  <c:v>2.3799107836511708</c:v>
                </c:pt>
                <c:pt idx="2861">
                  <c:v>1.7492549208918611</c:v>
                </c:pt>
                <c:pt idx="2862">
                  <c:v>1.613518427301182</c:v>
                </c:pt>
                <c:pt idx="2863">
                  <c:v>1.497060627832367</c:v>
                </c:pt>
                <c:pt idx="2864">
                  <c:v>1.015284770331399</c:v>
                </c:pt>
                <c:pt idx="2865">
                  <c:v>0.76199664402019962</c:v>
                </c:pt>
                <c:pt idx="2866">
                  <c:v>0.8747053159803676</c:v>
                </c:pt>
                <c:pt idx="2867">
                  <c:v>0.96056557303316659</c:v>
                </c:pt>
                <c:pt idx="2868">
                  <c:v>0.98929158310332266</c:v>
                </c:pt>
                <c:pt idx="2869">
                  <c:v>1.072493520504721</c:v>
                </c:pt>
                <c:pt idx="2870">
                  <c:v>1.8325814119692549</c:v>
                </c:pt>
                <c:pt idx="2871">
                  <c:v>2.0631957759001889</c:v>
                </c:pt>
                <c:pt idx="2872">
                  <c:v>2.253731512548093</c:v>
                </c:pt>
                <c:pt idx="2873">
                  <c:v>3.6309330498257459</c:v>
                </c:pt>
                <c:pt idx="2874">
                  <c:v>3.4833292125596671</c:v>
                </c:pt>
                <c:pt idx="2875">
                  <c:v>3.0349452590492989</c:v>
                </c:pt>
                <c:pt idx="2876">
                  <c:v>2.5267135450230849</c:v>
                </c:pt>
                <c:pt idx="2877">
                  <c:v>2.3604690339445642</c:v>
                </c:pt>
                <c:pt idx="2878">
                  <c:v>2.3357926479880442</c:v>
                </c:pt>
                <c:pt idx="2879">
                  <c:v>2.1961684880824799</c:v>
                </c:pt>
                <c:pt idx="2880">
                  <c:v>2.0953753411458251</c:v>
                </c:pt>
                <c:pt idx="2881">
                  <c:v>2.0284250713611449</c:v>
                </c:pt>
                <c:pt idx="2882">
                  <c:v>1.260757458015938</c:v>
                </c:pt>
                <c:pt idx="2883">
                  <c:v>1.2016391752696181</c:v>
                </c:pt>
                <c:pt idx="2884">
                  <c:v>1.1182808673359881</c:v>
                </c:pt>
                <c:pt idx="2885">
                  <c:v>1.0871739655145931</c:v>
                </c:pt>
                <c:pt idx="2886">
                  <c:v>1.065227260485625</c:v>
                </c:pt>
                <c:pt idx="2887">
                  <c:v>1.018781848154952</c:v>
                </c:pt>
                <c:pt idx="2888">
                  <c:v>0.96204010138584639</c:v>
                </c:pt>
                <c:pt idx="2889">
                  <c:v>0.91399282741354804</c:v>
                </c:pt>
                <c:pt idx="2890">
                  <c:v>0.90678702260917143</c:v>
                </c:pt>
                <c:pt idx="2891">
                  <c:v>0.83685770578618568</c:v>
                </c:pt>
                <c:pt idx="2892">
                  <c:v>0.21759325281151801</c:v>
                </c:pt>
                <c:pt idx="2893">
                  <c:v>2.6516241402224749E-2</c:v>
                </c:pt>
                <c:pt idx="2894">
                  <c:v>1.5531094070314919</c:v>
                </c:pt>
                <c:pt idx="2895">
                  <c:v>2.7098479706184162</c:v>
                </c:pt>
                <c:pt idx="2896">
                  <c:v>2.654157783892777</c:v>
                </c:pt>
                <c:pt idx="2897">
                  <c:v>2.5741595123680141</c:v>
                </c:pt>
                <c:pt idx="2898">
                  <c:v>2.480786681404104</c:v>
                </c:pt>
                <c:pt idx="2899">
                  <c:v>2.18218082944446</c:v>
                </c:pt>
                <c:pt idx="2900">
                  <c:v>2.1381032527474391</c:v>
                </c:pt>
                <c:pt idx="2901">
                  <c:v>2.1529593363931312</c:v>
                </c:pt>
                <c:pt idx="2902">
                  <c:v>2.2622189788091651</c:v>
                </c:pt>
                <c:pt idx="2903">
                  <c:v>2.2860906793426299</c:v>
                </c:pt>
                <c:pt idx="2904">
                  <c:v>2.1697317335283799</c:v>
                </c:pt>
                <c:pt idx="2905">
                  <c:v>1.6336933297191509</c:v>
                </c:pt>
                <c:pt idx="2906">
                  <c:v>1.4748611209596121</c:v>
                </c:pt>
                <c:pt idx="2907">
                  <c:v>1.307241375054075</c:v>
                </c:pt>
                <c:pt idx="2908">
                  <c:v>1.0242076457950819</c:v>
                </c:pt>
                <c:pt idx="2909">
                  <c:v>0.96355704561624567</c:v>
                </c:pt>
                <c:pt idx="2910">
                  <c:v>0.90954670694553186</c:v>
                </c:pt>
                <c:pt idx="2911">
                  <c:v>0.53013848196338131</c:v>
                </c:pt>
                <c:pt idx="2912">
                  <c:v>0.33635425222464088</c:v>
                </c:pt>
                <c:pt idx="2913">
                  <c:v>0.40968237209351699</c:v>
                </c:pt>
                <c:pt idx="2914">
                  <c:v>0.46193754103851598</c:v>
                </c:pt>
                <c:pt idx="2915">
                  <c:v>1.25103530924524</c:v>
                </c:pt>
                <c:pt idx="2916">
                  <c:v>1.3571173188572501</c:v>
                </c:pt>
                <c:pt idx="2917">
                  <c:v>1.8309549743957341</c:v>
                </c:pt>
                <c:pt idx="2918">
                  <c:v>2.1996143046320289</c:v>
                </c:pt>
                <c:pt idx="2919">
                  <c:v>2.3544352171076999</c:v>
                </c:pt>
                <c:pt idx="2920">
                  <c:v>2.866570596046206</c:v>
                </c:pt>
                <c:pt idx="2921">
                  <c:v>2.7230263709680682</c:v>
                </c:pt>
                <c:pt idx="2922">
                  <c:v>2.220292323705563</c:v>
                </c:pt>
                <c:pt idx="2923">
                  <c:v>1.695736765209626</c:v>
                </c:pt>
                <c:pt idx="2924">
                  <c:v>1.6414541419993629</c:v>
                </c:pt>
                <c:pt idx="2925">
                  <c:v>1.5657377203142531</c:v>
                </c:pt>
                <c:pt idx="2926">
                  <c:v>1.4299201266218959</c:v>
                </c:pt>
                <c:pt idx="2927">
                  <c:v>1.233190834858346</c:v>
                </c:pt>
                <c:pt idx="2928">
                  <c:v>1.099137796269138</c:v>
                </c:pt>
                <c:pt idx="2929">
                  <c:v>1.012630660604571</c:v>
                </c:pt>
                <c:pt idx="2930">
                  <c:v>0.10335736548706979</c:v>
                </c:pt>
                <c:pt idx="2931">
                  <c:v>2.9943863168518801E-2</c:v>
                </c:pt>
                <c:pt idx="2932">
                  <c:v>1.884249886428609</c:v>
                </c:pt>
                <c:pt idx="2933">
                  <c:v>1.903568842021051</c:v>
                </c:pt>
                <c:pt idx="2934">
                  <c:v>2.057808512368434</c:v>
                </c:pt>
                <c:pt idx="2935">
                  <c:v>2.2120317630109652</c:v>
                </c:pt>
                <c:pt idx="2936">
                  <c:v>2.3554461565177549</c:v>
                </c:pt>
                <c:pt idx="2937">
                  <c:v>2.473818154455711</c:v>
                </c:pt>
                <c:pt idx="2938">
                  <c:v>2.490953289303063</c:v>
                </c:pt>
                <c:pt idx="2939">
                  <c:v>2.4540298572194659</c:v>
                </c:pt>
                <c:pt idx="2940">
                  <c:v>1.8680206718018071</c:v>
                </c:pt>
                <c:pt idx="2941">
                  <c:v>1.81540979104633</c:v>
                </c:pt>
                <c:pt idx="2942">
                  <c:v>1.933906093658317</c:v>
                </c:pt>
                <c:pt idx="2943">
                  <c:v>2.294642963074486</c:v>
                </c:pt>
                <c:pt idx="2944">
                  <c:v>2.4086296897975958</c:v>
                </c:pt>
                <c:pt idx="2945">
                  <c:v>2.2992783190924149</c:v>
                </c:pt>
                <c:pt idx="2946">
                  <c:v>1.9633416311391401</c:v>
                </c:pt>
                <c:pt idx="2947">
                  <c:v>1.9180355643076841</c:v>
                </c:pt>
                <c:pt idx="2948">
                  <c:v>1.8786446929985221</c:v>
                </c:pt>
                <c:pt idx="2949">
                  <c:v>1.643146845308282</c:v>
                </c:pt>
                <c:pt idx="2950">
                  <c:v>1.3935459194406741</c:v>
                </c:pt>
                <c:pt idx="2951">
                  <c:v>1.2495370007394899</c:v>
                </c:pt>
                <c:pt idx="2952">
                  <c:v>1.1891244106450729</c:v>
                </c:pt>
                <c:pt idx="2953">
                  <c:v>1.074889350271266</c:v>
                </c:pt>
                <c:pt idx="2954">
                  <c:v>0.97527478576315163</c:v>
                </c:pt>
                <c:pt idx="2955">
                  <c:v>1.013501491399813</c:v>
                </c:pt>
                <c:pt idx="2956">
                  <c:v>1.37011368792197</c:v>
                </c:pt>
                <c:pt idx="2957">
                  <c:v>1.5957366066330201</c:v>
                </c:pt>
                <c:pt idx="2958">
                  <c:v>1.6362298130454149</c:v>
                </c:pt>
                <c:pt idx="2959">
                  <c:v>1.9657333111739741</c:v>
                </c:pt>
                <c:pt idx="2960">
                  <c:v>2.3240998435301372</c:v>
                </c:pt>
                <c:pt idx="2961">
                  <c:v>2.5754173162863032</c:v>
                </c:pt>
                <c:pt idx="2962">
                  <c:v>2.5094586058224322</c:v>
                </c:pt>
                <c:pt idx="2963">
                  <c:v>2.3652632875345732</c:v>
                </c:pt>
                <c:pt idx="2964">
                  <c:v>2.2592129175659772</c:v>
                </c:pt>
                <c:pt idx="2965">
                  <c:v>2.2631782623409959</c:v>
                </c:pt>
                <c:pt idx="2966">
                  <c:v>2.2822725382962932</c:v>
                </c:pt>
                <c:pt idx="2967">
                  <c:v>2.3108562339830239</c:v>
                </c:pt>
                <c:pt idx="2968">
                  <c:v>2.37934450242102</c:v>
                </c:pt>
                <c:pt idx="2969">
                  <c:v>2.4020409369938691</c:v>
                </c:pt>
                <c:pt idx="2970">
                  <c:v>2.2314161120904901</c:v>
                </c:pt>
                <c:pt idx="2971">
                  <c:v>0.55910727246148295</c:v>
                </c:pt>
                <c:pt idx="2972">
                  <c:v>1.463111459138098E-2</c:v>
                </c:pt>
                <c:pt idx="2973">
                  <c:v>2.4226613360926912</c:v>
                </c:pt>
                <c:pt idx="2974">
                  <c:v>3.4076686319786278</c:v>
                </c:pt>
                <c:pt idx="2975">
                  <c:v>3.2912961125219171</c:v>
                </c:pt>
                <c:pt idx="2976">
                  <c:v>2.33047551863794</c:v>
                </c:pt>
                <c:pt idx="2977">
                  <c:v>1.9134670710628181</c:v>
                </c:pt>
                <c:pt idx="2978">
                  <c:v>1.12231661413557</c:v>
                </c:pt>
                <c:pt idx="2979">
                  <c:v>0.68616876896160972</c:v>
                </c:pt>
                <c:pt idx="2980">
                  <c:v>0.77804597726163394</c:v>
                </c:pt>
                <c:pt idx="2981">
                  <c:v>1.5069552517208531</c:v>
                </c:pt>
                <c:pt idx="2982">
                  <c:v>1.9690512774810129</c:v>
                </c:pt>
                <c:pt idx="2983">
                  <c:v>2.1116776918499531</c:v>
                </c:pt>
                <c:pt idx="2984">
                  <c:v>2.3378411599898792</c:v>
                </c:pt>
                <c:pt idx="2985">
                  <c:v>2.9827940583096089</c:v>
                </c:pt>
                <c:pt idx="2986">
                  <c:v>2.988343023913504</c:v>
                </c:pt>
                <c:pt idx="2987">
                  <c:v>3.0226395053667319</c:v>
                </c:pt>
                <c:pt idx="2988">
                  <c:v>3.0543960342206411</c:v>
                </c:pt>
                <c:pt idx="2989">
                  <c:v>3.077828639911214</c:v>
                </c:pt>
                <c:pt idx="2990">
                  <c:v>3.0187191876922208</c:v>
                </c:pt>
                <c:pt idx="2991">
                  <c:v>2.5953386626663888</c:v>
                </c:pt>
                <c:pt idx="2992">
                  <c:v>2.2518690501095038</c:v>
                </c:pt>
                <c:pt idx="2993">
                  <c:v>2.1919981349254938</c:v>
                </c:pt>
                <c:pt idx="2994">
                  <c:v>1.8672393282779589</c:v>
                </c:pt>
                <c:pt idx="2995">
                  <c:v>1.239540741407144</c:v>
                </c:pt>
                <c:pt idx="2996">
                  <c:v>1.027934669570983</c:v>
                </c:pt>
                <c:pt idx="2997">
                  <c:v>1.010315625331766</c:v>
                </c:pt>
                <c:pt idx="2998">
                  <c:v>0.86876874614164112</c:v>
                </c:pt>
                <c:pt idx="2999">
                  <c:v>0.77197427767559801</c:v>
                </c:pt>
                <c:pt idx="3000">
                  <c:v>0.88669682397053962</c:v>
                </c:pt>
                <c:pt idx="3001">
                  <c:v>1.4083758219848981</c:v>
                </c:pt>
                <c:pt idx="3002">
                  <c:v>1.6757236284072889</c:v>
                </c:pt>
                <c:pt idx="3003">
                  <c:v>1.894899126501788</c:v>
                </c:pt>
                <c:pt idx="3004">
                  <c:v>2.5306138742240791</c:v>
                </c:pt>
                <c:pt idx="3005">
                  <c:v>3.0735371385579602</c:v>
                </c:pt>
                <c:pt idx="3006">
                  <c:v>3.384547821450965</c:v>
                </c:pt>
                <c:pt idx="3007">
                  <c:v>3.6507104880194778</c:v>
                </c:pt>
                <c:pt idx="3008">
                  <c:v>4.5990414655275664</c:v>
                </c:pt>
                <c:pt idx="3009">
                  <c:v>5.1587126428588546</c:v>
                </c:pt>
                <c:pt idx="3010">
                  <c:v>5.0205406555809784</c:v>
                </c:pt>
                <c:pt idx="3011">
                  <c:v>3.5927634537095812</c:v>
                </c:pt>
                <c:pt idx="3012">
                  <c:v>2.8060189959012831</c:v>
                </c:pt>
                <c:pt idx="3013">
                  <c:v>2.518287434474193</c:v>
                </c:pt>
                <c:pt idx="3014">
                  <c:v>2.3429638695358639</c:v>
                </c:pt>
                <c:pt idx="3015">
                  <c:v>2.093484531014334</c:v>
                </c:pt>
                <c:pt idx="3016">
                  <c:v>2.0493410121266731</c:v>
                </c:pt>
                <c:pt idx="3017">
                  <c:v>1.8687948684051741</c:v>
                </c:pt>
                <c:pt idx="3018">
                  <c:v>1.454007696808898</c:v>
                </c:pt>
                <c:pt idx="3019">
                  <c:v>1.037557463439712</c:v>
                </c:pt>
                <c:pt idx="3020">
                  <c:v>0.89005244405940309</c:v>
                </c:pt>
                <c:pt idx="3021">
                  <c:v>0.96699884334433672</c:v>
                </c:pt>
                <c:pt idx="3022">
                  <c:v>1.641395227255815</c:v>
                </c:pt>
                <c:pt idx="3023">
                  <c:v>1.7904805389769869</c:v>
                </c:pt>
                <c:pt idx="3024">
                  <c:v>1.9750496396569539</c:v>
                </c:pt>
                <c:pt idx="3025">
                  <c:v>2.1822219278127428</c:v>
                </c:pt>
                <c:pt idx="3026">
                  <c:v>2.4166071544642018</c:v>
                </c:pt>
                <c:pt idx="3027">
                  <c:v>2.438793649549269</c:v>
                </c:pt>
                <c:pt idx="3028">
                  <c:v>2.692263540752307</c:v>
                </c:pt>
                <c:pt idx="3029">
                  <c:v>2.8698832231315619</c:v>
                </c:pt>
                <c:pt idx="3030">
                  <c:v>2.9390877835668192</c:v>
                </c:pt>
                <c:pt idx="3031">
                  <c:v>2.9178353786460791</c:v>
                </c:pt>
                <c:pt idx="3032">
                  <c:v>2.589006627023088</c:v>
                </c:pt>
                <c:pt idx="3033">
                  <c:v>2.4759541916684809</c:v>
                </c:pt>
                <c:pt idx="3034">
                  <c:v>2.4139603575097519</c:v>
                </c:pt>
                <c:pt idx="3035">
                  <c:v>1.9306045386249679</c:v>
                </c:pt>
                <c:pt idx="3036">
                  <c:v>1.612075391946878</c:v>
                </c:pt>
                <c:pt idx="3037">
                  <c:v>1.559581685664055</c:v>
                </c:pt>
                <c:pt idx="3038">
                  <c:v>1.414485422814219</c:v>
                </c:pt>
                <c:pt idx="3039">
                  <c:v>0.3369608970929156</c:v>
                </c:pt>
                <c:pt idx="3040">
                  <c:v>0.35731310713651099</c:v>
                </c:pt>
                <c:pt idx="3041">
                  <c:v>0.53646872973552362</c:v>
                </c:pt>
                <c:pt idx="3042">
                  <c:v>0.58243674675665269</c:v>
                </c:pt>
                <c:pt idx="3043">
                  <c:v>0.60658288793401827</c:v>
                </c:pt>
                <c:pt idx="3044">
                  <c:v>0.74407346444046896</c:v>
                </c:pt>
                <c:pt idx="3045">
                  <c:v>0.8211530829133844</c:v>
                </c:pt>
                <c:pt idx="3046">
                  <c:v>0.95581388449602278</c:v>
                </c:pt>
                <c:pt idx="3047">
                  <c:v>1.504856270157451</c:v>
                </c:pt>
                <c:pt idx="3048">
                  <c:v>2.5986842345564058</c:v>
                </c:pt>
                <c:pt idx="3049">
                  <c:v>2.8386367268641561</c:v>
                </c:pt>
                <c:pt idx="3050">
                  <c:v>2.806607740545537</c:v>
                </c:pt>
                <c:pt idx="3051">
                  <c:v>2.4374011796330142</c:v>
                </c:pt>
                <c:pt idx="3052">
                  <c:v>1.9778632114899259</c:v>
                </c:pt>
                <c:pt idx="3053">
                  <c:v>1.686636687740996</c:v>
                </c:pt>
                <c:pt idx="3054">
                  <c:v>1.662576504431347</c:v>
                </c:pt>
                <c:pt idx="3055">
                  <c:v>1.654264669552596</c:v>
                </c:pt>
                <c:pt idx="3056">
                  <c:v>1.642114475474947</c:v>
                </c:pt>
                <c:pt idx="3057">
                  <c:v>1.6381449528555649</c:v>
                </c:pt>
                <c:pt idx="3058">
                  <c:v>1.6832896786129521</c:v>
                </c:pt>
                <c:pt idx="3059">
                  <c:v>1.9882449409015051</c:v>
                </c:pt>
                <c:pt idx="3060">
                  <c:v>2.093849407512181</c:v>
                </c:pt>
                <c:pt idx="3061">
                  <c:v>2.107098794258953</c:v>
                </c:pt>
                <c:pt idx="3062">
                  <c:v>2.1830236308919688</c:v>
                </c:pt>
                <c:pt idx="3063">
                  <c:v>2.1957951894073511</c:v>
                </c:pt>
                <c:pt idx="3064">
                  <c:v>2.0775947519558549</c:v>
                </c:pt>
                <c:pt idx="3065">
                  <c:v>1.893345047302333</c:v>
                </c:pt>
                <c:pt idx="3066">
                  <c:v>1.745800718426634</c:v>
                </c:pt>
                <c:pt idx="3067">
                  <c:v>1.6796607436777009</c:v>
                </c:pt>
                <c:pt idx="3068">
                  <c:v>1.651454263487272</c:v>
                </c:pt>
                <c:pt idx="3069">
                  <c:v>1.444964475228032</c:v>
                </c:pt>
                <c:pt idx="3070">
                  <c:v>1.444867873092152</c:v>
                </c:pt>
                <c:pt idx="3071">
                  <c:v>1.444726566074402</c:v>
                </c:pt>
                <c:pt idx="3072">
                  <c:v>1.441294220922734</c:v>
                </c:pt>
                <c:pt idx="3073">
                  <c:v>1.439468777078446</c:v>
                </c:pt>
                <c:pt idx="3074">
                  <c:v>1.4754717696220181</c:v>
                </c:pt>
                <c:pt idx="3075">
                  <c:v>1.6933620690154949</c:v>
                </c:pt>
                <c:pt idx="3076">
                  <c:v>1.9095813976732821</c:v>
                </c:pt>
                <c:pt idx="3077">
                  <c:v>2.0064077249959289</c:v>
                </c:pt>
                <c:pt idx="3078">
                  <c:v>1.80155537090147</c:v>
                </c:pt>
                <c:pt idx="3079">
                  <c:v>1.3002798200379411</c:v>
                </c:pt>
                <c:pt idx="3080">
                  <c:v>0.985879112243782</c:v>
                </c:pt>
                <c:pt idx="3081">
                  <c:v>0.97236194197170656</c:v>
                </c:pt>
                <c:pt idx="3082">
                  <c:v>0.86283582942468384</c:v>
                </c:pt>
                <c:pt idx="3083">
                  <c:v>0.78954742185577453</c:v>
                </c:pt>
                <c:pt idx="3084">
                  <c:v>0.90935444385149533</c:v>
                </c:pt>
                <c:pt idx="3085">
                  <c:v>2.1458564510301228</c:v>
                </c:pt>
                <c:pt idx="3086">
                  <c:v>2.344298641839675</c:v>
                </c:pt>
                <c:pt idx="3087">
                  <c:v>2.348508395853615</c:v>
                </c:pt>
                <c:pt idx="3088">
                  <c:v>2.4127641696977342</c:v>
                </c:pt>
                <c:pt idx="3089">
                  <c:v>2.443100095999148</c:v>
                </c:pt>
                <c:pt idx="3090">
                  <c:v>2.4486997282755469</c:v>
                </c:pt>
                <c:pt idx="3091">
                  <c:v>2.5123808708424962</c:v>
                </c:pt>
                <c:pt idx="3092">
                  <c:v>2.588272193273375</c:v>
                </c:pt>
                <c:pt idx="3093">
                  <c:v>2.524663952021327</c:v>
                </c:pt>
                <c:pt idx="3094">
                  <c:v>2.179932064139642</c:v>
                </c:pt>
                <c:pt idx="3095">
                  <c:v>1.819418864504603</c:v>
                </c:pt>
                <c:pt idx="3096">
                  <c:v>1.609647116757154</c:v>
                </c:pt>
                <c:pt idx="3097">
                  <c:v>1.4810758005599081</c:v>
                </c:pt>
                <c:pt idx="3098">
                  <c:v>0.86044932192468426</c:v>
                </c:pt>
                <c:pt idx="3099">
                  <c:v>0.42417582299980072</c:v>
                </c:pt>
                <c:pt idx="3100">
                  <c:v>0.49582446077326259</c:v>
                </c:pt>
                <c:pt idx="3101">
                  <c:v>1.057208963963904</c:v>
                </c:pt>
                <c:pt idx="3102">
                  <c:v>1.5205457580966839</c:v>
                </c:pt>
                <c:pt idx="3103">
                  <c:v>1.4706754721444899</c:v>
                </c:pt>
                <c:pt idx="3104">
                  <c:v>1.069186878702103</c:v>
                </c:pt>
                <c:pt idx="3105">
                  <c:v>1.0853418820912391</c:v>
                </c:pt>
                <c:pt idx="3106">
                  <c:v>1.287304091479651</c:v>
                </c:pt>
                <c:pt idx="3107">
                  <c:v>1.504806526115541</c:v>
                </c:pt>
                <c:pt idx="3108">
                  <c:v>1.66616301874009</c:v>
                </c:pt>
                <c:pt idx="3109">
                  <c:v>1.117686787765739</c:v>
                </c:pt>
                <c:pt idx="3110">
                  <c:v>0.3020981532879185</c:v>
                </c:pt>
                <c:pt idx="3111">
                  <c:v>0.54222476723156232</c:v>
                </c:pt>
                <c:pt idx="3112">
                  <c:v>1.0364187086554839</c:v>
                </c:pt>
                <c:pt idx="3113">
                  <c:v>1.5748146765532991</c:v>
                </c:pt>
                <c:pt idx="3114">
                  <c:v>1.615759647150091</c:v>
                </c:pt>
                <c:pt idx="3115">
                  <c:v>1.673490821031004</c:v>
                </c:pt>
                <c:pt idx="3116">
                  <c:v>1.729268986382513</c:v>
                </c:pt>
                <c:pt idx="3117">
                  <c:v>1.8685356137727249</c:v>
                </c:pt>
                <c:pt idx="3118">
                  <c:v>2.8906168978589619</c:v>
                </c:pt>
                <c:pt idx="3119">
                  <c:v>3.1721087590413748</c:v>
                </c:pt>
                <c:pt idx="3120">
                  <c:v>3.1114398208933931</c:v>
                </c:pt>
                <c:pt idx="3121">
                  <c:v>2.4654059174653198</c:v>
                </c:pt>
                <c:pt idx="3122">
                  <c:v>2.1504549299252118</c:v>
                </c:pt>
                <c:pt idx="3123">
                  <c:v>2.1432703788027201</c:v>
                </c:pt>
                <c:pt idx="3124">
                  <c:v>2.0745099868132271</c:v>
                </c:pt>
                <c:pt idx="3125">
                  <c:v>2.0203050794708561</c:v>
                </c:pt>
                <c:pt idx="3126">
                  <c:v>2.1126883563603669</c:v>
                </c:pt>
                <c:pt idx="3127">
                  <c:v>3.230728969218307</c:v>
                </c:pt>
                <c:pt idx="3128">
                  <c:v>3.143767422691341</c:v>
                </c:pt>
                <c:pt idx="3129">
                  <c:v>2.7269609096428589</c:v>
                </c:pt>
                <c:pt idx="3130">
                  <c:v>2.163805533336514</c:v>
                </c:pt>
                <c:pt idx="3131">
                  <c:v>1.877462998472621</c:v>
                </c:pt>
                <c:pt idx="3132">
                  <c:v>1.825427159523979</c:v>
                </c:pt>
                <c:pt idx="3133">
                  <c:v>1.8486922054806221</c:v>
                </c:pt>
                <c:pt idx="3134">
                  <c:v>2.251088290465324</c:v>
                </c:pt>
                <c:pt idx="3135">
                  <c:v>2.3168415863451388</c:v>
                </c:pt>
                <c:pt idx="3136">
                  <c:v>2.2250266782470232</c:v>
                </c:pt>
                <c:pt idx="3137">
                  <c:v>1.398097849223447</c:v>
                </c:pt>
                <c:pt idx="3138">
                  <c:v>1.2315842189388571</c:v>
                </c:pt>
                <c:pt idx="3139">
                  <c:v>1.239731628565883</c:v>
                </c:pt>
                <c:pt idx="3140">
                  <c:v>1.3789291270802091</c:v>
                </c:pt>
                <c:pt idx="3141">
                  <c:v>1.445156996743721</c:v>
                </c:pt>
                <c:pt idx="3142">
                  <c:v>1.4570161138571629</c:v>
                </c:pt>
                <c:pt idx="3143">
                  <c:v>1.656658030314009</c:v>
                </c:pt>
                <c:pt idx="3144">
                  <c:v>3.2876756468199702</c:v>
                </c:pt>
                <c:pt idx="3145">
                  <c:v>3.4210137106345559</c:v>
                </c:pt>
                <c:pt idx="3146">
                  <c:v>3.3293592000889491</c:v>
                </c:pt>
                <c:pt idx="3147">
                  <c:v>2.413334495778527</c:v>
                </c:pt>
                <c:pt idx="3148">
                  <c:v>2.1832532804921621</c:v>
                </c:pt>
                <c:pt idx="3149">
                  <c:v>2.0892629761695471</c:v>
                </c:pt>
                <c:pt idx="3150">
                  <c:v>1.3534007752233059</c:v>
                </c:pt>
                <c:pt idx="3151">
                  <c:v>0.63946859146456969</c:v>
                </c:pt>
                <c:pt idx="3152">
                  <c:v>0.82190201036125687</c:v>
                </c:pt>
                <c:pt idx="3153">
                  <c:v>1.4448406377119209</c:v>
                </c:pt>
                <c:pt idx="3154">
                  <c:v>1.477613267952391</c:v>
                </c:pt>
                <c:pt idx="3155">
                  <c:v>1.9817868116151649</c:v>
                </c:pt>
                <c:pt idx="3156">
                  <c:v>2.3440781146556389</c:v>
                </c:pt>
                <c:pt idx="3157">
                  <c:v>2.4801182777133342</c:v>
                </c:pt>
                <c:pt idx="3158">
                  <c:v>2.8176089522212018</c:v>
                </c:pt>
                <c:pt idx="3159">
                  <c:v>3.3629413919652782</c:v>
                </c:pt>
                <c:pt idx="3160">
                  <c:v>3.5929084124126169</c:v>
                </c:pt>
                <c:pt idx="3161">
                  <c:v>2.7121493563325392</c:v>
                </c:pt>
                <c:pt idx="3162">
                  <c:v>1.8633974948318901</c:v>
                </c:pt>
                <c:pt idx="3163">
                  <c:v>1.6561092820758709</c:v>
                </c:pt>
                <c:pt idx="3164">
                  <c:v>1.784017021484152</c:v>
                </c:pt>
                <c:pt idx="3165">
                  <c:v>2.9584527853249911</c:v>
                </c:pt>
                <c:pt idx="3166">
                  <c:v>3.5456078236132078</c:v>
                </c:pt>
                <c:pt idx="3167">
                  <c:v>3.4751181394461632</c:v>
                </c:pt>
                <c:pt idx="3168">
                  <c:v>2.899855406479328</c:v>
                </c:pt>
                <c:pt idx="3169">
                  <c:v>2.5941314277127798</c:v>
                </c:pt>
                <c:pt idx="3170">
                  <c:v>1.952357218501275</c:v>
                </c:pt>
                <c:pt idx="3171">
                  <c:v>1.7517827354084741</c:v>
                </c:pt>
                <c:pt idx="3172">
                  <c:v>1.678316447673317</c:v>
                </c:pt>
                <c:pt idx="3173">
                  <c:v>1.0777489956658719</c:v>
                </c:pt>
                <c:pt idx="3174">
                  <c:v>0.84428374751053026</c:v>
                </c:pt>
                <c:pt idx="3175">
                  <c:v>0.85110971768748811</c:v>
                </c:pt>
                <c:pt idx="3176">
                  <c:v>0.90111588863899406</c:v>
                </c:pt>
                <c:pt idx="3177">
                  <c:v>0.93290039875203146</c:v>
                </c:pt>
                <c:pt idx="3178">
                  <c:v>0.96603757256935896</c:v>
                </c:pt>
                <c:pt idx="3179">
                  <c:v>1.483425438982364</c:v>
                </c:pt>
                <c:pt idx="3180">
                  <c:v>1.606681400974487</c:v>
                </c:pt>
                <c:pt idx="3181">
                  <c:v>2.3113269462154822</c:v>
                </c:pt>
                <c:pt idx="3182">
                  <c:v>2.890992894453432</c:v>
                </c:pt>
                <c:pt idx="3183">
                  <c:v>3.4311115897078941</c:v>
                </c:pt>
                <c:pt idx="3184">
                  <c:v>3.5090748958476432</c:v>
                </c:pt>
                <c:pt idx="3185">
                  <c:v>4.0799641741515131</c:v>
                </c:pt>
                <c:pt idx="3186">
                  <c:v>4.2185998960564879</c:v>
                </c:pt>
                <c:pt idx="3187">
                  <c:v>4.0880062954680394</c:v>
                </c:pt>
                <c:pt idx="3188">
                  <c:v>3.3707229935244021</c:v>
                </c:pt>
                <c:pt idx="3189">
                  <c:v>2.572805585370058</c:v>
                </c:pt>
                <c:pt idx="3190">
                  <c:v>2.1309466462135531</c:v>
                </c:pt>
                <c:pt idx="3191">
                  <c:v>1.9008562504674269</c:v>
                </c:pt>
                <c:pt idx="3192">
                  <c:v>1.1516238460043791</c:v>
                </c:pt>
                <c:pt idx="3193">
                  <c:v>0.40159466833559232</c:v>
                </c:pt>
                <c:pt idx="3194">
                  <c:v>0.41489584247337957</c:v>
                </c:pt>
                <c:pt idx="3195">
                  <c:v>0.57474875917901613</c:v>
                </c:pt>
                <c:pt idx="3196">
                  <c:v>0.59982112165151247</c:v>
                </c:pt>
                <c:pt idx="3197">
                  <c:v>0.65888611490273286</c:v>
                </c:pt>
                <c:pt idx="3198">
                  <c:v>1.4680311377075961</c:v>
                </c:pt>
                <c:pt idx="3199">
                  <c:v>1.6723029756462631</c:v>
                </c:pt>
                <c:pt idx="3200">
                  <c:v>1.639303208683637</c:v>
                </c:pt>
                <c:pt idx="3201">
                  <c:v>1.405078995632711</c:v>
                </c:pt>
                <c:pt idx="3202">
                  <c:v>1.247909036824248</c:v>
                </c:pt>
                <c:pt idx="3203">
                  <c:v>1.297332582495226</c:v>
                </c:pt>
                <c:pt idx="3204">
                  <c:v>2.1517534446638988</c:v>
                </c:pt>
                <c:pt idx="3205">
                  <c:v>2.3640928277833049</c:v>
                </c:pt>
                <c:pt idx="3206">
                  <c:v>2.2604612278359451</c:v>
                </c:pt>
                <c:pt idx="3207">
                  <c:v>2.117419069875206</c:v>
                </c:pt>
                <c:pt idx="3208">
                  <c:v>1.990435978465245</c:v>
                </c:pt>
                <c:pt idx="3209">
                  <c:v>1.831975163065894</c:v>
                </c:pt>
                <c:pt idx="3210">
                  <c:v>1.7108438042086951</c:v>
                </c:pt>
                <c:pt idx="3211">
                  <c:v>1.4478636277737009</c:v>
                </c:pt>
                <c:pt idx="3212">
                  <c:v>1.395465228189815</c:v>
                </c:pt>
                <c:pt idx="3213">
                  <c:v>1.321173084307784</c:v>
                </c:pt>
                <c:pt idx="3214">
                  <c:v>0.76292803794274833</c:v>
                </c:pt>
                <c:pt idx="3215">
                  <c:v>0.6048078560137915</c:v>
                </c:pt>
                <c:pt idx="3216">
                  <c:v>0.67381917347737619</c:v>
                </c:pt>
                <c:pt idx="3217">
                  <c:v>1.463590899237458</c:v>
                </c:pt>
                <c:pt idx="3218">
                  <c:v>2.0688517473444619</c:v>
                </c:pt>
                <c:pt idx="3219">
                  <c:v>2.0729495749715721</c:v>
                </c:pt>
                <c:pt idx="3220">
                  <c:v>2.0798122083246668</c:v>
                </c:pt>
                <c:pt idx="3221">
                  <c:v>2.116198319211342</c:v>
                </c:pt>
                <c:pt idx="3222">
                  <c:v>2.1251244528144859</c:v>
                </c:pt>
                <c:pt idx="3223">
                  <c:v>2.1750850930181271</c:v>
                </c:pt>
                <c:pt idx="3224">
                  <c:v>2.2229794917512731</c:v>
                </c:pt>
                <c:pt idx="3225">
                  <c:v>2.22918781971625</c:v>
                </c:pt>
                <c:pt idx="3226">
                  <c:v>2.1520338730982602</c:v>
                </c:pt>
                <c:pt idx="3227">
                  <c:v>1.595763370676718</c:v>
                </c:pt>
                <c:pt idx="3228">
                  <c:v>1.2638328956711571</c:v>
                </c:pt>
                <c:pt idx="3229">
                  <c:v>1.0640896665245241</c:v>
                </c:pt>
                <c:pt idx="3230">
                  <c:v>0.65964797496372396</c:v>
                </c:pt>
                <c:pt idx="3231">
                  <c:v>0.51592910353114685</c:v>
                </c:pt>
                <c:pt idx="3232">
                  <c:v>0.58379771731231667</c:v>
                </c:pt>
                <c:pt idx="3233">
                  <c:v>1.1746884794211641</c:v>
                </c:pt>
                <c:pt idx="3234">
                  <c:v>1.4654739041720271</c:v>
                </c:pt>
                <c:pt idx="3235">
                  <c:v>1.479800901061243</c:v>
                </c:pt>
                <c:pt idx="3236">
                  <c:v>1.615138535814252</c:v>
                </c:pt>
                <c:pt idx="3237">
                  <c:v>1.7277575883506899</c:v>
                </c:pt>
                <c:pt idx="3238">
                  <c:v>1.8856747002572209</c:v>
                </c:pt>
                <c:pt idx="3239">
                  <c:v>3.1720394599259238</c:v>
                </c:pt>
                <c:pt idx="3240">
                  <c:v>3.0605329513612398</c:v>
                </c:pt>
                <c:pt idx="3241">
                  <c:v>1.797371240176959</c:v>
                </c:pt>
                <c:pt idx="3242">
                  <c:v>1.7827407939766819</c:v>
                </c:pt>
                <c:pt idx="3243">
                  <c:v>1.738996640319213</c:v>
                </c:pt>
                <c:pt idx="3244">
                  <c:v>1.6827673924260731</c:v>
                </c:pt>
                <c:pt idx="3245">
                  <c:v>1.651679172670675</c:v>
                </c:pt>
                <c:pt idx="3246">
                  <c:v>1.6351156099375139</c:v>
                </c:pt>
                <c:pt idx="3247">
                  <c:v>1.594621539987735</c:v>
                </c:pt>
                <c:pt idx="3248">
                  <c:v>1.2685770629969191</c:v>
                </c:pt>
                <c:pt idx="3249">
                  <c:v>1.102671072180395</c:v>
                </c:pt>
                <c:pt idx="3250">
                  <c:v>1.100447145070208</c:v>
                </c:pt>
                <c:pt idx="3251">
                  <c:v>1.066277691949578</c:v>
                </c:pt>
                <c:pt idx="3252">
                  <c:v>1.04002264984397</c:v>
                </c:pt>
                <c:pt idx="3253">
                  <c:v>1.037332801674884</c:v>
                </c:pt>
                <c:pt idx="3254">
                  <c:v>1.66904192198573</c:v>
                </c:pt>
                <c:pt idx="3255">
                  <c:v>2.2311444784316228</c:v>
                </c:pt>
                <c:pt idx="3256">
                  <c:v>2.5611903868142569</c:v>
                </c:pt>
                <c:pt idx="3257">
                  <c:v>2.476710054663688</c:v>
                </c:pt>
                <c:pt idx="3258">
                  <c:v>2.293302287549567</c:v>
                </c:pt>
                <c:pt idx="3259">
                  <c:v>2.1689237443749771</c:v>
                </c:pt>
                <c:pt idx="3260">
                  <c:v>1.7836245429139821</c:v>
                </c:pt>
                <c:pt idx="3261">
                  <c:v>1.29503188917875</c:v>
                </c:pt>
                <c:pt idx="3262">
                  <c:v>1.1963137254313589</c:v>
                </c:pt>
                <c:pt idx="3263">
                  <c:v>1.2736592504762561</c:v>
                </c:pt>
                <c:pt idx="3264">
                  <c:v>1.839581268663925</c:v>
                </c:pt>
                <c:pt idx="3265">
                  <c:v>2.0852210711183101</c:v>
                </c:pt>
                <c:pt idx="3266">
                  <c:v>1.9882636593628349</c:v>
                </c:pt>
                <c:pt idx="3267">
                  <c:v>1.2895593936087779</c:v>
                </c:pt>
                <c:pt idx="3268">
                  <c:v>0.85181172065873967</c:v>
                </c:pt>
                <c:pt idx="3269">
                  <c:v>0.77407918185945812</c:v>
                </c:pt>
                <c:pt idx="3270">
                  <c:v>0.77217843398334352</c:v>
                </c:pt>
                <c:pt idx="3271">
                  <c:v>0.74913797249095038</c:v>
                </c:pt>
                <c:pt idx="3272">
                  <c:v>0.74348256407907753</c:v>
                </c:pt>
                <c:pt idx="3273">
                  <c:v>0.78509944259529207</c:v>
                </c:pt>
                <c:pt idx="3274">
                  <c:v>1.1824068544260911</c:v>
                </c:pt>
                <c:pt idx="3275">
                  <c:v>1.325281757411038</c:v>
                </c:pt>
                <c:pt idx="3276">
                  <c:v>1.254935167345453</c:v>
                </c:pt>
                <c:pt idx="3277">
                  <c:v>1.15480031587579</c:v>
                </c:pt>
                <c:pt idx="3278">
                  <c:v>1.024788675985701</c:v>
                </c:pt>
                <c:pt idx="3279">
                  <c:v>0.98852282801941549</c:v>
                </c:pt>
                <c:pt idx="3280">
                  <c:v>1.0272930918817349</c:v>
                </c:pt>
                <c:pt idx="3281">
                  <c:v>1.650210480256918</c:v>
                </c:pt>
                <c:pt idx="3282">
                  <c:v>1.802934662344351</c:v>
                </c:pt>
                <c:pt idx="3283">
                  <c:v>1.7893928466287179</c:v>
                </c:pt>
                <c:pt idx="3284">
                  <c:v>1.6796593729991429</c:v>
                </c:pt>
                <c:pt idx="3285">
                  <c:v>1.600177370611265</c:v>
                </c:pt>
                <c:pt idx="3286">
                  <c:v>1.5756347566778051</c:v>
                </c:pt>
                <c:pt idx="3287">
                  <c:v>1.43849279885221</c:v>
                </c:pt>
                <c:pt idx="3288">
                  <c:v>1.254008865103948</c:v>
                </c:pt>
                <c:pt idx="3289">
                  <c:v>1.168037080839162</c:v>
                </c:pt>
                <c:pt idx="3290">
                  <c:v>1.1374906988974911</c:v>
                </c:pt>
                <c:pt idx="3291">
                  <c:v>0.86010297398155</c:v>
                </c:pt>
                <c:pt idx="3292">
                  <c:v>0.68053011349288284</c:v>
                </c:pt>
                <c:pt idx="3293">
                  <c:v>0.68573843634859166</c:v>
                </c:pt>
                <c:pt idx="3294">
                  <c:v>0.77291676281833188</c:v>
                </c:pt>
                <c:pt idx="3295">
                  <c:v>0.79950079541766195</c:v>
                </c:pt>
                <c:pt idx="3296">
                  <c:v>0.74731457080917352</c:v>
                </c:pt>
                <c:pt idx="3297">
                  <c:v>0.59454495119209461</c:v>
                </c:pt>
                <c:pt idx="3298">
                  <c:v>0.51882243742235745</c:v>
                </c:pt>
                <c:pt idx="3299">
                  <c:v>0.48119149017340218</c:v>
                </c:pt>
                <c:pt idx="3300">
                  <c:v>9.0520142245132967E-2</c:v>
                </c:pt>
                <c:pt idx="3301">
                  <c:v>0.13805333432157521</c:v>
                </c:pt>
                <c:pt idx="3302">
                  <c:v>0.17291881263283071</c:v>
                </c:pt>
                <c:pt idx="3303">
                  <c:v>0.19017156076973399</c:v>
                </c:pt>
                <c:pt idx="3304">
                  <c:v>0.26928027122837289</c:v>
                </c:pt>
                <c:pt idx="3305">
                  <c:v>0.41921576490596951</c:v>
                </c:pt>
                <c:pt idx="3306">
                  <c:v>0.5054576854880376</c:v>
                </c:pt>
                <c:pt idx="3307">
                  <c:v>0.42004549890808829</c:v>
                </c:pt>
                <c:pt idx="3308">
                  <c:v>0.34119486673675931</c:v>
                </c:pt>
                <c:pt idx="3309">
                  <c:v>0.18494287253423961</c:v>
                </c:pt>
                <c:pt idx="3310">
                  <c:v>0.1125504292934823</c:v>
                </c:pt>
                <c:pt idx="3311">
                  <c:v>0.1152354868858927</c:v>
                </c:pt>
                <c:pt idx="3312">
                  <c:v>0.1450549848076185</c:v>
                </c:pt>
                <c:pt idx="3313">
                  <c:v>0.16529301849476269</c:v>
                </c:pt>
                <c:pt idx="3314">
                  <c:v>0.1860018627638749</c:v>
                </c:pt>
                <c:pt idx="3315">
                  <c:v>0.20364257912854311</c:v>
                </c:pt>
                <c:pt idx="3316">
                  <c:v>0.20935047917043559</c:v>
                </c:pt>
                <c:pt idx="3317">
                  <c:v>0.20572127218306141</c:v>
                </c:pt>
                <c:pt idx="3318">
                  <c:v>0.1492504548432855</c:v>
                </c:pt>
                <c:pt idx="3319">
                  <c:v>0.1224895906161533</c:v>
                </c:pt>
                <c:pt idx="3320">
                  <c:v>0.1246061672010129</c:v>
                </c:pt>
                <c:pt idx="3321">
                  <c:v>0.1676568910841397</c:v>
                </c:pt>
                <c:pt idx="3322">
                  <c:v>0.17081840275923221</c:v>
                </c:pt>
                <c:pt idx="3323">
                  <c:v>0.1784491443961673</c:v>
                </c:pt>
                <c:pt idx="3324">
                  <c:v>0.21310372710209891</c:v>
                </c:pt>
                <c:pt idx="3325">
                  <c:v>0.248914512614272</c:v>
                </c:pt>
                <c:pt idx="3326">
                  <c:v>0.27385581044222651</c:v>
                </c:pt>
                <c:pt idx="3327">
                  <c:v>0.27799037986429032</c:v>
                </c:pt>
                <c:pt idx="3328">
                  <c:v>0.27048195069649311</c:v>
                </c:pt>
                <c:pt idx="3329">
                  <c:v>0.12561250171359589</c:v>
                </c:pt>
                <c:pt idx="3330">
                  <c:v>0.12225529630852371</c:v>
                </c:pt>
                <c:pt idx="3331">
                  <c:v>9.680492668482181E-2</c:v>
                </c:pt>
                <c:pt idx="3332">
                  <c:v>8.7679365360579506E-2</c:v>
                </c:pt>
                <c:pt idx="3333">
                  <c:v>8.9596113034325645E-2</c:v>
                </c:pt>
                <c:pt idx="3334">
                  <c:v>0.1092136268963025</c:v>
                </c:pt>
                <c:pt idx="3335">
                  <c:v>0.12171055997587581</c:v>
                </c:pt>
                <c:pt idx="3336">
                  <c:v>0.12978362044314901</c:v>
                </c:pt>
                <c:pt idx="3337">
                  <c:v>0.17452682890596999</c:v>
                </c:pt>
                <c:pt idx="3338">
                  <c:v>0.17827371362375319</c:v>
                </c:pt>
                <c:pt idx="3339">
                  <c:v>0.17286838473901031</c:v>
                </c:pt>
                <c:pt idx="3340">
                  <c:v>0.1072546972330042</c:v>
                </c:pt>
                <c:pt idx="3341">
                  <c:v>7.5241139925782935E-2</c:v>
                </c:pt>
                <c:pt idx="3342">
                  <c:v>7.9202721710133914E-2</c:v>
                </c:pt>
                <c:pt idx="3343">
                  <c:v>0.11056607038434769</c:v>
                </c:pt>
                <c:pt idx="3344">
                  <c:v>0.15361516468308339</c:v>
                </c:pt>
                <c:pt idx="3345">
                  <c:v>0.16551690645423159</c:v>
                </c:pt>
                <c:pt idx="3346">
                  <c:v>0.15303861148054729</c:v>
                </c:pt>
                <c:pt idx="3347">
                  <c:v>4.7666083562343538E-2</c:v>
                </c:pt>
                <c:pt idx="3348">
                  <c:v>3.5009293905509192E-2</c:v>
                </c:pt>
                <c:pt idx="3349">
                  <c:v>9.8835297356442836E-2</c:v>
                </c:pt>
                <c:pt idx="3350">
                  <c:v>0.13235865470892111</c:v>
                </c:pt>
                <c:pt idx="3351">
                  <c:v>0.14689801624223289</c:v>
                </c:pt>
                <c:pt idx="3352">
                  <c:v>0.2492403114735271</c:v>
                </c:pt>
                <c:pt idx="3353">
                  <c:v>0.38137639483256469</c:v>
                </c:pt>
                <c:pt idx="3354">
                  <c:v>0.36876101175783099</c:v>
                </c:pt>
                <c:pt idx="3355">
                  <c:v>0.26547154546384538</c:v>
                </c:pt>
                <c:pt idx="3356">
                  <c:v>0.2153437103946291</c:v>
                </c:pt>
                <c:pt idx="3357">
                  <c:v>0.18956865150766289</c:v>
                </c:pt>
                <c:pt idx="3358">
                  <c:v>0.20302899871016811</c:v>
                </c:pt>
                <c:pt idx="3359">
                  <c:v>0.22045597764927061</c:v>
                </c:pt>
                <c:pt idx="3360">
                  <c:v>0.2322635030922196</c:v>
                </c:pt>
                <c:pt idx="3361">
                  <c:v>0.22400383321359871</c:v>
                </c:pt>
                <c:pt idx="3362">
                  <c:v>0.18244434021045941</c:v>
                </c:pt>
                <c:pt idx="3363">
                  <c:v>0.1148630903208659</c:v>
                </c:pt>
                <c:pt idx="3364">
                  <c:v>0.1044834035229547</c:v>
                </c:pt>
                <c:pt idx="3365">
                  <c:v>0.1113974334491679</c:v>
                </c:pt>
                <c:pt idx="3366">
                  <c:v>0.1874341649725971</c:v>
                </c:pt>
                <c:pt idx="3367">
                  <c:v>0.2185829580668337</c:v>
                </c:pt>
                <c:pt idx="3368">
                  <c:v>0.20282885879308349</c:v>
                </c:pt>
                <c:pt idx="3369">
                  <c:v>0.10511593353565681</c:v>
                </c:pt>
                <c:pt idx="3370">
                  <c:v>4.0043150297696152E-2</c:v>
                </c:pt>
                <c:pt idx="3371">
                  <c:v>4.7103783577250667E-2</c:v>
                </c:pt>
                <c:pt idx="3372">
                  <c:v>8.2120277646379664E-2</c:v>
                </c:pt>
                <c:pt idx="3373">
                  <c:v>0.17085067210839031</c:v>
                </c:pt>
                <c:pt idx="3374">
                  <c:v>0.19067235303789321</c:v>
                </c:pt>
                <c:pt idx="3375">
                  <c:v>0.18437596409629711</c:v>
                </c:pt>
                <c:pt idx="3376">
                  <c:v>0.1068173234071504</c:v>
                </c:pt>
                <c:pt idx="3377">
                  <c:v>6.2749558151824814E-2</c:v>
                </c:pt>
                <c:pt idx="3378">
                  <c:v>6.4727714141074491E-2</c:v>
                </c:pt>
                <c:pt idx="3379">
                  <c:v>6.6546924618621314E-2</c:v>
                </c:pt>
                <c:pt idx="3380">
                  <c:v>0.1028723770609663</c:v>
                </c:pt>
                <c:pt idx="3381">
                  <c:v>0.1115868848909872</c:v>
                </c:pt>
                <c:pt idx="3382">
                  <c:v>0.10821058275463789</c:v>
                </c:pt>
                <c:pt idx="3383">
                  <c:v>7.1559212609075024E-2</c:v>
                </c:pt>
                <c:pt idx="3384">
                  <c:v>5.7481444205051142E-2</c:v>
                </c:pt>
                <c:pt idx="3385">
                  <c:v>5.8982765130665582E-2</c:v>
                </c:pt>
                <c:pt idx="3386">
                  <c:v>7.0016246275208832E-2</c:v>
                </c:pt>
                <c:pt idx="3387">
                  <c:v>7.6793572840746574E-2</c:v>
                </c:pt>
                <c:pt idx="3388">
                  <c:v>8.0711511506692632E-2</c:v>
                </c:pt>
                <c:pt idx="3389">
                  <c:v>7.7814269356397653E-2</c:v>
                </c:pt>
                <c:pt idx="3390">
                  <c:v>5.3489530909041218E-2</c:v>
                </c:pt>
                <c:pt idx="3391">
                  <c:v>5.1093229800093037E-2</c:v>
                </c:pt>
                <c:pt idx="3392">
                  <c:v>5.0063609423022508E-2</c:v>
                </c:pt>
                <c:pt idx="3393">
                  <c:v>4.7591899163903092E-2</c:v>
                </c:pt>
                <c:pt idx="3394">
                  <c:v>4.5677104974553753E-2</c:v>
                </c:pt>
                <c:pt idx="3395">
                  <c:v>4.5062110566865127E-2</c:v>
                </c:pt>
                <c:pt idx="3396">
                  <c:v>4.6565284958193807E-2</c:v>
                </c:pt>
                <c:pt idx="3397">
                  <c:v>5.8400085033003687E-2</c:v>
                </c:pt>
                <c:pt idx="3398">
                  <c:v>6.173353614118926E-2</c:v>
                </c:pt>
                <c:pt idx="3399">
                  <c:v>6.0022050034059207E-2</c:v>
                </c:pt>
                <c:pt idx="3400">
                  <c:v>5.5760066214170442E-2</c:v>
                </c:pt>
                <c:pt idx="3401">
                  <c:v>5.1026476615774849E-2</c:v>
                </c:pt>
                <c:pt idx="3402">
                  <c:v>6.0112110159034768E-2</c:v>
                </c:pt>
                <c:pt idx="3403">
                  <c:v>6.4947222218415618E-2</c:v>
                </c:pt>
                <c:pt idx="3404">
                  <c:v>7.8612177234244129E-2</c:v>
                </c:pt>
                <c:pt idx="3405">
                  <c:v>8.7088311111950034E-2</c:v>
                </c:pt>
                <c:pt idx="3406">
                  <c:v>8.6256016882661712E-2</c:v>
                </c:pt>
                <c:pt idx="3407">
                  <c:v>5.6187988251701841E-2</c:v>
                </c:pt>
                <c:pt idx="3408">
                  <c:v>3.2576771354682767E-2</c:v>
                </c:pt>
                <c:pt idx="3409">
                  <c:v>3.2670163906783178E-2</c:v>
                </c:pt>
                <c:pt idx="3410">
                  <c:v>3.2906383935430793E-2</c:v>
                </c:pt>
                <c:pt idx="3411">
                  <c:v>3.7524534234149497E-2</c:v>
                </c:pt>
                <c:pt idx="3412">
                  <c:v>3.8945892751975901E-2</c:v>
                </c:pt>
                <c:pt idx="3413">
                  <c:v>4.1991361614495112E-2</c:v>
                </c:pt>
                <c:pt idx="3414">
                  <c:v>4.621518442448979E-2</c:v>
                </c:pt>
                <c:pt idx="3415">
                  <c:v>4.4636982534415948E-2</c:v>
                </c:pt>
                <c:pt idx="3416">
                  <c:v>3.9724310582817168E-2</c:v>
                </c:pt>
                <c:pt idx="3417">
                  <c:v>3.4900744809758293E-2</c:v>
                </c:pt>
                <c:pt idx="3418">
                  <c:v>3.2444627947512683E-2</c:v>
                </c:pt>
                <c:pt idx="3419">
                  <c:v>3.038939802528097E-2</c:v>
                </c:pt>
                <c:pt idx="3420">
                  <c:v>1.6506720668523042E-2</c:v>
                </c:pt>
                <c:pt idx="3421">
                  <c:v>9.2342211321767235E-3</c:v>
                </c:pt>
                <c:pt idx="3422">
                  <c:v>1.022321536902332E-2</c:v>
                </c:pt>
                <c:pt idx="3423">
                  <c:v>1.441286309375989E-2</c:v>
                </c:pt>
                <c:pt idx="3424">
                  <c:v>2.09371297024811E-2</c:v>
                </c:pt>
                <c:pt idx="3425">
                  <c:v>2.2532566545965488E-2</c:v>
                </c:pt>
                <c:pt idx="3426">
                  <c:v>2.2644474681416449E-2</c:v>
                </c:pt>
                <c:pt idx="3427">
                  <c:v>2.4140638496364171E-2</c:v>
                </c:pt>
                <c:pt idx="3428">
                  <c:v>2.4681399076686081E-2</c:v>
                </c:pt>
                <c:pt idx="3429">
                  <c:v>2.409175758577967E-2</c:v>
                </c:pt>
                <c:pt idx="3430">
                  <c:v>1.8752582884384032E-2</c:v>
                </c:pt>
                <c:pt idx="3431">
                  <c:v>1.4489610232686009E-2</c:v>
                </c:pt>
                <c:pt idx="3432">
                  <c:v>1.623636211388731E-2</c:v>
                </c:pt>
                <c:pt idx="3433">
                  <c:v>4.0888795130358001E-2</c:v>
                </c:pt>
                <c:pt idx="3434">
                  <c:v>4.6870844875393128E-2</c:v>
                </c:pt>
                <c:pt idx="3435">
                  <c:v>4.78222529664412E-2</c:v>
                </c:pt>
                <c:pt idx="3436">
                  <c:v>5.749184526016949E-2</c:v>
                </c:pt>
                <c:pt idx="3437">
                  <c:v>6.3797341952318926E-2</c:v>
                </c:pt>
                <c:pt idx="3438">
                  <c:v>6.251798570467082E-2</c:v>
                </c:pt>
                <c:pt idx="3439">
                  <c:v>4.1545469845896313E-2</c:v>
                </c:pt>
                <c:pt idx="3440">
                  <c:v>3.97931498870863E-2</c:v>
                </c:pt>
                <c:pt idx="3441">
                  <c:v>3.6342384550651648E-2</c:v>
                </c:pt>
                <c:pt idx="3442">
                  <c:v>3.5573218482479269E-2</c:v>
                </c:pt>
                <c:pt idx="3443">
                  <c:v>3.4547938854782703E-2</c:v>
                </c:pt>
                <c:pt idx="3444">
                  <c:v>2.7939761130713781E-2</c:v>
                </c:pt>
                <c:pt idx="3445">
                  <c:v>2.3038356599020249E-2</c:v>
                </c:pt>
                <c:pt idx="3446">
                  <c:v>1.8835465603804339E-2</c:v>
                </c:pt>
                <c:pt idx="3447">
                  <c:v>1.609446861487893E-2</c:v>
                </c:pt>
                <c:pt idx="3448">
                  <c:v>1.224868118219536E-2</c:v>
                </c:pt>
                <c:pt idx="3449">
                  <c:v>6.2586597492745432E-3</c:v>
                </c:pt>
                <c:pt idx="3450">
                  <c:v>1.4594316153424801E-3</c:v>
                </c:pt>
                <c:pt idx="3451">
                  <c:v>1.7686414948631349E-3</c:v>
                </c:pt>
                <c:pt idx="3452">
                  <c:v>3.0230019964102078E-3</c:v>
                </c:pt>
                <c:pt idx="3453">
                  <c:v>7.4799362792449947E-3</c:v>
                </c:pt>
                <c:pt idx="3454">
                  <c:v>8.0677352541007642E-3</c:v>
                </c:pt>
                <c:pt idx="3455">
                  <c:v>7.757104050066032E-3</c:v>
                </c:pt>
                <c:pt idx="3456">
                  <c:v>4.3665857088231643E-3</c:v>
                </c:pt>
                <c:pt idx="3457">
                  <c:v>4.7110161732500794E-3</c:v>
                </c:pt>
                <c:pt idx="3458">
                  <c:v>5.0007704441649131E-3</c:v>
                </c:pt>
                <c:pt idx="3459">
                  <c:v>8.8785834162368755E-3</c:v>
                </c:pt>
                <c:pt idx="3460">
                  <c:v>1.4765288402040279E-2</c:v>
                </c:pt>
                <c:pt idx="3461">
                  <c:v>1.5556349480712909E-2</c:v>
                </c:pt>
                <c:pt idx="3462">
                  <c:v>1.5974259429404229E-2</c:v>
                </c:pt>
                <c:pt idx="3463">
                  <c:v>1.6369552704578971E-2</c:v>
                </c:pt>
                <c:pt idx="3464">
                  <c:v>1.6256514771056128E-2</c:v>
                </c:pt>
                <c:pt idx="3465">
                  <c:v>1.409961745559374E-2</c:v>
                </c:pt>
                <c:pt idx="3466">
                  <c:v>1.3090139086384669E-2</c:v>
                </c:pt>
                <c:pt idx="3467">
                  <c:v>1.3944849533452101E-2</c:v>
                </c:pt>
                <c:pt idx="3468">
                  <c:v>1.4479718624311961E-2</c:v>
                </c:pt>
                <c:pt idx="3469">
                  <c:v>2.4902446871671351E-2</c:v>
                </c:pt>
                <c:pt idx="3470">
                  <c:v>2.768149573341281E-2</c:v>
                </c:pt>
                <c:pt idx="3471">
                  <c:v>2.5250654852441309E-2</c:v>
                </c:pt>
                <c:pt idx="3472">
                  <c:v>1.1613398364965629E-2</c:v>
                </c:pt>
                <c:pt idx="3473">
                  <c:v>4.2229316848187053E-3</c:v>
                </c:pt>
                <c:pt idx="3474">
                  <c:v>4.8385535841236598E-3</c:v>
                </c:pt>
                <c:pt idx="3475">
                  <c:v>1.439253698636813E-2</c:v>
                </c:pt>
                <c:pt idx="3476">
                  <c:v>1.5872107741928401E-2</c:v>
                </c:pt>
                <c:pt idx="3477">
                  <c:v>1.598045322962769E-2</c:v>
                </c:pt>
                <c:pt idx="3478">
                  <c:v>1.7383302518423661E-2</c:v>
                </c:pt>
                <c:pt idx="3479">
                  <c:v>1.7890453535615931E-2</c:v>
                </c:pt>
                <c:pt idx="3480">
                  <c:v>1.7349629042833731E-2</c:v>
                </c:pt>
                <c:pt idx="3481">
                  <c:v>1.367431141447282E-2</c:v>
                </c:pt>
                <c:pt idx="3482">
                  <c:v>1.131501779546764E-2</c:v>
                </c:pt>
                <c:pt idx="3483">
                  <c:v>1.086654866636429E-2</c:v>
                </c:pt>
                <c:pt idx="3484">
                  <c:v>1.098337471887682E-2</c:v>
                </c:pt>
                <c:pt idx="3485">
                  <c:v>1.183542092100782E-2</c:v>
                </c:pt>
                <c:pt idx="3486">
                  <c:v>1.3061297639027939E-2</c:v>
                </c:pt>
                <c:pt idx="3487">
                  <c:v>1.3601537805954699E-2</c:v>
                </c:pt>
                <c:pt idx="3488">
                  <c:v>1.455446789474636E-2</c:v>
                </c:pt>
                <c:pt idx="3489">
                  <c:v>2.950118765174126E-2</c:v>
                </c:pt>
                <c:pt idx="3490">
                  <c:v>2.6241970196397631E-2</c:v>
                </c:pt>
                <c:pt idx="3491">
                  <c:v>2.128577762052249E-2</c:v>
                </c:pt>
                <c:pt idx="3492">
                  <c:v>2.1049124663248379E-2</c:v>
                </c:pt>
                <c:pt idx="3493">
                  <c:v>2.0841210461642459E-2</c:v>
                </c:pt>
                <c:pt idx="3494">
                  <c:v>1.702927958845071E-2</c:v>
                </c:pt>
                <c:pt idx="3495">
                  <c:v>1.3551890152600259E-2</c:v>
                </c:pt>
                <c:pt idx="3496">
                  <c:v>1.3604277468409851E-2</c:v>
                </c:pt>
                <c:pt idx="3497">
                  <c:v>1.3899186001142519E-2</c:v>
                </c:pt>
                <c:pt idx="3498">
                  <c:v>1.409351043202842E-2</c:v>
                </c:pt>
                <c:pt idx="3499">
                  <c:v>1.3250774662188301E-2</c:v>
                </c:pt>
                <c:pt idx="3500">
                  <c:v>1.1734721293413139E-2</c:v>
                </c:pt>
                <c:pt idx="3501">
                  <c:v>7.4116814287822144E-3</c:v>
                </c:pt>
                <c:pt idx="3502">
                  <c:v>7.655982871732356E-3</c:v>
                </c:pt>
                <c:pt idx="3503">
                  <c:v>9.950812836040759E-3</c:v>
                </c:pt>
                <c:pt idx="3504">
                  <c:v>1.1664956682153751E-2</c:v>
                </c:pt>
                <c:pt idx="3505">
                  <c:v>1.208102639045204E-2</c:v>
                </c:pt>
                <c:pt idx="3506">
                  <c:v>1.100785630839694E-2</c:v>
                </c:pt>
                <c:pt idx="3507">
                  <c:v>4.8077703864217126E-3</c:v>
                </c:pt>
                <c:pt idx="3508">
                  <c:v>1.515765575332036E-3</c:v>
                </c:pt>
                <c:pt idx="3509">
                  <c:v>1.9531496567128858E-3</c:v>
                </c:pt>
                <c:pt idx="3510">
                  <c:v>5.991825254083958E-3</c:v>
                </c:pt>
                <c:pt idx="3511">
                  <c:v>9.2985505786243421E-3</c:v>
                </c:pt>
                <c:pt idx="3512">
                  <c:v>9.8789586363574686E-3</c:v>
                </c:pt>
                <c:pt idx="3513">
                  <c:v>9.5382266504417147E-3</c:v>
                </c:pt>
                <c:pt idx="3514">
                  <c:v>6.8212311578871553E-3</c:v>
                </c:pt>
                <c:pt idx="3515">
                  <c:v>5.9683788398549103E-3</c:v>
                </c:pt>
                <c:pt idx="3516">
                  <c:v>6.4907779839732107E-3</c:v>
                </c:pt>
                <c:pt idx="3517">
                  <c:v>8.0580573270285956E-3</c:v>
                </c:pt>
                <c:pt idx="3518">
                  <c:v>9.3477959132783287E-3</c:v>
                </c:pt>
                <c:pt idx="3519">
                  <c:v>9.8067961752222339E-3</c:v>
                </c:pt>
                <c:pt idx="3520">
                  <c:v>1.138163648769734E-2</c:v>
                </c:pt>
                <c:pt idx="3521">
                  <c:v>1.5563219703463501E-2</c:v>
                </c:pt>
                <c:pt idx="3522">
                  <c:v>1.654377514811501E-2</c:v>
                </c:pt>
                <c:pt idx="3523">
                  <c:v>1.7002194067819349E-2</c:v>
                </c:pt>
                <c:pt idx="3524">
                  <c:v>1.94195219879734E-2</c:v>
                </c:pt>
                <c:pt idx="3525">
                  <c:v>2.1833421330157692E-2</c:v>
                </c:pt>
                <c:pt idx="3526">
                  <c:v>2.3874435750409581E-2</c:v>
                </c:pt>
                <c:pt idx="3527">
                  <c:v>2.322110284520059E-2</c:v>
                </c:pt>
                <c:pt idx="3528">
                  <c:v>1.859136588829375E-2</c:v>
                </c:pt>
                <c:pt idx="3529">
                  <c:v>1.768828682025576E-2</c:v>
                </c:pt>
                <c:pt idx="3530">
                  <c:v>1.7287703103558101E-2</c:v>
                </c:pt>
                <c:pt idx="3531">
                  <c:v>1.3028932179258559E-2</c:v>
                </c:pt>
                <c:pt idx="3532">
                  <c:v>1.09869026325269E-2</c:v>
                </c:pt>
                <c:pt idx="3533">
                  <c:v>1.1002450299371689E-2</c:v>
                </c:pt>
                <c:pt idx="3534">
                  <c:v>1.132903822633342E-2</c:v>
                </c:pt>
                <c:pt idx="3535">
                  <c:v>1.135337093340805E-2</c:v>
                </c:pt>
                <c:pt idx="3536">
                  <c:v>1.193697219994872E-2</c:v>
                </c:pt>
                <c:pt idx="3537">
                  <c:v>1.706611096818474E-2</c:v>
                </c:pt>
                <c:pt idx="3538">
                  <c:v>1.8870159536060589E-2</c:v>
                </c:pt>
                <c:pt idx="3539">
                  <c:v>2.0047025157743901E-2</c:v>
                </c:pt>
                <c:pt idx="3540">
                  <c:v>2.354669985959015E-2</c:v>
                </c:pt>
                <c:pt idx="3541">
                  <c:v>2.828219742795032E-2</c:v>
                </c:pt>
                <c:pt idx="3542">
                  <c:v>2.7538183416536501E-2</c:v>
                </c:pt>
                <c:pt idx="3543">
                  <c:v>2.1148164597330849E-2</c:v>
                </c:pt>
                <c:pt idx="3544">
                  <c:v>1.9592919443386279E-2</c:v>
                </c:pt>
                <c:pt idx="3545">
                  <c:v>2.1774849209284419E-2</c:v>
                </c:pt>
                <c:pt idx="3546">
                  <c:v>2.6710681454979509E-2</c:v>
                </c:pt>
                <c:pt idx="3547">
                  <c:v>2.9804908151984721E-2</c:v>
                </c:pt>
                <c:pt idx="3548">
                  <c:v>2.6975435680595811E-2</c:v>
                </c:pt>
                <c:pt idx="3549">
                  <c:v>2.248591441646329E-2</c:v>
                </c:pt>
                <c:pt idx="3550">
                  <c:v>1.128538755477171E-2</c:v>
                </c:pt>
                <c:pt idx="3551">
                  <c:v>6.569132706901841E-3</c:v>
                </c:pt>
                <c:pt idx="3552">
                  <c:v>7.7465231109988108E-3</c:v>
                </c:pt>
                <c:pt idx="3553">
                  <c:v>1.933735381411086E-2</c:v>
                </c:pt>
                <c:pt idx="3554">
                  <c:v>2.625311261002071E-2</c:v>
                </c:pt>
                <c:pt idx="3555">
                  <c:v>2.7627470310652019E-2</c:v>
                </c:pt>
                <c:pt idx="3556">
                  <c:v>2.5700513940473318E-2</c:v>
                </c:pt>
                <c:pt idx="3557">
                  <c:v>1.6924625226719971E-2</c:v>
                </c:pt>
                <c:pt idx="3558">
                  <c:v>1.5368992053330749E-2</c:v>
                </c:pt>
                <c:pt idx="3559">
                  <c:v>1.606524910345071E-2</c:v>
                </c:pt>
                <c:pt idx="3560">
                  <c:v>2.4613935261179221E-2</c:v>
                </c:pt>
                <c:pt idx="3561">
                  <c:v>2.9214108300493209E-2</c:v>
                </c:pt>
                <c:pt idx="3562">
                  <c:v>2.8022066066886321E-2</c:v>
                </c:pt>
                <c:pt idx="3563">
                  <c:v>2.1469172692036541E-2</c:v>
                </c:pt>
                <c:pt idx="3564">
                  <c:v>1.616462070997805E-2</c:v>
                </c:pt>
                <c:pt idx="3565">
                  <c:v>1.530164089766245E-2</c:v>
                </c:pt>
                <c:pt idx="3566">
                  <c:v>1.300878484849831E-2</c:v>
                </c:pt>
                <c:pt idx="3567">
                  <c:v>1.042221500419898E-2</c:v>
                </c:pt>
                <c:pt idx="3568">
                  <c:v>7.2092432356646776E-3</c:v>
                </c:pt>
                <c:pt idx="3569">
                  <c:v>4.8812299264809414E-3</c:v>
                </c:pt>
                <c:pt idx="3570">
                  <c:v>7.2063754583084503E-3</c:v>
                </c:pt>
                <c:pt idx="3571">
                  <c:v>1.244263393709079E-2</c:v>
                </c:pt>
                <c:pt idx="3572">
                  <c:v>1.302985894295048E-2</c:v>
                </c:pt>
                <c:pt idx="3573">
                  <c:v>1.2623743557941649E-2</c:v>
                </c:pt>
                <c:pt idx="3574">
                  <c:v>9.5728634418274644E-3</c:v>
                </c:pt>
                <c:pt idx="3575">
                  <c:v>8.5288373243756835E-3</c:v>
                </c:pt>
                <c:pt idx="3576">
                  <c:v>1.006139733934233E-2</c:v>
                </c:pt>
                <c:pt idx="3577">
                  <c:v>2.2323845842292099E-2</c:v>
                </c:pt>
                <c:pt idx="3578">
                  <c:v>2.329657451301852E-2</c:v>
                </c:pt>
                <c:pt idx="3579">
                  <c:v>2.0749735506754369E-2</c:v>
                </c:pt>
                <c:pt idx="3580">
                  <c:v>1.1086457509891521E-2</c:v>
                </c:pt>
                <c:pt idx="3581">
                  <c:v>9.324897356348694E-3</c:v>
                </c:pt>
                <c:pt idx="3582">
                  <c:v>9.7760791604799436E-3</c:v>
                </c:pt>
                <c:pt idx="3583">
                  <c:v>1.220654248212774E-2</c:v>
                </c:pt>
                <c:pt idx="3584">
                  <c:v>1.2555813817189549E-2</c:v>
                </c:pt>
                <c:pt idx="3585">
                  <c:v>1.36373624169008E-2</c:v>
                </c:pt>
                <c:pt idx="3586">
                  <c:v>1.484761124923387E-2</c:v>
                </c:pt>
                <c:pt idx="3587">
                  <c:v>1.5392727946463619E-2</c:v>
                </c:pt>
                <c:pt idx="3588">
                  <c:v>1.4709193363296239E-2</c:v>
                </c:pt>
                <c:pt idx="3589">
                  <c:v>1.08366310937013E-2</c:v>
                </c:pt>
                <c:pt idx="3590">
                  <c:v>1.1836230922800129E-2</c:v>
                </c:pt>
                <c:pt idx="3591">
                  <c:v>1.381776256823899E-2</c:v>
                </c:pt>
                <c:pt idx="3592">
                  <c:v>1.41985722577302E-2</c:v>
                </c:pt>
                <c:pt idx="3593">
                  <c:v>1.4734775411438019E-2</c:v>
                </c:pt>
                <c:pt idx="3594">
                  <c:v>1.5706755332604318E-2</c:v>
                </c:pt>
                <c:pt idx="3595">
                  <c:v>1.617884212731294E-2</c:v>
                </c:pt>
                <c:pt idx="3596">
                  <c:v>1.602931955231153E-2</c:v>
                </c:pt>
                <c:pt idx="3597">
                  <c:v>1.5102127616306169E-2</c:v>
                </c:pt>
                <c:pt idx="3598">
                  <c:v>1.4174597966975009E-2</c:v>
                </c:pt>
                <c:pt idx="3599">
                  <c:v>1.4056356088776541E-2</c:v>
                </c:pt>
                <c:pt idx="3600">
                  <c:v>1.4320232055384151E-2</c:v>
                </c:pt>
                <c:pt idx="3601">
                  <c:v>1.717830424872277E-2</c:v>
                </c:pt>
                <c:pt idx="3602">
                  <c:v>1.7896419569574891E-2</c:v>
                </c:pt>
                <c:pt idx="3603">
                  <c:v>1.7903894464150579E-2</c:v>
                </c:pt>
                <c:pt idx="3604">
                  <c:v>1.797466880266484E-2</c:v>
                </c:pt>
                <c:pt idx="3605">
                  <c:v>1.7981743913316701E-2</c:v>
                </c:pt>
                <c:pt idx="3606">
                  <c:v>1.8072520032019711E-2</c:v>
                </c:pt>
                <c:pt idx="3607">
                  <c:v>1.8094921483751209E-2</c:v>
                </c:pt>
                <c:pt idx="3608">
                  <c:v>1.739565935416797E-2</c:v>
                </c:pt>
                <c:pt idx="3609">
                  <c:v>1.640725662546301E-2</c:v>
                </c:pt>
                <c:pt idx="3610">
                  <c:v>1.5947678513037879E-2</c:v>
                </c:pt>
                <c:pt idx="3611">
                  <c:v>1.55859565051336E-2</c:v>
                </c:pt>
                <c:pt idx="3612">
                  <c:v>1.352418736136779E-2</c:v>
                </c:pt>
                <c:pt idx="3613">
                  <c:v>1.2347644382868511E-2</c:v>
                </c:pt>
                <c:pt idx="3614">
                  <c:v>1.211886154525117E-2</c:v>
                </c:pt>
                <c:pt idx="3615">
                  <c:v>1.1532416525246281E-2</c:v>
                </c:pt>
                <c:pt idx="3616">
                  <c:v>6.9667162204520242E-3</c:v>
                </c:pt>
                <c:pt idx="3617">
                  <c:v>5.4206497478491789E-3</c:v>
                </c:pt>
                <c:pt idx="3618">
                  <c:v>5.8643913086901603E-3</c:v>
                </c:pt>
                <c:pt idx="3619">
                  <c:v>7.5590620400841626E-3</c:v>
                </c:pt>
                <c:pt idx="3620">
                  <c:v>8.0160796127639322E-3</c:v>
                </c:pt>
                <c:pt idx="3621">
                  <c:v>7.5753066933851639E-3</c:v>
                </c:pt>
                <c:pt idx="3622">
                  <c:v>6.81515990547345E-3</c:v>
                </c:pt>
                <c:pt idx="3623">
                  <c:v>6.6811523135011774E-3</c:v>
                </c:pt>
                <c:pt idx="3624">
                  <c:v>7.447459206268576E-3</c:v>
                </c:pt>
                <c:pt idx="3625">
                  <c:v>1.152160500620571E-2</c:v>
                </c:pt>
                <c:pt idx="3626">
                  <c:v>1.4322884267893181E-2</c:v>
                </c:pt>
                <c:pt idx="3627">
                  <c:v>1.406291917165269E-2</c:v>
                </c:pt>
                <c:pt idx="3628">
                  <c:v>1.308488984151749E-2</c:v>
                </c:pt>
                <c:pt idx="3629">
                  <c:v>1.0571602598802431E-2</c:v>
                </c:pt>
                <c:pt idx="3630">
                  <c:v>1.004720908434252E-2</c:v>
                </c:pt>
                <c:pt idx="3631">
                  <c:v>1.023629867386595E-2</c:v>
                </c:pt>
                <c:pt idx="3632">
                  <c:v>1.2765825962417319E-2</c:v>
                </c:pt>
                <c:pt idx="3633">
                  <c:v>1.343904365777286E-2</c:v>
                </c:pt>
                <c:pt idx="3634">
                  <c:v>1.367382248373228E-2</c:v>
                </c:pt>
                <c:pt idx="3635">
                  <c:v>1.686437833224148E-2</c:v>
                </c:pt>
                <c:pt idx="3636">
                  <c:v>1.8855028705616721E-2</c:v>
                </c:pt>
                <c:pt idx="3637">
                  <c:v>1.88531558402973E-2</c:v>
                </c:pt>
                <c:pt idx="3638">
                  <c:v>1.8851250913921948E-2</c:v>
                </c:pt>
                <c:pt idx="3639">
                  <c:v>1.8804980564547671E-2</c:v>
                </c:pt>
                <c:pt idx="3640">
                  <c:v>1.879448577344587E-2</c:v>
                </c:pt>
                <c:pt idx="3641">
                  <c:v>1.8946128271237869E-2</c:v>
                </c:pt>
                <c:pt idx="3642">
                  <c:v>2.0728191722174171E-2</c:v>
                </c:pt>
                <c:pt idx="3643">
                  <c:v>2.1232530276420341E-2</c:v>
                </c:pt>
                <c:pt idx="3644">
                  <c:v>1.8315283753153059E-2</c:v>
                </c:pt>
                <c:pt idx="3645">
                  <c:v>1.3615027229134571E-2</c:v>
                </c:pt>
                <c:pt idx="3646">
                  <c:v>8.1503482071280699E-3</c:v>
                </c:pt>
                <c:pt idx="3647">
                  <c:v>3.2081048705659841E-3</c:v>
                </c:pt>
                <c:pt idx="3648">
                  <c:v>9.9736872251650756E-4</c:v>
                </c:pt>
                <c:pt idx="3649">
                  <c:v>2.3514108873362348E-3</c:v>
                </c:pt>
                <c:pt idx="3650">
                  <c:v>6.3953120110016434E-3</c:v>
                </c:pt>
                <c:pt idx="3651">
                  <c:v>8.6066080077140238E-3</c:v>
                </c:pt>
                <c:pt idx="3652">
                  <c:v>8.3332545924615434E-3</c:v>
                </c:pt>
                <c:pt idx="3653">
                  <c:v>6.9647887681846873E-3</c:v>
                </c:pt>
                <c:pt idx="3654">
                  <c:v>5.5648339563228542E-3</c:v>
                </c:pt>
                <c:pt idx="3655">
                  <c:v>5.2166734791168528E-3</c:v>
                </c:pt>
                <c:pt idx="3656">
                  <c:v>5.8471047187416596E-3</c:v>
                </c:pt>
                <c:pt idx="3657">
                  <c:v>1.113374983692322E-2</c:v>
                </c:pt>
                <c:pt idx="3658">
                  <c:v>1.4703162608709181E-2</c:v>
                </c:pt>
                <c:pt idx="3659">
                  <c:v>1.4803296080625051E-2</c:v>
                </c:pt>
                <c:pt idx="3660">
                  <c:v>1.5587162797460559E-2</c:v>
                </c:pt>
                <c:pt idx="3661">
                  <c:v>1.618054633473974E-2</c:v>
                </c:pt>
                <c:pt idx="3662">
                  <c:v>1.637836439413189E-2</c:v>
                </c:pt>
                <c:pt idx="3663">
                  <c:v>1.6072973028643411E-2</c:v>
                </c:pt>
                <c:pt idx="3664">
                  <c:v>1.3197969396074561E-2</c:v>
                </c:pt>
                <c:pt idx="3665">
                  <c:v>1.3830823723494669E-2</c:v>
                </c:pt>
                <c:pt idx="3666">
                  <c:v>1.456409004129656E-2</c:v>
                </c:pt>
                <c:pt idx="3667">
                  <c:v>1.50912445885926E-2</c:v>
                </c:pt>
                <c:pt idx="3668">
                  <c:v>1.518542774190506E-2</c:v>
                </c:pt>
                <c:pt idx="3669">
                  <c:v>1.6274389539780471E-2</c:v>
                </c:pt>
                <c:pt idx="3670">
                  <c:v>2.4685289101312461E-2</c:v>
                </c:pt>
                <c:pt idx="3671">
                  <c:v>2.7588303107157212E-2</c:v>
                </c:pt>
                <c:pt idx="3672">
                  <c:v>2.660526033063081E-2</c:v>
                </c:pt>
                <c:pt idx="3673">
                  <c:v>2.3368859333385301E-2</c:v>
                </c:pt>
                <c:pt idx="3674">
                  <c:v>2.0476572361954808E-2</c:v>
                </c:pt>
                <c:pt idx="3675">
                  <c:v>1.9445456635278909E-2</c:v>
                </c:pt>
                <c:pt idx="3676">
                  <c:v>1.980296208810918E-2</c:v>
                </c:pt>
                <c:pt idx="3677">
                  <c:v>2.39930054710405E-2</c:v>
                </c:pt>
                <c:pt idx="3678">
                  <c:v>2.5134340613175769E-2</c:v>
                </c:pt>
                <c:pt idx="3679">
                  <c:v>2.469848935420766E-2</c:v>
                </c:pt>
                <c:pt idx="3680">
                  <c:v>2.0652995224551291E-2</c:v>
                </c:pt>
                <c:pt idx="3681">
                  <c:v>2.002849029486739E-2</c:v>
                </c:pt>
                <c:pt idx="3682">
                  <c:v>1.7695179484498912E-2</c:v>
                </c:pt>
                <c:pt idx="3683">
                  <c:v>1.743104074306694E-2</c:v>
                </c:pt>
                <c:pt idx="3684">
                  <c:v>1.108733421465832E-2</c:v>
                </c:pt>
                <c:pt idx="3685">
                  <c:v>1.0132410423813239E-2</c:v>
                </c:pt>
                <c:pt idx="3686">
                  <c:v>1.043214599885758E-2</c:v>
                </c:pt>
                <c:pt idx="3687">
                  <c:v>1.324718269166362E-2</c:v>
                </c:pt>
                <c:pt idx="3688">
                  <c:v>1.6412312565647132E-2</c:v>
                </c:pt>
                <c:pt idx="3689">
                  <c:v>1.89369579579306E-2</c:v>
                </c:pt>
                <c:pt idx="3690">
                  <c:v>1.8611049293400239E-2</c:v>
                </c:pt>
                <c:pt idx="3691">
                  <c:v>1.6177779031657669E-2</c:v>
                </c:pt>
                <c:pt idx="3692">
                  <c:v>1.164350950460533E-2</c:v>
                </c:pt>
                <c:pt idx="3693">
                  <c:v>1.0442672973177171E-2</c:v>
                </c:pt>
                <c:pt idx="3694">
                  <c:v>1.099623902251742E-2</c:v>
                </c:pt>
                <c:pt idx="3695">
                  <c:v>1.6707930598417239E-2</c:v>
                </c:pt>
                <c:pt idx="3696">
                  <c:v>1.7413807644130051E-2</c:v>
                </c:pt>
                <c:pt idx="3697">
                  <c:v>1.534729040339689E-2</c:v>
                </c:pt>
                <c:pt idx="3698">
                  <c:v>1.201275926646626E-2</c:v>
                </c:pt>
                <c:pt idx="3699">
                  <c:v>8.7525471954271964E-3</c:v>
                </c:pt>
                <c:pt idx="3700">
                  <c:v>8.2541445920213518E-3</c:v>
                </c:pt>
                <c:pt idx="3701">
                  <c:v>1.355395435719643E-2</c:v>
                </c:pt>
                <c:pt idx="3702">
                  <c:v>1.9513590100525301E-2</c:v>
                </c:pt>
                <c:pt idx="3703">
                  <c:v>1.9258585009949061E-2</c:v>
                </c:pt>
                <c:pt idx="3704">
                  <c:v>1.7544364145729949E-2</c:v>
                </c:pt>
                <c:pt idx="3705">
                  <c:v>1.632885186719055E-2</c:v>
                </c:pt>
                <c:pt idx="3706">
                  <c:v>1.5997612378061708E-2</c:v>
                </c:pt>
                <c:pt idx="3707">
                  <c:v>1.54599404582652E-2</c:v>
                </c:pt>
                <c:pt idx="3708">
                  <c:v>1.18002499623307E-2</c:v>
                </c:pt>
                <c:pt idx="3709">
                  <c:v>7.4339887870759798E-3</c:v>
                </c:pt>
                <c:pt idx="3710">
                  <c:v>6.0631808047769209E-3</c:v>
                </c:pt>
                <c:pt idx="3711">
                  <c:v>6.2911852976161317E-3</c:v>
                </c:pt>
                <c:pt idx="3712">
                  <c:v>7.7059545580075734E-3</c:v>
                </c:pt>
                <c:pt idx="3713">
                  <c:v>8.3225303660725888E-3</c:v>
                </c:pt>
                <c:pt idx="3714">
                  <c:v>8.3581909312494922E-3</c:v>
                </c:pt>
                <c:pt idx="3715">
                  <c:v>8.6416236176936421E-3</c:v>
                </c:pt>
                <c:pt idx="3716">
                  <c:v>8.8180661139512524E-3</c:v>
                </c:pt>
                <c:pt idx="3717">
                  <c:v>9.0640012281546414E-3</c:v>
                </c:pt>
                <c:pt idx="3718">
                  <c:v>1.0676608665822439E-2</c:v>
                </c:pt>
                <c:pt idx="3719">
                  <c:v>1.202650989160795E-2</c:v>
                </c:pt>
                <c:pt idx="3720">
                  <c:v>1.305985050094108E-2</c:v>
                </c:pt>
                <c:pt idx="3721">
                  <c:v>1.308657490737004E-2</c:v>
                </c:pt>
                <c:pt idx="3722">
                  <c:v>1.333645196355154E-2</c:v>
                </c:pt>
                <c:pt idx="3723">
                  <c:v>1.3521062268179449E-2</c:v>
                </c:pt>
                <c:pt idx="3724">
                  <c:v>1.355189981672747E-2</c:v>
                </c:pt>
                <c:pt idx="3725">
                  <c:v>1.292812942528087E-2</c:v>
                </c:pt>
                <c:pt idx="3726">
                  <c:v>6.4939629776150972E-3</c:v>
                </c:pt>
                <c:pt idx="3727">
                  <c:v>3.385758594631558E-3</c:v>
                </c:pt>
                <c:pt idx="3728">
                  <c:v>5.4085208355394076E-3</c:v>
                </c:pt>
                <c:pt idx="3729">
                  <c:v>9.6663750947599044E-3</c:v>
                </c:pt>
                <c:pt idx="3730">
                  <c:v>1.359788530476526E-2</c:v>
                </c:pt>
                <c:pt idx="3731">
                  <c:v>1.363205223824703E-2</c:v>
                </c:pt>
                <c:pt idx="3732">
                  <c:v>1.3904768717146271E-2</c:v>
                </c:pt>
                <c:pt idx="3733">
                  <c:v>1.413684558618223E-2</c:v>
                </c:pt>
                <c:pt idx="3734">
                  <c:v>1.4268910178896249E-2</c:v>
                </c:pt>
                <c:pt idx="3735">
                  <c:v>1.3585071927407729E-2</c:v>
                </c:pt>
                <c:pt idx="3736">
                  <c:v>8.4966944535179723E-3</c:v>
                </c:pt>
                <c:pt idx="3737">
                  <c:v>4.4010357601304362E-3</c:v>
                </c:pt>
                <c:pt idx="3738">
                  <c:v>4.7014059660177984E-3</c:v>
                </c:pt>
                <c:pt idx="3739">
                  <c:v>7.7375303630818591E-3</c:v>
                </c:pt>
                <c:pt idx="3740">
                  <c:v>8.2097895334831937E-3</c:v>
                </c:pt>
                <c:pt idx="3741">
                  <c:v>8.4397823635017494E-3</c:v>
                </c:pt>
                <c:pt idx="3742">
                  <c:v>1.0124587430595E-2</c:v>
                </c:pt>
                <c:pt idx="3743">
                  <c:v>9.7886593112061181E-3</c:v>
                </c:pt>
                <c:pt idx="3744">
                  <c:v>9.3515095510942042E-3</c:v>
                </c:pt>
                <c:pt idx="3745">
                  <c:v>9.0204043490720569E-3</c:v>
                </c:pt>
                <c:pt idx="3746">
                  <c:v>8.8137410149301005E-3</c:v>
                </c:pt>
                <c:pt idx="3747">
                  <c:v>1.065254355919968E-2</c:v>
                </c:pt>
                <c:pt idx="3748">
                  <c:v>1.520920385341026E-2</c:v>
                </c:pt>
                <c:pt idx="3749">
                  <c:v>1.9234926214404001E-2</c:v>
                </c:pt>
                <c:pt idx="3750">
                  <c:v>1.928633671686595E-2</c:v>
                </c:pt>
                <c:pt idx="3751">
                  <c:v>1.9332507975961241E-2</c:v>
                </c:pt>
                <c:pt idx="3752">
                  <c:v>1.9346856125494059E-2</c:v>
                </c:pt>
                <c:pt idx="3753">
                  <c:v>1.8242695168466449E-2</c:v>
                </c:pt>
                <c:pt idx="3754">
                  <c:v>7.8458671834601614E-3</c:v>
                </c:pt>
                <c:pt idx="3755">
                  <c:v>8.7609183500802416E-4</c:v>
                </c:pt>
                <c:pt idx="3756">
                  <c:v>2.3877839311444121E-3</c:v>
                </c:pt>
                <c:pt idx="3757">
                  <c:v>1.168486865806107E-2</c:v>
                </c:pt>
                <c:pt idx="3758">
                  <c:v>1.863252944201468E-2</c:v>
                </c:pt>
                <c:pt idx="3759">
                  <c:v>1.808814257405764E-2</c:v>
                </c:pt>
                <c:pt idx="3760">
                  <c:v>1.032910866732138E-2</c:v>
                </c:pt>
                <c:pt idx="3761">
                  <c:v>7.1780242220751134E-3</c:v>
                </c:pt>
                <c:pt idx="3762">
                  <c:v>8.2710994209123177E-3</c:v>
                </c:pt>
                <c:pt idx="3763">
                  <c:v>1.5721934980232739E-2</c:v>
                </c:pt>
                <c:pt idx="3764">
                  <c:v>1.430602391708048E-2</c:v>
                </c:pt>
                <c:pt idx="3765">
                  <c:v>1.007306731079455E-2</c:v>
                </c:pt>
                <c:pt idx="3766">
                  <c:v>5.195725920105726E-3</c:v>
                </c:pt>
                <c:pt idx="3767">
                  <c:v>4.1385399930793957E-3</c:v>
                </c:pt>
                <c:pt idx="3768">
                  <c:v>4.2901739921679984E-3</c:v>
                </c:pt>
                <c:pt idx="3769">
                  <c:v>5.399246737620089E-3</c:v>
                </c:pt>
                <c:pt idx="3770">
                  <c:v>6.5203269983161068E-3</c:v>
                </c:pt>
                <c:pt idx="3771">
                  <c:v>7.3585965090282781E-3</c:v>
                </c:pt>
                <c:pt idx="3772">
                  <c:v>7.4970370654414541E-3</c:v>
                </c:pt>
                <c:pt idx="3773">
                  <c:v>7.5109718399422399E-3</c:v>
                </c:pt>
                <c:pt idx="3774">
                  <c:v>7.6095702010732288E-3</c:v>
                </c:pt>
                <c:pt idx="3775">
                  <c:v>7.6358022007942091E-3</c:v>
                </c:pt>
                <c:pt idx="3776">
                  <c:v>7.7496860335872679E-3</c:v>
                </c:pt>
                <c:pt idx="3777">
                  <c:v>8.9069426292098363E-3</c:v>
                </c:pt>
                <c:pt idx="3778">
                  <c:v>9.0862481488448131E-3</c:v>
                </c:pt>
                <c:pt idx="3779">
                  <c:v>8.0954584803018311E-3</c:v>
                </c:pt>
                <c:pt idx="3780">
                  <c:v>6.3165516727638586E-3</c:v>
                </c:pt>
                <c:pt idx="3781">
                  <c:v>5.5103815313360116E-3</c:v>
                </c:pt>
                <c:pt idx="3782">
                  <c:v>8.725896360974237E-3</c:v>
                </c:pt>
                <c:pt idx="3783">
                  <c:v>2.719796058801641E-2</c:v>
                </c:pt>
                <c:pt idx="3784">
                  <c:v>3.7862799568894427E-2</c:v>
                </c:pt>
                <c:pt idx="3785">
                  <c:v>3.6800278685058217E-2</c:v>
                </c:pt>
                <c:pt idx="3786">
                  <c:v>3.055221609921404E-2</c:v>
                </c:pt>
                <c:pt idx="3787">
                  <c:v>2.4647936939940721E-2</c:v>
                </c:pt>
                <c:pt idx="3788">
                  <c:v>2.369604336383057E-2</c:v>
                </c:pt>
                <c:pt idx="3789">
                  <c:v>2.322932235193691E-2</c:v>
                </c:pt>
                <c:pt idx="3790">
                  <c:v>1.5748379902420701E-2</c:v>
                </c:pt>
                <c:pt idx="3791">
                  <c:v>1.294830363713112E-2</c:v>
                </c:pt>
                <c:pt idx="3792">
                  <c:v>1.3436912053226139E-2</c:v>
                </c:pt>
                <c:pt idx="3793">
                  <c:v>1.6608069907664339E-2</c:v>
                </c:pt>
                <c:pt idx="3794">
                  <c:v>1.870997005791037E-2</c:v>
                </c:pt>
                <c:pt idx="3795">
                  <c:v>1.9082322934721879E-2</c:v>
                </c:pt>
                <c:pt idx="3796">
                  <c:v>1.547379602166272E-2</c:v>
                </c:pt>
                <c:pt idx="3797">
                  <c:v>1.057607450069251E-2</c:v>
                </c:pt>
                <c:pt idx="3798">
                  <c:v>9.9228107358916486E-3</c:v>
                </c:pt>
                <c:pt idx="3799">
                  <c:v>9.6635196551879427E-3</c:v>
                </c:pt>
                <c:pt idx="3800">
                  <c:v>9.166360515860136E-3</c:v>
                </c:pt>
                <c:pt idx="3801">
                  <c:v>8.7649271319248101E-3</c:v>
                </c:pt>
                <c:pt idx="3802">
                  <c:v>8.6987427623874958E-3</c:v>
                </c:pt>
                <c:pt idx="3803">
                  <c:v>9.7652112870375372E-3</c:v>
                </c:pt>
                <c:pt idx="3804">
                  <c:v>2.189136267158966E-2</c:v>
                </c:pt>
                <c:pt idx="3805">
                  <c:v>2.3994011564222061E-2</c:v>
                </c:pt>
                <c:pt idx="3806">
                  <c:v>2.3496647002863691E-2</c:v>
                </c:pt>
                <c:pt idx="3807">
                  <c:v>1.5720627901359471E-2</c:v>
                </c:pt>
                <c:pt idx="3808">
                  <c:v>1.195151045630267E-2</c:v>
                </c:pt>
                <c:pt idx="3809">
                  <c:v>1.2238991151580411E-2</c:v>
                </c:pt>
                <c:pt idx="3810">
                  <c:v>1.7969502525605859E-2</c:v>
                </c:pt>
                <c:pt idx="3811">
                  <c:v>2.1081974740789339E-2</c:v>
                </c:pt>
                <c:pt idx="3812">
                  <c:v>2.1114654509969161E-2</c:v>
                </c:pt>
                <c:pt idx="3813">
                  <c:v>2.1298493942517309E-2</c:v>
                </c:pt>
                <c:pt idx="3814">
                  <c:v>2.140446589554855E-2</c:v>
                </c:pt>
                <c:pt idx="3815">
                  <c:v>2.067273897057717E-2</c:v>
                </c:pt>
                <c:pt idx="3816">
                  <c:v>7.170252836363385E-3</c:v>
                </c:pt>
                <c:pt idx="3817">
                  <c:v>6.178998893970708E-3</c:v>
                </c:pt>
                <c:pt idx="3818">
                  <c:v>6.1556197763788329E-3</c:v>
                </c:pt>
                <c:pt idx="3819">
                  <c:v>5.7909504016538348E-3</c:v>
                </c:pt>
                <c:pt idx="3820">
                  <c:v>5.6226143464625884E-3</c:v>
                </c:pt>
                <c:pt idx="3821">
                  <c:v>5.9345311917743272E-3</c:v>
                </c:pt>
                <c:pt idx="3822">
                  <c:v>9.2685357429594679E-3</c:v>
                </c:pt>
                <c:pt idx="3823">
                  <c:v>1.14937286600522E-2</c:v>
                </c:pt>
                <c:pt idx="3824">
                  <c:v>1.189099329680067E-2</c:v>
                </c:pt>
                <c:pt idx="3825">
                  <c:v>1.1965285345850309E-2</c:v>
                </c:pt>
                <c:pt idx="3826">
                  <c:v>1.3263839408066729E-2</c:v>
                </c:pt>
                <c:pt idx="3827">
                  <c:v>1.3576501137286321E-2</c:v>
                </c:pt>
                <c:pt idx="3828">
                  <c:v>1.318052539053211E-2</c:v>
                </c:pt>
                <c:pt idx="3829">
                  <c:v>7.9985651827548243E-3</c:v>
                </c:pt>
                <c:pt idx="3830">
                  <c:v>4.5455763378551041E-3</c:v>
                </c:pt>
                <c:pt idx="3831">
                  <c:v>4.2479418205145806E-3</c:v>
                </c:pt>
                <c:pt idx="3832">
                  <c:v>5.0262888643938953E-3</c:v>
                </c:pt>
                <c:pt idx="3833">
                  <c:v>6.0094623531367942E-3</c:v>
                </c:pt>
                <c:pt idx="3834">
                  <c:v>6.4225557766522659E-3</c:v>
                </c:pt>
                <c:pt idx="3835">
                  <c:v>6.6952861706754494E-3</c:v>
                </c:pt>
                <c:pt idx="3836">
                  <c:v>9.8440825380340189E-3</c:v>
                </c:pt>
                <c:pt idx="3837">
                  <c:v>1.146990535068137E-2</c:v>
                </c:pt>
                <c:pt idx="3838">
                  <c:v>1.178300945257366E-2</c:v>
                </c:pt>
                <c:pt idx="3839">
                  <c:v>1.2045479925463979E-2</c:v>
                </c:pt>
                <c:pt idx="3840">
                  <c:v>1.8331402659913679E-2</c:v>
                </c:pt>
                <c:pt idx="3841">
                  <c:v>1.8799304182044129E-2</c:v>
                </c:pt>
                <c:pt idx="3842">
                  <c:v>1.9281426446431139E-2</c:v>
                </c:pt>
                <c:pt idx="3843">
                  <c:v>2.3788193953577751E-2</c:v>
                </c:pt>
                <c:pt idx="3844">
                  <c:v>2.6128557773669521E-2</c:v>
                </c:pt>
                <c:pt idx="3845">
                  <c:v>2.5545439647463489E-2</c:v>
                </c:pt>
                <c:pt idx="3846">
                  <c:v>1.7424989397471731E-2</c:v>
                </c:pt>
                <c:pt idx="3847">
                  <c:v>1.035021947850252E-2</c:v>
                </c:pt>
                <c:pt idx="3848">
                  <c:v>9.2683206303243223E-3</c:v>
                </c:pt>
                <c:pt idx="3849">
                  <c:v>9.3879211933903632E-3</c:v>
                </c:pt>
                <c:pt idx="3850">
                  <c:v>1.0166501770639529E-2</c:v>
                </c:pt>
                <c:pt idx="3851">
                  <c:v>1.0945351692150961E-2</c:v>
                </c:pt>
                <c:pt idx="3852">
                  <c:v>1.1541024094081569E-2</c:v>
                </c:pt>
                <c:pt idx="3853">
                  <c:v>1.2127040144363671E-2</c:v>
                </c:pt>
                <c:pt idx="3854">
                  <c:v>1.8134503482070189E-2</c:v>
                </c:pt>
                <c:pt idx="3855">
                  <c:v>1.7325379395340741E-2</c:v>
                </c:pt>
                <c:pt idx="3856">
                  <c:v>7.0006075699277533E-3</c:v>
                </c:pt>
                <c:pt idx="3857">
                  <c:v>4.5051235549774197E-3</c:v>
                </c:pt>
                <c:pt idx="3858">
                  <c:v>5.8655430331308496E-3</c:v>
                </c:pt>
                <c:pt idx="3859">
                  <c:v>1.3903476867780261E-2</c:v>
                </c:pt>
                <c:pt idx="3860">
                  <c:v>1.6794779939347849E-2</c:v>
                </c:pt>
                <c:pt idx="3861">
                  <c:v>1.752767321685279E-2</c:v>
                </c:pt>
                <c:pt idx="3862">
                  <c:v>2.1304736044422561E-2</c:v>
                </c:pt>
                <c:pt idx="3863">
                  <c:v>2.513566898423053E-2</c:v>
                </c:pt>
                <c:pt idx="3864">
                  <c:v>2.6084437984048549E-2</c:v>
                </c:pt>
                <c:pt idx="3865">
                  <c:v>2.55599836146208E-2</c:v>
                </c:pt>
                <c:pt idx="3866">
                  <c:v>1.8291519942496309E-2</c:v>
                </c:pt>
                <c:pt idx="3867">
                  <c:v>1.445738356748999E-2</c:v>
                </c:pt>
                <c:pt idx="3868">
                  <c:v>1.4400088109251259E-2</c:v>
                </c:pt>
                <c:pt idx="3869">
                  <c:v>1.436612253819956E-2</c:v>
                </c:pt>
                <c:pt idx="3870">
                  <c:v>1.359614019678633E-2</c:v>
                </c:pt>
                <c:pt idx="3871">
                  <c:v>1.353851537543437E-2</c:v>
                </c:pt>
                <c:pt idx="3872">
                  <c:v>1.310403151739965E-2</c:v>
                </c:pt>
                <c:pt idx="3873">
                  <c:v>6.8146611791913281E-3</c:v>
                </c:pt>
                <c:pt idx="3874">
                  <c:v>4.0781225804589162E-3</c:v>
                </c:pt>
                <c:pt idx="3875">
                  <c:v>4.2707913731024486E-3</c:v>
                </c:pt>
                <c:pt idx="3876">
                  <c:v>5.8539664435422736E-3</c:v>
                </c:pt>
                <c:pt idx="3877">
                  <c:v>6.9944727521491223E-3</c:v>
                </c:pt>
                <c:pt idx="3878">
                  <c:v>7.1936381297279658E-3</c:v>
                </c:pt>
                <c:pt idx="3879">
                  <c:v>7.321319815376647E-3</c:v>
                </c:pt>
                <c:pt idx="3880">
                  <c:v>8.7497396279737696E-3</c:v>
                </c:pt>
                <c:pt idx="3881">
                  <c:v>9.2630413353506705E-3</c:v>
                </c:pt>
                <c:pt idx="3882">
                  <c:v>9.9989942385621047E-3</c:v>
                </c:pt>
                <c:pt idx="3883">
                  <c:v>1.517775802231996E-2</c:v>
                </c:pt>
                <c:pt idx="3884">
                  <c:v>1.9351332245427118E-2</c:v>
                </c:pt>
                <c:pt idx="3885">
                  <c:v>2.0421634702118802E-2</c:v>
                </c:pt>
                <c:pt idx="3886">
                  <c:v>1.7754759942071E-2</c:v>
                </c:pt>
                <c:pt idx="3887">
                  <c:v>1.4165522980980869E-2</c:v>
                </c:pt>
                <c:pt idx="3888">
                  <c:v>1.184990622760242E-2</c:v>
                </c:pt>
                <c:pt idx="3889">
                  <c:v>1.184990622760242E-2</c:v>
                </c:pt>
                <c:pt idx="3890">
                  <c:v>1.184990622760242E-2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C5E-4341-BB7A-F6D9829A62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velocity_aruco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Sheet1!$C$2:$C$3892</c:f>
              <c:numCache>
                <c:formatCode>General</c:formatCode>
                <c:ptCount val="3891"/>
                <c:pt idx="0">
                  <c:v>2.7846494689583778E-2</c:v>
                </c:pt>
                <c:pt idx="1">
                  <c:v>2.7846494689583778E-2</c:v>
                </c:pt>
                <c:pt idx="2">
                  <c:v>2.7846494689583778E-2</c:v>
                </c:pt>
                <c:pt idx="3">
                  <c:v>2.7846494689583778E-2</c:v>
                </c:pt>
                <c:pt idx="4">
                  <c:v>2.7846494689583778E-2</c:v>
                </c:pt>
                <c:pt idx="5">
                  <c:v>2.7846494689583778E-2</c:v>
                </c:pt>
                <c:pt idx="6">
                  <c:v>2.7846494689583778E-2</c:v>
                </c:pt>
                <c:pt idx="7">
                  <c:v>2.7846494689583778E-2</c:v>
                </c:pt>
                <c:pt idx="8">
                  <c:v>2.7846494689583778E-2</c:v>
                </c:pt>
                <c:pt idx="9">
                  <c:v>2.7846494689583778E-2</c:v>
                </c:pt>
                <c:pt idx="10">
                  <c:v>2.7846494689583778E-2</c:v>
                </c:pt>
                <c:pt idx="11">
                  <c:v>2.7846494689583778E-2</c:v>
                </c:pt>
                <c:pt idx="12">
                  <c:v>2.7846494689583778E-2</c:v>
                </c:pt>
                <c:pt idx="13">
                  <c:v>2.7846494689583778E-2</c:v>
                </c:pt>
                <c:pt idx="14">
                  <c:v>2.7846494689583778E-2</c:v>
                </c:pt>
                <c:pt idx="15">
                  <c:v>2.7846494689583778E-2</c:v>
                </c:pt>
                <c:pt idx="16">
                  <c:v>2.7846494689583778E-2</c:v>
                </c:pt>
                <c:pt idx="17">
                  <c:v>2.7846494689583778E-2</c:v>
                </c:pt>
                <c:pt idx="18">
                  <c:v>2.7846494689583778E-2</c:v>
                </c:pt>
                <c:pt idx="19">
                  <c:v>2.7846494689583778E-2</c:v>
                </c:pt>
                <c:pt idx="20">
                  <c:v>2.7846494689583778E-2</c:v>
                </c:pt>
                <c:pt idx="21">
                  <c:v>2.7846494689583778E-2</c:v>
                </c:pt>
                <c:pt idx="22">
                  <c:v>2.7846494689583778E-2</c:v>
                </c:pt>
                <c:pt idx="23">
                  <c:v>2.7846494689583778E-2</c:v>
                </c:pt>
                <c:pt idx="24">
                  <c:v>2.7846494689583778E-2</c:v>
                </c:pt>
                <c:pt idx="25">
                  <c:v>2.7846494689583778E-2</c:v>
                </c:pt>
                <c:pt idx="26">
                  <c:v>2.7846494689583778E-2</c:v>
                </c:pt>
                <c:pt idx="27">
                  <c:v>2.7846494689583778E-2</c:v>
                </c:pt>
                <c:pt idx="28">
                  <c:v>2.7846494689583778E-2</c:v>
                </c:pt>
                <c:pt idx="29">
                  <c:v>3.7457697288471363E-2</c:v>
                </c:pt>
                <c:pt idx="30">
                  <c:v>0.1959230974826619</c:v>
                </c:pt>
                <c:pt idx="31">
                  <c:v>0.238065630197525</c:v>
                </c:pt>
                <c:pt idx="32">
                  <c:v>0.2457137802091027</c:v>
                </c:pt>
                <c:pt idx="33">
                  <c:v>0.30107490782961271</c:v>
                </c:pt>
                <c:pt idx="34">
                  <c:v>0.39631704127993411</c:v>
                </c:pt>
                <c:pt idx="35">
                  <c:v>0.40330725908279419</c:v>
                </c:pt>
                <c:pt idx="36">
                  <c:v>0.40072359962010579</c:v>
                </c:pt>
                <c:pt idx="37">
                  <c:v>0.38543579487274782</c:v>
                </c:pt>
                <c:pt idx="38">
                  <c:v>0.37886333465576172</c:v>
                </c:pt>
                <c:pt idx="39">
                  <c:v>0.39328218354257938</c:v>
                </c:pt>
                <c:pt idx="40">
                  <c:v>0.40868078503548222</c:v>
                </c:pt>
                <c:pt idx="41">
                  <c:v>0.51347142457962036</c:v>
                </c:pt>
                <c:pt idx="42">
                  <c:v>0.50913478413939528</c:v>
                </c:pt>
                <c:pt idx="43">
                  <c:v>0.48339276118433588</c:v>
                </c:pt>
                <c:pt idx="44">
                  <c:v>0.459576356420073</c:v>
                </c:pt>
                <c:pt idx="45">
                  <c:v>0.44645678997039789</c:v>
                </c:pt>
                <c:pt idx="46">
                  <c:v>0.45213964302101228</c:v>
                </c:pt>
                <c:pt idx="47">
                  <c:v>0.48935200792051292</c:v>
                </c:pt>
                <c:pt idx="48">
                  <c:v>0.51385510117440925</c:v>
                </c:pt>
                <c:pt idx="49">
                  <c:v>0.51843452453613281</c:v>
                </c:pt>
                <c:pt idx="50">
                  <c:v>0.54424465352235263</c:v>
                </c:pt>
                <c:pt idx="51">
                  <c:v>0.57408369775683366</c:v>
                </c:pt>
                <c:pt idx="52">
                  <c:v>0.59215259552001953</c:v>
                </c:pt>
                <c:pt idx="53">
                  <c:v>0.57597963372911565</c:v>
                </c:pt>
                <c:pt idx="54">
                  <c:v>0.55387343685586954</c:v>
                </c:pt>
                <c:pt idx="55">
                  <c:v>0.5334392786026001</c:v>
                </c:pt>
                <c:pt idx="56">
                  <c:v>0.53285138474588534</c:v>
                </c:pt>
                <c:pt idx="57">
                  <c:v>0.53197163772958134</c:v>
                </c:pt>
                <c:pt idx="58">
                  <c:v>0.51300209269052566</c:v>
                </c:pt>
                <c:pt idx="59">
                  <c:v>0.50687062740325928</c:v>
                </c:pt>
                <c:pt idx="60">
                  <c:v>0.50306066102336466</c:v>
                </c:pt>
                <c:pt idx="61">
                  <c:v>0.48578497917472752</c:v>
                </c:pt>
                <c:pt idx="62">
                  <c:v>0.45577150583267212</c:v>
                </c:pt>
                <c:pt idx="63">
                  <c:v>0.48348696119563822</c:v>
                </c:pt>
                <c:pt idx="64">
                  <c:v>0.55565293572934482</c:v>
                </c:pt>
                <c:pt idx="65">
                  <c:v>0.5838889479637146</c:v>
                </c:pt>
                <c:pt idx="66">
                  <c:v>0.58200034868810169</c:v>
                </c:pt>
                <c:pt idx="67">
                  <c:v>0.57326093130145173</c:v>
                </c:pt>
                <c:pt idx="68">
                  <c:v>0.56645971536636353</c:v>
                </c:pt>
                <c:pt idx="69">
                  <c:v>0.56448429752408724</c:v>
                </c:pt>
                <c:pt idx="70">
                  <c:v>0.55024681185406488</c:v>
                </c:pt>
                <c:pt idx="71">
                  <c:v>0.54171967506408691</c:v>
                </c:pt>
                <c:pt idx="72">
                  <c:v>0.55271754364393177</c:v>
                </c:pt>
                <c:pt idx="73">
                  <c:v>0.59392993637631242</c:v>
                </c:pt>
                <c:pt idx="74">
                  <c:v>0.63415959722949922</c:v>
                </c:pt>
                <c:pt idx="75">
                  <c:v>0.6407051682472229</c:v>
                </c:pt>
                <c:pt idx="76">
                  <c:v>0.65030226691905701</c:v>
                </c:pt>
                <c:pt idx="77">
                  <c:v>0.6971154394987904</c:v>
                </c:pt>
                <c:pt idx="78">
                  <c:v>0.74252365999589087</c:v>
                </c:pt>
                <c:pt idx="79">
                  <c:v>0.74974298477172852</c:v>
                </c:pt>
                <c:pt idx="80">
                  <c:v>0.74260002959309501</c:v>
                </c:pt>
                <c:pt idx="81">
                  <c:v>0.69934045165705172</c:v>
                </c:pt>
                <c:pt idx="82">
                  <c:v>0.66240233182907104</c:v>
                </c:pt>
                <c:pt idx="83">
                  <c:v>0.66620426171341718</c:v>
                </c:pt>
                <c:pt idx="84">
                  <c:v>0.70478358390604445</c:v>
                </c:pt>
                <c:pt idx="85">
                  <c:v>0.73710517866463721</c:v>
                </c:pt>
                <c:pt idx="86">
                  <c:v>0.76620447635650635</c:v>
                </c:pt>
                <c:pt idx="87">
                  <c:v>0.76819353139961855</c:v>
                </c:pt>
                <c:pt idx="88">
                  <c:v>0.77110725570926053</c:v>
                </c:pt>
                <c:pt idx="89">
                  <c:v>0.82980533695757863</c:v>
                </c:pt>
                <c:pt idx="90">
                  <c:v>0.84048539400100708</c:v>
                </c:pt>
                <c:pt idx="91">
                  <c:v>0.80511356459816363</c:v>
                </c:pt>
                <c:pt idx="92">
                  <c:v>0.75568643934114721</c:v>
                </c:pt>
                <c:pt idx="93">
                  <c:v>0.73100417852401733</c:v>
                </c:pt>
                <c:pt idx="94">
                  <c:v>0.73323902241139882</c:v>
                </c:pt>
                <c:pt idx="95">
                  <c:v>0.76150816679000854</c:v>
                </c:pt>
                <c:pt idx="96">
                  <c:v>0.76466864690093284</c:v>
                </c:pt>
                <c:pt idx="97">
                  <c:v>0.76726541077043631</c:v>
                </c:pt>
                <c:pt idx="98">
                  <c:v>0.82854036553315802</c:v>
                </c:pt>
                <c:pt idx="99">
                  <c:v>0.84724140167236328</c:v>
                </c:pt>
                <c:pt idx="100">
                  <c:v>0.84136764474735137</c:v>
                </c:pt>
                <c:pt idx="101">
                  <c:v>0.79799604820706171</c:v>
                </c:pt>
                <c:pt idx="102">
                  <c:v>0.76153695583343506</c:v>
                </c:pt>
                <c:pt idx="103">
                  <c:v>0.76046967617594763</c:v>
                </c:pt>
                <c:pt idx="104">
                  <c:v>0.74751938104625637</c:v>
                </c:pt>
                <c:pt idx="105">
                  <c:v>0.73449034394935397</c:v>
                </c:pt>
                <c:pt idx="106">
                  <c:v>0.73067110776901245</c:v>
                </c:pt>
                <c:pt idx="107">
                  <c:v>0.72551537090761165</c:v>
                </c:pt>
                <c:pt idx="108">
                  <c:v>0.68780200818275972</c:v>
                </c:pt>
                <c:pt idx="109">
                  <c:v>0.66992932558059692</c:v>
                </c:pt>
                <c:pt idx="110">
                  <c:v>0.66419561222744439</c:v>
                </c:pt>
                <c:pt idx="111">
                  <c:v>0.61213237850063817</c:v>
                </c:pt>
                <c:pt idx="112">
                  <c:v>0.60390323400497437</c:v>
                </c:pt>
                <c:pt idx="113">
                  <c:v>0.61550540671553211</c:v>
                </c:pt>
                <c:pt idx="114">
                  <c:v>0.69231927394866943</c:v>
                </c:pt>
                <c:pt idx="115">
                  <c:v>0.69120718657087432</c:v>
                </c:pt>
                <c:pt idx="116">
                  <c:v>0.68793672107850623</c:v>
                </c:pt>
                <c:pt idx="117">
                  <c:v>0.68453754245895593</c:v>
                </c:pt>
                <c:pt idx="118">
                  <c:v>0.68011382323754499</c:v>
                </c:pt>
                <c:pt idx="119">
                  <c:v>0.67906862497329712</c:v>
                </c:pt>
                <c:pt idx="120">
                  <c:v>0.68312950164569919</c:v>
                </c:pt>
                <c:pt idx="121">
                  <c:v>0.72393468936293526</c:v>
                </c:pt>
                <c:pt idx="122">
                  <c:v>0.74792295694351196</c:v>
                </c:pt>
                <c:pt idx="123">
                  <c:v>0.73758218511682327</c:v>
                </c:pt>
                <c:pt idx="124">
                  <c:v>0.71520619993940171</c:v>
                </c:pt>
                <c:pt idx="125">
                  <c:v>0.71132057905197144</c:v>
                </c:pt>
                <c:pt idx="126">
                  <c:v>0.77601941909541838</c:v>
                </c:pt>
                <c:pt idx="127">
                  <c:v>0.87492012977600098</c:v>
                </c:pt>
                <c:pt idx="128">
                  <c:v>0.86900558317623078</c:v>
                </c:pt>
                <c:pt idx="129">
                  <c:v>0.83741135929585753</c:v>
                </c:pt>
                <c:pt idx="130">
                  <c:v>0.82835948467254639</c:v>
                </c:pt>
                <c:pt idx="131">
                  <c:v>0.82266965409119297</c:v>
                </c:pt>
                <c:pt idx="132">
                  <c:v>0.78220130887279382</c:v>
                </c:pt>
                <c:pt idx="133">
                  <c:v>0.74303743778597686</c:v>
                </c:pt>
                <c:pt idx="134">
                  <c:v>0.73286604881286621</c:v>
                </c:pt>
                <c:pt idx="135">
                  <c:v>0.73639444600816195</c:v>
                </c:pt>
                <c:pt idx="136">
                  <c:v>0.77308803796768188</c:v>
                </c:pt>
                <c:pt idx="137">
                  <c:v>0.77373129896770765</c:v>
                </c:pt>
                <c:pt idx="138">
                  <c:v>0.77535173287590753</c:v>
                </c:pt>
                <c:pt idx="139">
                  <c:v>0.81095678100074198</c:v>
                </c:pt>
                <c:pt idx="140">
                  <c:v>0.82887375354766846</c:v>
                </c:pt>
                <c:pt idx="141">
                  <c:v>0.84119577956847902</c:v>
                </c:pt>
                <c:pt idx="142">
                  <c:v>0.9139611505470977</c:v>
                </c:pt>
                <c:pt idx="143">
                  <c:v>0.92648285627365112</c:v>
                </c:pt>
                <c:pt idx="144">
                  <c:v>0.93511994877114302</c:v>
                </c:pt>
                <c:pt idx="145">
                  <c:v>0.99388559818455025</c:v>
                </c:pt>
                <c:pt idx="146">
                  <c:v>1.0231403112411499</c:v>
                </c:pt>
                <c:pt idx="147">
                  <c:v>1.0246795540629661</c:v>
                </c:pt>
                <c:pt idx="148">
                  <c:v>1.0350104883877</c:v>
                </c:pt>
                <c:pt idx="149">
                  <c:v>1.0423855441013019</c:v>
                </c:pt>
                <c:pt idx="150">
                  <c:v>1.0470272302627559</c:v>
                </c:pt>
                <c:pt idx="151">
                  <c:v>1.090495566693773</c:v>
                </c:pt>
                <c:pt idx="152">
                  <c:v>1.2077719981505479</c:v>
                </c:pt>
                <c:pt idx="153">
                  <c:v>1.2668329477310181</c:v>
                </c:pt>
                <c:pt idx="154">
                  <c:v>1.2692852010597411</c:v>
                </c:pt>
                <c:pt idx="155">
                  <c:v>1.29894216738937</c:v>
                </c:pt>
                <c:pt idx="156">
                  <c:v>1.3379403352737429</c:v>
                </c:pt>
                <c:pt idx="157">
                  <c:v>1.336559278714766</c:v>
                </c:pt>
                <c:pt idx="158">
                  <c:v>1.3266221975746431</c:v>
                </c:pt>
                <c:pt idx="159">
                  <c:v>1.317711410271851</c:v>
                </c:pt>
                <c:pt idx="160">
                  <c:v>1.312697649002075</c:v>
                </c:pt>
                <c:pt idx="161">
                  <c:v>1.3075109748769029</c:v>
                </c:pt>
                <c:pt idx="162">
                  <c:v>1.264744954363296</c:v>
                </c:pt>
                <c:pt idx="163">
                  <c:v>1.2411695718765261</c:v>
                </c:pt>
                <c:pt idx="164">
                  <c:v>1.227807457833618</c:v>
                </c:pt>
                <c:pt idx="165">
                  <c:v>1.104604959487915</c:v>
                </c:pt>
                <c:pt idx="166">
                  <c:v>1.1021968294707261</c:v>
                </c:pt>
                <c:pt idx="167">
                  <c:v>1.0849186196905329</c:v>
                </c:pt>
                <c:pt idx="168">
                  <c:v>1.073384257051528</c:v>
                </c:pt>
                <c:pt idx="169">
                  <c:v>1.064378976821899</c:v>
                </c:pt>
                <c:pt idx="170">
                  <c:v>1.063113377152489</c:v>
                </c:pt>
                <c:pt idx="171">
                  <c:v>1.051961253540288</c:v>
                </c:pt>
                <c:pt idx="172">
                  <c:v>1.0477137565612791</c:v>
                </c:pt>
                <c:pt idx="173">
                  <c:v>1.033518247689539</c:v>
                </c:pt>
                <c:pt idx="174">
                  <c:v>1.0049794395924561</c:v>
                </c:pt>
                <c:pt idx="175">
                  <c:v>0.97738899837696935</c:v>
                </c:pt>
                <c:pt idx="176">
                  <c:v>0.95446622371673584</c:v>
                </c:pt>
                <c:pt idx="177">
                  <c:v>0.96567512018386781</c:v>
                </c:pt>
                <c:pt idx="178">
                  <c:v>1.0802010064167971</c:v>
                </c:pt>
                <c:pt idx="179">
                  <c:v>1.163128614425659</c:v>
                </c:pt>
                <c:pt idx="180">
                  <c:v>1.2351606222428151</c:v>
                </c:pt>
                <c:pt idx="181">
                  <c:v>2.1516958193645439</c:v>
                </c:pt>
                <c:pt idx="182">
                  <c:v>2.2255303859710689</c:v>
                </c:pt>
                <c:pt idx="183">
                  <c:v>2.2516282253508351</c:v>
                </c:pt>
                <c:pt idx="184">
                  <c:v>2.427752660687164</c:v>
                </c:pt>
                <c:pt idx="185">
                  <c:v>2.5117530822753911</c:v>
                </c:pt>
                <c:pt idx="186">
                  <c:v>2.530340202569239</c:v>
                </c:pt>
                <c:pt idx="187">
                  <c:v>2.7466694216272338</c:v>
                </c:pt>
                <c:pt idx="188">
                  <c:v>2.7728323936462398</c:v>
                </c:pt>
                <c:pt idx="189">
                  <c:v>2.850744144659521</c:v>
                </c:pt>
                <c:pt idx="190">
                  <c:v>3.3136299988993438</c:v>
                </c:pt>
                <c:pt idx="191">
                  <c:v>3.8568258348466209</c:v>
                </c:pt>
                <c:pt idx="192">
                  <c:v>4.0290679931640616</c:v>
                </c:pt>
                <c:pt idx="193">
                  <c:v>4.0312581113261592</c:v>
                </c:pt>
                <c:pt idx="194">
                  <c:v>4.0473581014173909</c:v>
                </c:pt>
                <c:pt idx="195">
                  <c:v>4.0777335443301794</c:v>
                </c:pt>
                <c:pt idx="196">
                  <c:v>4.0818357467651367</c:v>
                </c:pt>
                <c:pt idx="197">
                  <c:v>4.0351835899997699</c:v>
                </c:pt>
                <c:pt idx="198">
                  <c:v>3.962680339813232</c:v>
                </c:pt>
                <c:pt idx="199">
                  <c:v>4.074726216584164</c:v>
                </c:pt>
                <c:pt idx="200">
                  <c:v>4.2306676861736516</c:v>
                </c:pt>
                <c:pt idx="201">
                  <c:v>4.2575407028198242</c:v>
                </c:pt>
                <c:pt idx="202">
                  <c:v>4.2248029836793561</c:v>
                </c:pt>
                <c:pt idx="203">
                  <c:v>4.2114709331658799</c:v>
                </c:pt>
                <c:pt idx="204">
                  <c:v>4.1429901123046884</c:v>
                </c:pt>
                <c:pt idx="205">
                  <c:v>4.1044142613242629</c:v>
                </c:pt>
                <c:pt idx="206">
                  <c:v>4.0631928443908691</c:v>
                </c:pt>
                <c:pt idx="207">
                  <c:v>4.0429563778350133</c:v>
                </c:pt>
                <c:pt idx="208">
                  <c:v>3.9800758550989168</c:v>
                </c:pt>
                <c:pt idx="209">
                  <c:v>3.9336328506469731</c:v>
                </c:pt>
                <c:pt idx="210">
                  <c:v>3.9271687690462911</c:v>
                </c:pt>
                <c:pt idx="211">
                  <c:v>3.8678613990602702</c:v>
                </c:pt>
                <c:pt idx="212">
                  <c:v>3.843529224395752</c:v>
                </c:pt>
                <c:pt idx="213">
                  <c:v>3.8312157391535848</c:v>
                </c:pt>
                <c:pt idx="214">
                  <c:v>3.7621741121466759</c:v>
                </c:pt>
                <c:pt idx="215">
                  <c:v>3.71300589119235</c:v>
                </c:pt>
                <c:pt idx="216">
                  <c:v>3.7088942527771001</c:v>
                </c:pt>
                <c:pt idx="217">
                  <c:v>3.7152724152110088</c:v>
                </c:pt>
                <c:pt idx="218">
                  <c:v>3.7898011186082048</c:v>
                </c:pt>
                <c:pt idx="219">
                  <c:v>3.795781135559082</c:v>
                </c:pt>
                <c:pt idx="220">
                  <c:v>3.7895667646804241</c:v>
                </c:pt>
                <c:pt idx="221">
                  <c:v>3.727327117574124</c:v>
                </c:pt>
                <c:pt idx="222">
                  <c:v>3.6898713111877441</c:v>
                </c:pt>
                <c:pt idx="223">
                  <c:v>3.6760882958888921</c:v>
                </c:pt>
                <c:pt idx="224">
                  <c:v>3.5888044834136958</c:v>
                </c:pt>
                <c:pt idx="225">
                  <c:v>3.437615114025391</c:v>
                </c:pt>
                <c:pt idx="226">
                  <c:v>3.2698596693689641</c:v>
                </c:pt>
                <c:pt idx="227">
                  <c:v>3.222055196762085</c:v>
                </c:pt>
                <c:pt idx="228">
                  <c:v>3.220370914929882</c:v>
                </c:pt>
                <c:pt idx="229">
                  <c:v>3.2093750515797548</c:v>
                </c:pt>
                <c:pt idx="230">
                  <c:v>3.2028486728668208</c:v>
                </c:pt>
                <c:pt idx="231">
                  <c:v>3.192044285267134</c:v>
                </c:pt>
                <c:pt idx="232">
                  <c:v>3.1055455299076069</c:v>
                </c:pt>
                <c:pt idx="233">
                  <c:v>3.0773582505835702</c:v>
                </c:pt>
                <c:pt idx="234">
                  <c:v>2.965562652645144</c:v>
                </c:pt>
                <c:pt idx="235">
                  <c:v>2.9218449592590332</c:v>
                </c:pt>
                <c:pt idx="236">
                  <c:v>2.9237764203972878</c:v>
                </c:pt>
                <c:pt idx="237">
                  <c:v>2.9442844441726241</c:v>
                </c:pt>
                <c:pt idx="238">
                  <c:v>2.953171968460083</c:v>
                </c:pt>
                <c:pt idx="239">
                  <c:v>2.9738763373954029</c:v>
                </c:pt>
                <c:pt idx="240">
                  <c:v>3.2120525827295041</c:v>
                </c:pt>
                <c:pt idx="241">
                  <c:v>3.3866431713104248</c:v>
                </c:pt>
                <c:pt idx="242">
                  <c:v>3.6424546522659078</c:v>
                </c:pt>
                <c:pt idx="243">
                  <c:v>3.98912045248546</c:v>
                </c:pt>
                <c:pt idx="244">
                  <c:v>4.1309518814086914</c:v>
                </c:pt>
                <c:pt idx="245">
                  <c:v>4.0295540964913306</c:v>
                </c:pt>
                <c:pt idx="246">
                  <c:v>3.8984111760283131</c:v>
                </c:pt>
                <c:pt idx="247">
                  <c:v>3.8405053615570068</c:v>
                </c:pt>
                <c:pt idx="248">
                  <c:v>3.8089740502151939</c:v>
                </c:pt>
                <c:pt idx="249">
                  <c:v>3.7739773372612091</c:v>
                </c:pt>
                <c:pt idx="250">
                  <c:v>3.6829609019426082</c:v>
                </c:pt>
                <c:pt idx="251">
                  <c:v>3.6650040149688721</c:v>
                </c:pt>
                <c:pt idx="252">
                  <c:v>3.6265046054462688</c:v>
                </c:pt>
                <c:pt idx="253">
                  <c:v>3.318934523547318</c:v>
                </c:pt>
                <c:pt idx="254">
                  <c:v>3.2214722633361821</c:v>
                </c:pt>
                <c:pt idx="255">
                  <c:v>3.1889141461172179</c:v>
                </c:pt>
                <c:pt idx="256">
                  <c:v>3.1107591878326399</c:v>
                </c:pt>
                <c:pt idx="257">
                  <c:v>3.0530989170074458</c:v>
                </c:pt>
                <c:pt idx="258">
                  <c:v>3.0342981622567402</c:v>
                </c:pt>
                <c:pt idx="259">
                  <c:v>2.8785784691487422</c:v>
                </c:pt>
                <c:pt idx="260">
                  <c:v>2.8548953533172612</c:v>
                </c:pt>
                <c:pt idx="261">
                  <c:v>2.8472211659996969</c:v>
                </c:pt>
                <c:pt idx="262">
                  <c:v>2.7541566036474752</c:v>
                </c:pt>
                <c:pt idx="263">
                  <c:v>2.6949009895324711</c:v>
                </c:pt>
                <c:pt idx="264">
                  <c:v>2.6638349383199129</c:v>
                </c:pt>
                <c:pt idx="265">
                  <c:v>2.600307267720281</c:v>
                </c:pt>
                <c:pt idx="266">
                  <c:v>2.3361842632293701</c:v>
                </c:pt>
                <c:pt idx="267">
                  <c:v>2.349170531035921</c:v>
                </c:pt>
                <c:pt idx="268">
                  <c:v>2.4471904813009151</c:v>
                </c:pt>
                <c:pt idx="269">
                  <c:v>2.4711663722991939</c:v>
                </c:pt>
                <c:pt idx="270">
                  <c:v>2.4734010045642791</c:v>
                </c:pt>
                <c:pt idx="271">
                  <c:v>2.5023091269537572</c:v>
                </c:pt>
                <c:pt idx="272">
                  <c:v>2.5260397025851078</c:v>
                </c:pt>
                <c:pt idx="273">
                  <c:v>2.5447785224419239</c:v>
                </c:pt>
                <c:pt idx="274">
                  <c:v>2.5516619682312012</c:v>
                </c:pt>
                <c:pt idx="275">
                  <c:v>2.5549573448846541</c:v>
                </c:pt>
                <c:pt idx="276">
                  <c:v>2.5871759329149451</c:v>
                </c:pt>
                <c:pt idx="277">
                  <c:v>2.596357107162476</c:v>
                </c:pt>
                <c:pt idx="278">
                  <c:v>2.56531205149449</c:v>
                </c:pt>
                <c:pt idx="279">
                  <c:v>2.369052410125732</c:v>
                </c:pt>
                <c:pt idx="280">
                  <c:v>2.3638144733137572</c:v>
                </c:pt>
                <c:pt idx="281">
                  <c:v>2.36024029482433</c:v>
                </c:pt>
                <c:pt idx="282">
                  <c:v>2.2811368086486441</c:v>
                </c:pt>
                <c:pt idx="283">
                  <c:v>2.2277578958002251</c:v>
                </c:pt>
                <c:pt idx="284">
                  <c:v>2.2209851741790771</c:v>
                </c:pt>
                <c:pt idx="285">
                  <c:v>2.2095672945668619</c:v>
                </c:pt>
                <c:pt idx="286">
                  <c:v>2.1268987809718469</c:v>
                </c:pt>
                <c:pt idx="287">
                  <c:v>2.1125936508178711</c:v>
                </c:pt>
                <c:pt idx="288">
                  <c:v>2.106159107809368</c:v>
                </c:pt>
                <c:pt idx="289">
                  <c:v>2.034760631400987</c:v>
                </c:pt>
                <c:pt idx="290">
                  <c:v>2.023232221603394</c:v>
                </c:pt>
                <c:pt idx="291">
                  <c:v>2.016610712821393</c:v>
                </c:pt>
                <c:pt idx="292">
                  <c:v>1.972555499491548</c:v>
                </c:pt>
                <c:pt idx="293">
                  <c:v>1.946897928900704</c:v>
                </c:pt>
                <c:pt idx="294">
                  <c:v>1.9382790327072139</c:v>
                </c:pt>
                <c:pt idx="295">
                  <c:v>1.9111556265197851</c:v>
                </c:pt>
                <c:pt idx="296">
                  <c:v>1.8693010807037349</c:v>
                </c:pt>
                <c:pt idx="297">
                  <c:v>1.866431654232775</c:v>
                </c:pt>
                <c:pt idx="298">
                  <c:v>1.835907764488858</c:v>
                </c:pt>
                <c:pt idx="299">
                  <c:v>1.7922128349358131</c:v>
                </c:pt>
                <c:pt idx="300">
                  <c:v>1.7608625556869379</c:v>
                </c:pt>
                <c:pt idx="301">
                  <c:v>1.744826078414917</c:v>
                </c:pt>
                <c:pt idx="302">
                  <c:v>1.7510307790631721</c:v>
                </c:pt>
                <c:pt idx="303">
                  <c:v>1.798499497312269</c:v>
                </c:pt>
                <c:pt idx="304">
                  <c:v>1.8082708120346069</c:v>
                </c:pt>
                <c:pt idx="305">
                  <c:v>1.8172400852690429</c:v>
                </c:pt>
                <c:pt idx="306">
                  <c:v>1.8740746974945071</c:v>
                </c:pt>
                <c:pt idx="307">
                  <c:v>1.8745670092570319</c:v>
                </c:pt>
                <c:pt idx="308">
                  <c:v>1.875987331055287</c:v>
                </c:pt>
                <c:pt idx="309">
                  <c:v>1.878062929821565</c:v>
                </c:pt>
                <c:pt idx="310">
                  <c:v>1.878243684768677</c:v>
                </c:pt>
                <c:pt idx="311">
                  <c:v>1.867442052347198</c:v>
                </c:pt>
                <c:pt idx="312">
                  <c:v>1.805169255642511</c:v>
                </c:pt>
                <c:pt idx="313">
                  <c:v>1.7415948522987179</c:v>
                </c:pt>
                <c:pt idx="314">
                  <c:v>1.733078598976135</c:v>
                </c:pt>
                <c:pt idx="315">
                  <c:v>1.718784217013908</c:v>
                </c:pt>
                <c:pt idx="316">
                  <c:v>1.68688977758084</c:v>
                </c:pt>
                <c:pt idx="317">
                  <c:v>1.668441712036479</c:v>
                </c:pt>
                <c:pt idx="318">
                  <c:v>1.6651737689971919</c:v>
                </c:pt>
                <c:pt idx="319">
                  <c:v>1.6666295115074421</c:v>
                </c:pt>
                <c:pt idx="320">
                  <c:v>1.676917363518879</c:v>
                </c:pt>
                <c:pt idx="321">
                  <c:v>1.6796396970748899</c:v>
                </c:pt>
                <c:pt idx="322">
                  <c:v>1.672532865826126</c:v>
                </c:pt>
                <c:pt idx="323">
                  <c:v>1.5950698522133939</c:v>
                </c:pt>
                <c:pt idx="324">
                  <c:v>1.5774960517883301</c:v>
                </c:pt>
                <c:pt idx="325">
                  <c:v>1.567347292999266</c:v>
                </c:pt>
                <c:pt idx="326">
                  <c:v>1.556363048461312</c:v>
                </c:pt>
                <c:pt idx="327">
                  <c:v>1.548518180847168</c:v>
                </c:pt>
                <c:pt idx="328">
                  <c:v>1.5429934055408969</c:v>
                </c:pt>
                <c:pt idx="329">
                  <c:v>1.540488557174172</c:v>
                </c:pt>
                <c:pt idx="330">
                  <c:v>1.482881713125364</c:v>
                </c:pt>
                <c:pt idx="331">
                  <c:v>1.4610710144042971</c:v>
                </c:pt>
                <c:pt idx="332">
                  <c:v>1.4660028322411649</c:v>
                </c:pt>
                <c:pt idx="333">
                  <c:v>1.5230160455326209</c:v>
                </c:pt>
                <c:pt idx="334">
                  <c:v>1.564857125282288</c:v>
                </c:pt>
                <c:pt idx="335">
                  <c:v>1.5695981234080429</c:v>
                </c:pt>
                <c:pt idx="336">
                  <c:v>1.5799883540844371</c:v>
                </c:pt>
                <c:pt idx="337">
                  <c:v>1.6096130998288489</c:v>
                </c:pt>
                <c:pt idx="338">
                  <c:v>1.6156753301620479</c:v>
                </c:pt>
                <c:pt idx="339">
                  <c:v>1.6094884918112899</c:v>
                </c:pt>
                <c:pt idx="340">
                  <c:v>1.555217347531221</c:v>
                </c:pt>
                <c:pt idx="341">
                  <c:v>1.5281622409820561</c:v>
                </c:pt>
                <c:pt idx="342">
                  <c:v>1.5499471767833199</c:v>
                </c:pt>
                <c:pt idx="343">
                  <c:v>1.780798077583313</c:v>
                </c:pt>
                <c:pt idx="344">
                  <c:v>1.770944679480452</c:v>
                </c:pt>
                <c:pt idx="345">
                  <c:v>1.6820166341448859</c:v>
                </c:pt>
                <c:pt idx="346">
                  <c:v>1.620459781520825</c:v>
                </c:pt>
                <c:pt idx="347">
                  <c:v>1.581766605377197</c:v>
                </c:pt>
                <c:pt idx="348">
                  <c:v>1.59137283716533</c:v>
                </c:pt>
                <c:pt idx="349">
                  <c:v>1.699213538923473</c:v>
                </c:pt>
                <c:pt idx="350">
                  <c:v>1.756904125213623</c:v>
                </c:pt>
                <c:pt idx="351">
                  <c:v>1.75342402116814</c:v>
                </c:pt>
                <c:pt idx="352">
                  <c:v>1.7324692659758101</c:v>
                </c:pt>
                <c:pt idx="353">
                  <c:v>1.7189478485661209</c:v>
                </c:pt>
                <c:pt idx="354">
                  <c:v>1.700151922796439</c:v>
                </c:pt>
                <c:pt idx="355">
                  <c:v>1.6909846067428591</c:v>
                </c:pt>
                <c:pt idx="356">
                  <c:v>1.6948964972946561</c:v>
                </c:pt>
                <c:pt idx="357">
                  <c:v>1.7208660281360399</c:v>
                </c:pt>
                <c:pt idx="358">
                  <c:v>1.731908798217773</c:v>
                </c:pt>
                <c:pt idx="359">
                  <c:v>1.7119029352951241</c:v>
                </c:pt>
                <c:pt idx="360">
                  <c:v>1.5419762134552</c:v>
                </c:pt>
                <c:pt idx="361">
                  <c:v>1.531592351980996</c:v>
                </c:pt>
                <c:pt idx="362">
                  <c:v>1.525289828970237</c:v>
                </c:pt>
                <c:pt idx="363">
                  <c:v>1.379055500030518</c:v>
                </c:pt>
                <c:pt idx="364">
                  <c:v>1.329672101146862</c:v>
                </c:pt>
                <c:pt idx="365">
                  <c:v>1.2674541920338649</c:v>
                </c:pt>
                <c:pt idx="366">
                  <c:v>1.2181690114812569</c:v>
                </c:pt>
                <c:pt idx="367">
                  <c:v>1.2100023031234739</c:v>
                </c:pt>
                <c:pt idx="368">
                  <c:v>1.218112599037066</c:v>
                </c:pt>
                <c:pt idx="369">
                  <c:v>1.346555946536198</c:v>
                </c:pt>
                <c:pt idx="370">
                  <c:v>1.3565430641174321</c:v>
                </c:pt>
                <c:pt idx="371">
                  <c:v>1.3525014797688559</c:v>
                </c:pt>
                <c:pt idx="372">
                  <c:v>1.2983618638743339</c:v>
                </c:pt>
                <c:pt idx="373">
                  <c:v>1.2791204452514651</c:v>
                </c:pt>
                <c:pt idx="374">
                  <c:v>1.272262554211224</c:v>
                </c:pt>
                <c:pt idx="375">
                  <c:v>1.189141875172979</c:v>
                </c:pt>
                <c:pt idx="376">
                  <c:v>1.137208245834034</c:v>
                </c:pt>
                <c:pt idx="377">
                  <c:v>1.127958297729492</c:v>
                </c:pt>
                <c:pt idx="378">
                  <c:v>1.130404607760688</c:v>
                </c:pt>
                <c:pt idx="379">
                  <c:v>1.133275665636843</c:v>
                </c:pt>
                <c:pt idx="380">
                  <c:v>1.1339907646179199</c:v>
                </c:pt>
                <c:pt idx="381">
                  <c:v>1.1273550924484621</c:v>
                </c:pt>
                <c:pt idx="382">
                  <c:v>1.097390160949373</c:v>
                </c:pt>
                <c:pt idx="383">
                  <c:v>1.0865675210952761</c:v>
                </c:pt>
                <c:pt idx="384">
                  <c:v>1.0830025781522661</c:v>
                </c:pt>
                <c:pt idx="385">
                  <c:v>1.0344791335542729</c:v>
                </c:pt>
                <c:pt idx="386">
                  <c:v>0.9895034729517399</c:v>
                </c:pt>
                <c:pt idx="387">
                  <c:v>0.98373669385910034</c:v>
                </c:pt>
                <c:pt idx="388">
                  <c:v>0.97809092239200091</c:v>
                </c:pt>
                <c:pt idx="389">
                  <c:v>0.90075012127622556</c:v>
                </c:pt>
                <c:pt idx="390">
                  <c:v>0.88148677349090576</c:v>
                </c:pt>
                <c:pt idx="391">
                  <c:v>0.89921188348356862</c:v>
                </c:pt>
                <c:pt idx="392">
                  <c:v>1.063836641695308</c:v>
                </c:pt>
                <c:pt idx="393">
                  <c:v>1.082302451133728</c:v>
                </c:pt>
                <c:pt idx="394">
                  <c:v>1.12447525752289</c:v>
                </c:pt>
                <c:pt idx="395">
                  <c:v>1.252865702875821</c:v>
                </c:pt>
                <c:pt idx="396">
                  <c:v>1.340548541351928</c:v>
                </c:pt>
                <c:pt idx="397">
                  <c:v>1.4002382755279541</c:v>
                </c:pt>
                <c:pt idx="398">
                  <c:v>1.3380811555352281</c:v>
                </c:pt>
                <c:pt idx="399">
                  <c:v>1.266081419307171</c:v>
                </c:pt>
                <c:pt idx="400">
                  <c:v>1.2142682075500491</c:v>
                </c:pt>
                <c:pt idx="401">
                  <c:v>1.326566890179776</c:v>
                </c:pt>
                <c:pt idx="402">
                  <c:v>1.361890912055969</c:v>
                </c:pt>
                <c:pt idx="403">
                  <c:v>1.363266927438723</c:v>
                </c:pt>
                <c:pt idx="404">
                  <c:v>1.3781418877119029</c:v>
                </c:pt>
                <c:pt idx="405">
                  <c:v>1.392816385312416</c:v>
                </c:pt>
                <c:pt idx="406">
                  <c:v>1.3984923362731929</c:v>
                </c:pt>
                <c:pt idx="407">
                  <c:v>1.405262321060913</c:v>
                </c:pt>
                <c:pt idx="408">
                  <c:v>1.4570099870907189</c:v>
                </c:pt>
                <c:pt idx="409">
                  <c:v>1.4894721508026121</c:v>
                </c:pt>
                <c:pt idx="410">
                  <c:v>1.4843688358585281</c:v>
                </c:pt>
                <c:pt idx="411">
                  <c:v>1.4280120767666049</c:v>
                </c:pt>
                <c:pt idx="412">
                  <c:v>1.4189853668212891</c:v>
                </c:pt>
                <c:pt idx="413">
                  <c:v>1.4200541451707629</c:v>
                </c:pt>
                <c:pt idx="414">
                  <c:v>1.4311710797467401</c:v>
                </c:pt>
                <c:pt idx="415">
                  <c:v>1.435478091239929</c:v>
                </c:pt>
                <c:pt idx="416">
                  <c:v>1.4315977328581591</c:v>
                </c:pt>
                <c:pt idx="417">
                  <c:v>1.4099816868035859</c:v>
                </c:pt>
                <c:pt idx="418">
                  <c:v>1.390762180595825</c:v>
                </c:pt>
                <c:pt idx="419">
                  <c:v>1.388047933578491</c:v>
                </c:pt>
                <c:pt idx="420">
                  <c:v>1.378013304878793</c:v>
                </c:pt>
                <c:pt idx="421">
                  <c:v>1.266818830633621</c:v>
                </c:pt>
                <c:pt idx="422">
                  <c:v>1.2481669187545781</c:v>
                </c:pt>
                <c:pt idx="423">
                  <c:v>1.245557357973343</c:v>
                </c:pt>
                <c:pt idx="424">
                  <c:v>1.227802249103668</c:v>
                </c:pt>
                <c:pt idx="425">
                  <c:v>1.2193471193313601</c:v>
                </c:pt>
                <c:pt idx="426">
                  <c:v>1.2098734572101271</c:v>
                </c:pt>
                <c:pt idx="427">
                  <c:v>1.108459982447741</c:v>
                </c:pt>
                <c:pt idx="428">
                  <c:v>1.0919938087463379</c:v>
                </c:pt>
                <c:pt idx="429">
                  <c:v>1.110733410562641</c:v>
                </c:pt>
                <c:pt idx="430">
                  <c:v>1.3733382225036621</c:v>
                </c:pt>
                <c:pt idx="431">
                  <c:v>1.3742847302738499</c:v>
                </c:pt>
                <c:pt idx="432">
                  <c:v>1.383933015015661</c:v>
                </c:pt>
                <c:pt idx="433">
                  <c:v>1.3963883066055729</c:v>
                </c:pt>
                <c:pt idx="434">
                  <c:v>1.40603677715574</c:v>
                </c:pt>
                <c:pt idx="435">
                  <c:v>1.40757155418396</c:v>
                </c:pt>
                <c:pt idx="436">
                  <c:v>1.413271580858074</c:v>
                </c:pt>
                <c:pt idx="437">
                  <c:v>1.4475201334702601</c:v>
                </c:pt>
                <c:pt idx="438">
                  <c:v>1.489812148578503</c:v>
                </c:pt>
                <c:pt idx="439">
                  <c:v>1.507120728492737</c:v>
                </c:pt>
                <c:pt idx="440">
                  <c:v>1.5158589761903889</c:v>
                </c:pt>
                <c:pt idx="441">
                  <c:v>1.5778435577406</c:v>
                </c:pt>
                <c:pt idx="442">
                  <c:v>1.5928299427032471</c:v>
                </c:pt>
                <c:pt idx="443">
                  <c:v>1.5604529710814361</c:v>
                </c:pt>
                <c:pt idx="444">
                  <c:v>1.5066769646905649</c:v>
                </c:pt>
                <c:pt idx="445">
                  <c:v>1.4592876510370649</c:v>
                </c:pt>
                <c:pt idx="446">
                  <c:v>1.431438565254211</c:v>
                </c:pt>
                <c:pt idx="447">
                  <c:v>1.4178115583327531</c:v>
                </c:pt>
                <c:pt idx="448">
                  <c:v>1.3693229514415071</c:v>
                </c:pt>
                <c:pt idx="449">
                  <c:v>1.351599335670471</c:v>
                </c:pt>
                <c:pt idx="450">
                  <c:v>1.3409665414342871</c:v>
                </c:pt>
                <c:pt idx="451">
                  <c:v>1.276991676713725</c:v>
                </c:pt>
                <c:pt idx="452">
                  <c:v>1.233440637588501</c:v>
                </c:pt>
                <c:pt idx="453">
                  <c:v>1.2296392694350049</c:v>
                </c:pt>
                <c:pt idx="454">
                  <c:v>1.212236297620271</c:v>
                </c:pt>
                <c:pt idx="455">
                  <c:v>1.192030787467957</c:v>
                </c:pt>
                <c:pt idx="456">
                  <c:v>1.182126432441136</c:v>
                </c:pt>
                <c:pt idx="457">
                  <c:v>1.1364359410935441</c:v>
                </c:pt>
                <c:pt idx="458">
                  <c:v>1.113064646720886</c:v>
                </c:pt>
                <c:pt idx="459">
                  <c:v>1.118763445753221</c:v>
                </c:pt>
                <c:pt idx="460">
                  <c:v>1.1255290219351319</c:v>
                </c:pt>
                <c:pt idx="461">
                  <c:v>1.284691333770752</c:v>
                </c:pt>
                <c:pt idx="462">
                  <c:v>1.272175068113139</c:v>
                </c:pt>
                <c:pt idx="463">
                  <c:v>1.1626784433687181</c:v>
                </c:pt>
                <c:pt idx="464">
                  <c:v>1.143604040145874</c:v>
                </c:pt>
                <c:pt idx="465">
                  <c:v>1.1443288424826961</c:v>
                </c:pt>
                <c:pt idx="466">
                  <c:v>1.1488595946750131</c:v>
                </c:pt>
                <c:pt idx="467">
                  <c:v>1.1511847972869871</c:v>
                </c:pt>
                <c:pt idx="468">
                  <c:v>1.14071626815121</c:v>
                </c:pt>
                <c:pt idx="469">
                  <c:v>1.040680574051118</c:v>
                </c:pt>
                <c:pt idx="470">
                  <c:v>1.0336183309555049</c:v>
                </c:pt>
                <c:pt idx="471">
                  <c:v>1.047571612826077</c:v>
                </c:pt>
                <c:pt idx="472">
                  <c:v>1.1360943209882559</c:v>
                </c:pt>
                <c:pt idx="473">
                  <c:v>1.2030766010284419</c:v>
                </c:pt>
                <c:pt idx="474">
                  <c:v>1.210923592458792</c:v>
                </c:pt>
                <c:pt idx="475">
                  <c:v>1.2336039946851221</c:v>
                </c:pt>
                <c:pt idx="476">
                  <c:v>1.26261291147968</c:v>
                </c:pt>
                <c:pt idx="477">
                  <c:v>1.268319845199585</c:v>
                </c:pt>
                <c:pt idx="478">
                  <c:v>1.2900508030337789</c:v>
                </c:pt>
                <c:pt idx="479">
                  <c:v>1.4243311892352</c:v>
                </c:pt>
                <c:pt idx="480">
                  <c:v>1.480146050453186</c:v>
                </c:pt>
                <c:pt idx="481">
                  <c:v>1.470711929927051</c:v>
                </c:pt>
                <c:pt idx="482">
                  <c:v>1.3562692207106211</c:v>
                </c:pt>
                <c:pt idx="483">
                  <c:v>1.3216342926025391</c:v>
                </c:pt>
                <c:pt idx="484">
                  <c:v>1.300086485549494</c:v>
                </c:pt>
                <c:pt idx="485">
                  <c:v>1.266500764844559</c:v>
                </c:pt>
                <c:pt idx="486">
                  <c:v>1.2093454881298691</c:v>
                </c:pt>
                <c:pt idx="487">
                  <c:v>1.188313961029053</c:v>
                </c:pt>
                <c:pt idx="488">
                  <c:v>1.186777247332393</c:v>
                </c:pt>
                <c:pt idx="489">
                  <c:v>1.169836228103512</c:v>
                </c:pt>
                <c:pt idx="490">
                  <c:v>1.1623015403747561</c:v>
                </c:pt>
                <c:pt idx="491">
                  <c:v>1.168279357061736</c:v>
                </c:pt>
                <c:pt idx="492">
                  <c:v>1.1935076836699521</c:v>
                </c:pt>
                <c:pt idx="493">
                  <c:v>1.2119210958480831</c:v>
                </c:pt>
                <c:pt idx="494">
                  <c:v>1.224405174515582</c:v>
                </c:pt>
                <c:pt idx="495">
                  <c:v>1.2321418311057311</c:v>
                </c:pt>
                <c:pt idx="496">
                  <c:v>1.3855176547350041</c:v>
                </c:pt>
                <c:pt idx="497">
                  <c:v>1.4385805130004881</c:v>
                </c:pt>
                <c:pt idx="498">
                  <c:v>1.4462470650044441</c:v>
                </c:pt>
                <c:pt idx="499">
                  <c:v>1.4964708554849651</c:v>
                </c:pt>
                <c:pt idx="500">
                  <c:v>1.5191688537597661</c:v>
                </c:pt>
                <c:pt idx="501">
                  <c:v>1.5117832250306451</c:v>
                </c:pt>
                <c:pt idx="502">
                  <c:v>1.44670140135688</c:v>
                </c:pt>
                <c:pt idx="503">
                  <c:v>1.4009450674057009</c:v>
                </c:pt>
                <c:pt idx="504">
                  <c:v>1.3978525492043219</c:v>
                </c:pt>
                <c:pt idx="505">
                  <c:v>1.373729181979338</c:v>
                </c:pt>
                <c:pt idx="506">
                  <c:v>1.3680083751678469</c:v>
                </c:pt>
                <c:pt idx="507">
                  <c:v>1.365827642630689</c:v>
                </c:pt>
                <c:pt idx="508">
                  <c:v>1.3355640538211619</c:v>
                </c:pt>
                <c:pt idx="509">
                  <c:v>1.3193571147302929</c:v>
                </c:pt>
                <c:pt idx="510">
                  <c:v>1.316120505332947</c:v>
                </c:pt>
                <c:pt idx="511">
                  <c:v>1.324635742825069</c:v>
                </c:pt>
                <c:pt idx="512">
                  <c:v>1.49124942434922</c:v>
                </c:pt>
                <c:pt idx="513">
                  <c:v>1.5172814130783081</c:v>
                </c:pt>
                <c:pt idx="514">
                  <c:v>1.5115954326765519</c:v>
                </c:pt>
                <c:pt idx="515">
                  <c:v>1.4683574797924721</c:v>
                </c:pt>
                <c:pt idx="516">
                  <c:v>1.417993253705369</c:v>
                </c:pt>
                <c:pt idx="517">
                  <c:v>1.3797081708908081</c:v>
                </c:pt>
                <c:pt idx="518">
                  <c:v>1.372782427205836</c:v>
                </c:pt>
                <c:pt idx="519">
                  <c:v>1.262442181191801</c:v>
                </c:pt>
                <c:pt idx="520">
                  <c:v>1.2377967834472661</c:v>
                </c:pt>
                <c:pt idx="521">
                  <c:v>1.231277981940432</c:v>
                </c:pt>
                <c:pt idx="522">
                  <c:v>1.150025961954237</c:v>
                </c:pt>
                <c:pt idx="523">
                  <c:v>1.1239858865737919</c:v>
                </c:pt>
                <c:pt idx="524">
                  <c:v>1.1176638681214339</c:v>
                </c:pt>
                <c:pt idx="525">
                  <c:v>1.042699225965237</c:v>
                </c:pt>
                <c:pt idx="526">
                  <c:v>0.99304762116616019</c:v>
                </c:pt>
                <c:pt idx="527">
                  <c:v>0.98555409908294678</c:v>
                </c:pt>
                <c:pt idx="528">
                  <c:v>1.0086132477023071</c:v>
                </c:pt>
                <c:pt idx="529">
                  <c:v>1.173419598799591</c:v>
                </c:pt>
                <c:pt idx="530">
                  <c:v>1.2047063112258909</c:v>
                </c:pt>
                <c:pt idx="531">
                  <c:v>1.2054171836316601</c:v>
                </c:pt>
                <c:pt idx="532">
                  <c:v>1.2116900604622201</c:v>
                </c:pt>
                <c:pt idx="533">
                  <c:v>1.2123633623123169</c:v>
                </c:pt>
                <c:pt idx="534">
                  <c:v>1.209976518947524</c:v>
                </c:pt>
                <c:pt idx="535">
                  <c:v>1.1876468171344059</c:v>
                </c:pt>
                <c:pt idx="536">
                  <c:v>1.180522680282593</c:v>
                </c:pt>
                <c:pt idx="537">
                  <c:v>1.162685774494653</c:v>
                </c:pt>
                <c:pt idx="538">
                  <c:v>1.112575120574643</c:v>
                </c:pt>
                <c:pt idx="539">
                  <c:v>1.057307476183637</c:v>
                </c:pt>
                <c:pt idx="540">
                  <c:v>1.0323663949966431</c:v>
                </c:pt>
                <c:pt idx="541">
                  <c:v>1.0441638289685291</c:v>
                </c:pt>
                <c:pt idx="542">
                  <c:v>1.0696132094301249</c:v>
                </c:pt>
                <c:pt idx="543">
                  <c:v>1.0934488773345949</c:v>
                </c:pt>
                <c:pt idx="544">
                  <c:v>1.112489675482776</c:v>
                </c:pt>
                <c:pt idx="545">
                  <c:v>1.2714600563049321</c:v>
                </c:pt>
                <c:pt idx="546">
                  <c:v>1.2671733324287859</c:v>
                </c:pt>
                <c:pt idx="547">
                  <c:v>1.243876089410183</c:v>
                </c:pt>
                <c:pt idx="548">
                  <c:v>1.219898621993257</c:v>
                </c:pt>
                <c:pt idx="549">
                  <c:v>1.203502416610718</c:v>
                </c:pt>
                <c:pt idx="550">
                  <c:v>1.1987452407775221</c:v>
                </c:pt>
                <c:pt idx="551">
                  <c:v>1.165052003205796</c:v>
                </c:pt>
                <c:pt idx="552">
                  <c:v>1.1349166631698611</c:v>
                </c:pt>
                <c:pt idx="553">
                  <c:v>1.132400282574654</c:v>
                </c:pt>
                <c:pt idx="554">
                  <c:v>1.1267783483431411</c:v>
                </c:pt>
                <c:pt idx="555">
                  <c:v>1.1090567959528439</c:v>
                </c:pt>
                <c:pt idx="556">
                  <c:v>1.0855146646499629</c:v>
                </c:pt>
                <c:pt idx="557">
                  <c:v>1.0831734881418711</c:v>
                </c:pt>
                <c:pt idx="558">
                  <c:v>1.0697910928425709</c:v>
                </c:pt>
                <c:pt idx="559">
                  <c:v>1.0582145459054899</c:v>
                </c:pt>
                <c:pt idx="560">
                  <c:v>1.0447236299514771</c:v>
                </c:pt>
                <c:pt idx="561">
                  <c:v>1.0804368347277089</c:v>
                </c:pt>
                <c:pt idx="562">
                  <c:v>1.1396041463619291</c:v>
                </c:pt>
                <c:pt idx="563">
                  <c:v>1.154747366905212</c:v>
                </c:pt>
                <c:pt idx="564">
                  <c:v>1.1553100880356999</c:v>
                </c:pt>
                <c:pt idx="565">
                  <c:v>1.1587674840974611</c:v>
                </c:pt>
                <c:pt idx="566">
                  <c:v>1.1605403423309331</c:v>
                </c:pt>
                <c:pt idx="567">
                  <c:v>1.167587242873058</c:v>
                </c:pt>
                <c:pt idx="568">
                  <c:v>1.2022023563316839</c:v>
                </c:pt>
                <c:pt idx="569">
                  <c:v>1.229242830436758</c:v>
                </c:pt>
                <c:pt idx="570">
                  <c:v>1.2393147945404051</c:v>
                </c:pt>
                <c:pt idx="571">
                  <c:v>1.247311468417553</c:v>
                </c:pt>
                <c:pt idx="572">
                  <c:v>1.3586339178334861</c:v>
                </c:pt>
                <c:pt idx="573">
                  <c:v>1.387505769729614</c:v>
                </c:pt>
                <c:pt idx="574">
                  <c:v>1.387031470414803</c:v>
                </c:pt>
                <c:pt idx="575">
                  <c:v>1.3821356416384309</c:v>
                </c:pt>
                <c:pt idx="576">
                  <c:v>1.380168080329895</c:v>
                </c:pt>
                <c:pt idx="577">
                  <c:v>1.3656898311505219</c:v>
                </c:pt>
                <c:pt idx="578">
                  <c:v>1.2938217157523759</c:v>
                </c:pt>
                <c:pt idx="579">
                  <c:v>1.24936840862816</c:v>
                </c:pt>
                <c:pt idx="580">
                  <c:v>1.231469035148621</c:v>
                </c:pt>
                <c:pt idx="581">
                  <c:v>1.217550300344951</c:v>
                </c:pt>
                <c:pt idx="582">
                  <c:v>1.1185072660446169</c:v>
                </c:pt>
                <c:pt idx="583">
                  <c:v>1.111912310097279</c:v>
                </c:pt>
                <c:pt idx="584">
                  <c:v>1.051379357093617</c:v>
                </c:pt>
                <c:pt idx="585">
                  <c:v>1.021661043167114</c:v>
                </c:pt>
                <c:pt idx="586">
                  <c:v>1.0253685225639879</c:v>
                </c:pt>
                <c:pt idx="587">
                  <c:v>1.0825509335320871</c:v>
                </c:pt>
                <c:pt idx="588">
                  <c:v>1.090790271759033</c:v>
                </c:pt>
                <c:pt idx="589">
                  <c:v>1.1058426224297071</c:v>
                </c:pt>
                <c:pt idx="590">
                  <c:v>1.1244034280302451</c:v>
                </c:pt>
                <c:pt idx="591">
                  <c:v>1.1378545761108401</c:v>
                </c:pt>
                <c:pt idx="592">
                  <c:v>1.1366949924769829</c:v>
                </c:pt>
                <c:pt idx="593">
                  <c:v>1.1353762793669939</c:v>
                </c:pt>
                <c:pt idx="594">
                  <c:v>1.126431882343673</c:v>
                </c:pt>
                <c:pt idx="595">
                  <c:v>1.1134612805140189</c:v>
                </c:pt>
                <c:pt idx="596">
                  <c:v>1.110209703445435</c:v>
                </c:pt>
                <c:pt idx="597">
                  <c:v>1.109575729315335</c:v>
                </c:pt>
                <c:pt idx="598">
                  <c:v>1.1022166013717649</c:v>
                </c:pt>
                <c:pt idx="599">
                  <c:v>1.1077398651351651</c:v>
                </c:pt>
                <c:pt idx="600">
                  <c:v>1.10921482078185</c:v>
                </c:pt>
                <c:pt idx="601">
                  <c:v>1.1346205107238221</c:v>
                </c:pt>
                <c:pt idx="602">
                  <c:v>1.15596616268158</c:v>
                </c:pt>
                <c:pt idx="603">
                  <c:v>1.1616443830782111</c:v>
                </c:pt>
                <c:pt idx="604">
                  <c:v>1.1650780872566251</c:v>
                </c:pt>
                <c:pt idx="605">
                  <c:v>1.230594974819144</c:v>
                </c:pt>
                <c:pt idx="606">
                  <c:v>1.2476377487182619</c:v>
                </c:pt>
                <c:pt idx="607">
                  <c:v>1.2436649486406111</c:v>
                </c:pt>
                <c:pt idx="608">
                  <c:v>1.202688664927372</c:v>
                </c:pt>
                <c:pt idx="609">
                  <c:v>1.194096446037292</c:v>
                </c:pt>
                <c:pt idx="610">
                  <c:v>1.201886707053111</c:v>
                </c:pt>
                <c:pt idx="611">
                  <c:v>1.261400254786101</c:v>
                </c:pt>
                <c:pt idx="612">
                  <c:v>1.327053546905518</c:v>
                </c:pt>
                <c:pt idx="613">
                  <c:v>1.320108025054098</c:v>
                </c:pt>
                <c:pt idx="614">
                  <c:v>1.2351531752525691</c:v>
                </c:pt>
                <c:pt idx="615">
                  <c:v>1.220981240272522</c:v>
                </c:pt>
                <c:pt idx="616">
                  <c:v>1.2145514989357109</c:v>
                </c:pt>
                <c:pt idx="617">
                  <c:v>1.1702534068078461</c:v>
                </c:pt>
                <c:pt idx="618">
                  <c:v>1.1447340250015261</c:v>
                </c:pt>
                <c:pt idx="619">
                  <c:v>1.1435975095219979</c:v>
                </c:pt>
                <c:pt idx="620">
                  <c:v>1.1418909277166469</c:v>
                </c:pt>
                <c:pt idx="621">
                  <c:v>1.101019053084632</c:v>
                </c:pt>
                <c:pt idx="622">
                  <c:v>1.0949429273605349</c:v>
                </c:pt>
                <c:pt idx="623">
                  <c:v>1.090571742354109</c:v>
                </c:pt>
                <c:pt idx="624">
                  <c:v>1.0327903814666981</c:v>
                </c:pt>
                <c:pt idx="625">
                  <c:v>1.011200428009033</c:v>
                </c:pt>
                <c:pt idx="626">
                  <c:v>1.0192559174150591</c:v>
                </c:pt>
                <c:pt idx="627">
                  <c:v>1.093509784603268</c:v>
                </c:pt>
                <c:pt idx="628">
                  <c:v>1.146877527236938</c:v>
                </c:pt>
                <c:pt idx="629">
                  <c:v>1.1515549388121811</c:v>
                </c:pt>
                <c:pt idx="630">
                  <c:v>1.1942802871050731</c:v>
                </c:pt>
                <c:pt idx="631">
                  <c:v>1.201266884803772</c:v>
                </c:pt>
                <c:pt idx="632">
                  <c:v>1.204597648216396</c:v>
                </c:pt>
                <c:pt idx="633">
                  <c:v>1.2262902452196069</c:v>
                </c:pt>
                <c:pt idx="634">
                  <c:v>1.2523089647293091</c:v>
                </c:pt>
                <c:pt idx="635">
                  <c:v>1.2431220007152119</c:v>
                </c:pt>
                <c:pt idx="636">
                  <c:v>1.1699965348085939</c:v>
                </c:pt>
                <c:pt idx="637">
                  <c:v>1.1349600553512571</c:v>
                </c:pt>
                <c:pt idx="638">
                  <c:v>1.1515111143371051</c:v>
                </c:pt>
                <c:pt idx="639">
                  <c:v>1.213529231021137</c:v>
                </c:pt>
                <c:pt idx="640">
                  <c:v>1.2719955936031</c:v>
                </c:pt>
                <c:pt idx="641">
                  <c:v>1.287650942802429</c:v>
                </c:pt>
                <c:pt idx="642">
                  <c:v>1.281132389344972</c:v>
                </c:pt>
                <c:pt idx="643">
                  <c:v>1.2607260516428851</c:v>
                </c:pt>
                <c:pt idx="644">
                  <c:v>1.247672923002477</c:v>
                </c:pt>
                <c:pt idx="645">
                  <c:v>1.2455346584320071</c:v>
                </c:pt>
                <c:pt idx="646">
                  <c:v>1.24147347613599</c:v>
                </c:pt>
                <c:pt idx="647">
                  <c:v>1.195172848648371</c:v>
                </c:pt>
                <c:pt idx="648">
                  <c:v>1.179124712944031</c:v>
                </c:pt>
                <c:pt idx="649">
                  <c:v>1.172372484342876</c:v>
                </c:pt>
                <c:pt idx="650">
                  <c:v>1.123718447733498</c:v>
                </c:pt>
                <c:pt idx="651">
                  <c:v>1.089253520528249</c:v>
                </c:pt>
                <c:pt idx="652">
                  <c:v>1.08730137348175</c:v>
                </c:pt>
                <c:pt idx="653">
                  <c:v>1.082092843551643</c:v>
                </c:pt>
                <c:pt idx="654">
                  <c:v>1.026708245277405</c:v>
                </c:pt>
                <c:pt idx="655">
                  <c:v>1.0238478544920711</c:v>
                </c:pt>
                <c:pt idx="656">
                  <c:v>0.99919596126522525</c:v>
                </c:pt>
                <c:pt idx="657">
                  <c:v>0.99022233486175537</c:v>
                </c:pt>
                <c:pt idx="658">
                  <c:v>1.006788480837707</c:v>
                </c:pt>
                <c:pt idx="659">
                  <c:v>1.0945905646420611</c:v>
                </c:pt>
                <c:pt idx="660">
                  <c:v>1.164778470993042</c:v>
                </c:pt>
                <c:pt idx="661">
                  <c:v>1.1713378772165119</c:v>
                </c:pt>
                <c:pt idx="662">
                  <c:v>1.2329280953052819</c:v>
                </c:pt>
                <c:pt idx="663">
                  <c:v>1.2376178503036499</c:v>
                </c:pt>
                <c:pt idx="664">
                  <c:v>1.2238962766630941</c:v>
                </c:pt>
                <c:pt idx="665">
                  <c:v>1.123309428660086</c:v>
                </c:pt>
                <c:pt idx="666">
                  <c:v>1.0881174802780149</c:v>
                </c:pt>
                <c:pt idx="667">
                  <c:v>1.1362493228638091</c:v>
                </c:pt>
                <c:pt idx="668">
                  <c:v>1.439803413345194</c:v>
                </c:pt>
                <c:pt idx="669">
                  <c:v>1.7029910087585449</c:v>
                </c:pt>
                <c:pt idx="670">
                  <c:v>1.7626069493668239</c:v>
                </c:pt>
                <c:pt idx="671">
                  <c:v>2.3274507522583008</c:v>
                </c:pt>
                <c:pt idx="672">
                  <c:v>2.2861854910059272</c:v>
                </c:pt>
                <c:pt idx="673">
                  <c:v>2.2106429789064932</c:v>
                </c:pt>
                <c:pt idx="674">
                  <c:v>2.1308702027645552</c:v>
                </c:pt>
                <c:pt idx="675">
                  <c:v>2.0739668710432828</c:v>
                </c:pt>
                <c:pt idx="676">
                  <c:v>2.0645463466644292</c:v>
                </c:pt>
                <c:pt idx="677">
                  <c:v>2.051135526688987</c:v>
                </c:pt>
                <c:pt idx="678">
                  <c:v>1.862716436386108</c:v>
                </c:pt>
                <c:pt idx="679">
                  <c:v>1.8696684699776049</c:v>
                </c:pt>
                <c:pt idx="680">
                  <c:v>1.9096744815898781</c:v>
                </c:pt>
                <c:pt idx="681">
                  <c:v>1.945219304806779</c:v>
                </c:pt>
                <c:pt idx="682">
                  <c:v>1.965412020683289</c:v>
                </c:pt>
                <c:pt idx="683">
                  <c:v>1.9761351518194941</c:v>
                </c:pt>
                <c:pt idx="684">
                  <c:v>2.0391191078175761</c:v>
                </c:pt>
                <c:pt idx="685">
                  <c:v>2.0801477085984161</c:v>
                </c:pt>
                <c:pt idx="686">
                  <c:v>2.094801664352417</c:v>
                </c:pt>
                <c:pt idx="687">
                  <c:v>2.0941665276640289</c:v>
                </c:pt>
                <c:pt idx="688">
                  <c:v>2.0934217028831772</c:v>
                </c:pt>
                <c:pt idx="689">
                  <c:v>2.093060970306396</c:v>
                </c:pt>
                <c:pt idx="690">
                  <c:v>2.03415791385481</c:v>
                </c:pt>
                <c:pt idx="691">
                  <c:v>1.9067564566671189</c:v>
                </c:pt>
                <c:pt idx="692">
                  <c:v>1.7902495861053469</c:v>
                </c:pt>
                <c:pt idx="693">
                  <c:v>1.778060218802292</c:v>
                </c:pt>
                <c:pt idx="694">
                  <c:v>1.6940077253261201</c:v>
                </c:pt>
                <c:pt idx="695">
                  <c:v>1.629509806632996</c:v>
                </c:pt>
                <c:pt idx="696">
                  <c:v>1.6194168720244679</c:v>
                </c:pt>
                <c:pt idx="697">
                  <c:v>1.5153432229753021</c:v>
                </c:pt>
                <c:pt idx="698">
                  <c:v>1.4903237819671631</c:v>
                </c:pt>
                <c:pt idx="699">
                  <c:v>1.48790593364584</c:v>
                </c:pt>
                <c:pt idx="700">
                  <c:v>1.4710882592648751</c:v>
                </c:pt>
                <c:pt idx="701">
                  <c:v>1.4573719501495359</c:v>
                </c:pt>
                <c:pt idx="702">
                  <c:v>1.4518647267270459</c:v>
                </c:pt>
                <c:pt idx="703">
                  <c:v>1.445844363064402</c:v>
                </c:pt>
                <c:pt idx="704">
                  <c:v>1.32723789887028</c:v>
                </c:pt>
                <c:pt idx="705">
                  <c:v>1.2968698740005491</c:v>
                </c:pt>
                <c:pt idx="706">
                  <c:v>1.34317936308693</c:v>
                </c:pt>
                <c:pt idx="707">
                  <c:v>1.7017320028081879</c:v>
                </c:pt>
                <c:pt idx="708">
                  <c:v>1.8567649126052861</c:v>
                </c:pt>
                <c:pt idx="709">
                  <c:v>1.85094705795225</c:v>
                </c:pt>
                <c:pt idx="710">
                  <c:v>1.817694599569236</c:v>
                </c:pt>
                <c:pt idx="711">
                  <c:v>1.7924960851669309</c:v>
                </c:pt>
                <c:pt idx="712">
                  <c:v>1.8185066426816601</c:v>
                </c:pt>
                <c:pt idx="713">
                  <c:v>1.989594182441313</c:v>
                </c:pt>
                <c:pt idx="714">
                  <c:v>2.2258366040201181</c:v>
                </c:pt>
                <c:pt idx="715">
                  <c:v>2.311407089233398</c:v>
                </c:pt>
                <c:pt idx="716">
                  <c:v>2.2579689352526091</c:v>
                </c:pt>
                <c:pt idx="717">
                  <c:v>1.989111809739682</c:v>
                </c:pt>
                <c:pt idx="718">
                  <c:v>1.979198694229126</c:v>
                </c:pt>
                <c:pt idx="719">
                  <c:v>2.0170877191681331</c:v>
                </c:pt>
                <c:pt idx="720">
                  <c:v>2.1775199025623939</c:v>
                </c:pt>
                <c:pt idx="721">
                  <c:v>2.3807791301313821</c:v>
                </c:pt>
                <c:pt idx="722">
                  <c:v>2.4406695365905762</c:v>
                </c:pt>
                <c:pt idx="723">
                  <c:v>2.4678544228367261</c:v>
                </c:pt>
                <c:pt idx="724">
                  <c:v>2.76586714295297</c:v>
                </c:pt>
                <c:pt idx="725">
                  <c:v>2.9123151302337651</c:v>
                </c:pt>
                <c:pt idx="726">
                  <c:v>2.8757111700693621</c:v>
                </c:pt>
                <c:pt idx="727">
                  <c:v>2.5290393829345699</c:v>
                </c:pt>
                <c:pt idx="728">
                  <c:v>2.5040596618643018</c:v>
                </c:pt>
                <c:pt idx="729">
                  <c:v>2.2425199653139671</c:v>
                </c:pt>
                <c:pt idx="730">
                  <c:v>2.1728718280792241</c:v>
                </c:pt>
                <c:pt idx="731">
                  <c:v>2.155344202422508</c:v>
                </c:pt>
                <c:pt idx="732">
                  <c:v>2.0516439818419032</c:v>
                </c:pt>
                <c:pt idx="733">
                  <c:v>1.9818567398427649</c:v>
                </c:pt>
                <c:pt idx="734">
                  <c:v>1.976453304290771</c:v>
                </c:pt>
                <c:pt idx="735">
                  <c:v>1.9301106480959509</c:v>
                </c:pt>
                <c:pt idx="736">
                  <c:v>1.874354243278503</c:v>
                </c:pt>
                <c:pt idx="737">
                  <c:v>1.876099525569648</c:v>
                </c:pt>
                <c:pt idx="738">
                  <c:v>1.883371951850157</c:v>
                </c:pt>
                <c:pt idx="739">
                  <c:v>1.9187318378109131</c:v>
                </c:pt>
                <c:pt idx="740">
                  <c:v>1.935500383377075</c:v>
                </c:pt>
                <c:pt idx="741">
                  <c:v>1.916976736642704</c:v>
                </c:pt>
                <c:pt idx="742">
                  <c:v>1.8035988503135849</c:v>
                </c:pt>
                <c:pt idx="743">
                  <c:v>1.6993980407714839</c:v>
                </c:pt>
                <c:pt idx="744">
                  <c:v>1.6817800419583431</c:v>
                </c:pt>
                <c:pt idx="745">
                  <c:v>1.527689933776855</c:v>
                </c:pt>
                <c:pt idx="746">
                  <c:v>1.515564324859799</c:v>
                </c:pt>
                <c:pt idx="747">
                  <c:v>1.450062563295301</c:v>
                </c:pt>
                <c:pt idx="748">
                  <c:v>1.3988278622103589</c:v>
                </c:pt>
                <c:pt idx="749">
                  <c:v>1.3400677442550659</c:v>
                </c:pt>
                <c:pt idx="750">
                  <c:v>1.3345333736140299</c:v>
                </c:pt>
                <c:pt idx="751">
                  <c:v>1.2614660596981691</c:v>
                </c:pt>
                <c:pt idx="752">
                  <c:v>1.233838083292534</c:v>
                </c:pt>
                <c:pt idx="753">
                  <c:v>1.2283390760421751</c:v>
                </c:pt>
                <c:pt idx="754">
                  <c:v>1.2523984716750021</c:v>
                </c:pt>
                <c:pt idx="755">
                  <c:v>1.6868124290798561</c:v>
                </c:pt>
                <c:pt idx="756">
                  <c:v>1.854589700698853</c:v>
                </c:pt>
                <c:pt idx="757">
                  <c:v>1.9092863807884899</c:v>
                </c:pt>
                <c:pt idx="758">
                  <c:v>2.3044242858886719</c:v>
                </c:pt>
                <c:pt idx="759">
                  <c:v>2.2490749712745912</c:v>
                </c:pt>
                <c:pt idx="760">
                  <c:v>2.1311211436165638</c:v>
                </c:pt>
                <c:pt idx="761">
                  <c:v>2.1135191917419429</c:v>
                </c:pt>
                <c:pt idx="762">
                  <c:v>2.1290832753442692</c:v>
                </c:pt>
                <c:pt idx="763">
                  <c:v>2.32363215025571</c:v>
                </c:pt>
                <c:pt idx="764">
                  <c:v>2.4194471836090088</c:v>
                </c:pt>
                <c:pt idx="765">
                  <c:v>2.4074255461330449</c:v>
                </c:pt>
                <c:pt idx="766">
                  <c:v>2.2685820760890931</c:v>
                </c:pt>
                <c:pt idx="767">
                  <c:v>2.1555922031402588</c:v>
                </c:pt>
                <c:pt idx="768">
                  <c:v>2.1474042033862082</c:v>
                </c:pt>
                <c:pt idx="769">
                  <c:v>2.0760051661312491</c:v>
                </c:pt>
                <c:pt idx="770">
                  <c:v>2.070393323898315</c:v>
                </c:pt>
                <c:pt idx="771">
                  <c:v>2.0556545305645542</c:v>
                </c:pt>
                <c:pt idx="772">
                  <c:v>1.9763777915487559</c:v>
                </c:pt>
                <c:pt idx="773">
                  <c:v>1.938355565071106</c:v>
                </c:pt>
                <c:pt idx="774">
                  <c:v>1.89761351040036</c:v>
                </c:pt>
                <c:pt idx="775">
                  <c:v>1.704105948329145</c:v>
                </c:pt>
                <c:pt idx="776">
                  <c:v>1.6888996362686159</c:v>
                </c:pt>
                <c:pt idx="777">
                  <c:v>1.745776727403431</c:v>
                </c:pt>
                <c:pt idx="778">
                  <c:v>2.179792165756226</c:v>
                </c:pt>
                <c:pt idx="779">
                  <c:v>2.0837696958863128</c:v>
                </c:pt>
                <c:pt idx="780">
                  <c:v>1.98898068717887</c:v>
                </c:pt>
                <c:pt idx="781">
                  <c:v>1.947101831436157</c:v>
                </c:pt>
                <c:pt idx="782">
                  <c:v>2.0681894133724841</c:v>
                </c:pt>
                <c:pt idx="783">
                  <c:v>2.1253620751618238</c:v>
                </c:pt>
                <c:pt idx="784">
                  <c:v>2.3736939484408142</c:v>
                </c:pt>
                <c:pt idx="785">
                  <c:v>2.444683313369751</c:v>
                </c:pt>
                <c:pt idx="786">
                  <c:v>2.4300123739330601</c:v>
                </c:pt>
                <c:pt idx="787">
                  <c:v>2.272937891868517</c:v>
                </c:pt>
                <c:pt idx="788">
                  <c:v>2.167690764559036</c:v>
                </c:pt>
                <c:pt idx="789">
                  <c:v>2.1395637989044189</c:v>
                </c:pt>
                <c:pt idx="790">
                  <c:v>2.0890300622980962</c:v>
                </c:pt>
                <c:pt idx="791">
                  <c:v>2.0446512436264528</c:v>
                </c:pt>
                <c:pt idx="792">
                  <c:v>1.942012943124815</c:v>
                </c:pt>
                <c:pt idx="793">
                  <c:v>1.931007981300354</c:v>
                </c:pt>
                <c:pt idx="794">
                  <c:v>1.912971890855774</c:v>
                </c:pt>
                <c:pt idx="795">
                  <c:v>1.7361665075469299</c:v>
                </c:pt>
                <c:pt idx="796">
                  <c:v>1.66018283367157</c:v>
                </c:pt>
                <c:pt idx="797">
                  <c:v>1.639716859784135</c:v>
                </c:pt>
                <c:pt idx="798">
                  <c:v>1.4895896911621089</c:v>
                </c:pt>
                <c:pt idx="799">
                  <c:v>1.4705055571848951</c:v>
                </c:pt>
                <c:pt idx="800">
                  <c:v>1.432153129954056</c:v>
                </c:pt>
                <c:pt idx="801">
                  <c:v>1.4060563516180451</c:v>
                </c:pt>
                <c:pt idx="802">
                  <c:v>1.3891358375549321</c:v>
                </c:pt>
                <c:pt idx="803">
                  <c:v>1.372030143862097</c:v>
                </c:pt>
                <c:pt idx="804">
                  <c:v>1.2669167109778221</c:v>
                </c:pt>
                <c:pt idx="805">
                  <c:v>1.2073972225189209</c:v>
                </c:pt>
                <c:pt idx="806">
                  <c:v>1.2520403456400291</c:v>
                </c:pt>
                <c:pt idx="807">
                  <c:v>1.726474457353868</c:v>
                </c:pt>
                <c:pt idx="808">
                  <c:v>1.7929046154022219</c:v>
                </c:pt>
                <c:pt idx="809">
                  <c:v>1.828029110400293</c:v>
                </c:pt>
                <c:pt idx="810">
                  <c:v>2.272396945206975</c:v>
                </c:pt>
                <c:pt idx="811">
                  <c:v>2.3915872573852539</c:v>
                </c:pt>
                <c:pt idx="812">
                  <c:v>2.3779734816925808</c:v>
                </c:pt>
                <c:pt idx="813">
                  <c:v>2.24079133248051</c:v>
                </c:pt>
                <c:pt idx="814">
                  <c:v>2.1517996788024898</c:v>
                </c:pt>
                <c:pt idx="815">
                  <c:v>2.1481158587542688</c:v>
                </c:pt>
                <c:pt idx="816">
                  <c:v>2.1402786783330301</c:v>
                </c:pt>
                <c:pt idx="817">
                  <c:v>1.948739024588654</c:v>
                </c:pt>
                <c:pt idx="818">
                  <c:v>1.901541590690613</c:v>
                </c:pt>
                <c:pt idx="819">
                  <c:v>1.890925273745363</c:v>
                </c:pt>
                <c:pt idx="820">
                  <c:v>1.7803589289032991</c:v>
                </c:pt>
                <c:pt idx="821">
                  <c:v>1.7094064950942991</c:v>
                </c:pt>
                <c:pt idx="822">
                  <c:v>1.700419546828799</c:v>
                </c:pt>
                <c:pt idx="823">
                  <c:v>1.6008015871047969</c:v>
                </c:pt>
                <c:pt idx="824">
                  <c:v>1.5897432821750439</c:v>
                </c:pt>
                <c:pt idx="825">
                  <c:v>1.5561032236168919</c:v>
                </c:pt>
                <c:pt idx="826">
                  <c:v>1.516255573619862</c:v>
                </c:pt>
                <c:pt idx="827">
                  <c:v>1.503273606300354</c:v>
                </c:pt>
                <c:pt idx="828">
                  <c:v>1.49480163734711</c:v>
                </c:pt>
                <c:pt idx="829">
                  <c:v>1.476252854585683</c:v>
                </c:pt>
                <c:pt idx="830">
                  <c:v>1.456413607697175</c:v>
                </c:pt>
                <c:pt idx="831">
                  <c:v>1.449040532112122</c:v>
                </c:pt>
                <c:pt idx="832">
                  <c:v>1.475329405827253</c:v>
                </c:pt>
                <c:pt idx="833">
                  <c:v>1.5206560888918279</c:v>
                </c:pt>
                <c:pt idx="834">
                  <c:v>1.5297306776046751</c:v>
                </c:pt>
                <c:pt idx="835">
                  <c:v>1.5160807120691779</c:v>
                </c:pt>
                <c:pt idx="836">
                  <c:v>1.4070670805768859</c:v>
                </c:pt>
                <c:pt idx="837">
                  <c:v>1.3721646070480349</c:v>
                </c:pt>
                <c:pt idx="838">
                  <c:v>1.348213201761066</c:v>
                </c:pt>
                <c:pt idx="839">
                  <c:v>1.279776443779963</c:v>
                </c:pt>
                <c:pt idx="840">
                  <c:v>1.233438968658447</c:v>
                </c:pt>
                <c:pt idx="841">
                  <c:v>1.2270026977828941</c:v>
                </c:pt>
                <c:pt idx="842">
                  <c:v>1.223644643413039</c:v>
                </c:pt>
                <c:pt idx="843">
                  <c:v>1.146672636611489</c:v>
                </c:pt>
                <c:pt idx="844">
                  <c:v>1.133953213691711</c:v>
                </c:pt>
                <c:pt idx="845">
                  <c:v>1.124660542353217</c:v>
                </c:pt>
                <c:pt idx="846">
                  <c:v>1.0632185469262281</c:v>
                </c:pt>
                <c:pt idx="847">
                  <c:v>1.040192604064941</c:v>
                </c:pt>
                <c:pt idx="848">
                  <c:v>1.15556194009872</c:v>
                </c:pt>
                <c:pt idx="849">
                  <c:v>1.696383179123149</c:v>
                </c:pt>
                <c:pt idx="850">
                  <c:v>2.0644016265869141</c:v>
                </c:pt>
                <c:pt idx="851">
                  <c:v>2.1094960038418562</c:v>
                </c:pt>
                <c:pt idx="852">
                  <c:v>2.138246841107704</c:v>
                </c:pt>
                <c:pt idx="853">
                  <c:v>2.872437434288186</c:v>
                </c:pt>
                <c:pt idx="854">
                  <c:v>3.0538299083709721</c:v>
                </c:pt>
                <c:pt idx="855">
                  <c:v>3.0317608510213971</c:v>
                </c:pt>
                <c:pt idx="856">
                  <c:v>2.824540847451896</c:v>
                </c:pt>
                <c:pt idx="857">
                  <c:v>2.6748557090759282</c:v>
                </c:pt>
                <c:pt idx="858">
                  <c:v>2.6704984327541612</c:v>
                </c:pt>
                <c:pt idx="859">
                  <c:v>2.634337256718553</c:v>
                </c:pt>
                <c:pt idx="860">
                  <c:v>2.4115789962647169</c:v>
                </c:pt>
                <c:pt idx="861">
                  <c:v>2.3742835521697998</c:v>
                </c:pt>
                <c:pt idx="862">
                  <c:v>2.458682748484593</c:v>
                </c:pt>
                <c:pt idx="863">
                  <c:v>2.879662046430882</c:v>
                </c:pt>
                <c:pt idx="864">
                  <c:v>3.0011436939239502</c:v>
                </c:pt>
                <c:pt idx="865">
                  <c:v>2.9855024550343821</c:v>
                </c:pt>
                <c:pt idx="866">
                  <c:v>2.8655315273555169</c:v>
                </c:pt>
                <c:pt idx="867">
                  <c:v>2.7843906879425049</c:v>
                </c:pt>
                <c:pt idx="868">
                  <c:v>2.7657309853957059</c:v>
                </c:pt>
                <c:pt idx="869">
                  <c:v>2.7208024744490888</c:v>
                </c:pt>
                <c:pt idx="870">
                  <c:v>2.6534113966900268</c:v>
                </c:pt>
                <c:pt idx="871">
                  <c:v>2.4785269229744942</c:v>
                </c:pt>
                <c:pt idx="872">
                  <c:v>2.435954093933105</c:v>
                </c:pt>
                <c:pt idx="873">
                  <c:v>2.4040542060586572</c:v>
                </c:pt>
                <c:pt idx="874">
                  <c:v>2.145257711410522</c:v>
                </c:pt>
                <c:pt idx="875">
                  <c:v>2.1448536456825358</c:v>
                </c:pt>
                <c:pt idx="876">
                  <c:v>2.143128693744226</c:v>
                </c:pt>
                <c:pt idx="877">
                  <c:v>2.14219896439459</c:v>
                </c:pt>
                <c:pt idx="878">
                  <c:v>2.1421103477478032</c:v>
                </c:pt>
                <c:pt idx="879">
                  <c:v>2.2575495682224642</c:v>
                </c:pt>
                <c:pt idx="880">
                  <c:v>2.3884763717651372</c:v>
                </c:pt>
                <c:pt idx="881">
                  <c:v>2.3950280391085519</c:v>
                </c:pt>
                <c:pt idx="882">
                  <c:v>2.4303702184032221</c:v>
                </c:pt>
                <c:pt idx="883">
                  <c:v>2.5611473291014319</c:v>
                </c:pt>
                <c:pt idx="884">
                  <c:v>2.6596141327931671</c:v>
                </c:pt>
                <c:pt idx="885">
                  <c:v>2.6708271503448491</c:v>
                </c:pt>
                <c:pt idx="886">
                  <c:v>2.6444196151651829</c:v>
                </c:pt>
                <c:pt idx="887">
                  <c:v>2.346556941069502</c:v>
                </c:pt>
                <c:pt idx="888">
                  <c:v>2.3164792060852051</c:v>
                </c:pt>
                <c:pt idx="889">
                  <c:v>2.270410373371905</c:v>
                </c:pt>
                <c:pt idx="890">
                  <c:v>2.073466819001069</c:v>
                </c:pt>
                <c:pt idx="891">
                  <c:v>2.0004899501800542</c:v>
                </c:pt>
                <c:pt idx="892">
                  <c:v>2.008947314794026</c:v>
                </c:pt>
                <c:pt idx="893">
                  <c:v>2.059470558667583</c:v>
                </c:pt>
                <c:pt idx="894">
                  <c:v>2.1100598579070979</c:v>
                </c:pt>
                <c:pt idx="895">
                  <c:v>2.118117094039917</c:v>
                </c:pt>
                <c:pt idx="896">
                  <c:v>2.196208623190917</c:v>
                </c:pt>
                <c:pt idx="897">
                  <c:v>2.2877759916980822</c:v>
                </c:pt>
                <c:pt idx="898">
                  <c:v>2.347042560577393</c:v>
                </c:pt>
                <c:pt idx="899">
                  <c:v>2.3764146801200789</c:v>
                </c:pt>
                <c:pt idx="900">
                  <c:v>2.5512842407602081</c:v>
                </c:pt>
                <c:pt idx="901">
                  <c:v>2.6360292434692378</c:v>
                </c:pt>
                <c:pt idx="902">
                  <c:v>2.6155852942485822</c:v>
                </c:pt>
                <c:pt idx="903">
                  <c:v>2.4416977343054032</c:v>
                </c:pt>
                <c:pt idx="904">
                  <c:v>2.3377637303970018</c:v>
                </c:pt>
                <c:pt idx="905">
                  <c:v>2.288824081420898</c:v>
                </c:pt>
                <c:pt idx="906">
                  <c:v>2.3195806709429259</c:v>
                </c:pt>
                <c:pt idx="907">
                  <c:v>2.4519583511118621</c:v>
                </c:pt>
                <c:pt idx="908">
                  <c:v>2.496177196502686</c:v>
                </c:pt>
                <c:pt idx="909">
                  <c:v>2.4977004862026231</c:v>
                </c:pt>
                <c:pt idx="910">
                  <c:v>2.5096375089720611</c:v>
                </c:pt>
                <c:pt idx="911">
                  <c:v>2.521361156811686</c:v>
                </c:pt>
                <c:pt idx="912">
                  <c:v>2.5321673281943111</c:v>
                </c:pt>
                <c:pt idx="913">
                  <c:v>2.5336682796478271</c:v>
                </c:pt>
                <c:pt idx="914">
                  <c:v>2.5264571453141991</c:v>
                </c:pt>
                <c:pt idx="915">
                  <c:v>2.422030199825449</c:v>
                </c:pt>
                <c:pt idx="916">
                  <c:v>2.39354395866394</c:v>
                </c:pt>
                <c:pt idx="917">
                  <c:v>2.3785094849885571</c:v>
                </c:pt>
                <c:pt idx="918">
                  <c:v>2.1745227651274832</c:v>
                </c:pt>
                <c:pt idx="919">
                  <c:v>2.0902032852172852</c:v>
                </c:pt>
                <c:pt idx="920">
                  <c:v>2.087337992294803</c:v>
                </c:pt>
                <c:pt idx="921">
                  <c:v>2.073062425861381</c:v>
                </c:pt>
                <c:pt idx="922">
                  <c:v>2.061627864837646</c:v>
                </c:pt>
                <c:pt idx="923">
                  <c:v>2.060010590585708</c:v>
                </c:pt>
                <c:pt idx="924">
                  <c:v>2.0554710756919721</c:v>
                </c:pt>
                <c:pt idx="925">
                  <c:v>1.958523027724306</c:v>
                </c:pt>
                <c:pt idx="926">
                  <c:v>1.9342994689941411</c:v>
                </c:pt>
                <c:pt idx="927">
                  <c:v>1.924171544020046</c:v>
                </c:pt>
                <c:pt idx="928">
                  <c:v>1.8335405372329661</c:v>
                </c:pt>
                <c:pt idx="929">
                  <c:v>1.8243274688720701</c:v>
                </c:pt>
                <c:pt idx="930">
                  <c:v>1.765706652175683</c:v>
                </c:pt>
                <c:pt idx="931">
                  <c:v>1.6738447277830291</c:v>
                </c:pt>
                <c:pt idx="932">
                  <c:v>1.6052963326070531</c:v>
                </c:pt>
                <c:pt idx="933">
                  <c:v>1.5884841680526729</c:v>
                </c:pt>
                <c:pt idx="934">
                  <c:v>1.591407305797367</c:v>
                </c:pt>
                <c:pt idx="935">
                  <c:v>1.616034687960048</c:v>
                </c:pt>
                <c:pt idx="936">
                  <c:v>1.633644223213196</c:v>
                </c:pt>
                <c:pt idx="937">
                  <c:v>1.628021941223569</c:v>
                </c:pt>
                <c:pt idx="938">
                  <c:v>1.5851120165869681</c:v>
                </c:pt>
                <c:pt idx="939">
                  <c:v>1.536009669303894</c:v>
                </c:pt>
                <c:pt idx="940">
                  <c:v>1.518482222234516</c:v>
                </c:pt>
                <c:pt idx="941">
                  <c:v>1.408780856793501</c:v>
                </c:pt>
                <c:pt idx="942">
                  <c:v>1.3652938604354861</c:v>
                </c:pt>
                <c:pt idx="943">
                  <c:v>1.352449530298899</c:v>
                </c:pt>
                <c:pt idx="944">
                  <c:v>1.317768039164096</c:v>
                </c:pt>
                <c:pt idx="945">
                  <c:v>1.2884118556976321</c:v>
                </c:pt>
                <c:pt idx="946">
                  <c:v>1.2790458046790909</c:v>
                </c:pt>
                <c:pt idx="947">
                  <c:v>1.2102572564643741</c:v>
                </c:pt>
                <c:pt idx="948">
                  <c:v>1.1647126697712351</c:v>
                </c:pt>
                <c:pt idx="949">
                  <c:v>1.147732615470886</c:v>
                </c:pt>
                <c:pt idx="950">
                  <c:v>1.1153086901520199</c:v>
                </c:pt>
                <c:pt idx="951">
                  <c:v>1.067527897694454</c:v>
                </c:pt>
                <c:pt idx="952">
                  <c:v>1.04026210308075</c:v>
                </c:pt>
                <c:pt idx="953">
                  <c:v>1.0364586317103159</c:v>
                </c:pt>
                <c:pt idx="954">
                  <c:v>1.0272146807400819</c:v>
                </c:pt>
                <c:pt idx="955">
                  <c:v>0.99996138983665939</c:v>
                </c:pt>
                <c:pt idx="956">
                  <c:v>0.98660523595428029</c:v>
                </c:pt>
                <c:pt idx="957">
                  <c:v>0.9818800687789917</c:v>
                </c:pt>
                <c:pt idx="958">
                  <c:v>0.95126945143398545</c:v>
                </c:pt>
                <c:pt idx="959">
                  <c:v>0.90290546417236328</c:v>
                </c:pt>
                <c:pt idx="960">
                  <c:v>0.89893999167345073</c:v>
                </c:pt>
                <c:pt idx="961">
                  <c:v>0.88675854371042273</c:v>
                </c:pt>
                <c:pt idx="962">
                  <c:v>0.83665528944923528</c:v>
                </c:pt>
                <c:pt idx="963">
                  <c:v>0.80853819847106934</c:v>
                </c:pt>
                <c:pt idx="964">
                  <c:v>0.80384223539859234</c:v>
                </c:pt>
                <c:pt idx="965">
                  <c:v>0.74592620134353638</c:v>
                </c:pt>
                <c:pt idx="966">
                  <c:v>0.75051855114069255</c:v>
                </c:pt>
                <c:pt idx="967">
                  <c:v>0.80058197665087372</c:v>
                </c:pt>
                <c:pt idx="968">
                  <c:v>0.81671661138534546</c:v>
                </c:pt>
                <c:pt idx="969">
                  <c:v>0.80429609175066008</c:v>
                </c:pt>
                <c:pt idx="970">
                  <c:v>0.74346466661095401</c:v>
                </c:pt>
                <c:pt idx="971">
                  <c:v>0.72184610366821289</c:v>
                </c:pt>
                <c:pt idx="972">
                  <c:v>0.72057775258277568</c:v>
                </c:pt>
                <c:pt idx="973">
                  <c:v>0.70929017641283199</c:v>
                </c:pt>
                <c:pt idx="974">
                  <c:v>0.69628090210236926</c:v>
                </c:pt>
                <c:pt idx="975">
                  <c:v>0.69199103116989136</c:v>
                </c:pt>
                <c:pt idx="976">
                  <c:v>0.69285498776828702</c:v>
                </c:pt>
                <c:pt idx="977">
                  <c:v>0.69882011413574219</c:v>
                </c:pt>
                <c:pt idx="978">
                  <c:v>0.69761130564905494</c:v>
                </c:pt>
                <c:pt idx="979">
                  <c:v>0.69641343372970377</c:v>
                </c:pt>
                <c:pt idx="980">
                  <c:v>0.69505155713424793</c:v>
                </c:pt>
                <c:pt idx="981">
                  <c:v>0.69484192132949829</c:v>
                </c:pt>
                <c:pt idx="982">
                  <c:v>0.72314567342995795</c:v>
                </c:pt>
                <c:pt idx="983">
                  <c:v>0.799031998374929</c:v>
                </c:pt>
                <c:pt idx="984">
                  <c:v>0.82545721530914307</c:v>
                </c:pt>
                <c:pt idx="985">
                  <c:v>0.82660893207223052</c:v>
                </c:pt>
                <c:pt idx="986">
                  <c:v>0.83492481143022534</c:v>
                </c:pt>
                <c:pt idx="987">
                  <c:v>0.83924251794815063</c:v>
                </c:pt>
                <c:pt idx="988">
                  <c:v>0.84505549718428241</c:v>
                </c:pt>
                <c:pt idx="989">
                  <c:v>0.8692646057460014</c:v>
                </c:pt>
                <c:pt idx="990">
                  <c:v>0.91962289810180664</c:v>
                </c:pt>
                <c:pt idx="991">
                  <c:v>0.92415073338587961</c:v>
                </c:pt>
                <c:pt idx="992">
                  <c:v>0.9677937815314559</c:v>
                </c:pt>
                <c:pt idx="993">
                  <c:v>1.0240077871386191</c:v>
                </c:pt>
                <c:pt idx="994">
                  <c:v>1.063274621963501</c:v>
                </c:pt>
                <c:pt idx="995">
                  <c:v>1.0633954866017861</c:v>
                </c:pt>
                <c:pt idx="996">
                  <c:v>1.0654170247490531</c:v>
                </c:pt>
                <c:pt idx="997">
                  <c:v>1.065707921981812</c:v>
                </c:pt>
                <c:pt idx="998">
                  <c:v>1.087658543840315</c:v>
                </c:pt>
                <c:pt idx="999">
                  <c:v>1.418813076207122</c:v>
                </c:pt>
                <c:pt idx="1000">
                  <c:v>1.5425400733947749</c:v>
                </c:pt>
                <c:pt idx="1001">
                  <c:v>1.5375831554970869</c:v>
                </c:pt>
                <c:pt idx="1002">
                  <c:v>1.523130416870117</c:v>
                </c:pt>
                <c:pt idx="1003">
                  <c:v>1.5284794740809411</c:v>
                </c:pt>
                <c:pt idx="1004">
                  <c:v>1.532246556457366</c:v>
                </c:pt>
                <c:pt idx="1005">
                  <c:v>1.584139787292798</c:v>
                </c:pt>
                <c:pt idx="1006">
                  <c:v>1.6497798339305949</c:v>
                </c:pt>
                <c:pt idx="1007">
                  <c:v>1.672624349594116</c:v>
                </c:pt>
                <c:pt idx="1008">
                  <c:v>1.658209269716195</c:v>
                </c:pt>
                <c:pt idx="1009">
                  <c:v>1.55857789516449</c:v>
                </c:pt>
                <c:pt idx="1010">
                  <c:v>1.566065979757465</c:v>
                </c:pt>
                <c:pt idx="1011">
                  <c:v>1.6045084088462651</c:v>
                </c:pt>
                <c:pt idx="1012">
                  <c:v>1.6218100786209111</c:v>
                </c:pt>
                <c:pt idx="1013">
                  <c:v>1.642198320941336</c:v>
                </c:pt>
                <c:pt idx="1014">
                  <c:v>1.819270147530746</c:v>
                </c:pt>
                <c:pt idx="1015">
                  <c:v>1.847122430801392</c:v>
                </c:pt>
                <c:pt idx="1016">
                  <c:v>1.9665059411978461</c:v>
                </c:pt>
                <c:pt idx="1017">
                  <c:v>2.206808029898343</c:v>
                </c:pt>
                <c:pt idx="1018">
                  <c:v>2.3412144184112549</c:v>
                </c:pt>
                <c:pt idx="1019">
                  <c:v>2.3180012529118539</c:v>
                </c:pt>
                <c:pt idx="1020">
                  <c:v>2.1901669146429898</c:v>
                </c:pt>
                <c:pt idx="1021">
                  <c:v>2.1077246574249351</c:v>
                </c:pt>
                <c:pt idx="1022">
                  <c:v>2.0931041240692139</c:v>
                </c:pt>
                <c:pt idx="1023">
                  <c:v>2.1006517218782221</c:v>
                </c:pt>
                <c:pt idx="1024">
                  <c:v>2.226685523986816</c:v>
                </c:pt>
                <c:pt idx="1025">
                  <c:v>2.1252118689387749</c:v>
                </c:pt>
                <c:pt idx="1026">
                  <c:v>2.04548222294008</c:v>
                </c:pt>
                <c:pt idx="1027">
                  <c:v>1.944844007492065</c:v>
                </c:pt>
                <c:pt idx="1028">
                  <c:v>1.910074997711473</c:v>
                </c:pt>
                <c:pt idx="1029">
                  <c:v>1.87521140807586</c:v>
                </c:pt>
                <c:pt idx="1030">
                  <c:v>1.8276297380892419</c:v>
                </c:pt>
                <c:pt idx="1031">
                  <c:v>1.8031648397445681</c:v>
                </c:pt>
                <c:pt idx="1032">
                  <c:v>1.779841278060023</c:v>
                </c:pt>
                <c:pt idx="1033">
                  <c:v>1.6433484403617471</c:v>
                </c:pt>
                <c:pt idx="1034">
                  <c:v>1.580231666564941</c:v>
                </c:pt>
                <c:pt idx="1035">
                  <c:v>1.5684598070017199</c:v>
                </c:pt>
                <c:pt idx="1036">
                  <c:v>1.5047615933816221</c:v>
                </c:pt>
                <c:pt idx="1037">
                  <c:v>1.4469507932662959</c:v>
                </c:pt>
                <c:pt idx="1038">
                  <c:v>1.4411773393386851</c:v>
                </c:pt>
                <c:pt idx="1039">
                  <c:v>1.4171851346635449</c:v>
                </c:pt>
                <c:pt idx="1040">
                  <c:v>1.4101865291595459</c:v>
                </c:pt>
                <c:pt idx="1041">
                  <c:v>1.470466243480409</c:v>
                </c:pt>
                <c:pt idx="1042">
                  <c:v>1.859482191836016</c:v>
                </c:pt>
                <c:pt idx="1043">
                  <c:v>2.063307523727417</c:v>
                </c:pt>
                <c:pt idx="1044">
                  <c:v>2.0398342069600122</c:v>
                </c:pt>
                <c:pt idx="1045">
                  <c:v>1.9051078897656279</c:v>
                </c:pt>
                <c:pt idx="1046">
                  <c:v>1.7952421243782031</c:v>
                </c:pt>
                <c:pt idx="1047">
                  <c:v>1.778178930282593</c:v>
                </c:pt>
                <c:pt idx="1048">
                  <c:v>1.710173424469118</c:v>
                </c:pt>
                <c:pt idx="1049">
                  <c:v>1.6345350232059039</c:v>
                </c:pt>
                <c:pt idx="1050">
                  <c:v>1.57502818107605</c:v>
                </c:pt>
                <c:pt idx="1051">
                  <c:v>1.615978018392324</c:v>
                </c:pt>
                <c:pt idx="1052">
                  <c:v>1.7602297729221741</c:v>
                </c:pt>
                <c:pt idx="1053">
                  <c:v>1.8547036647796631</c:v>
                </c:pt>
                <c:pt idx="1054">
                  <c:v>1.8987124497801251</c:v>
                </c:pt>
                <c:pt idx="1055">
                  <c:v>2.1947810891227042</c:v>
                </c:pt>
                <c:pt idx="1056">
                  <c:v>2.2830924987792969</c:v>
                </c:pt>
                <c:pt idx="1057">
                  <c:v>2.276145771956517</c:v>
                </c:pt>
                <c:pt idx="1058">
                  <c:v>2.2342348657099902</c:v>
                </c:pt>
                <c:pt idx="1059">
                  <c:v>2.1893696328719581</c:v>
                </c:pt>
                <c:pt idx="1060">
                  <c:v>2.163312435150146</c:v>
                </c:pt>
                <c:pt idx="1061">
                  <c:v>2.1507399490051622</c:v>
                </c:pt>
                <c:pt idx="1062">
                  <c:v>1.930509545634026</c:v>
                </c:pt>
                <c:pt idx="1063">
                  <c:v>1.9137886762619021</c:v>
                </c:pt>
                <c:pt idx="1064">
                  <c:v>1.846129523335819</c:v>
                </c:pt>
                <c:pt idx="1065">
                  <c:v>1.7807963022844699</c:v>
                </c:pt>
                <c:pt idx="1066">
                  <c:v>1.7603259086608889</c:v>
                </c:pt>
                <c:pt idx="1067">
                  <c:v>1.745356920691032</c:v>
                </c:pt>
                <c:pt idx="1068">
                  <c:v>1.671552618040332</c:v>
                </c:pt>
                <c:pt idx="1069">
                  <c:v>1.578883875506409</c:v>
                </c:pt>
                <c:pt idx="1070">
                  <c:v>1.5248308668848369</c:v>
                </c:pt>
                <c:pt idx="1071">
                  <c:v>1.5151147842407231</c:v>
                </c:pt>
                <c:pt idx="1072">
                  <c:v>1.4936954863904599</c:v>
                </c:pt>
                <c:pt idx="1073">
                  <c:v>1.3443890733885711</c:v>
                </c:pt>
                <c:pt idx="1074">
                  <c:v>1.3141969442367549</c:v>
                </c:pt>
                <c:pt idx="1075">
                  <c:v>1.290851976514551</c:v>
                </c:pt>
                <c:pt idx="1076">
                  <c:v>1.257560781863418</c:v>
                </c:pt>
                <c:pt idx="1077">
                  <c:v>1.232358574867249</c:v>
                </c:pt>
                <c:pt idx="1078">
                  <c:v>1.2170608381358581</c:v>
                </c:pt>
                <c:pt idx="1079">
                  <c:v>1.215173066104662</c:v>
                </c:pt>
                <c:pt idx="1080">
                  <c:v>1.1433381446148281</c:v>
                </c:pt>
                <c:pt idx="1081">
                  <c:v>1.1312170028686519</c:v>
                </c:pt>
                <c:pt idx="1082">
                  <c:v>1.136971183766303</c:v>
                </c:pt>
                <c:pt idx="1083">
                  <c:v>1.210438354702293</c:v>
                </c:pt>
                <c:pt idx="1084">
                  <c:v>1.223129868507385</c:v>
                </c:pt>
                <c:pt idx="1085">
                  <c:v>1.23042511327597</c:v>
                </c:pt>
                <c:pt idx="1086">
                  <c:v>1.2430396615349271</c:v>
                </c:pt>
                <c:pt idx="1087">
                  <c:v>1.255688782403195</c:v>
                </c:pt>
                <c:pt idx="1088">
                  <c:v>1.257241368293762</c:v>
                </c:pt>
                <c:pt idx="1089">
                  <c:v>1.277333493949137</c:v>
                </c:pt>
                <c:pt idx="1090">
                  <c:v>1.354720650598646</c:v>
                </c:pt>
                <c:pt idx="1091">
                  <c:v>1.378253221511841</c:v>
                </c:pt>
                <c:pt idx="1092">
                  <c:v>1.3629255014908821</c:v>
                </c:pt>
                <c:pt idx="1093">
                  <c:v>1.2812637797252799</c:v>
                </c:pt>
                <c:pt idx="1094">
                  <c:v>1.1918783187866211</c:v>
                </c:pt>
                <c:pt idx="1095">
                  <c:v>1.188237974345778</c:v>
                </c:pt>
                <c:pt idx="1096">
                  <c:v>1.167806541171545</c:v>
                </c:pt>
                <c:pt idx="1097">
                  <c:v>1.0786923951145759</c:v>
                </c:pt>
                <c:pt idx="1098">
                  <c:v>1.070884227752686</c:v>
                </c:pt>
                <c:pt idx="1099">
                  <c:v>1.0190480991115729</c:v>
                </c:pt>
                <c:pt idx="1100">
                  <c:v>0.9613133132181706</c:v>
                </c:pt>
                <c:pt idx="1101">
                  <c:v>0.93238568305969238</c:v>
                </c:pt>
                <c:pt idx="1102">
                  <c:v>0.9290646730355564</c:v>
                </c:pt>
                <c:pt idx="1103">
                  <c:v>0.92503828795688259</c:v>
                </c:pt>
                <c:pt idx="1104">
                  <c:v>0.92438143491744995</c:v>
                </c:pt>
                <c:pt idx="1105">
                  <c:v>0.96217268359466102</c:v>
                </c:pt>
                <c:pt idx="1106">
                  <c:v>1.114189232497321</c:v>
                </c:pt>
                <c:pt idx="1107">
                  <c:v>1.2428909540176389</c:v>
                </c:pt>
                <c:pt idx="1108">
                  <c:v>1.28528707408355</c:v>
                </c:pt>
                <c:pt idx="1109">
                  <c:v>1.4091972540268529</c:v>
                </c:pt>
                <c:pt idx="1110">
                  <c:v>1.9345744035168211</c:v>
                </c:pt>
                <c:pt idx="1111">
                  <c:v>2.1461648941040039</c:v>
                </c:pt>
                <c:pt idx="1112">
                  <c:v>2.175738648944296</c:v>
                </c:pt>
                <c:pt idx="1113">
                  <c:v>2.3329996069013408</c:v>
                </c:pt>
                <c:pt idx="1114">
                  <c:v>2.5896340536287892</c:v>
                </c:pt>
                <c:pt idx="1115">
                  <c:v>2.6580970287322998</c:v>
                </c:pt>
                <c:pt idx="1116">
                  <c:v>2.639730819816132</c:v>
                </c:pt>
                <c:pt idx="1117">
                  <c:v>2.397907113153801</c:v>
                </c:pt>
                <c:pt idx="1118">
                  <c:v>2.348605871200562</c:v>
                </c:pt>
                <c:pt idx="1119">
                  <c:v>2.3509252522344748</c:v>
                </c:pt>
                <c:pt idx="1120">
                  <c:v>2.3544664182589732</c:v>
                </c:pt>
                <c:pt idx="1121">
                  <c:v>2.3570177555084229</c:v>
                </c:pt>
                <c:pt idx="1122">
                  <c:v>2.3310304672169861</c:v>
                </c:pt>
                <c:pt idx="1123">
                  <c:v>2.139726567603939</c:v>
                </c:pt>
                <c:pt idx="1124">
                  <c:v>2.078626394271851</c:v>
                </c:pt>
                <c:pt idx="1125">
                  <c:v>2.2803637877979641</c:v>
                </c:pt>
                <c:pt idx="1126">
                  <c:v>2.523724574386272</c:v>
                </c:pt>
                <c:pt idx="1127">
                  <c:v>2.701950311660767</c:v>
                </c:pt>
                <c:pt idx="1128">
                  <c:v>2.7488077251810799</c:v>
                </c:pt>
                <c:pt idx="1129">
                  <c:v>3.1111674859367882</c:v>
                </c:pt>
                <c:pt idx="1130">
                  <c:v>3.335062980651855</c:v>
                </c:pt>
                <c:pt idx="1131">
                  <c:v>3.2750244176093108</c:v>
                </c:pt>
                <c:pt idx="1132">
                  <c:v>2.8375213146209721</c:v>
                </c:pt>
                <c:pt idx="1133">
                  <c:v>2.8276090885708038</c:v>
                </c:pt>
                <c:pt idx="1134">
                  <c:v>2.7460401835566959</c:v>
                </c:pt>
                <c:pt idx="1135">
                  <c:v>2.6761350772342429</c:v>
                </c:pt>
                <c:pt idx="1136">
                  <c:v>2.6148955821990971</c:v>
                </c:pt>
                <c:pt idx="1137">
                  <c:v>2.4488121631021942</c:v>
                </c:pt>
                <c:pt idx="1138">
                  <c:v>2.3353967653156218</c:v>
                </c:pt>
                <c:pt idx="1139">
                  <c:v>2.315111398696899</c:v>
                </c:pt>
                <c:pt idx="1140">
                  <c:v>2.3092241009936019</c:v>
                </c:pt>
                <c:pt idx="1141">
                  <c:v>2.210496168811992</c:v>
                </c:pt>
                <c:pt idx="1142">
                  <c:v>2.1858944892883301</c:v>
                </c:pt>
                <c:pt idx="1143">
                  <c:v>2.188184166359743</c:v>
                </c:pt>
                <c:pt idx="1144">
                  <c:v>2.2178894313106579</c:v>
                </c:pt>
                <c:pt idx="1145">
                  <c:v>2.237301111221313</c:v>
                </c:pt>
                <c:pt idx="1146">
                  <c:v>2.24199560580798</c:v>
                </c:pt>
                <c:pt idx="1147">
                  <c:v>2.3447385125492848</c:v>
                </c:pt>
                <c:pt idx="1148">
                  <c:v>2.419458249717394</c:v>
                </c:pt>
                <c:pt idx="1149">
                  <c:v>2.4316549301147461</c:v>
                </c:pt>
                <c:pt idx="1150">
                  <c:v>2.419345352406765</c:v>
                </c:pt>
                <c:pt idx="1151">
                  <c:v>2.3170980195101381</c:v>
                </c:pt>
                <c:pt idx="1152">
                  <c:v>2.1813834881523699</c:v>
                </c:pt>
                <c:pt idx="1153">
                  <c:v>2.1302559375762939</c:v>
                </c:pt>
                <c:pt idx="1154">
                  <c:v>2.096484845038936</c:v>
                </c:pt>
                <c:pt idx="1155">
                  <c:v>2.0381782349957782</c:v>
                </c:pt>
                <c:pt idx="1156">
                  <c:v>1.931785464286804</c:v>
                </c:pt>
                <c:pt idx="1157">
                  <c:v>1.9244065216940089</c:v>
                </c:pt>
                <c:pt idx="1158">
                  <c:v>1.8389337699941279</c:v>
                </c:pt>
                <c:pt idx="1159">
                  <c:v>1.7026868656914409</c:v>
                </c:pt>
                <c:pt idx="1160">
                  <c:v>1.6657745838165281</c:v>
                </c:pt>
                <c:pt idx="1161">
                  <c:v>1.6473782509385171</c:v>
                </c:pt>
                <c:pt idx="1162">
                  <c:v>1.5207816028303931</c:v>
                </c:pt>
                <c:pt idx="1163">
                  <c:v>1.451160311698914</c:v>
                </c:pt>
                <c:pt idx="1164">
                  <c:v>1.45741111785632</c:v>
                </c:pt>
                <c:pt idx="1165">
                  <c:v>1.5224867148627821</c:v>
                </c:pt>
                <c:pt idx="1166">
                  <c:v>1.6721507940878111</c:v>
                </c:pt>
                <c:pt idx="1167">
                  <c:v>1.688279986381531</c:v>
                </c:pt>
                <c:pt idx="1168">
                  <c:v>1.6924423565360449</c:v>
                </c:pt>
                <c:pt idx="1169">
                  <c:v>1.725105881690979</c:v>
                </c:pt>
                <c:pt idx="1170">
                  <c:v>1.7210093227585419</c:v>
                </c:pt>
                <c:pt idx="1171">
                  <c:v>1.6820889036271569</c:v>
                </c:pt>
                <c:pt idx="1172">
                  <c:v>1.678974509239197</c:v>
                </c:pt>
                <c:pt idx="1173">
                  <c:v>1.6851373203840281</c:v>
                </c:pt>
                <c:pt idx="1174">
                  <c:v>1.74369487334155</c:v>
                </c:pt>
                <c:pt idx="1175">
                  <c:v>1.7729163549789071</c:v>
                </c:pt>
                <c:pt idx="1176">
                  <c:v>1.7939174175262449</c:v>
                </c:pt>
                <c:pt idx="1177">
                  <c:v>1.837459249985915</c:v>
                </c:pt>
                <c:pt idx="1178">
                  <c:v>2.015808102595777</c:v>
                </c:pt>
                <c:pt idx="1179">
                  <c:v>2.0291657447814941</c:v>
                </c:pt>
                <c:pt idx="1180">
                  <c:v>2.0421652793047298</c:v>
                </c:pt>
                <c:pt idx="1181">
                  <c:v>2.101213390198347</c:v>
                </c:pt>
                <c:pt idx="1182">
                  <c:v>2.1738125522079619</c:v>
                </c:pt>
                <c:pt idx="1183">
                  <c:v>2.188509464263916</c:v>
                </c:pt>
                <c:pt idx="1184">
                  <c:v>2.1880585848466501</c:v>
                </c:pt>
                <c:pt idx="1185">
                  <c:v>2.1846107550150529</c:v>
                </c:pt>
                <c:pt idx="1186">
                  <c:v>2.1836211681365971</c:v>
                </c:pt>
                <c:pt idx="1187">
                  <c:v>2.173601201210086</c:v>
                </c:pt>
                <c:pt idx="1188">
                  <c:v>2.0777297652106261</c:v>
                </c:pt>
                <c:pt idx="1189">
                  <c:v>2.024563312530518</c:v>
                </c:pt>
                <c:pt idx="1190">
                  <c:v>2.016748062102069</c:v>
                </c:pt>
                <c:pt idx="1191">
                  <c:v>1.9582061543529179</c:v>
                </c:pt>
                <c:pt idx="1192">
                  <c:v>1.852926577042991</c:v>
                </c:pt>
                <c:pt idx="1193">
                  <c:v>1.8304945230484011</c:v>
                </c:pt>
                <c:pt idx="1194">
                  <c:v>1.8180937705667599</c:v>
                </c:pt>
                <c:pt idx="1195">
                  <c:v>1.781826221097313</c:v>
                </c:pt>
                <c:pt idx="1196">
                  <c:v>1.749933004379272</c:v>
                </c:pt>
                <c:pt idx="1197">
                  <c:v>1.74306868291329</c:v>
                </c:pt>
                <c:pt idx="1198">
                  <c:v>1.5878915115192691</c:v>
                </c:pt>
                <c:pt idx="1199">
                  <c:v>1.5563615560531621</c:v>
                </c:pt>
                <c:pt idx="1200">
                  <c:v>1.5525295650883411</c:v>
                </c:pt>
                <c:pt idx="1201">
                  <c:v>1.527969775831532</c:v>
                </c:pt>
                <c:pt idx="1202">
                  <c:v>1.502719313929352</c:v>
                </c:pt>
                <c:pt idx="1203">
                  <c:v>1.49436366558075</c:v>
                </c:pt>
                <c:pt idx="1204">
                  <c:v>1.4866013282557999</c:v>
                </c:pt>
                <c:pt idx="1205">
                  <c:v>1.4542879399588531</c:v>
                </c:pt>
                <c:pt idx="1206">
                  <c:v>1.44769811630249</c:v>
                </c:pt>
                <c:pt idx="1207">
                  <c:v>1.435622477200025</c:v>
                </c:pt>
                <c:pt idx="1208">
                  <c:v>1.3411893971432229</c:v>
                </c:pt>
                <c:pt idx="1209">
                  <c:v>1.311027526855469</c:v>
                </c:pt>
                <c:pt idx="1210">
                  <c:v>1.3023349187795601</c:v>
                </c:pt>
                <c:pt idx="1211">
                  <c:v>1.2862029642104671</c:v>
                </c:pt>
                <c:pt idx="1212">
                  <c:v>1.2561086416244509</c:v>
                </c:pt>
                <c:pt idx="1213">
                  <c:v>1.212718986888107</c:v>
                </c:pt>
                <c:pt idx="1214">
                  <c:v>1.183232460257502</c:v>
                </c:pt>
                <c:pt idx="1215">
                  <c:v>1.1423302398057771</c:v>
                </c:pt>
                <c:pt idx="1216">
                  <c:v>1.1316684484481809</c:v>
                </c:pt>
                <c:pt idx="1217">
                  <c:v>1.1161583100094039</c:v>
                </c:pt>
                <c:pt idx="1218">
                  <c:v>1.006365923735999</c:v>
                </c:pt>
                <c:pt idx="1219">
                  <c:v>0.97510260343551636</c:v>
                </c:pt>
                <c:pt idx="1220">
                  <c:v>0.9771691299065528</c:v>
                </c:pt>
                <c:pt idx="1221">
                  <c:v>0.99452070876841159</c:v>
                </c:pt>
                <c:pt idx="1222">
                  <c:v>0.99882334470748901</c:v>
                </c:pt>
                <c:pt idx="1223">
                  <c:v>0.91824588117037742</c:v>
                </c:pt>
                <c:pt idx="1224">
                  <c:v>0.87246085565803566</c:v>
                </c:pt>
                <c:pt idx="1225">
                  <c:v>0.85526132583618164</c:v>
                </c:pt>
                <c:pt idx="1226">
                  <c:v>0.91626523549118266</c:v>
                </c:pt>
                <c:pt idx="1227">
                  <c:v>0.99260833560776696</c:v>
                </c:pt>
                <c:pt idx="1228">
                  <c:v>1.051939725875854</c:v>
                </c:pt>
                <c:pt idx="1229">
                  <c:v>1.056418445696083</c:v>
                </c:pt>
                <c:pt idx="1230">
                  <c:v>1.091021150719323</c:v>
                </c:pt>
                <c:pt idx="1231">
                  <c:v>1.147469196879656</c:v>
                </c:pt>
                <c:pt idx="1232">
                  <c:v>1.1517713069915769</c:v>
                </c:pt>
                <c:pt idx="1233">
                  <c:v>1.168951212357187</c:v>
                </c:pt>
                <c:pt idx="1234">
                  <c:v>1.204339265823364</c:v>
                </c:pt>
                <c:pt idx="1235">
                  <c:v>1.19540987540918</c:v>
                </c:pt>
                <c:pt idx="1236">
                  <c:v>1.1278821699498121</c:v>
                </c:pt>
                <c:pt idx="1237">
                  <c:v>1.088675379753113</c:v>
                </c:pt>
                <c:pt idx="1238">
                  <c:v>1.088642943493934</c:v>
                </c:pt>
                <c:pt idx="1239">
                  <c:v>1.0882442782529269</c:v>
                </c:pt>
                <c:pt idx="1240">
                  <c:v>1.088210344314575</c:v>
                </c:pt>
                <c:pt idx="1241">
                  <c:v>1.1013765315619479</c:v>
                </c:pt>
                <c:pt idx="1242">
                  <c:v>1.1115908622741699</c:v>
                </c:pt>
                <c:pt idx="1243">
                  <c:v>1.113405405497651</c:v>
                </c:pt>
                <c:pt idx="1244">
                  <c:v>1.1301533494398439</c:v>
                </c:pt>
                <c:pt idx="1245">
                  <c:v>1.1415253877639771</c:v>
                </c:pt>
                <c:pt idx="1246">
                  <c:v>1.142108767303091</c:v>
                </c:pt>
                <c:pt idx="1247">
                  <c:v>1.147538304328918</c:v>
                </c:pt>
                <c:pt idx="1248">
                  <c:v>1.13134754412978</c:v>
                </c:pt>
                <c:pt idx="1249">
                  <c:v>1.0296394343429569</c:v>
                </c:pt>
                <c:pt idx="1250">
                  <c:v>0.9892805814743042</c:v>
                </c:pt>
                <c:pt idx="1251">
                  <c:v>0.97659749011088737</c:v>
                </c:pt>
                <c:pt idx="1252">
                  <c:v>0.9311974048614502</c:v>
                </c:pt>
                <c:pt idx="1253">
                  <c:v>0.93691859743429717</c:v>
                </c:pt>
                <c:pt idx="1254">
                  <c:v>1.0151336754276299</c:v>
                </c:pt>
                <c:pt idx="1255">
                  <c:v>1.0565301108957059</c:v>
                </c:pt>
                <c:pt idx="1256">
                  <c:v>1.070651054382324</c:v>
                </c:pt>
                <c:pt idx="1257">
                  <c:v>1.093619474869129</c:v>
                </c:pt>
                <c:pt idx="1258">
                  <c:v>1.140670110591226</c:v>
                </c:pt>
                <c:pt idx="1259">
                  <c:v>1.147095322608948</c:v>
                </c:pt>
                <c:pt idx="1260">
                  <c:v>1.1464441917093631</c:v>
                </c:pt>
                <c:pt idx="1261">
                  <c:v>1.14280710454791</c:v>
                </c:pt>
                <c:pt idx="1262">
                  <c:v>1.1385630755468501</c:v>
                </c:pt>
                <c:pt idx="1263">
                  <c:v>1.136982202529907</c:v>
                </c:pt>
                <c:pt idx="1264">
                  <c:v>1.1361358481366981</c:v>
                </c:pt>
                <c:pt idx="1265">
                  <c:v>1.129001886653745</c:v>
                </c:pt>
                <c:pt idx="1266">
                  <c:v>1.12476658821106</c:v>
                </c:pt>
                <c:pt idx="1267">
                  <c:v>1.122840030258258</c:v>
                </c:pt>
                <c:pt idx="1268">
                  <c:v>1.110351952549183</c:v>
                </c:pt>
                <c:pt idx="1269">
                  <c:v>1.099566578218016</c:v>
                </c:pt>
                <c:pt idx="1270">
                  <c:v>1.090131945437395</c:v>
                </c:pt>
                <c:pt idx="1271">
                  <c:v>1.0885388851165769</c:v>
                </c:pt>
                <c:pt idx="1272">
                  <c:v>1.1241024274632789</c:v>
                </c:pt>
                <c:pt idx="1273">
                  <c:v>1.191975523991021</c:v>
                </c:pt>
                <c:pt idx="1274">
                  <c:v>1.224931955337524</c:v>
                </c:pt>
                <c:pt idx="1275">
                  <c:v>1.2291819690007491</c:v>
                </c:pt>
                <c:pt idx="1276">
                  <c:v>1.2691583633422849</c:v>
                </c:pt>
                <c:pt idx="1277">
                  <c:v>1.2695678146655309</c:v>
                </c:pt>
                <c:pt idx="1278">
                  <c:v>1.2824352146260189</c:v>
                </c:pt>
                <c:pt idx="1279">
                  <c:v>1.293912727504682</c:v>
                </c:pt>
                <c:pt idx="1280">
                  <c:v>1.2998121976852419</c:v>
                </c:pt>
                <c:pt idx="1281">
                  <c:v>1.2979325248163149</c:v>
                </c:pt>
                <c:pt idx="1282">
                  <c:v>1.268491268157959</c:v>
                </c:pt>
                <c:pt idx="1283">
                  <c:v>1.2662349914088691</c:v>
                </c:pt>
                <c:pt idx="1284">
                  <c:v>1.2525311374736079</c:v>
                </c:pt>
                <c:pt idx="1285">
                  <c:v>1.241402149200439</c:v>
                </c:pt>
                <c:pt idx="1286">
                  <c:v>1.2393718624687651</c:v>
                </c:pt>
                <c:pt idx="1287">
                  <c:v>1.2276081630475439</c:v>
                </c:pt>
                <c:pt idx="1288">
                  <c:v>1.215217167491168</c:v>
                </c:pt>
                <c:pt idx="1289">
                  <c:v>1.2092833518981929</c:v>
                </c:pt>
                <c:pt idx="1290">
                  <c:v>1.211129281030457</c:v>
                </c:pt>
                <c:pt idx="1291">
                  <c:v>1.221237527687876</c:v>
                </c:pt>
                <c:pt idx="1292">
                  <c:v>1.227347850799561</c:v>
                </c:pt>
                <c:pt idx="1293">
                  <c:v>1.2167849236212389</c:v>
                </c:pt>
                <c:pt idx="1294">
                  <c:v>1.0883029699325559</c:v>
                </c:pt>
                <c:pt idx="1295">
                  <c:v>1.0879113638009901</c:v>
                </c:pt>
                <c:pt idx="1296">
                  <c:v>1.0852270027067059</c:v>
                </c:pt>
                <c:pt idx="1297">
                  <c:v>1.0840004682540889</c:v>
                </c:pt>
                <c:pt idx="1298">
                  <c:v>1.075055361121803</c:v>
                </c:pt>
                <c:pt idx="1299">
                  <c:v>1.003183493262892</c:v>
                </c:pt>
                <c:pt idx="1300">
                  <c:v>0.94590621644792328</c:v>
                </c:pt>
                <c:pt idx="1301">
                  <c:v>0.93673849105834961</c:v>
                </c:pt>
                <c:pt idx="1302">
                  <c:v>0.93622462818532526</c:v>
                </c:pt>
                <c:pt idx="1303">
                  <c:v>0.9298095121003721</c:v>
                </c:pt>
                <c:pt idx="1304">
                  <c:v>0.9283292293548584</c:v>
                </c:pt>
                <c:pt idx="1305">
                  <c:v>0.94689562763294866</c:v>
                </c:pt>
                <c:pt idx="1306">
                  <c:v>0.9727932035253497</c:v>
                </c:pt>
                <c:pt idx="1307">
                  <c:v>1.007915139198303</c:v>
                </c:pt>
                <c:pt idx="1308">
                  <c:v>1.1129389689697169</c:v>
                </c:pt>
                <c:pt idx="1309">
                  <c:v>1.2610167400569881</c:v>
                </c:pt>
                <c:pt idx="1310">
                  <c:v>1.326391339302063</c:v>
                </c:pt>
                <c:pt idx="1311">
                  <c:v>1.32713880808072</c:v>
                </c:pt>
                <c:pt idx="1312">
                  <c:v>1.3344580855790691</c:v>
                </c:pt>
                <c:pt idx="1313">
                  <c:v>1.3396098251919</c:v>
                </c:pt>
                <c:pt idx="1314">
                  <c:v>1.340058326721191</c:v>
                </c:pt>
                <c:pt idx="1315">
                  <c:v>1.277341795986215</c:v>
                </c:pt>
                <c:pt idx="1316">
                  <c:v>1.215935184892742</c:v>
                </c:pt>
                <c:pt idx="1317">
                  <c:v>1.211330652236938</c:v>
                </c:pt>
                <c:pt idx="1318">
                  <c:v>1.2052549641711769</c:v>
                </c:pt>
                <c:pt idx="1319">
                  <c:v>1.167810082199757</c:v>
                </c:pt>
                <c:pt idx="1320">
                  <c:v>1.149968028068542</c:v>
                </c:pt>
                <c:pt idx="1321">
                  <c:v>1.1416614673614951</c:v>
                </c:pt>
                <c:pt idx="1322">
                  <c:v>1.0859269027829419</c:v>
                </c:pt>
                <c:pt idx="1323">
                  <c:v>1.0419801608009731</c:v>
                </c:pt>
                <c:pt idx="1324">
                  <c:v>1.028469324111938</c:v>
                </c:pt>
                <c:pt idx="1325">
                  <c:v>1.024081408214869</c:v>
                </c:pt>
                <c:pt idx="1326">
                  <c:v>0.98871344327926636</c:v>
                </c:pt>
                <c:pt idx="1327">
                  <c:v>0.99949702669797535</c:v>
                </c:pt>
                <c:pt idx="1328">
                  <c:v>1.0561476124903879</c:v>
                </c:pt>
                <c:pt idx="1329">
                  <c:v>1.1068261183385431</c:v>
                </c:pt>
                <c:pt idx="1330">
                  <c:v>1.149719834327698</c:v>
                </c:pt>
                <c:pt idx="1331">
                  <c:v>1.160417935168514</c:v>
                </c:pt>
                <c:pt idx="1332">
                  <c:v>1.2192999384149339</c:v>
                </c:pt>
                <c:pt idx="1333">
                  <c:v>1.2691388130187991</c:v>
                </c:pt>
                <c:pt idx="1334">
                  <c:v>1.2643799572102441</c:v>
                </c:pt>
                <c:pt idx="1335">
                  <c:v>1.226716679092968</c:v>
                </c:pt>
                <c:pt idx="1336">
                  <c:v>1.220772266387939</c:v>
                </c:pt>
                <c:pt idx="1337">
                  <c:v>1.2255128254239389</c:v>
                </c:pt>
                <c:pt idx="1338">
                  <c:v>1.2535273909811659</c:v>
                </c:pt>
                <c:pt idx="1339">
                  <c:v>1.271875739097595</c:v>
                </c:pt>
                <c:pt idx="1340">
                  <c:v>1.2902959621201431</c:v>
                </c:pt>
                <c:pt idx="1341">
                  <c:v>1.484237038943659</c:v>
                </c:pt>
                <c:pt idx="1342">
                  <c:v>1.5135635137557979</c:v>
                </c:pt>
                <c:pt idx="1343">
                  <c:v>1.5104867703545439</c:v>
                </c:pt>
                <c:pt idx="1344">
                  <c:v>1.486610227365895</c:v>
                </c:pt>
                <c:pt idx="1345">
                  <c:v>1.459026590662583</c:v>
                </c:pt>
                <c:pt idx="1346">
                  <c:v>1.4412679672241211</c:v>
                </c:pt>
                <c:pt idx="1347">
                  <c:v>1.437828856658748</c:v>
                </c:pt>
                <c:pt idx="1348">
                  <c:v>1.372120652752151</c:v>
                </c:pt>
                <c:pt idx="1349">
                  <c:v>1.3030263185501101</c:v>
                </c:pt>
                <c:pt idx="1350">
                  <c:v>1.2969246323435979</c:v>
                </c:pt>
                <c:pt idx="1351">
                  <c:v>1.2455289108205001</c:v>
                </c:pt>
                <c:pt idx="1352">
                  <c:v>1.2273434400558469</c:v>
                </c:pt>
                <c:pt idx="1353">
                  <c:v>1.201395492602402</c:v>
                </c:pt>
                <c:pt idx="1354">
                  <c:v>1.128738929655084</c:v>
                </c:pt>
                <c:pt idx="1355">
                  <c:v>1.1093654632568359</c:v>
                </c:pt>
                <c:pt idx="1356">
                  <c:v>1.1202479680974149</c:v>
                </c:pt>
                <c:pt idx="1357">
                  <c:v>1.1410269616032209</c:v>
                </c:pt>
                <c:pt idx="1358">
                  <c:v>1.149370551109314</c:v>
                </c:pt>
                <c:pt idx="1359">
                  <c:v>1.1566826814997351</c:v>
                </c:pt>
                <c:pt idx="1360">
                  <c:v>1.2016545161632739</c:v>
                </c:pt>
                <c:pt idx="1361">
                  <c:v>1.2374840217259639</c:v>
                </c:pt>
                <c:pt idx="1362">
                  <c:v>1.2688113451004031</c:v>
                </c:pt>
                <c:pt idx="1363">
                  <c:v>1.2771871225990099</c:v>
                </c:pt>
                <c:pt idx="1364">
                  <c:v>1.310752687084294</c:v>
                </c:pt>
                <c:pt idx="1365">
                  <c:v>1.3388463214073341</c:v>
                </c:pt>
                <c:pt idx="1366">
                  <c:v>1.3416264057159419</c:v>
                </c:pt>
                <c:pt idx="1367">
                  <c:v>1.3367224667756199</c:v>
                </c:pt>
                <c:pt idx="1368">
                  <c:v>1.323125533771454</c:v>
                </c:pt>
                <c:pt idx="1369">
                  <c:v>1.3162276744842529</c:v>
                </c:pt>
                <c:pt idx="1370">
                  <c:v>1.316469588956513</c:v>
                </c:pt>
                <c:pt idx="1371">
                  <c:v>1.31877674941442</c:v>
                </c:pt>
                <c:pt idx="1372">
                  <c:v>1.321115374565125</c:v>
                </c:pt>
                <c:pt idx="1373">
                  <c:v>1.3280230834043081</c:v>
                </c:pt>
                <c:pt idx="1374">
                  <c:v>1.332934644655724</c:v>
                </c:pt>
                <c:pt idx="1375">
                  <c:v>1.426220331452408</c:v>
                </c:pt>
                <c:pt idx="1376">
                  <c:v>1.442080974578857</c:v>
                </c:pt>
                <c:pt idx="1377">
                  <c:v>1.443304879913466</c:v>
                </c:pt>
                <c:pt idx="1378">
                  <c:v>1.452978372573853</c:v>
                </c:pt>
                <c:pt idx="1379">
                  <c:v>1.459618850184035</c:v>
                </c:pt>
                <c:pt idx="1380">
                  <c:v>1.465856024122778</c:v>
                </c:pt>
                <c:pt idx="1381">
                  <c:v>1.5000553296379779</c:v>
                </c:pt>
                <c:pt idx="1382">
                  <c:v>1.5249790351749899</c:v>
                </c:pt>
                <c:pt idx="1383">
                  <c:v>1.5277894735336299</c:v>
                </c:pt>
                <c:pt idx="1384">
                  <c:v>1.520595284961803</c:v>
                </c:pt>
                <c:pt idx="1385">
                  <c:v>1.4424708679442191</c:v>
                </c:pt>
                <c:pt idx="1386">
                  <c:v>1.421896696090698</c:v>
                </c:pt>
                <c:pt idx="1387">
                  <c:v>1.4278898303224521</c:v>
                </c:pt>
                <c:pt idx="1388">
                  <c:v>1.4550468651768831</c:v>
                </c:pt>
                <c:pt idx="1389">
                  <c:v>1.479553456036472</c:v>
                </c:pt>
                <c:pt idx="1390">
                  <c:v>1.5070058107376101</c:v>
                </c:pt>
                <c:pt idx="1391">
                  <c:v>1.4972747473822681</c:v>
                </c:pt>
                <c:pt idx="1392">
                  <c:v>1.392150402069092</c:v>
                </c:pt>
                <c:pt idx="1393">
                  <c:v>1.394678330373315</c:v>
                </c:pt>
                <c:pt idx="1394">
                  <c:v>1.422255850615844</c:v>
                </c:pt>
                <c:pt idx="1395">
                  <c:v>1.4311695098876951</c:v>
                </c:pt>
                <c:pt idx="1396">
                  <c:v>1.4298059199740301</c:v>
                </c:pt>
                <c:pt idx="1397">
                  <c:v>1.4190556949813089</c:v>
                </c:pt>
                <c:pt idx="1398">
                  <c:v>1.4127340316772461</c:v>
                </c:pt>
                <c:pt idx="1399">
                  <c:v>1.427269380162258</c:v>
                </c:pt>
                <c:pt idx="1400">
                  <c:v>1.504618167877197</c:v>
                </c:pt>
                <c:pt idx="1401">
                  <c:v>1.5083981578927621</c:v>
                </c:pt>
                <c:pt idx="1402">
                  <c:v>1.5498258402914431</c:v>
                </c:pt>
                <c:pt idx="1403">
                  <c:v>1.5635805130004881</c:v>
                </c:pt>
                <c:pt idx="1404">
                  <c:v>1.55981975566308</c:v>
                </c:pt>
                <c:pt idx="1405">
                  <c:v>1.5258409976959231</c:v>
                </c:pt>
                <c:pt idx="1406">
                  <c:v>1.5309104947343271</c:v>
                </c:pt>
                <c:pt idx="1407">
                  <c:v>1.5389282848319681</c:v>
                </c:pt>
                <c:pt idx="1408">
                  <c:v>1.546482423786621</c:v>
                </c:pt>
                <c:pt idx="1409">
                  <c:v>1.548797011375427</c:v>
                </c:pt>
                <c:pt idx="1410">
                  <c:v>1.457721153916006</c:v>
                </c:pt>
                <c:pt idx="1411">
                  <c:v>1.349468635653696</c:v>
                </c:pt>
                <c:pt idx="1412">
                  <c:v>1.329342126846313</c:v>
                </c:pt>
                <c:pt idx="1413">
                  <c:v>1.3114592679907211</c:v>
                </c:pt>
                <c:pt idx="1414">
                  <c:v>1.2981044983172909</c:v>
                </c:pt>
                <c:pt idx="1415">
                  <c:v>1.263199920166229</c:v>
                </c:pt>
                <c:pt idx="1416">
                  <c:v>1.2561632394790649</c:v>
                </c:pt>
                <c:pt idx="1417">
                  <c:v>1.257323007659527</c:v>
                </c:pt>
                <c:pt idx="1418">
                  <c:v>1.268055167104309</c:v>
                </c:pt>
                <c:pt idx="1419">
                  <c:v>1.272508978843689</c:v>
                </c:pt>
                <c:pt idx="1420">
                  <c:v>1.2752834203468759</c:v>
                </c:pt>
                <c:pt idx="1421">
                  <c:v>1.300099717657178</c:v>
                </c:pt>
                <c:pt idx="1422">
                  <c:v>1.3168473243713379</c:v>
                </c:pt>
                <c:pt idx="1423">
                  <c:v>1.314536017085572</c:v>
                </c:pt>
                <c:pt idx="1424">
                  <c:v>1.312539888066047</c:v>
                </c:pt>
                <c:pt idx="1425">
                  <c:v>1.2852771708536339</c:v>
                </c:pt>
                <c:pt idx="1426">
                  <c:v>1.2548204849560469</c:v>
                </c:pt>
                <c:pt idx="1427">
                  <c:v>1.2315723356985711</c:v>
                </c:pt>
                <c:pt idx="1428">
                  <c:v>1.195268829299575</c:v>
                </c:pt>
                <c:pt idx="1429">
                  <c:v>1.174800495561465</c:v>
                </c:pt>
                <c:pt idx="1430">
                  <c:v>1.171833276748657</c:v>
                </c:pt>
                <c:pt idx="1431">
                  <c:v>1.0397728681564331</c:v>
                </c:pt>
                <c:pt idx="1432">
                  <c:v>1.00641432246189</c:v>
                </c:pt>
                <c:pt idx="1433">
                  <c:v>0.98315519094467163</c:v>
                </c:pt>
                <c:pt idx="1434">
                  <c:v>0.99251578797721318</c:v>
                </c:pt>
                <c:pt idx="1435">
                  <c:v>1.0687487559540529</c:v>
                </c:pt>
                <c:pt idx="1436">
                  <c:v>1.1362694501876831</c:v>
                </c:pt>
                <c:pt idx="1437">
                  <c:v>1.1393353066007439</c:v>
                </c:pt>
                <c:pt idx="1438">
                  <c:v>1.142313890597062</c:v>
                </c:pt>
                <c:pt idx="1439">
                  <c:v>1.196521854964633</c:v>
                </c:pt>
                <c:pt idx="1440">
                  <c:v>1.2204297797244319</c:v>
                </c:pt>
                <c:pt idx="1441">
                  <c:v>1.224392890930176</c:v>
                </c:pt>
                <c:pt idx="1442">
                  <c:v>1.2174391911696589</c:v>
                </c:pt>
                <c:pt idx="1443">
                  <c:v>1.086233083280757</c:v>
                </c:pt>
                <c:pt idx="1444">
                  <c:v>1.0759555101394651</c:v>
                </c:pt>
                <c:pt idx="1445">
                  <c:v>1.0719587090233</c:v>
                </c:pt>
                <c:pt idx="1446">
                  <c:v>1.0273115047371579</c:v>
                </c:pt>
                <c:pt idx="1447">
                  <c:v>1.0155942440032959</c:v>
                </c:pt>
                <c:pt idx="1448">
                  <c:v>1.0111186951436539</c:v>
                </c:pt>
                <c:pt idx="1449">
                  <c:v>0.98556088277721932</c:v>
                </c:pt>
                <c:pt idx="1450">
                  <c:v>0.96926307716791549</c:v>
                </c:pt>
                <c:pt idx="1451">
                  <c:v>0.96635836362838745</c:v>
                </c:pt>
                <c:pt idx="1452">
                  <c:v>0.96357336272629979</c:v>
                </c:pt>
                <c:pt idx="1453">
                  <c:v>0.91938340663909912</c:v>
                </c:pt>
                <c:pt idx="1454">
                  <c:v>0.89906302960854012</c:v>
                </c:pt>
                <c:pt idx="1455">
                  <c:v>0.87407925343004356</c:v>
                </c:pt>
                <c:pt idx="1456">
                  <c:v>0.86072969436645508</c:v>
                </c:pt>
                <c:pt idx="1457">
                  <c:v>0.84858171433734519</c:v>
                </c:pt>
                <c:pt idx="1458">
                  <c:v>0.73423445224761963</c:v>
                </c:pt>
                <c:pt idx="1459">
                  <c:v>0.7213014112171211</c:v>
                </c:pt>
                <c:pt idx="1460">
                  <c:v>0.69963568065152049</c:v>
                </c:pt>
                <c:pt idx="1461">
                  <c:v>0.67975523241801983</c:v>
                </c:pt>
                <c:pt idx="1462">
                  <c:v>0.66569936275482178</c:v>
                </c:pt>
                <c:pt idx="1463">
                  <c:v>0.66419393654263903</c:v>
                </c:pt>
                <c:pt idx="1464">
                  <c:v>0.6630779110832683</c:v>
                </c:pt>
                <c:pt idx="1465">
                  <c:v>0.65931576855642227</c:v>
                </c:pt>
                <c:pt idx="1466">
                  <c:v>0.65556473103814739</c:v>
                </c:pt>
                <c:pt idx="1467">
                  <c:v>0.65189544647241915</c:v>
                </c:pt>
                <c:pt idx="1468">
                  <c:v>0.64994180202484131</c:v>
                </c:pt>
                <c:pt idx="1469">
                  <c:v>0.70742040872573853</c:v>
                </c:pt>
                <c:pt idx="1470">
                  <c:v>0.75573445485794699</c:v>
                </c:pt>
                <c:pt idx="1471">
                  <c:v>0.76270383596420288</c:v>
                </c:pt>
                <c:pt idx="1472">
                  <c:v>0.7842179980798567</c:v>
                </c:pt>
                <c:pt idx="1473">
                  <c:v>0.92016414546036651</c:v>
                </c:pt>
                <c:pt idx="1474">
                  <c:v>1.0349975824356079</c:v>
                </c:pt>
                <c:pt idx="1475">
                  <c:v>1.035465883223738</c:v>
                </c:pt>
                <c:pt idx="1476">
                  <c:v>1.038018221092724</c:v>
                </c:pt>
                <c:pt idx="1477">
                  <c:v>1.0398806190538099</c:v>
                </c:pt>
                <c:pt idx="1478">
                  <c:v>1.0408362150192261</c:v>
                </c:pt>
                <c:pt idx="1479">
                  <c:v>1.0349046668059589</c:v>
                </c:pt>
                <c:pt idx="1480">
                  <c:v>0.98417050503304138</c:v>
                </c:pt>
                <c:pt idx="1481">
                  <c:v>0.95779705047607422</c:v>
                </c:pt>
                <c:pt idx="1482">
                  <c:v>0.95443360622837259</c:v>
                </c:pt>
                <c:pt idx="1483">
                  <c:v>0.89108961820602417</c:v>
                </c:pt>
                <c:pt idx="1484">
                  <c:v>0.89152890302130472</c:v>
                </c:pt>
                <c:pt idx="1485">
                  <c:v>0.89204588297753429</c:v>
                </c:pt>
                <c:pt idx="1486">
                  <c:v>0.90339409232876577</c:v>
                </c:pt>
                <c:pt idx="1487">
                  <c:v>0.90708285570144653</c:v>
                </c:pt>
                <c:pt idx="1488">
                  <c:v>0.90194834201857332</c:v>
                </c:pt>
                <c:pt idx="1489">
                  <c:v>0.86224878335362787</c:v>
                </c:pt>
                <c:pt idx="1490">
                  <c:v>0.83838319778442383</c:v>
                </c:pt>
                <c:pt idx="1491">
                  <c:v>0.84366828655471682</c:v>
                </c:pt>
                <c:pt idx="1492">
                  <c:v>0.84727609318235397</c:v>
                </c:pt>
                <c:pt idx="1493">
                  <c:v>0.92305438037079912</c:v>
                </c:pt>
                <c:pt idx="1494">
                  <c:v>0.9290812611579895</c:v>
                </c:pt>
                <c:pt idx="1495">
                  <c:v>0.91245599548148359</c:v>
                </c:pt>
                <c:pt idx="1496">
                  <c:v>0.83416880193770182</c:v>
                </c:pt>
                <c:pt idx="1497">
                  <c:v>0.80283230543136597</c:v>
                </c:pt>
                <c:pt idx="1498">
                  <c:v>0.81009994472091573</c:v>
                </c:pt>
                <c:pt idx="1499">
                  <c:v>0.85671146306428969</c:v>
                </c:pt>
                <c:pt idx="1500">
                  <c:v>0.88632765567998584</c:v>
                </c:pt>
                <c:pt idx="1501">
                  <c:v>0.89158213138580322</c:v>
                </c:pt>
                <c:pt idx="1502">
                  <c:v>0.8916444662264198</c:v>
                </c:pt>
                <c:pt idx="1503">
                  <c:v>0.89213830622370205</c:v>
                </c:pt>
                <c:pt idx="1504">
                  <c:v>0.89246753653354938</c:v>
                </c:pt>
                <c:pt idx="1505">
                  <c:v>0.89272927616077491</c:v>
                </c:pt>
                <c:pt idx="1506">
                  <c:v>0.89314598082506702</c:v>
                </c:pt>
                <c:pt idx="1507">
                  <c:v>0.89345205631954638</c:v>
                </c:pt>
                <c:pt idx="1508">
                  <c:v>0.89349782466888428</c:v>
                </c:pt>
                <c:pt idx="1509">
                  <c:v>0.8047214150428772</c:v>
                </c:pt>
                <c:pt idx="1510">
                  <c:v>0.78808987644452944</c:v>
                </c:pt>
                <c:pt idx="1511">
                  <c:v>0.7215501070022583</c:v>
                </c:pt>
                <c:pt idx="1512">
                  <c:v>0.71421116968781351</c:v>
                </c:pt>
                <c:pt idx="1513">
                  <c:v>0.70796915075495725</c:v>
                </c:pt>
                <c:pt idx="1514">
                  <c:v>0.67855285941439591</c:v>
                </c:pt>
                <c:pt idx="1515">
                  <c:v>0.66828316450119019</c:v>
                </c:pt>
                <c:pt idx="1516">
                  <c:v>0.67039091794607442</c:v>
                </c:pt>
                <c:pt idx="1517">
                  <c:v>0.68355298042297363</c:v>
                </c:pt>
                <c:pt idx="1518">
                  <c:v>0.68330459247402753</c:v>
                </c:pt>
                <c:pt idx="1519">
                  <c:v>0.68256919688053508</c:v>
                </c:pt>
                <c:pt idx="1520">
                  <c:v>0.6816770631945448</c:v>
                </c:pt>
                <c:pt idx="1521">
                  <c:v>0.68139559030532837</c:v>
                </c:pt>
                <c:pt idx="1522">
                  <c:v>0.68713677438919407</c:v>
                </c:pt>
                <c:pt idx="1523">
                  <c:v>0.73920149069424979</c:v>
                </c:pt>
                <c:pt idx="1524">
                  <c:v>0.76081883907318115</c:v>
                </c:pt>
                <c:pt idx="1525">
                  <c:v>0.75726472023104474</c:v>
                </c:pt>
                <c:pt idx="1526">
                  <c:v>0.72582370510859251</c:v>
                </c:pt>
                <c:pt idx="1527">
                  <c:v>0.70348073867520755</c:v>
                </c:pt>
                <c:pt idx="1528">
                  <c:v>0.69546860456466675</c:v>
                </c:pt>
                <c:pt idx="1529">
                  <c:v>0.69663458553484692</c:v>
                </c:pt>
                <c:pt idx="1530">
                  <c:v>0.70966359672405999</c:v>
                </c:pt>
                <c:pt idx="1531">
                  <c:v>0.71403700113296509</c:v>
                </c:pt>
                <c:pt idx="1532">
                  <c:v>0.74224078320414</c:v>
                </c:pt>
                <c:pt idx="1533">
                  <c:v>0.97465160460213152</c:v>
                </c:pt>
                <c:pt idx="1534">
                  <c:v>1.0018483400344851</c:v>
                </c:pt>
                <c:pt idx="1535">
                  <c:v>0.99172821169751268</c:v>
                </c:pt>
                <c:pt idx="1536">
                  <c:v>0.91558333623552091</c:v>
                </c:pt>
                <c:pt idx="1537">
                  <c:v>0.85669755935668945</c:v>
                </c:pt>
                <c:pt idx="1538">
                  <c:v>0.86036906406324543</c:v>
                </c:pt>
                <c:pt idx="1539">
                  <c:v>0.88448652698640984</c:v>
                </c:pt>
                <c:pt idx="1540">
                  <c:v>0.904541015625</c:v>
                </c:pt>
                <c:pt idx="1541">
                  <c:v>0.90630104397997147</c:v>
                </c:pt>
                <c:pt idx="1542">
                  <c:v>0.91005214328138861</c:v>
                </c:pt>
                <c:pt idx="1543">
                  <c:v>0.91666188934380444</c:v>
                </c:pt>
                <c:pt idx="1544">
                  <c:v>0.92725548757401477</c:v>
                </c:pt>
                <c:pt idx="1545">
                  <c:v>0.93743006845293109</c:v>
                </c:pt>
                <c:pt idx="1546">
                  <c:v>0.94795214609627865</c:v>
                </c:pt>
                <c:pt idx="1547">
                  <c:v>0.95901420417044037</c:v>
                </c:pt>
                <c:pt idx="1548">
                  <c:v>0.96538311243057251</c:v>
                </c:pt>
                <c:pt idx="1549">
                  <c:v>0.95284733611309802</c:v>
                </c:pt>
                <c:pt idx="1550">
                  <c:v>0.87290295745611601</c:v>
                </c:pt>
                <c:pt idx="1551">
                  <c:v>0.83416533470153809</c:v>
                </c:pt>
                <c:pt idx="1552">
                  <c:v>0.8005532488253555</c:v>
                </c:pt>
                <c:pt idx="1553">
                  <c:v>0.76525449752807617</c:v>
                </c:pt>
                <c:pt idx="1554">
                  <c:v>0.7676638665072224</c:v>
                </c:pt>
                <c:pt idx="1555">
                  <c:v>0.7789185643196106</c:v>
                </c:pt>
                <c:pt idx="1556">
                  <c:v>0.78948002119976379</c:v>
                </c:pt>
                <c:pt idx="1557">
                  <c:v>0.89919536345887174</c:v>
                </c:pt>
                <c:pt idx="1558">
                  <c:v>0.96778178215026855</c:v>
                </c:pt>
                <c:pt idx="1559">
                  <c:v>0.98356111187049744</c:v>
                </c:pt>
                <c:pt idx="1560">
                  <c:v>1.1456005286650921</c:v>
                </c:pt>
                <c:pt idx="1561">
                  <c:v>1.1858112812042241</c:v>
                </c:pt>
                <c:pt idx="1562">
                  <c:v>1.1953830477545739</c:v>
                </c:pt>
                <c:pt idx="1563">
                  <c:v>1.222083590949923</c:v>
                </c:pt>
                <c:pt idx="1564">
                  <c:v>1.2554066226536429</c:v>
                </c:pt>
                <c:pt idx="1565">
                  <c:v>1.2644140720367429</c:v>
                </c:pt>
                <c:pt idx="1566">
                  <c:v>1.2239977625817979</c:v>
                </c:pt>
                <c:pt idx="1567">
                  <c:v>1.1585243940353389</c:v>
                </c:pt>
                <c:pt idx="1568">
                  <c:v>1.1098709004032239</c:v>
                </c:pt>
                <c:pt idx="1569">
                  <c:v>1.0889805566002451</c:v>
                </c:pt>
                <c:pt idx="1570">
                  <c:v>1.081852793693542</c:v>
                </c:pt>
                <c:pt idx="1571">
                  <c:v>1.0757397499444039</c:v>
                </c:pt>
                <c:pt idx="1572">
                  <c:v>1.019806996197933</c:v>
                </c:pt>
                <c:pt idx="1573">
                  <c:v>1.0098657608032231</c:v>
                </c:pt>
                <c:pt idx="1574">
                  <c:v>0.97863636921340713</c:v>
                </c:pt>
                <c:pt idx="1575">
                  <c:v>0.90633793601599022</c:v>
                </c:pt>
                <c:pt idx="1576">
                  <c:v>0.86469095945358276</c:v>
                </c:pt>
                <c:pt idx="1577">
                  <c:v>0.86729797167821665</c:v>
                </c:pt>
                <c:pt idx="1578">
                  <c:v>0.89016675151089164</c:v>
                </c:pt>
                <c:pt idx="1579">
                  <c:v>0.9047523003315544</c:v>
                </c:pt>
                <c:pt idx="1580">
                  <c:v>0.90830141305923462</c:v>
                </c:pt>
                <c:pt idx="1581">
                  <c:v>0.90915125433784882</c:v>
                </c:pt>
                <c:pt idx="1582">
                  <c:v>0.91740333452370493</c:v>
                </c:pt>
                <c:pt idx="1583">
                  <c:v>0.9256872435070842</c:v>
                </c:pt>
                <c:pt idx="1584">
                  <c:v>0.93383541567301054</c:v>
                </c:pt>
                <c:pt idx="1585">
                  <c:v>0.94248120693795656</c:v>
                </c:pt>
                <c:pt idx="1586">
                  <c:v>0.94934755788067438</c:v>
                </c:pt>
                <c:pt idx="1587">
                  <c:v>0.95038837194442749</c:v>
                </c:pt>
                <c:pt idx="1588">
                  <c:v>0.94250253767583614</c:v>
                </c:pt>
                <c:pt idx="1589">
                  <c:v>0.87278669115579821</c:v>
                </c:pt>
                <c:pt idx="1590">
                  <c:v>0.85256534814834595</c:v>
                </c:pt>
                <c:pt idx="1591">
                  <c:v>0.78174090385437012</c:v>
                </c:pt>
                <c:pt idx="1592">
                  <c:v>0.77004186573047351</c:v>
                </c:pt>
                <c:pt idx="1593">
                  <c:v>0.74767311019039817</c:v>
                </c:pt>
                <c:pt idx="1594">
                  <c:v>0.73380738496780396</c:v>
                </c:pt>
                <c:pt idx="1595">
                  <c:v>0.73036025553501638</c:v>
                </c:pt>
                <c:pt idx="1596">
                  <c:v>0.69484927549044428</c:v>
                </c:pt>
                <c:pt idx="1597">
                  <c:v>0.68696558475494385</c:v>
                </c:pt>
                <c:pt idx="1598">
                  <c:v>0.69637868270080527</c:v>
                </c:pt>
                <c:pt idx="1599">
                  <c:v>0.74557494558708814</c:v>
                </c:pt>
                <c:pt idx="1600">
                  <c:v>0.7803841233253479</c:v>
                </c:pt>
                <c:pt idx="1601">
                  <c:v>0.79086339971273845</c:v>
                </c:pt>
                <c:pt idx="1602">
                  <c:v>0.83203803322490921</c:v>
                </c:pt>
                <c:pt idx="1603">
                  <c:v>0.86977905920977594</c:v>
                </c:pt>
                <c:pt idx="1604">
                  <c:v>0.90253184542764309</c:v>
                </c:pt>
                <c:pt idx="1605">
                  <c:v>0.90800529718399048</c:v>
                </c:pt>
                <c:pt idx="1606">
                  <c:v>0.91314951668798394</c:v>
                </c:pt>
                <c:pt idx="1607">
                  <c:v>0.96163046360015869</c:v>
                </c:pt>
                <c:pt idx="1608">
                  <c:v>0.96068912786029603</c:v>
                </c:pt>
                <c:pt idx="1609">
                  <c:v>0.95524876179338236</c:v>
                </c:pt>
                <c:pt idx="1610">
                  <c:v>0.952659010887146</c:v>
                </c:pt>
                <c:pt idx="1611">
                  <c:v>0.95230197039032394</c:v>
                </c:pt>
                <c:pt idx="1612">
                  <c:v>0.94770549532290149</c:v>
                </c:pt>
                <c:pt idx="1613">
                  <c:v>0.94450438022613525</c:v>
                </c:pt>
                <c:pt idx="1614">
                  <c:v>0.94333797661086527</c:v>
                </c:pt>
                <c:pt idx="1615">
                  <c:v>0.93535637116685622</c:v>
                </c:pt>
                <c:pt idx="1616">
                  <c:v>0.92912833850498777</c:v>
                </c:pt>
                <c:pt idx="1617">
                  <c:v>0.92391979694366455</c:v>
                </c:pt>
                <c:pt idx="1618">
                  <c:v>0.91214518983388748</c:v>
                </c:pt>
                <c:pt idx="1619">
                  <c:v>0.84383541345596313</c:v>
                </c:pt>
                <c:pt idx="1620">
                  <c:v>0.86634216831034438</c:v>
                </c:pt>
                <c:pt idx="1621">
                  <c:v>0.8941244351688139</c:v>
                </c:pt>
                <c:pt idx="1622">
                  <c:v>0.94762821527853824</c:v>
                </c:pt>
                <c:pt idx="1623">
                  <c:v>0.95145680601033678</c:v>
                </c:pt>
                <c:pt idx="1624">
                  <c:v>0.99349721342039621</c:v>
                </c:pt>
                <c:pt idx="1625">
                  <c:v>1.01838219165802</c:v>
                </c:pt>
                <c:pt idx="1626">
                  <c:v>1.0085838252775281</c:v>
                </c:pt>
                <c:pt idx="1627">
                  <c:v>0.96428942680358887</c:v>
                </c:pt>
                <c:pt idx="1628">
                  <c:v>0.8959666545339009</c:v>
                </c:pt>
                <c:pt idx="1629">
                  <c:v>0.8590659499168396</c:v>
                </c:pt>
                <c:pt idx="1630">
                  <c:v>0.8503839630368929</c:v>
                </c:pt>
                <c:pt idx="1631">
                  <c:v>0.79594846130019037</c:v>
                </c:pt>
                <c:pt idx="1632">
                  <c:v>0.78315359354019165</c:v>
                </c:pt>
                <c:pt idx="1633">
                  <c:v>0.78135560394906289</c:v>
                </c:pt>
                <c:pt idx="1634">
                  <c:v>0.77397235941392883</c:v>
                </c:pt>
                <c:pt idx="1635">
                  <c:v>0.77181398868560791</c:v>
                </c:pt>
                <c:pt idx="1636">
                  <c:v>0.77123027034149572</c:v>
                </c:pt>
                <c:pt idx="1637">
                  <c:v>0.76496414938107393</c:v>
                </c:pt>
                <c:pt idx="1638">
                  <c:v>0.75763393342085028</c:v>
                </c:pt>
                <c:pt idx="1639">
                  <c:v>0.75685548782348633</c:v>
                </c:pt>
                <c:pt idx="1640">
                  <c:v>0.76644309476982464</c:v>
                </c:pt>
                <c:pt idx="1641">
                  <c:v>0.82831990718841553</c:v>
                </c:pt>
                <c:pt idx="1642">
                  <c:v>0.83388089530492404</c:v>
                </c:pt>
                <c:pt idx="1643">
                  <c:v>0.84664091165291688</c:v>
                </c:pt>
                <c:pt idx="1644">
                  <c:v>0.85996283108618887</c:v>
                </c:pt>
                <c:pt idx="1645">
                  <c:v>0.87571859359741211</c:v>
                </c:pt>
                <c:pt idx="1646">
                  <c:v>0.88387879411951842</c:v>
                </c:pt>
                <c:pt idx="1647">
                  <c:v>0.95037551892133898</c:v>
                </c:pt>
                <c:pt idx="1648">
                  <c:v>0.96842843294143677</c:v>
                </c:pt>
                <c:pt idx="1649">
                  <c:v>0.96831370851722565</c:v>
                </c:pt>
                <c:pt idx="1650">
                  <c:v>0.96741143948076935</c:v>
                </c:pt>
                <c:pt idx="1651">
                  <c:v>0.96693325042724609</c:v>
                </c:pt>
                <c:pt idx="1652">
                  <c:v>0.9711932669965303</c:v>
                </c:pt>
                <c:pt idx="1653">
                  <c:v>0.98803582893914255</c:v>
                </c:pt>
                <c:pt idx="1654">
                  <c:v>1.0351613759994509</c:v>
                </c:pt>
                <c:pt idx="1655">
                  <c:v>0.98512526963840141</c:v>
                </c:pt>
                <c:pt idx="1656">
                  <c:v>0.93566731757805754</c:v>
                </c:pt>
                <c:pt idx="1657">
                  <c:v>0.9167933464050293</c:v>
                </c:pt>
                <c:pt idx="1658">
                  <c:v>0.91373103180805415</c:v>
                </c:pt>
                <c:pt idx="1659">
                  <c:v>0.91194936466982957</c:v>
                </c:pt>
                <c:pt idx="1660">
                  <c:v>0.90756352968207932</c:v>
                </c:pt>
                <c:pt idx="1661">
                  <c:v>0.90335677163347772</c:v>
                </c:pt>
                <c:pt idx="1662">
                  <c:v>0.89896565997717071</c:v>
                </c:pt>
                <c:pt idx="1663">
                  <c:v>0.89597392082214355</c:v>
                </c:pt>
                <c:pt idx="1664">
                  <c:v>0.89561028941436083</c:v>
                </c:pt>
                <c:pt idx="1665">
                  <c:v>0.88866574526998632</c:v>
                </c:pt>
                <c:pt idx="1666">
                  <c:v>0.88601034879684448</c:v>
                </c:pt>
                <c:pt idx="1667">
                  <c:v>0.87129222572313902</c:v>
                </c:pt>
                <c:pt idx="1668">
                  <c:v>0.82865446805953979</c:v>
                </c:pt>
                <c:pt idx="1669">
                  <c:v>0.82628579785578093</c:v>
                </c:pt>
                <c:pt idx="1670">
                  <c:v>0.80887067317962646</c:v>
                </c:pt>
                <c:pt idx="1671">
                  <c:v>0.8082832173739144</c:v>
                </c:pt>
                <c:pt idx="1672">
                  <c:v>0.80178260311325655</c:v>
                </c:pt>
                <c:pt idx="1673">
                  <c:v>0.79776144027709961</c:v>
                </c:pt>
                <c:pt idx="1674">
                  <c:v>0.79027182028334342</c:v>
                </c:pt>
                <c:pt idx="1675">
                  <c:v>0.75041940476059943</c:v>
                </c:pt>
                <c:pt idx="1676">
                  <c:v>0.73208606473231441</c:v>
                </c:pt>
                <c:pt idx="1677">
                  <c:v>0.72916728258132935</c:v>
                </c:pt>
                <c:pt idx="1678">
                  <c:v>0.74140567227479126</c:v>
                </c:pt>
                <c:pt idx="1679">
                  <c:v>0.8441409477838151</c:v>
                </c:pt>
                <c:pt idx="1680">
                  <c:v>0.86482584476470947</c:v>
                </c:pt>
                <c:pt idx="1681">
                  <c:v>0.85224320950799959</c:v>
                </c:pt>
                <c:pt idx="1682">
                  <c:v>0.83008719603154313</c:v>
                </c:pt>
                <c:pt idx="1683">
                  <c:v>0.82222920656204224</c:v>
                </c:pt>
                <c:pt idx="1684">
                  <c:v>0.82361900895174323</c:v>
                </c:pt>
                <c:pt idx="1685">
                  <c:v>0.83043436225546874</c:v>
                </c:pt>
                <c:pt idx="1686">
                  <c:v>0.83656646824309366</c:v>
                </c:pt>
                <c:pt idx="1687">
                  <c:v>0.83743298053741455</c:v>
                </c:pt>
                <c:pt idx="1688">
                  <c:v>0.85809008433076805</c:v>
                </c:pt>
                <c:pt idx="1689">
                  <c:v>1.025101742453189</c:v>
                </c:pt>
                <c:pt idx="1690">
                  <c:v>1.0895624160766599</c:v>
                </c:pt>
                <c:pt idx="1691">
                  <c:v>1.0850182492664551</c:v>
                </c:pt>
                <c:pt idx="1692">
                  <c:v>1.0435117472504369</c:v>
                </c:pt>
                <c:pt idx="1693">
                  <c:v>1.015694856643677</c:v>
                </c:pt>
                <c:pt idx="1694">
                  <c:v>1.0151385167618181</c:v>
                </c:pt>
                <c:pt idx="1695">
                  <c:v>1.0139121592632949</c:v>
                </c:pt>
                <c:pt idx="1696">
                  <c:v>0.98322886228561401</c:v>
                </c:pt>
                <c:pt idx="1697">
                  <c:v>0.98137377911939316</c:v>
                </c:pt>
                <c:pt idx="1698">
                  <c:v>0.97187913010240401</c:v>
                </c:pt>
                <c:pt idx="1699">
                  <c:v>0.96232346333557783</c:v>
                </c:pt>
                <c:pt idx="1700">
                  <c:v>0.95071013447307207</c:v>
                </c:pt>
                <c:pt idx="1701">
                  <c:v>0.94336661238739528</c:v>
                </c:pt>
                <c:pt idx="1702">
                  <c:v>0.94075304269790649</c:v>
                </c:pt>
                <c:pt idx="1703">
                  <c:v>0.93158720805433481</c:v>
                </c:pt>
                <c:pt idx="1704">
                  <c:v>0.90354977652043211</c:v>
                </c:pt>
                <c:pt idx="1705">
                  <c:v>0.88306467934569532</c:v>
                </c:pt>
                <c:pt idx="1706">
                  <c:v>0.86915147304534912</c:v>
                </c:pt>
                <c:pt idx="1707">
                  <c:v>0.86620170357026971</c:v>
                </c:pt>
                <c:pt idx="1708">
                  <c:v>0.84633468722908589</c:v>
                </c:pt>
                <c:pt idx="1709">
                  <c:v>0.83108097314834595</c:v>
                </c:pt>
                <c:pt idx="1710">
                  <c:v>0.83533014136478467</c:v>
                </c:pt>
                <c:pt idx="1711">
                  <c:v>0.88083189725875854</c:v>
                </c:pt>
                <c:pt idx="1712">
                  <c:v>0.90733183385308114</c:v>
                </c:pt>
                <c:pt idx="1713">
                  <c:v>1.0323194265365601</c:v>
                </c:pt>
                <c:pt idx="1714">
                  <c:v>1.0366750387603549</c:v>
                </c:pt>
                <c:pt idx="1715">
                  <c:v>1.0816337820931869</c:v>
                </c:pt>
                <c:pt idx="1716">
                  <c:v>1.1228716373443599</c:v>
                </c:pt>
                <c:pt idx="1717">
                  <c:v>1.0931134444581041</c:v>
                </c:pt>
                <c:pt idx="1718">
                  <c:v>1.052062089669761</c:v>
                </c:pt>
                <c:pt idx="1719">
                  <c:v>1.0441321134567261</c:v>
                </c:pt>
                <c:pt idx="1720">
                  <c:v>1.047600868577707</c:v>
                </c:pt>
                <c:pt idx="1721">
                  <c:v>1.051119852345106</c:v>
                </c:pt>
                <c:pt idx="1722">
                  <c:v>1.051877975463867</c:v>
                </c:pt>
                <c:pt idx="1723">
                  <c:v>1.0496971593257951</c:v>
                </c:pt>
                <c:pt idx="1724">
                  <c:v>1.023560008668275</c:v>
                </c:pt>
                <c:pt idx="1725">
                  <c:v>1.0082613229751589</c:v>
                </c:pt>
                <c:pt idx="1726">
                  <c:v>1.0151645489459651</c:v>
                </c:pt>
                <c:pt idx="1727">
                  <c:v>1.0774941264818849</c:v>
                </c:pt>
                <c:pt idx="1728">
                  <c:v>1.1296684673400741</c:v>
                </c:pt>
                <c:pt idx="1729">
                  <c:v>1.137581944465637</c:v>
                </c:pt>
                <c:pt idx="1730">
                  <c:v>1.1308956173315781</c:v>
                </c:pt>
                <c:pt idx="1731">
                  <c:v>1.060989578462437</c:v>
                </c:pt>
                <c:pt idx="1732">
                  <c:v>1.0428802967071531</c:v>
                </c:pt>
                <c:pt idx="1733">
                  <c:v>1.045751880124574</c:v>
                </c:pt>
                <c:pt idx="1734">
                  <c:v>1.070625782012939</c:v>
                </c:pt>
                <c:pt idx="1735">
                  <c:v>1.0599265906354871</c:v>
                </c:pt>
                <c:pt idx="1736">
                  <c:v>1.0268949522140389</c:v>
                </c:pt>
                <c:pt idx="1737">
                  <c:v>0.993286055095016</c:v>
                </c:pt>
                <c:pt idx="1738">
                  <c:v>0.96039475025349486</c:v>
                </c:pt>
                <c:pt idx="1739">
                  <c:v>0.93096003068210331</c:v>
                </c:pt>
                <c:pt idx="1740">
                  <c:v>0.91003191471099854</c:v>
                </c:pt>
                <c:pt idx="1741">
                  <c:v>0.90427662985779877</c:v>
                </c:pt>
                <c:pt idx="1742">
                  <c:v>0.87388583414645893</c:v>
                </c:pt>
                <c:pt idx="1743">
                  <c:v>0.82456462233105088</c:v>
                </c:pt>
                <c:pt idx="1744">
                  <c:v>0.81682705879211426</c:v>
                </c:pt>
                <c:pt idx="1745">
                  <c:v>0.81657368063225177</c:v>
                </c:pt>
                <c:pt idx="1746">
                  <c:v>0.81462178793654205</c:v>
                </c:pt>
                <c:pt idx="1747">
                  <c:v>0.81392604112625122</c:v>
                </c:pt>
                <c:pt idx="1748">
                  <c:v>0.83844423294067383</c:v>
                </c:pt>
                <c:pt idx="1749">
                  <c:v>0.87708521229477754</c:v>
                </c:pt>
                <c:pt idx="1750">
                  <c:v>0.94434174421380501</c:v>
                </c:pt>
                <c:pt idx="1751">
                  <c:v>0.9551776647567749</c:v>
                </c:pt>
                <c:pt idx="1752">
                  <c:v>0.95471684879063323</c:v>
                </c:pt>
                <c:pt idx="1753">
                  <c:v>0.95228020042185102</c:v>
                </c:pt>
                <c:pt idx="1754">
                  <c:v>0.95006499027037838</c:v>
                </c:pt>
                <c:pt idx="1755">
                  <c:v>0.94914412498474121</c:v>
                </c:pt>
                <c:pt idx="1756">
                  <c:v>0.95869318637000933</c:v>
                </c:pt>
                <c:pt idx="1757">
                  <c:v>1.000944052372573</c:v>
                </c:pt>
                <c:pt idx="1758">
                  <c:v>1.0292215347290039</c:v>
                </c:pt>
                <c:pt idx="1759">
                  <c:v>1.04543906931467</c:v>
                </c:pt>
                <c:pt idx="1760">
                  <c:v>1.099084500806361</c:v>
                </c:pt>
                <c:pt idx="1761">
                  <c:v>1.220085803030635</c:v>
                </c:pt>
                <c:pt idx="1762">
                  <c:v>1.232902050018311</c:v>
                </c:pt>
                <c:pt idx="1763">
                  <c:v>1.244205733405148</c:v>
                </c:pt>
                <c:pt idx="1764">
                  <c:v>1.3489541939050429</c:v>
                </c:pt>
                <c:pt idx="1765">
                  <c:v>1.3758213520050051</c:v>
                </c:pt>
                <c:pt idx="1766">
                  <c:v>1.375639006748099</c:v>
                </c:pt>
                <c:pt idx="1767">
                  <c:v>1.37355782912853</c:v>
                </c:pt>
                <c:pt idx="1768">
                  <c:v>1.37206494808197</c:v>
                </c:pt>
                <c:pt idx="1769">
                  <c:v>1.378799685743592</c:v>
                </c:pt>
                <c:pt idx="1770">
                  <c:v>1.437193900788023</c:v>
                </c:pt>
                <c:pt idx="1771">
                  <c:v>1.497294425964355</c:v>
                </c:pt>
                <c:pt idx="1772">
                  <c:v>1.5035800354122211</c:v>
                </c:pt>
                <c:pt idx="1773">
                  <c:v>1.540391837439925</c:v>
                </c:pt>
                <c:pt idx="1774">
                  <c:v>1.554974436759949</c:v>
                </c:pt>
                <c:pt idx="1775">
                  <c:v>1.5470849128057691</c:v>
                </c:pt>
                <c:pt idx="1776">
                  <c:v>1.479297414468747</c:v>
                </c:pt>
                <c:pt idx="1777">
                  <c:v>1.410278240025578</c:v>
                </c:pt>
                <c:pt idx="1778">
                  <c:v>1.3217283487319951</c:v>
                </c:pt>
                <c:pt idx="1779">
                  <c:v>1.323198237918054</c:v>
                </c:pt>
                <c:pt idx="1780">
                  <c:v>1.333319474884922</c:v>
                </c:pt>
                <c:pt idx="1781">
                  <c:v>1.350332024437235</c:v>
                </c:pt>
                <c:pt idx="1782">
                  <c:v>1.351523876190186</c:v>
                </c:pt>
                <c:pt idx="1783">
                  <c:v>1.266378999481695</c:v>
                </c:pt>
                <c:pt idx="1784">
                  <c:v>1.215298856557713</c:v>
                </c:pt>
                <c:pt idx="1785">
                  <c:v>1.193907499313354</c:v>
                </c:pt>
                <c:pt idx="1786">
                  <c:v>1.158073859358016</c:v>
                </c:pt>
                <c:pt idx="1787">
                  <c:v>1.1325587034225459</c:v>
                </c:pt>
                <c:pt idx="1788">
                  <c:v>1.071471691131592</c:v>
                </c:pt>
                <c:pt idx="1789">
                  <c:v>1.075052358567582</c:v>
                </c:pt>
                <c:pt idx="1790">
                  <c:v>1.0773292113563799</c:v>
                </c:pt>
                <c:pt idx="1791">
                  <c:v>1.1277385156605559</c:v>
                </c:pt>
                <c:pt idx="1792">
                  <c:v>1.1508227633710819</c:v>
                </c:pt>
                <c:pt idx="1793">
                  <c:v>1.154775142669678</c:v>
                </c:pt>
                <c:pt idx="1794">
                  <c:v>1.1587677339839331</c:v>
                </c:pt>
                <c:pt idx="1795">
                  <c:v>1.204273245896504</c:v>
                </c:pt>
                <c:pt idx="1796">
                  <c:v>1.2120717763900759</c:v>
                </c:pt>
                <c:pt idx="1797">
                  <c:v>1.221359274695947</c:v>
                </c:pt>
                <c:pt idx="1798">
                  <c:v>1.329487132110803</c:v>
                </c:pt>
                <c:pt idx="1799">
                  <c:v>1.38001561164856</c:v>
                </c:pt>
                <c:pt idx="1800">
                  <c:v>1.3763535911777121</c:v>
                </c:pt>
                <c:pt idx="1801">
                  <c:v>1.3286834140013279</c:v>
                </c:pt>
                <c:pt idx="1802">
                  <c:v>1.2906065352388301</c:v>
                </c:pt>
                <c:pt idx="1803">
                  <c:v>1.266717910766602</c:v>
                </c:pt>
                <c:pt idx="1804">
                  <c:v>1.27266053565227</c:v>
                </c:pt>
                <c:pt idx="1805">
                  <c:v>1.280681729316711</c:v>
                </c:pt>
                <c:pt idx="1806">
                  <c:v>1.280975998878205</c:v>
                </c:pt>
                <c:pt idx="1807">
                  <c:v>1.2817344578436931</c:v>
                </c:pt>
                <c:pt idx="1808">
                  <c:v>1.285574982681674</c:v>
                </c:pt>
                <c:pt idx="1809">
                  <c:v>1.2875574981921329</c:v>
                </c:pt>
                <c:pt idx="1810">
                  <c:v>1.288172245025635</c:v>
                </c:pt>
                <c:pt idx="1811">
                  <c:v>1.291961024493256</c:v>
                </c:pt>
                <c:pt idx="1812">
                  <c:v>1.3469046004906591</c:v>
                </c:pt>
                <c:pt idx="1813">
                  <c:v>1.3514882326126101</c:v>
                </c:pt>
                <c:pt idx="1814">
                  <c:v>1.343431330016174</c:v>
                </c:pt>
                <c:pt idx="1815">
                  <c:v>1.292740650404766</c:v>
                </c:pt>
                <c:pt idx="1816">
                  <c:v>1.2422440305045219</c:v>
                </c:pt>
                <c:pt idx="1817">
                  <c:v>1.189292365003437</c:v>
                </c:pt>
                <c:pt idx="1818">
                  <c:v>1.148765087127686</c:v>
                </c:pt>
                <c:pt idx="1819">
                  <c:v>1.2072929765479481</c:v>
                </c:pt>
                <c:pt idx="1820">
                  <c:v>1.2850230688726829</c:v>
                </c:pt>
                <c:pt idx="1821">
                  <c:v>1.3086609840393071</c:v>
                </c:pt>
                <c:pt idx="1822">
                  <c:v>1.3443535310381489</c:v>
                </c:pt>
                <c:pt idx="1823">
                  <c:v>1.4225993172561471</c:v>
                </c:pt>
                <c:pt idx="1824">
                  <c:v>1.527086418975838</c:v>
                </c:pt>
                <c:pt idx="1825">
                  <c:v>1.540845632553101</c:v>
                </c:pt>
                <c:pt idx="1826">
                  <c:v>1.4612196316268331</c:v>
                </c:pt>
                <c:pt idx="1827">
                  <c:v>1.4168722629547119</c:v>
                </c:pt>
                <c:pt idx="1828">
                  <c:v>1.3793811902018791</c:v>
                </c:pt>
                <c:pt idx="1829">
                  <c:v>1.25505518913269</c:v>
                </c:pt>
                <c:pt idx="1830">
                  <c:v>1.2622516338964509</c:v>
                </c:pt>
                <c:pt idx="1831">
                  <c:v>1.2998590065405899</c:v>
                </c:pt>
                <c:pt idx="1832">
                  <c:v>1.3373504980293049</c:v>
                </c:pt>
                <c:pt idx="1833">
                  <c:v>1.3586428165435791</c:v>
                </c:pt>
                <c:pt idx="1834">
                  <c:v>1.358603805091571</c:v>
                </c:pt>
                <c:pt idx="1835">
                  <c:v>1.3582354941137</c:v>
                </c:pt>
                <c:pt idx="1836">
                  <c:v>1.358072876930237</c:v>
                </c:pt>
                <c:pt idx="1837">
                  <c:v>1.3880750126217141</c:v>
                </c:pt>
                <c:pt idx="1838">
                  <c:v>1.5672224933692309</c:v>
                </c:pt>
                <c:pt idx="1839">
                  <c:v>1.594017028808594</c:v>
                </c:pt>
                <c:pt idx="1840">
                  <c:v>1.6039970492258759</c:v>
                </c:pt>
                <c:pt idx="1841">
                  <c:v>1.6585018253599231</c:v>
                </c:pt>
                <c:pt idx="1842">
                  <c:v>1.689805269241333</c:v>
                </c:pt>
                <c:pt idx="1843">
                  <c:v>1.6870924010649631</c:v>
                </c:pt>
                <c:pt idx="1844">
                  <c:v>1.656657049348883</c:v>
                </c:pt>
                <c:pt idx="1845">
                  <c:v>1.6298428694618721</c:v>
                </c:pt>
                <c:pt idx="1846">
                  <c:v>1.6259521245956421</c:v>
                </c:pt>
                <c:pt idx="1847">
                  <c:v>1.6073601122382279</c:v>
                </c:pt>
                <c:pt idx="1848">
                  <c:v>1.4325518531657251</c:v>
                </c:pt>
                <c:pt idx="1849">
                  <c:v>1.38848888874054</c:v>
                </c:pt>
                <c:pt idx="1850">
                  <c:v>1.3999242927411579</c:v>
                </c:pt>
                <c:pt idx="1851">
                  <c:v>1.432719993099445</c:v>
                </c:pt>
                <c:pt idx="1852">
                  <c:v>1.4594308137893679</c:v>
                </c:pt>
                <c:pt idx="1853">
                  <c:v>1.4523079242826751</c:v>
                </c:pt>
                <c:pt idx="1854">
                  <c:v>1.4133896960517349</c:v>
                </c:pt>
                <c:pt idx="1855">
                  <c:v>1.3199976344782809</c:v>
                </c:pt>
                <c:pt idx="1856">
                  <c:v>1.267822894900432</c:v>
                </c:pt>
                <c:pt idx="1857">
                  <c:v>1.240516185760498</c:v>
                </c:pt>
                <c:pt idx="1858">
                  <c:v>1.2388268757686141</c:v>
                </c:pt>
                <c:pt idx="1859">
                  <c:v>1.2275662335749931</c:v>
                </c:pt>
                <c:pt idx="1860">
                  <c:v>1.219780512259971</c:v>
                </c:pt>
                <c:pt idx="1861">
                  <c:v>1.218498229980469</c:v>
                </c:pt>
                <c:pt idx="1862">
                  <c:v>1.2612051414398051</c:v>
                </c:pt>
                <c:pt idx="1863">
                  <c:v>1.4232264737727549</c:v>
                </c:pt>
                <c:pt idx="1864">
                  <c:v>1.5974107980728149</c:v>
                </c:pt>
                <c:pt idx="1865">
                  <c:v>1.6092481487769139</c:v>
                </c:pt>
                <c:pt idx="1866">
                  <c:v>1.674794595877968</c:v>
                </c:pt>
                <c:pt idx="1867">
                  <c:v>1.7130575180053711</c:v>
                </c:pt>
                <c:pt idx="1868">
                  <c:v>1.5634715557098391</c:v>
                </c:pt>
                <c:pt idx="1869">
                  <c:v>1.5247580697612251</c:v>
                </c:pt>
                <c:pt idx="1870">
                  <c:v>1.400508046150208</c:v>
                </c:pt>
                <c:pt idx="1871">
                  <c:v>1.3960604418887881</c:v>
                </c:pt>
                <c:pt idx="1872">
                  <c:v>1.3827850824975121</c:v>
                </c:pt>
                <c:pt idx="1873">
                  <c:v>1.363402366638184</c:v>
                </c:pt>
                <c:pt idx="1874">
                  <c:v>1.392140280743881</c:v>
                </c:pt>
                <c:pt idx="1875">
                  <c:v>1.5302399204157759</c:v>
                </c:pt>
                <c:pt idx="1876">
                  <c:v>1.603712201118469</c:v>
                </c:pt>
                <c:pt idx="1877">
                  <c:v>1.6022762591879269</c:v>
                </c:pt>
                <c:pt idx="1878">
                  <c:v>1.588420884805062</c:v>
                </c:pt>
                <c:pt idx="1879">
                  <c:v>1.5872762203216551</c:v>
                </c:pt>
                <c:pt idx="1880">
                  <c:v>1.613375032481597</c:v>
                </c:pt>
                <c:pt idx="1881">
                  <c:v>1.9620951200714469</c:v>
                </c:pt>
                <c:pt idx="1882">
                  <c:v>2.0533378124237061</c:v>
                </c:pt>
                <c:pt idx="1883">
                  <c:v>2.035681176929915</c:v>
                </c:pt>
                <c:pt idx="1884">
                  <c:v>1.9052042382081189</c:v>
                </c:pt>
                <c:pt idx="1885">
                  <c:v>1.8259532208969309</c:v>
                </c:pt>
                <c:pt idx="1886">
                  <c:v>1.8123669624328611</c:v>
                </c:pt>
                <c:pt idx="1887">
                  <c:v>1.816290380403184</c:v>
                </c:pt>
                <c:pt idx="1888">
                  <c:v>1.8472938243136461</c:v>
                </c:pt>
                <c:pt idx="1889">
                  <c:v>1.849992036819458</c:v>
                </c:pt>
                <c:pt idx="1890">
                  <c:v>1.8299713850454431</c:v>
                </c:pt>
                <c:pt idx="1891">
                  <c:v>1.79128088867222</c:v>
                </c:pt>
                <c:pt idx="1892">
                  <c:v>1.7418310300040449</c:v>
                </c:pt>
                <c:pt idx="1893">
                  <c:v>1.6918070595980439</c:v>
                </c:pt>
                <c:pt idx="1894">
                  <c:v>1.636812686920166</c:v>
                </c:pt>
                <c:pt idx="1895">
                  <c:v>1.6282930181488691</c:v>
                </c:pt>
                <c:pt idx="1896">
                  <c:v>1.6003430462953989</c:v>
                </c:pt>
                <c:pt idx="1897">
                  <c:v>1.416106197935586</c:v>
                </c:pt>
                <c:pt idx="1898">
                  <c:v>1.3912907838821409</c:v>
                </c:pt>
                <c:pt idx="1899">
                  <c:v>1.393776448309836</c:v>
                </c:pt>
                <c:pt idx="1900">
                  <c:v>1.3953119896413591</c:v>
                </c:pt>
                <c:pt idx="1901">
                  <c:v>1.39890956966499</c:v>
                </c:pt>
                <c:pt idx="1902">
                  <c:v>1.4014368337656671</c:v>
                </c:pt>
                <c:pt idx="1903">
                  <c:v>1.401839971542358</c:v>
                </c:pt>
                <c:pt idx="1904">
                  <c:v>1.359661647643625</c:v>
                </c:pt>
                <c:pt idx="1905">
                  <c:v>1.3022711277008061</c:v>
                </c:pt>
                <c:pt idx="1906">
                  <c:v>1.523520946502686</c:v>
                </c:pt>
                <c:pt idx="1907">
                  <c:v>1.5235554692629889</c:v>
                </c:pt>
                <c:pt idx="1908">
                  <c:v>1.523727834158249</c:v>
                </c:pt>
                <c:pt idx="1909">
                  <c:v>1.523795604705811</c:v>
                </c:pt>
                <c:pt idx="1910">
                  <c:v>1.5204323340952841</c:v>
                </c:pt>
                <c:pt idx="1911">
                  <c:v>1.4878321333662099</c:v>
                </c:pt>
                <c:pt idx="1912">
                  <c:v>1.4644103050231929</c:v>
                </c:pt>
                <c:pt idx="1913">
                  <c:v>1.4545797674684611</c:v>
                </c:pt>
                <c:pt idx="1914">
                  <c:v>1.3779084146633509</c:v>
                </c:pt>
                <c:pt idx="1915">
                  <c:v>1.3696268796920781</c:v>
                </c:pt>
                <c:pt idx="1916">
                  <c:v>1.366467989364571</c:v>
                </c:pt>
                <c:pt idx="1917">
                  <c:v>1.3541238307952881</c:v>
                </c:pt>
                <c:pt idx="1918">
                  <c:v>1.3147729514157671</c:v>
                </c:pt>
                <c:pt idx="1919">
                  <c:v>1.252009711079215</c:v>
                </c:pt>
                <c:pt idx="1920">
                  <c:v>1.230242013931274</c:v>
                </c:pt>
                <c:pt idx="1921">
                  <c:v>1.202564554034661</c:v>
                </c:pt>
                <c:pt idx="1922">
                  <c:v>1.153297910697082</c:v>
                </c:pt>
                <c:pt idx="1923">
                  <c:v>1.070238219521257</c:v>
                </c:pt>
                <c:pt idx="1924">
                  <c:v>1.0610582828521731</c:v>
                </c:pt>
                <c:pt idx="1925">
                  <c:v>1.0568724835019261</c:v>
                </c:pt>
                <c:pt idx="1926">
                  <c:v>1.0303603270560879</c:v>
                </c:pt>
                <c:pt idx="1927">
                  <c:v>1.017151832580566</c:v>
                </c:pt>
                <c:pt idx="1928">
                  <c:v>1.009991064622364</c:v>
                </c:pt>
                <c:pt idx="1929">
                  <c:v>0.98420557443237833</c:v>
                </c:pt>
                <c:pt idx="1930">
                  <c:v>0.95809347035247183</c:v>
                </c:pt>
                <c:pt idx="1931">
                  <c:v>0.92178096324887038</c:v>
                </c:pt>
                <c:pt idx="1932">
                  <c:v>0.90713667869567871</c:v>
                </c:pt>
                <c:pt idx="1933">
                  <c:v>0.89788451097481647</c:v>
                </c:pt>
                <c:pt idx="1934">
                  <c:v>0.80706140123432613</c:v>
                </c:pt>
                <c:pt idx="1935">
                  <c:v>0.77577376365661621</c:v>
                </c:pt>
                <c:pt idx="1936">
                  <c:v>0.77420057063826575</c:v>
                </c:pt>
                <c:pt idx="1937">
                  <c:v>0.76397027184504684</c:v>
                </c:pt>
                <c:pt idx="1938">
                  <c:v>0.75392098264714169</c:v>
                </c:pt>
                <c:pt idx="1939">
                  <c:v>0.74609985340493989</c:v>
                </c:pt>
                <c:pt idx="1940">
                  <c:v>0.74355405569076538</c:v>
                </c:pt>
                <c:pt idx="1941">
                  <c:v>0.75027608910382781</c:v>
                </c:pt>
                <c:pt idx="1942">
                  <c:v>0.81268060207366943</c:v>
                </c:pt>
                <c:pt idx="1943">
                  <c:v>0.74154411067120829</c:v>
                </c:pt>
                <c:pt idx="1944">
                  <c:v>0.70866048336029053</c:v>
                </c:pt>
                <c:pt idx="1945">
                  <c:v>0.71778348228743061</c:v>
                </c:pt>
                <c:pt idx="1946">
                  <c:v>0.72908167732575979</c:v>
                </c:pt>
                <c:pt idx="1947">
                  <c:v>0.74043798446655273</c:v>
                </c:pt>
                <c:pt idx="1948">
                  <c:v>0.74034080289494131</c:v>
                </c:pt>
                <c:pt idx="1949">
                  <c:v>0.73993484824497224</c:v>
                </c:pt>
                <c:pt idx="1950">
                  <c:v>0.73792078454239241</c:v>
                </c:pt>
                <c:pt idx="1951">
                  <c:v>0.73753994703292847</c:v>
                </c:pt>
                <c:pt idx="1952">
                  <c:v>0.74530936143476367</c:v>
                </c:pt>
                <c:pt idx="1953">
                  <c:v>0.88071440529670553</c:v>
                </c:pt>
                <c:pt idx="1954">
                  <c:v>0.88415300846099854</c:v>
                </c:pt>
                <c:pt idx="1955">
                  <c:v>0.88325408618525747</c:v>
                </c:pt>
                <c:pt idx="1956">
                  <c:v>0.87445730913475539</c:v>
                </c:pt>
                <c:pt idx="1957">
                  <c:v>0.86219584437818275</c:v>
                </c:pt>
                <c:pt idx="1958">
                  <c:v>0.86107814311981201</c:v>
                </c:pt>
                <c:pt idx="1959">
                  <c:v>0.88712458267803085</c:v>
                </c:pt>
                <c:pt idx="1960">
                  <c:v>1.0612163166442621</c:v>
                </c:pt>
                <c:pt idx="1961">
                  <c:v>1.1132616996765139</c:v>
                </c:pt>
                <c:pt idx="1962">
                  <c:v>1.1171997987800599</c:v>
                </c:pt>
                <c:pt idx="1963">
                  <c:v>1.173902947835278</c:v>
                </c:pt>
                <c:pt idx="1964">
                  <c:v>1.194366455078125</c:v>
                </c:pt>
                <c:pt idx="1965">
                  <c:v>1.1869284409704399</c:v>
                </c:pt>
                <c:pt idx="1966">
                  <c:v>1.1363825666683129</c:v>
                </c:pt>
                <c:pt idx="1967">
                  <c:v>1.1033182144165039</c:v>
                </c:pt>
                <c:pt idx="1968">
                  <c:v>1.1027041743250989</c:v>
                </c:pt>
                <c:pt idx="1969">
                  <c:v>1.101270805171604</c:v>
                </c:pt>
                <c:pt idx="1970">
                  <c:v>1.0976699894329149</c:v>
                </c:pt>
                <c:pt idx="1971">
                  <c:v>1.0925156149653841</c:v>
                </c:pt>
                <c:pt idx="1972">
                  <c:v>1.085803875892652</c:v>
                </c:pt>
                <c:pt idx="1973">
                  <c:v>1.084530353546143</c:v>
                </c:pt>
                <c:pt idx="1974">
                  <c:v>1.034438306054942</c:v>
                </c:pt>
                <c:pt idx="1975">
                  <c:v>0.98183316800748899</c:v>
                </c:pt>
                <c:pt idx="1976">
                  <c:v>0.93109837381017913</c:v>
                </c:pt>
                <c:pt idx="1977">
                  <c:v>0.92285060882568359</c:v>
                </c:pt>
                <c:pt idx="1978">
                  <c:v>0.91062270341385387</c:v>
                </c:pt>
                <c:pt idx="1979">
                  <c:v>0.88477738991230315</c:v>
                </c:pt>
                <c:pt idx="1980">
                  <c:v>0.8758777379989624</c:v>
                </c:pt>
                <c:pt idx="1981">
                  <c:v>0.87677148378847691</c:v>
                </c:pt>
                <c:pt idx="1982">
                  <c:v>0.88124935955445483</c:v>
                </c:pt>
                <c:pt idx="1983">
                  <c:v>0.88607921844351123</c:v>
                </c:pt>
                <c:pt idx="1984">
                  <c:v>0.88951279856444421</c:v>
                </c:pt>
                <c:pt idx="1985">
                  <c:v>0.89008200168609619</c:v>
                </c:pt>
                <c:pt idx="1986">
                  <c:v>0.8997833270102753</c:v>
                </c:pt>
                <c:pt idx="1987">
                  <c:v>1.039284229278564</c:v>
                </c:pt>
                <c:pt idx="1988">
                  <c:v>1.0376600311750179</c:v>
                </c:pt>
                <c:pt idx="1989">
                  <c:v>1.027546882629395</c:v>
                </c:pt>
                <c:pt idx="1990">
                  <c:v>1.029914818287901</c:v>
                </c:pt>
                <c:pt idx="1991">
                  <c:v>1.0463466616573029</c:v>
                </c:pt>
                <c:pt idx="1992">
                  <c:v>1.0531027317047119</c:v>
                </c:pt>
                <c:pt idx="1993">
                  <c:v>1.060087344860658</c:v>
                </c:pt>
                <c:pt idx="1994">
                  <c:v>1.162981410075719</c:v>
                </c:pt>
                <c:pt idx="1995">
                  <c:v>1.20725417137146</c:v>
                </c:pt>
                <c:pt idx="1996">
                  <c:v>1.1987599009688921</c:v>
                </c:pt>
                <c:pt idx="1997">
                  <c:v>1.158689625608224</c:v>
                </c:pt>
                <c:pt idx="1998">
                  <c:v>1.129280746243879</c:v>
                </c:pt>
                <c:pt idx="1999">
                  <c:v>1.1097279787063601</c:v>
                </c:pt>
                <c:pt idx="2000">
                  <c:v>1.1600400112020499</c:v>
                </c:pt>
                <c:pt idx="2001">
                  <c:v>1.437940120697021</c:v>
                </c:pt>
                <c:pt idx="2002">
                  <c:v>1.498940155153365</c:v>
                </c:pt>
                <c:pt idx="2003">
                  <c:v>1.604562447504529</c:v>
                </c:pt>
                <c:pt idx="2004">
                  <c:v>1.6212166547775271</c:v>
                </c:pt>
                <c:pt idx="2005">
                  <c:v>1.595199861572125</c:v>
                </c:pt>
                <c:pt idx="2006">
                  <c:v>1.551192598290327</c:v>
                </c:pt>
                <c:pt idx="2007">
                  <c:v>1.5276012420654299</c:v>
                </c:pt>
                <c:pt idx="2008">
                  <c:v>1.5178975750466011</c:v>
                </c:pt>
                <c:pt idx="2009">
                  <c:v>1.4916331784237371</c:v>
                </c:pt>
                <c:pt idx="2010">
                  <c:v>1.459204070482818</c:v>
                </c:pt>
                <c:pt idx="2011">
                  <c:v>1.4173752069473271</c:v>
                </c:pt>
                <c:pt idx="2012">
                  <c:v>1.3839851127211731</c:v>
                </c:pt>
                <c:pt idx="2013">
                  <c:v>1.323825021767314</c:v>
                </c:pt>
                <c:pt idx="2014">
                  <c:v>1.2451973943538159</c:v>
                </c:pt>
                <c:pt idx="2015">
                  <c:v>1.204769015312195</c:v>
                </c:pt>
                <c:pt idx="2016">
                  <c:v>1.2004068525701901</c:v>
                </c:pt>
                <c:pt idx="2017">
                  <c:v>1.1531381816063659</c:v>
                </c:pt>
                <c:pt idx="2018">
                  <c:v>1.1177021265029909</c:v>
                </c:pt>
                <c:pt idx="2019">
                  <c:v>1.114445522978659</c:v>
                </c:pt>
                <c:pt idx="2020">
                  <c:v>1.0971862845146461</c:v>
                </c:pt>
                <c:pt idx="2021">
                  <c:v>1.0740597595593191</c:v>
                </c:pt>
                <c:pt idx="2022">
                  <c:v>1.0652433633804319</c:v>
                </c:pt>
                <c:pt idx="2023">
                  <c:v>1.0948936428930169</c:v>
                </c:pt>
                <c:pt idx="2024">
                  <c:v>1.189502208069346</c:v>
                </c:pt>
                <c:pt idx="2025">
                  <c:v>1.208853960037231</c:v>
                </c:pt>
                <c:pt idx="2026">
                  <c:v>1.2002907358022801</c:v>
                </c:pt>
                <c:pt idx="2027">
                  <c:v>1.196794390678406</c:v>
                </c:pt>
                <c:pt idx="2028">
                  <c:v>1.199170419330664</c:v>
                </c:pt>
                <c:pt idx="2029">
                  <c:v>1.2113536047338169</c:v>
                </c:pt>
                <c:pt idx="2030">
                  <c:v>1.214347839355469</c:v>
                </c:pt>
                <c:pt idx="2031">
                  <c:v>1.207051817088701</c:v>
                </c:pt>
                <c:pt idx="2032">
                  <c:v>1.0853242344625009</c:v>
                </c:pt>
                <c:pt idx="2033">
                  <c:v>1.04657506942749</c:v>
                </c:pt>
                <c:pt idx="2034">
                  <c:v>1.041861091558683</c:v>
                </c:pt>
                <c:pt idx="2035">
                  <c:v>1.004392970421377</c:v>
                </c:pt>
                <c:pt idx="2036">
                  <c:v>0.9825475811958313</c:v>
                </c:pt>
                <c:pt idx="2037">
                  <c:v>0.97324875242766695</c:v>
                </c:pt>
                <c:pt idx="2038">
                  <c:v>0.96323767294534524</c:v>
                </c:pt>
                <c:pt idx="2039">
                  <c:v>0.86291998624801636</c:v>
                </c:pt>
                <c:pt idx="2040">
                  <c:v>0.86663066610949702</c:v>
                </c:pt>
                <c:pt idx="2041">
                  <c:v>0.89885549405175802</c:v>
                </c:pt>
                <c:pt idx="2042">
                  <c:v>0.92564662175916546</c:v>
                </c:pt>
                <c:pt idx="2043">
                  <c:v>0.93744981288909912</c:v>
                </c:pt>
                <c:pt idx="2044">
                  <c:v>0.94908431603404597</c:v>
                </c:pt>
                <c:pt idx="2045">
                  <c:v>0.99672575862600332</c:v>
                </c:pt>
                <c:pt idx="2046">
                  <c:v>1.0311581480022041</c:v>
                </c:pt>
                <c:pt idx="2047">
                  <c:v>1.045528292655945</c:v>
                </c:pt>
                <c:pt idx="2048">
                  <c:v>1.0729139519987969</c:v>
                </c:pt>
                <c:pt idx="2049">
                  <c:v>1.08119136313178</c:v>
                </c:pt>
                <c:pt idx="2050">
                  <c:v>1.1311016497733659</c:v>
                </c:pt>
                <c:pt idx="2051">
                  <c:v>1.1984282354304221</c:v>
                </c:pt>
                <c:pt idx="2052">
                  <c:v>1.2343614862749961</c:v>
                </c:pt>
                <c:pt idx="2053">
                  <c:v>1.240565299987793</c:v>
                </c:pt>
                <c:pt idx="2054">
                  <c:v>1.249002724531542</c:v>
                </c:pt>
                <c:pt idx="2055">
                  <c:v>1.31417673632012</c:v>
                </c:pt>
                <c:pt idx="2056">
                  <c:v>1.319780826568604</c:v>
                </c:pt>
                <c:pt idx="2057">
                  <c:v>1.3071105830456831</c:v>
                </c:pt>
                <c:pt idx="2058">
                  <c:v>1.1635913602942149</c:v>
                </c:pt>
                <c:pt idx="2059">
                  <c:v>1.1260954141616819</c:v>
                </c:pt>
                <c:pt idx="2060">
                  <c:v>1.1218253425700579</c:v>
                </c:pt>
                <c:pt idx="2061">
                  <c:v>1.075054477690802</c:v>
                </c:pt>
                <c:pt idx="2062">
                  <c:v>1.029765108428335</c:v>
                </c:pt>
                <c:pt idx="2063">
                  <c:v>0.98667488808050807</c:v>
                </c:pt>
                <c:pt idx="2064">
                  <c:v>0.97508144378662109</c:v>
                </c:pt>
                <c:pt idx="2065">
                  <c:v>0.97107693272661344</c:v>
                </c:pt>
                <c:pt idx="2066">
                  <c:v>0.93396234346312845</c:v>
                </c:pt>
                <c:pt idx="2067">
                  <c:v>0.92647427320480347</c:v>
                </c:pt>
                <c:pt idx="2068">
                  <c:v>0.90471696853637695</c:v>
                </c:pt>
                <c:pt idx="2069">
                  <c:v>0.90553794560585121</c:v>
                </c:pt>
                <c:pt idx="2070">
                  <c:v>0.91409161908674064</c:v>
                </c:pt>
                <c:pt idx="2071">
                  <c:v>0.9153367280960083</c:v>
                </c:pt>
                <c:pt idx="2072">
                  <c:v>0.91399822901323913</c:v>
                </c:pt>
                <c:pt idx="2073">
                  <c:v>0.89942657543731208</c:v>
                </c:pt>
                <c:pt idx="2074">
                  <c:v>0.88063241519186763</c:v>
                </c:pt>
                <c:pt idx="2075">
                  <c:v>0.87692368030548096</c:v>
                </c:pt>
                <c:pt idx="2076">
                  <c:v>0.87243535555028506</c:v>
                </c:pt>
                <c:pt idx="2077">
                  <c:v>0.84059055565229002</c:v>
                </c:pt>
                <c:pt idx="2078">
                  <c:v>0.83192288875579834</c:v>
                </c:pt>
                <c:pt idx="2079">
                  <c:v>0.85978895185601012</c:v>
                </c:pt>
                <c:pt idx="2080">
                  <c:v>0.90956982128193631</c:v>
                </c:pt>
                <c:pt idx="2081">
                  <c:v>0.94410663843154907</c:v>
                </c:pt>
                <c:pt idx="2082">
                  <c:v>0.93230507330835333</c:v>
                </c:pt>
                <c:pt idx="2083">
                  <c:v>0.89869309586882185</c:v>
                </c:pt>
                <c:pt idx="2084">
                  <c:v>0.88989359140396118</c:v>
                </c:pt>
                <c:pt idx="2085">
                  <c:v>0.90142666644016267</c:v>
                </c:pt>
                <c:pt idx="2086">
                  <c:v>1.023621885518756</c:v>
                </c:pt>
                <c:pt idx="2087">
                  <c:v>1.0812598466873169</c:v>
                </c:pt>
                <c:pt idx="2088">
                  <c:v>1.0825370945003889</c:v>
                </c:pt>
                <c:pt idx="2089">
                  <c:v>1.0842340976936189</c:v>
                </c:pt>
                <c:pt idx="2090">
                  <c:v>1.0916748040023989</c:v>
                </c:pt>
                <c:pt idx="2091">
                  <c:v>1.100798924301454</c:v>
                </c:pt>
                <c:pt idx="2092">
                  <c:v>1.1109981015453749</c:v>
                </c:pt>
                <c:pt idx="2093">
                  <c:v>1.1206929683685301</c:v>
                </c:pt>
                <c:pt idx="2094">
                  <c:v>1.0493694491289729</c:v>
                </c:pt>
                <c:pt idx="2095">
                  <c:v>1.0142232179641719</c:v>
                </c:pt>
                <c:pt idx="2096">
                  <c:v>0.99509655863897795</c:v>
                </c:pt>
                <c:pt idx="2097">
                  <c:v>0.9349583398612904</c:v>
                </c:pt>
                <c:pt idx="2098">
                  <c:v>0.87511040584374666</c:v>
                </c:pt>
                <c:pt idx="2099">
                  <c:v>0.86611264944076538</c:v>
                </c:pt>
                <c:pt idx="2100">
                  <c:v>0.8750205065036456</c:v>
                </c:pt>
                <c:pt idx="2101">
                  <c:v>0.92667426984235979</c:v>
                </c:pt>
                <c:pt idx="2102">
                  <c:v>0.98355635796260099</c:v>
                </c:pt>
                <c:pt idx="2103">
                  <c:v>1.0079283714294429</c:v>
                </c:pt>
                <c:pt idx="2104">
                  <c:v>1.010267192591858</c:v>
                </c:pt>
                <c:pt idx="2105">
                  <c:v>1.027590174763924</c:v>
                </c:pt>
                <c:pt idx="2106">
                  <c:v>1.045490336640873</c:v>
                </c:pt>
                <c:pt idx="2107">
                  <c:v>1.048978805541992</c:v>
                </c:pt>
                <c:pt idx="2108">
                  <c:v>1.181748151779175</c:v>
                </c:pt>
                <c:pt idx="2109">
                  <c:v>1.195703476142806</c:v>
                </c:pt>
                <c:pt idx="2110">
                  <c:v>1.2590594291687009</c:v>
                </c:pt>
                <c:pt idx="2111">
                  <c:v>1.259854734193756</c:v>
                </c:pt>
                <c:pt idx="2112">
                  <c:v>1.2677166682137979</c:v>
                </c:pt>
                <c:pt idx="2113">
                  <c:v>1.271563768386841</c:v>
                </c:pt>
                <c:pt idx="2114">
                  <c:v>1.2588380432227291</c:v>
                </c:pt>
                <c:pt idx="2115">
                  <c:v>1.1566194596265951</c:v>
                </c:pt>
                <c:pt idx="2116">
                  <c:v>1.1479033231735229</c:v>
                </c:pt>
                <c:pt idx="2117">
                  <c:v>1.1652615199413801</c:v>
                </c:pt>
                <c:pt idx="2118">
                  <c:v>1.225467801094055</c:v>
                </c:pt>
                <c:pt idx="2119">
                  <c:v>1.2233477428376349</c:v>
                </c:pt>
                <c:pt idx="2120">
                  <c:v>1.208680752710547</c:v>
                </c:pt>
                <c:pt idx="2121">
                  <c:v>1.1949476003646851</c:v>
                </c:pt>
                <c:pt idx="2122">
                  <c:v>1.2157881834834889</c:v>
                </c:pt>
                <c:pt idx="2123">
                  <c:v>1.27815110307322</c:v>
                </c:pt>
                <c:pt idx="2124">
                  <c:v>1.3362351487485571</c:v>
                </c:pt>
                <c:pt idx="2125">
                  <c:v>1.371863842010498</c:v>
                </c:pt>
                <c:pt idx="2126">
                  <c:v>1.3708302452606089</c:v>
                </c:pt>
                <c:pt idx="2127">
                  <c:v>1.3688200700400459</c:v>
                </c:pt>
                <c:pt idx="2128">
                  <c:v>1.3670490626261429</c:v>
                </c:pt>
                <c:pt idx="2129">
                  <c:v>1.366792655918563</c:v>
                </c:pt>
                <c:pt idx="2130">
                  <c:v>1.362782311764122</c:v>
                </c:pt>
                <c:pt idx="2131">
                  <c:v>1.362484931945801</c:v>
                </c:pt>
                <c:pt idx="2132">
                  <c:v>1.3433696043780221</c:v>
                </c:pt>
                <c:pt idx="2133">
                  <c:v>1.3241134561818739</c:v>
                </c:pt>
                <c:pt idx="2134">
                  <c:v>1.3077178001403811</c:v>
                </c:pt>
                <c:pt idx="2135">
                  <c:v>1.296055648281776</c:v>
                </c:pt>
                <c:pt idx="2136">
                  <c:v>1.1882760226081319</c:v>
                </c:pt>
                <c:pt idx="2137">
                  <c:v>1.119694590568542</c:v>
                </c:pt>
                <c:pt idx="2138">
                  <c:v>1.118583124686761</c:v>
                </c:pt>
                <c:pt idx="2139">
                  <c:v>1.1107180528646781</c:v>
                </c:pt>
                <c:pt idx="2140">
                  <c:v>1.1046764100092921</c:v>
                </c:pt>
                <c:pt idx="2141">
                  <c:v>1.1022371053695681</c:v>
                </c:pt>
                <c:pt idx="2142">
                  <c:v>1.11369461142519</c:v>
                </c:pt>
                <c:pt idx="2143">
                  <c:v>1.145030518830503</c:v>
                </c:pt>
                <c:pt idx="2144">
                  <c:v>1.1785804033279419</c:v>
                </c:pt>
                <c:pt idx="2145">
                  <c:v>1.157590489904065</c:v>
                </c:pt>
                <c:pt idx="2146">
                  <c:v>1.152353265314445</c:v>
                </c:pt>
                <c:pt idx="2147">
                  <c:v>1.1166266025965661</c:v>
                </c:pt>
                <c:pt idx="2148">
                  <c:v>1.1105233430862429</c:v>
                </c:pt>
                <c:pt idx="2149">
                  <c:v>1.0826012001151779</c:v>
                </c:pt>
                <c:pt idx="2150">
                  <c:v>1.062900066375732</c:v>
                </c:pt>
                <c:pt idx="2151">
                  <c:v>1.0566430396739359</c:v>
                </c:pt>
                <c:pt idx="2152">
                  <c:v>1.0544779300689699</c:v>
                </c:pt>
                <c:pt idx="2153">
                  <c:v>1.049163900261078</c:v>
                </c:pt>
                <c:pt idx="2154">
                  <c:v>1.0073307653736649</c:v>
                </c:pt>
                <c:pt idx="2155">
                  <c:v>0.98858493566513062</c:v>
                </c:pt>
                <c:pt idx="2156">
                  <c:v>0.99403542536001943</c:v>
                </c:pt>
                <c:pt idx="2157">
                  <c:v>1.014711231511721</c:v>
                </c:pt>
                <c:pt idx="2158">
                  <c:v>1.0821334997097449</c:v>
                </c:pt>
                <c:pt idx="2159">
                  <c:v>1.094600558280945</c:v>
                </c:pt>
                <c:pt idx="2160">
                  <c:v>1.088749369716876</c:v>
                </c:pt>
                <c:pt idx="2161">
                  <c:v>1.0204711042380441</c:v>
                </c:pt>
                <c:pt idx="2162">
                  <c:v>0.98578965663909912</c:v>
                </c:pt>
                <c:pt idx="2163">
                  <c:v>0.98791093067166724</c:v>
                </c:pt>
                <c:pt idx="2164">
                  <c:v>1.0126656681315509</c:v>
                </c:pt>
                <c:pt idx="2165">
                  <c:v>1.0296387672424321</c:v>
                </c:pt>
                <c:pt idx="2166">
                  <c:v>1.0677416187308559</c:v>
                </c:pt>
                <c:pt idx="2167">
                  <c:v>1.0865325189141251</c:v>
                </c:pt>
                <c:pt idx="2168">
                  <c:v>1.1338310243398599</c:v>
                </c:pt>
                <c:pt idx="2169">
                  <c:v>1.1958368265356709</c:v>
                </c:pt>
                <c:pt idx="2170">
                  <c:v>1.239866005680764</c:v>
                </c:pt>
                <c:pt idx="2171">
                  <c:v>1.2444074153900151</c:v>
                </c:pt>
                <c:pt idx="2172">
                  <c:v>1.257850798656164</c:v>
                </c:pt>
                <c:pt idx="2173">
                  <c:v>1.4161019702334321</c:v>
                </c:pt>
                <c:pt idx="2174">
                  <c:v>1.445907354354858</c:v>
                </c:pt>
                <c:pt idx="2175">
                  <c:v>1.4533069907856599</c:v>
                </c:pt>
                <c:pt idx="2176">
                  <c:v>1.585431010034021</c:v>
                </c:pt>
                <c:pt idx="2177">
                  <c:v>1.6308766603469851</c:v>
                </c:pt>
                <c:pt idx="2178">
                  <c:v>1.5957254612962</c:v>
                </c:pt>
                <c:pt idx="2179">
                  <c:v>1.3919529914855959</c:v>
                </c:pt>
                <c:pt idx="2180">
                  <c:v>1.359588971589295</c:v>
                </c:pt>
                <c:pt idx="2181">
                  <c:v>1.3468566322906881</c:v>
                </c:pt>
                <c:pt idx="2182">
                  <c:v>1.302353798827522</c:v>
                </c:pt>
                <c:pt idx="2183">
                  <c:v>1.275426390296398</c:v>
                </c:pt>
                <c:pt idx="2184">
                  <c:v>1.251859307289124</c:v>
                </c:pt>
                <c:pt idx="2185">
                  <c:v>1.248483762583863</c:v>
                </c:pt>
                <c:pt idx="2186">
                  <c:v>1.235539820942565</c:v>
                </c:pt>
                <c:pt idx="2187">
                  <c:v>1.224124670028687</c:v>
                </c:pt>
                <c:pt idx="2188">
                  <c:v>1.1533941030502319</c:v>
                </c:pt>
                <c:pt idx="2189">
                  <c:v>1.138046873601201</c:v>
                </c:pt>
                <c:pt idx="2190">
                  <c:v>1.0370098352432251</c:v>
                </c:pt>
                <c:pt idx="2191">
                  <c:v>1.044749400724766</c:v>
                </c:pt>
                <c:pt idx="2192">
                  <c:v>1.09393583749882</c:v>
                </c:pt>
                <c:pt idx="2193">
                  <c:v>1.1345190276422941</c:v>
                </c:pt>
                <c:pt idx="2194">
                  <c:v>1.1818667650222781</c:v>
                </c:pt>
                <c:pt idx="2195">
                  <c:v>1.2120630435663979</c:v>
                </c:pt>
                <c:pt idx="2196">
                  <c:v>1.394954914049783</c:v>
                </c:pt>
                <c:pt idx="2197">
                  <c:v>1.5590877542172039</c:v>
                </c:pt>
                <c:pt idx="2198">
                  <c:v>1.6173913478851321</c:v>
                </c:pt>
                <c:pt idx="2199">
                  <c:v>1.6165032303123319</c:v>
                </c:pt>
                <c:pt idx="2200">
                  <c:v>1.6057072877883909</c:v>
                </c:pt>
                <c:pt idx="2201">
                  <c:v>1.612760878847731</c:v>
                </c:pt>
                <c:pt idx="2202">
                  <c:v>1.635834824045066</c:v>
                </c:pt>
                <c:pt idx="2203">
                  <c:v>1.6485691070556641</c:v>
                </c:pt>
                <c:pt idx="2204">
                  <c:v>1.645951812293581</c:v>
                </c:pt>
                <c:pt idx="2205">
                  <c:v>1.6336502781195119</c:v>
                </c:pt>
                <c:pt idx="2206">
                  <c:v>1.6183308936161589</c:v>
                </c:pt>
                <c:pt idx="2207">
                  <c:v>1.5805625672363139</c:v>
                </c:pt>
                <c:pt idx="2208">
                  <c:v>1.551800521311546</c:v>
                </c:pt>
                <c:pt idx="2209">
                  <c:v>1.5326178073883061</c:v>
                </c:pt>
                <c:pt idx="2210">
                  <c:v>1.5303497682194509</c:v>
                </c:pt>
                <c:pt idx="2211">
                  <c:v>1.49193553959141</c:v>
                </c:pt>
                <c:pt idx="2212">
                  <c:v>1.459208488464355</c:v>
                </c:pt>
                <c:pt idx="2213">
                  <c:v>1.4635346192488701</c:v>
                </c:pt>
                <c:pt idx="2214">
                  <c:v>1.5049928266475701</c:v>
                </c:pt>
                <c:pt idx="2215">
                  <c:v>1.5513566028426431</c:v>
                </c:pt>
                <c:pt idx="2216">
                  <c:v>1.5574712753295901</c:v>
                </c:pt>
                <c:pt idx="2217">
                  <c:v>1.542208432408898</c:v>
                </c:pt>
                <c:pt idx="2218">
                  <c:v>1.3739852423383829</c:v>
                </c:pt>
                <c:pt idx="2219">
                  <c:v>1.3287098407745359</c:v>
                </c:pt>
                <c:pt idx="2220">
                  <c:v>1.3426537825130029</c:v>
                </c:pt>
                <c:pt idx="2221">
                  <c:v>1.4184321310203989</c:v>
                </c:pt>
                <c:pt idx="2222">
                  <c:v>1.495509005514307</c:v>
                </c:pt>
                <c:pt idx="2223">
                  <c:v>1.54886338316176</c:v>
                </c:pt>
                <c:pt idx="2224">
                  <c:v>1.5825355052948</c:v>
                </c:pt>
                <c:pt idx="2225">
                  <c:v>1.599366647723137</c:v>
                </c:pt>
                <c:pt idx="2226">
                  <c:v>1.8013593966170629</c:v>
                </c:pt>
                <c:pt idx="2227">
                  <c:v>1.86136794090271</c:v>
                </c:pt>
                <c:pt idx="2228">
                  <c:v>1.799603175779336</c:v>
                </c:pt>
                <c:pt idx="2229">
                  <c:v>1.78032922744751</c:v>
                </c:pt>
                <c:pt idx="2230">
                  <c:v>1.56932008266449</c:v>
                </c:pt>
                <c:pt idx="2231">
                  <c:v>1.559826973844054</c:v>
                </c:pt>
                <c:pt idx="2232">
                  <c:v>1.5392864796798891</c:v>
                </c:pt>
                <c:pt idx="2233">
                  <c:v>1.5154804100579491</c:v>
                </c:pt>
                <c:pt idx="2234">
                  <c:v>1.456796964087385</c:v>
                </c:pt>
                <c:pt idx="2235">
                  <c:v>1.446486234664917</c:v>
                </c:pt>
                <c:pt idx="2236">
                  <c:v>1.6232855145509519</c:v>
                </c:pt>
                <c:pt idx="2237">
                  <c:v>1.8556006328226571</c:v>
                </c:pt>
                <c:pt idx="2238">
                  <c:v>1.931152820587158</c:v>
                </c:pt>
                <c:pt idx="2239">
                  <c:v>1.979489811301264</c:v>
                </c:pt>
                <c:pt idx="2240">
                  <c:v>2.0660467481614049</c:v>
                </c:pt>
                <c:pt idx="2241">
                  <c:v>2.147144079208374</c:v>
                </c:pt>
                <c:pt idx="2242">
                  <c:v>2.0340700584865639</c:v>
                </c:pt>
                <c:pt idx="2243">
                  <c:v>1.891176969121755</c:v>
                </c:pt>
                <c:pt idx="2244">
                  <c:v>1.8661758899688721</c:v>
                </c:pt>
                <c:pt idx="2245">
                  <c:v>1.8325951372406091</c:v>
                </c:pt>
                <c:pt idx="2246">
                  <c:v>1.8191565087804229</c:v>
                </c:pt>
                <c:pt idx="2247">
                  <c:v>1.7716189863847991</c:v>
                </c:pt>
                <c:pt idx="2248">
                  <c:v>1.7253399073553131</c:v>
                </c:pt>
                <c:pt idx="2249">
                  <c:v>1.678292404527397</c:v>
                </c:pt>
                <c:pt idx="2250">
                  <c:v>1.661318182945251</c:v>
                </c:pt>
                <c:pt idx="2251">
                  <c:v>1.6455510516481739</c:v>
                </c:pt>
                <c:pt idx="2252">
                  <c:v>1.5223544904431989</c:v>
                </c:pt>
                <c:pt idx="2253">
                  <c:v>1.4849822521209719</c:v>
                </c:pt>
                <c:pt idx="2254">
                  <c:v>1.486660955537642</c:v>
                </c:pt>
                <c:pt idx="2255">
                  <c:v>1.503578381926532</c:v>
                </c:pt>
                <c:pt idx="2256">
                  <c:v>1.510062694549561</c:v>
                </c:pt>
                <c:pt idx="2257">
                  <c:v>1.495869889678952</c:v>
                </c:pt>
                <c:pt idx="2258">
                  <c:v>1.287141799926758</c:v>
                </c:pt>
                <c:pt idx="2259">
                  <c:v>1.2969480773116371</c:v>
                </c:pt>
                <c:pt idx="2260">
                  <c:v>1.3482569576523451</c:v>
                </c:pt>
                <c:pt idx="2261">
                  <c:v>1.4149782530180821</c:v>
                </c:pt>
                <c:pt idx="2262">
                  <c:v>1.4431037902832029</c:v>
                </c:pt>
                <c:pt idx="2263">
                  <c:v>1.456753536603141</c:v>
                </c:pt>
                <c:pt idx="2264">
                  <c:v>1.535913595922908</c:v>
                </c:pt>
                <c:pt idx="2265">
                  <c:v>1.6200352745099531</c:v>
                </c:pt>
                <c:pt idx="2266">
                  <c:v>1.675285928133488</c:v>
                </c:pt>
                <c:pt idx="2267">
                  <c:v>1.685165643692017</c:v>
                </c:pt>
                <c:pt idx="2268">
                  <c:v>1.6527750492095949</c:v>
                </c:pt>
                <c:pt idx="2269">
                  <c:v>1.6502829785489519</c:v>
                </c:pt>
                <c:pt idx="2270">
                  <c:v>1.6343479156494141</c:v>
                </c:pt>
                <c:pt idx="2271">
                  <c:v>1.627007967463987</c:v>
                </c:pt>
                <c:pt idx="2272">
                  <c:v>1.5999966708638</c:v>
                </c:pt>
                <c:pt idx="2273">
                  <c:v>1.5137548446655269</c:v>
                </c:pt>
                <c:pt idx="2274">
                  <c:v>1.66195869768307</c:v>
                </c:pt>
                <c:pt idx="2275">
                  <c:v>1.7350471626064441</c:v>
                </c:pt>
                <c:pt idx="2276">
                  <c:v>1.9497126340866091</c:v>
                </c:pt>
                <c:pt idx="2277">
                  <c:v>1.9539157900772191</c:v>
                </c:pt>
                <c:pt idx="2278">
                  <c:v>1.9589834552000609</c:v>
                </c:pt>
                <c:pt idx="2279">
                  <c:v>2.066853088514252</c:v>
                </c:pt>
                <c:pt idx="2280">
                  <c:v>2.0937306880950932</c:v>
                </c:pt>
                <c:pt idx="2281">
                  <c:v>2.100519517414261</c:v>
                </c:pt>
                <c:pt idx="2282">
                  <c:v>2.1255610785522112</c:v>
                </c:pt>
                <c:pt idx="2283">
                  <c:v>2.1403732299804692</c:v>
                </c:pt>
                <c:pt idx="2284">
                  <c:v>2.137230344731436</c:v>
                </c:pt>
                <c:pt idx="2285">
                  <c:v>2.0983892561560769</c:v>
                </c:pt>
                <c:pt idx="2286">
                  <c:v>2.031134981433294</c:v>
                </c:pt>
                <c:pt idx="2287">
                  <c:v>1.9931265984252979</c:v>
                </c:pt>
                <c:pt idx="2288">
                  <c:v>1.9688763618469241</c:v>
                </c:pt>
                <c:pt idx="2289">
                  <c:v>2.076425845150609</c:v>
                </c:pt>
                <c:pt idx="2290">
                  <c:v>2.563844591389814</c:v>
                </c:pt>
                <c:pt idx="2291">
                  <c:v>2.6549415588378911</c:v>
                </c:pt>
                <c:pt idx="2292">
                  <c:v>2.7908172863792928</c:v>
                </c:pt>
                <c:pt idx="2293">
                  <c:v>2.929070796076906</c:v>
                </c:pt>
                <c:pt idx="2294">
                  <c:v>3.0442455423204482</c:v>
                </c:pt>
                <c:pt idx="2295">
                  <c:v>3.1243000030517578</c:v>
                </c:pt>
                <c:pt idx="2296">
                  <c:v>3.077842378559382</c:v>
                </c:pt>
                <c:pt idx="2297">
                  <c:v>2.7363235058081141</c:v>
                </c:pt>
                <c:pt idx="2298">
                  <c:v>2.6628425121307369</c:v>
                </c:pt>
                <c:pt idx="2299">
                  <c:v>2.6483480568751632</c:v>
                </c:pt>
                <c:pt idx="2300">
                  <c:v>2.4089415900204099</c:v>
                </c:pt>
                <c:pt idx="2301">
                  <c:v>2.3009102344512939</c:v>
                </c:pt>
                <c:pt idx="2302">
                  <c:v>2.2908212655175562</c:v>
                </c:pt>
                <c:pt idx="2303">
                  <c:v>2.2167478121129198</c:v>
                </c:pt>
                <c:pt idx="2304">
                  <c:v>2.1405637887076119</c:v>
                </c:pt>
                <c:pt idx="2305">
                  <c:v>2.133091926574707</c:v>
                </c:pt>
                <c:pt idx="2306">
                  <c:v>2.1322374595534281</c:v>
                </c:pt>
                <c:pt idx="2307">
                  <c:v>2.1237987770172571</c:v>
                </c:pt>
                <c:pt idx="2308">
                  <c:v>2.1202728748321529</c:v>
                </c:pt>
                <c:pt idx="2309">
                  <c:v>2.0820633263440822</c:v>
                </c:pt>
                <c:pt idx="2310">
                  <c:v>2.026564359664917</c:v>
                </c:pt>
                <c:pt idx="2311">
                  <c:v>2.5329897921889648</c:v>
                </c:pt>
                <c:pt idx="2312">
                  <c:v>2.7951359748840332</c:v>
                </c:pt>
                <c:pt idx="2313">
                  <c:v>2.810481489940682</c:v>
                </c:pt>
                <c:pt idx="2314">
                  <c:v>2.9318207166124002</c:v>
                </c:pt>
                <c:pt idx="2315">
                  <c:v>3.0409514927624781</c:v>
                </c:pt>
                <c:pt idx="2316">
                  <c:v>3.0823407173156738</c:v>
                </c:pt>
                <c:pt idx="2317">
                  <c:v>3.044035615016949</c:v>
                </c:pt>
                <c:pt idx="2318">
                  <c:v>2.7756420206572341</c:v>
                </c:pt>
                <c:pt idx="2319">
                  <c:v>2.6329233646392818</c:v>
                </c:pt>
                <c:pt idx="2320">
                  <c:v>2.6192959708649188</c:v>
                </c:pt>
                <c:pt idx="2321">
                  <c:v>2.5807108348295511</c:v>
                </c:pt>
                <c:pt idx="2322">
                  <c:v>2.3798751831054692</c:v>
                </c:pt>
                <c:pt idx="2323">
                  <c:v>2.3763188333090488</c:v>
                </c:pt>
                <c:pt idx="2324">
                  <c:v>2.3459012237008272</c:v>
                </c:pt>
                <c:pt idx="2325">
                  <c:v>2.3150110985580299</c:v>
                </c:pt>
                <c:pt idx="2326">
                  <c:v>2.2775917519091191</c:v>
                </c:pt>
                <c:pt idx="2327">
                  <c:v>2.2467367649078369</c:v>
                </c:pt>
                <c:pt idx="2328">
                  <c:v>2.4751973569007051</c:v>
                </c:pt>
                <c:pt idx="2329">
                  <c:v>3.1197290420532231</c:v>
                </c:pt>
                <c:pt idx="2330">
                  <c:v>3.14130171883988</c:v>
                </c:pt>
                <c:pt idx="2331">
                  <c:v>3.499545467018971</c:v>
                </c:pt>
                <c:pt idx="2332">
                  <c:v>3.550134658813477</c:v>
                </c:pt>
                <c:pt idx="2333">
                  <c:v>3.5045038480134618</c:v>
                </c:pt>
                <c:pt idx="2334">
                  <c:v>3.2140181064605708</c:v>
                </c:pt>
                <c:pt idx="2335">
                  <c:v>3.1354773338663109</c:v>
                </c:pt>
                <c:pt idx="2336">
                  <c:v>2.823706485840173</c:v>
                </c:pt>
                <c:pt idx="2337">
                  <c:v>2.7354950904846191</c:v>
                </c:pt>
                <c:pt idx="2338">
                  <c:v>2.7169572560728792</c:v>
                </c:pt>
                <c:pt idx="2339">
                  <c:v>2.6711659539193309</c:v>
                </c:pt>
                <c:pt idx="2340">
                  <c:v>2.6398703570091948</c:v>
                </c:pt>
                <c:pt idx="2341">
                  <c:v>2.6009178429421498</c:v>
                </c:pt>
                <c:pt idx="2342">
                  <c:v>2.562532901763916</c:v>
                </c:pt>
                <c:pt idx="2343">
                  <c:v>2.5504197951464969</c:v>
                </c:pt>
                <c:pt idx="2344">
                  <c:v>2.4269128731759242</c:v>
                </c:pt>
                <c:pt idx="2345">
                  <c:v>2.3277428150177002</c:v>
                </c:pt>
                <c:pt idx="2346">
                  <c:v>2.0029540061950679</c:v>
                </c:pt>
                <c:pt idx="2347">
                  <c:v>1.974666987608112</c:v>
                </c:pt>
                <c:pt idx="2348">
                  <c:v>1.776830911636353</c:v>
                </c:pt>
                <c:pt idx="2349">
                  <c:v>1.7844265104649111</c:v>
                </c:pt>
                <c:pt idx="2350">
                  <c:v>1.8627804517745969</c:v>
                </c:pt>
                <c:pt idx="2351">
                  <c:v>1.8558589602126829</c:v>
                </c:pt>
                <c:pt idx="2352">
                  <c:v>1.8428242206573491</c:v>
                </c:pt>
                <c:pt idx="2353">
                  <c:v>1.8387295150802041</c:v>
                </c:pt>
                <c:pt idx="2354">
                  <c:v>1.8143299444899159</c:v>
                </c:pt>
                <c:pt idx="2355">
                  <c:v>1.78828030504503</c:v>
                </c:pt>
                <c:pt idx="2356">
                  <c:v>1.780086994171143</c:v>
                </c:pt>
                <c:pt idx="2357">
                  <c:v>1.776366663856688</c:v>
                </c:pt>
                <c:pt idx="2358">
                  <c:v>1.751306503572106</c:v>
                </c:pt>
                <c:pt idx="2359">
                  <c:v>1.7262157704652179</c:v>
                </c:pt>
                <c:pt idx="2360">
                  <c:v>1.7003714172884681</c:v>
                </c:pt>
                <c:pt idx="2361">
                  <c:v>1.67572016850224</c:v>
                </c:pt>
                <c:pt idx="2362">
                  <c:v>1.6692937612533569</c:v>
                </c:pt>
                <c:pt idx="2363">
                  <c:v>1.6699241867898269</c:v>
                </c:pt>
                <c:pt idx="2364">
                  <c:v>1.6752802602729171</c:v>
                </c:pt>
                <c:pt idx="2365">
                  <c:v>1.6774177551269529</c:v>
                </c:pt>
                <c:pt idx="2366">
                  <c:v>1.723601474558079</c:v>
                </c:pt>
                <c:pt idx="2367">
                  <c:v>2.2418521205072328</c:v>
                </c:pt>
                <c:pt idx="2368">
                  <c:v>2.6252822875976558</c:v>
                </c:pt>
                <c:pt idx="2369">
                  <c:v>2.5973047361294999</c:v>
                </c:pt>
                <c:pt idx="2370">
                  <c:v>2.342009578982577</c:v>
                </c:pt>
                <c:pt idx="2371">
                  <c:v>2.3009352684021001</c:v>
                </c:pt>
                <c:pt idx="2372">
                  <c:v>2.2751053372900021</c:v>
                </c:pt>
                <c:pt idx="2373">
                  <c:v>2.0483847676266529</c:v>
                </c:pt>
                <c:pt idx="2374">
                  <c:v>1.964920282363892</c:v>
                </c:pt>
                <c:pt idx="2375">
                  <c:v>1.96049922923343</c:v>
                </c:pt>
                <c:pt idx="2376">
                  <c:v>1.916231865257779</c:v>
                </c:pt>
                <c:pt idx="2377">
                  <c:v>1.872399998145053</c:v>
                </c:pt>
                <c:pt idx="2378">
                  <c:v>1.854379415512085</c:v>
                </c:pt>
                <c:pt idx="2379">
                  <c:v>1.9560226398566869</c:v>
                </c:pt>
                <c:pt idx="2380">
                  <c:v>2.2602969626470371</c:v>
                </c:pt>
                <c:pt idx="2381">
                  <c:v>2.5458698272705078</c:v>
                </c:pt>
                <c:pt idx="2382">
                  <c:v>2.306623220443726</c:v>
                </c:pt>
                <c:pt idx="2383">
                  <c:v>2.236928405112002</c:v>
                </c:pt>
                <c:pt idx="2384">
                  <c:v>2.0926402660677512</c:v>
                </c:pt>
                <c:pt idx="2385">
                  <c:v>2.0244748592376709</c:v>
                </c:pt>
                <c:pt idx="2386">
                  <c:v>2.0304158051747541</c:v>
                </c:pt>
                <c:pt idx="2387">
                  <c:v>2.0442207318283829</c:v>
                </c:pt>
                <c:pt idx="2388">
                  <c:v>2.0650157928466801</c:v>
                </c:pt>
                <c:pt idx="2389">
                  <c:v>2.0597469370349559</c:v>
                </c:pt>
                <c:pt idx="2390">
                  <c:v>2.057329697041224</c:v>
                </c:pt>
                <c:pt idx="2391">
                  <c:v>1.999564371477945</c:v>
                </c:pt>
                <c:pt idx="2392">
                  <c:v>1.9780228137969971</c:v>
                </c:pt>
                <c:pt idx="2393">
                  <c:v>1.968060053547942</c:v>
                </c:pt>
                <c:pt idx="2394">
                  <c:v>1.8778249322486971</c:v>
                </c:pt>
                <c:pt idx="2395">
                  <c:v>1.807291984558105</c:v>
                </c:pt>
                <c:pt idx="2396">
                  <c:v>1.7973581418175699</c:v>
                </c:pt>
                <c:pt idx="2397">
                  <c:v>1.757073105818467</c:v>
                </c:pt>
                <c:pt idx="2398">
                  <c:v>1.745078731190667</c:v>
                </c:pt>
                <c:pt idx="2399">
                  <c:v>1.703731389187487</c:v>
                </c:pt>
                <c:pt idx="2400">
                  <c:v>1.6387804906553869</c:v>
                </c:pt>
                <c:pt idx="2401">
                  <c:v>1.5976545810699461</c:v>
                </c:pt>
                <c:pt idx="2402">
                  <c:v>1.5955362023481909</c:v>
                </c:pt>
                <c:pt idx="2403">
                  <c:v>1.5414272373244331</c:v>
                </c:pt>
                <c:pt idx="2404">
                  <c:v>1.4474877119064331</c:v>
                </c:pt>
                <c:pt idx="2405">
                  <c:v>1.434333156215766</c:v>
                </c:pt>
                <c:pt idx="2406">
                  <c:v>1.3193399814868669</c:v>
                </c:pt>
                <c:pt idx="2407">
                  <c:v>1.2859059572219851</c:v>
                </c:pt>
                <c:pt idx="2408">
                  <c:v>1.294978551307095</c:v>
                </c:pt>
                <c:pt idx="2409">
                  <c:v>1.3808135307172951</c:v>
                </c:pt>
                <c:pt idx="2410">
                  <c:v>1.4241940975189209</c:v>
                </c:pt>
                <c:pt idx="2411">
                  <c:v>1.4122268431195639</c:v>
                </c:pt>
                <c:pt idx="2412">
                  <c:v>1.2265352010726931</c:v>
                </c:pt>
                <c:pt idx="2413">
                  <c:v>1.238129529794312</c:v>
                </c:pt>
                <c:pt idx="2414">
                  <c:v>1.3244210184771961</c:v>
                </c:pt>
                <c:pt idx="2415">
                  <c:v>1.356204509735107</c:v>
                </c:pt>
                <c:pt idx="2416">
                  <c:v>1.358434953794698</c:v>
                </c:pt>
                <c:pt idx="2417">
                  <c:v>1.3700294609121939</c:v>
                </c:pt>
                <c:pt idx="2418">
                  <c:v>1.381517058794524</c:v>
                </c:pt>
                <c:pt idx="2419">
                  <c:v>1.3920150922391259</c:v>
                </c:pt>
                <c:pt idx="2420">
                  <c:v>1.393480777740479</c:v>
                </c:pt>
                <c:pt idx="2421">
                  <c:v>1.366931806858755</c:v>
                </c:pt>
                <c:pt idx="2422">
                  <c:v>1.2580787612147131</c:v>
                </c:pt>
                <c:pt idx="2423">
                  <c:v>1.2223889827728269</c:v>
                </c:pt>
                <c:pt idx="2424">
                  <c:v>1.1092287005359369</c:v>
                </c:pt>
                <c:pt idx="2425">
                  <c:v>1.0705240964889531</c:v>
                </c:pt>
                <c:pt idx="2426">
                  <c:v>1.2270399332046511</c:v>
                </c:pt>
                <c:pt idx="2427">
                  <c:v>1.419822280612262</c:v>
                </c:pt>
                <c:pt idx="2428">
                  <c:v>1.7338861976014239</c:v>
                </c:pt>
                <c:pt idx="2429">
                  <c:v>2.092871630183136</c:v>
                </c:pt>
                <c:pt idx="2430">
                  <c:v>2.162685871124268</c:v>
                </c:pt>
                <c:pt idx="2431">
                  <c:v>2.1192971275357508</c:v>
                </c:pt>
                <c:pt idx="2432">
                  <c:v>2.0520876755826918</c:v>
                </c:pt>
                <c:pt idx="2433">
                  <c:v>2.031190156936646</c:v>
                </c:pt>
                <c:pt idx="2434">
                  <c:v>2.0931389047227431</c:v>
                </c:pt>
                <c:pt idx="2435">
                  <c:v>2.2316828626444409</c:v>
                </c:pt>
                <c:pt idx="2436">
                  <c:v>2.3372472645537079</c:v>
                </c:pt>
                <c:pt idx="2437">
                  <c:v>2.4413538872900769</c:v>
                </c:pt>
                <c:pt idx="2438">
                  <c:v>2.5633462636470852</c:v>
                </c:pt>
                <c:pt idx="2439">
                  <c:v>2.5963277816772461</c:v>
                </c:pt>
                <c:pt idx="2440">
                  <c:v>2.7328896307655262</c:v>
                </c:pt>
                <c:pt idx="2441">
                  <c:v>3.5352923046828431</c:v>
                </c:pt>
                <c:pt idx="2442">
                  <c:v>3.9742157459259029</c:v>
                </c:pt>
                <c:pt idx="2443">
                  <c:v>4.0398548881201517</c:v>
                </c:pt>
                <c:pt idx="2444">
                  <c:v>4.4372042684075046</c:v>
                </c:pt>
                <c:pt idx="2445">
                  <c:v>4.7357740437967077</c:v>
                </c:pt>
                <c:pt idx="2446">
                  <c:v>4.7871289253234863</c:v>
                </c:pt>
                <c:pt idx="2447">
                  <c:v>4.7456207198169746</c:v>
                </c:pt>
                <c:pt idx="2448">
                  <c:v>4.2968044536664856</c:v>
                </c:pt>
                <c:pt idx="2449">
                  <c:v>4.1859898567199707</c:v>
                </c:pt>
                <c:pt idx="2450">
                  <c:v>4.1418609782714917</c:v>
                </c:pt>
                <c:pt idx="2451">
                  <c:v>3.7762356253124532</c:v>
                </c:pt>
                <c:pt idx="2452">
                  <c:v>3.5635309219360352</c:v>
                </c:pt>
                <c:pt idx="2453">
                  <c:v>3.520419912660699</c:v>
                </c:pt>
                <c:pt idx="2454">
                  <c:v>3.14161880871574</c:v>
                </c:pt>
                <c:pt idx="2455">
                  <c:v>3.054783821105957</c:v>
                </c:pt>
                <c:pt idx="2456">
                  <c:v>3.033089081020782</c:v>
                </c:pt>
                <c:pt idx="2457">
                  <c:v>2.980620717546909</c:v>
                </c:pt>
                <c:pt idx="2458">
                  <c:v>2.9086462384605141</c:v>
                </c:pt>
                <c:pt idx="2459">
                  <c:v>2.8675684928894039</c:v>
                </c:pt>
                <c:pt idx="2460">
                  <c:v>2.848518177989293</c:v>
                </c:pt>
                <c:pt idx="2461">
                  <c:v>2.6653285921435681</c:v>
                </c:pt>
                <c:pt idx="2462">
                  <c:v>2.5426433086395259</c:v>
                </c:pt>
                <c:pt idx="2463">
                  <c:v>2.328581809997559</c:v>
                </c:pt>
                <c:pt idx="2464">
                  <c:v>2.3279665374469349</c:v>
                </c:pt>
                <c:pt idx="2465">
                  <c:v>2.3221721649169922</c:v>
                </c:pt>
                <c:pt idx="2466">
                  <c:v>2.316043645386455</c:v>
                </c:pt>
                <c:pt idx="2467">
                  <c:v>2.235099077224731</c:v>
                </c:pt>
                <c:pt idx="2468">
                  <c:v>2.871052316532495</c:v>
                </c:pt>
                <c:pt idx="2469">
                  <c:v>3.3059076343111262</c:v>
                </c:pt>
                <c:pt idx="2470">
                  <c:v>3.4557127952575679</c:v>
                </c:pt>
                <c:pt idx="2471">
                  <c:v>3.4753741152902671</c:v>
                </c:pt>
                <c:pt idx="2472">
                  <c:v>3.6949915885856162</c:v>
                </c:pt>
                <c:pt idx="2473">
                  <c:v>3.9163928509968349</c:v>
                </c:pt>
                <c:pt idx="2474">
                  <c:v>4.1176141732064826</c:v>
                </c:pt>
                <c:pt idx="2475">
                  <c:v>4.2739897157178923</c:v>
                </c:pt>
                <c:pt idx="2476">
                  <c:v>4.3670969009399414</c:v>
                </c:pt>
                <c:pt idx="2477">
                  <c:v>4.2836785269778286</c:v>
                </c:pt>
                <c:pt idx="2478">
                  <c:v>3.9644630252911379</c:v>
                </c:pt>
                <c:pt idx="2479">
                  <c:v>3.808159351348877</c:v>
                </c:pt>
                <c:pt idx="2480">
                  <c:v>3.744310198077855</c:v>
                </c:pt>
                <c:pt idx="2481">
                  <c:v>3.4944558143615718</c:v>
                </c:pt>
                <c:pt idx="2482">
                  <c:v>3.473455698580215</c:v>
                </c:pt>
                <c:pt idx="2483">
                  <c:v>3.3477113082004899</c:v>
                </c:pt>
                <c:pt idx="2484">
                  <c:v>3.1556645478170839</c:v>
                </c:pt>
                <c:pt idx="2485">
                  <c:v>3.1233963966369629</c:v>
                </c:pt>
                <c:pt idx="2486">
                  <c:v>3.6710207591824799</c:v>
                </c:pt>
                <c:pt idx="2487">
                  <c:v>4.2124834060668954</c:v>
                </c:pt>
                <c:pt idx="2488">
                  <c:v>4.0075224963800897</c:v>
                </c:pt>
                <c:pt idx="2489">
                  <c:v>3.7453836043898092</c:v>
                </c:pt>
                <c:pt idx="2490">
                  <c:v>3.5863699913024898</c:v>
                </c:pt>
                <c:pt idx="2491">
                  <c:v>3.6436659160921332</c:v>
                </c:pt>
                <c:pt idx="2492">
                  <c:v>4.0340844731414007</c:v>
                </c:pt>
                <c:pt idx="2493">
                  <c:v>4.4610300064086914</c:v>
                </c:pt>
                <c:pt idx="2494">
                  <c:v>4.4232654470180961</c:v>
                </c:pt>
                <c:pt idx="2495">
                  <c:v>4.169594196143386</c:v>
                </c:pt>
                <c:pt idx="2496">
                  <c:v>4.0312342643737793</c:v>
                </c:pt>
                <c:pt idx="2497">
                  <c:v>3.8816618976493902</c:v>
                </c:pt>
                <c:pt idx="2498">
                  <c:v>3.6324019432067871</c:v>
                </c:pt>
                <c:pt idx="2499">
                  <c:v>3.8099987744909281</c:v>
                </c:pt>
                <c:pt idx="2500">
                  <c:v>4.2265281677246094</c:v>
                </c:pt>
                <c:pt idx="2501">
                  <c:v>4.2329515388770202</c:v>
                </c:pt>
                <c:pt idx="2502">
                  <c:v>4.3264139987693637</c:v>
                </c:pt>
                <c:pt idx="2503">
                  <c:v>4.3911434045303164</c:v>
                </c:pt>
                <c:pt idx="2504">
                  <c:v>4.410426139831543</c:v>
                </c:pt>
                <c:pt idx="2505">
                  <c:v>4.3604868472890654</c:v>
                </c:pt>
                <c:pt idx="2506">
                  <c:v>4.0393882492030642</c:v>
                </c:pt>
                <c:pt idx="2507">
                  <c:v>3.8153748512268071</c:v>
                </c:pt>
                <c:pt idx="2508">
                  <c:v>3.806070937020785</c:v>
                </c:pt>
                <c:pt idx="2509">
                  <c:v>3.7047756609186382</c:v>
                </c:pt>
                <c:pt idx="2510">
                  <c:v>3.602077636038107</c:v>
                </c:pt>
                <c:pt idx="2511">
                  <c:v>3.4512035199274642</c:v>
                </c:pt>
                <c:pt idx="2512">
                  <c:v>3.3744041919708252</c:v>
                </c:pt>
                <c:pt idx="2513">
                  <c:v>3.3719490651343671</c:v>
                </c:pt>
                <c:pt idx="2514">
                  <c:v>3.3571416323805261</c:v>
                </c:pt>
                <c:pt idx="2515">
                  <c:v>3.1891310224046672</c:v>
                </c:pt>
                <c:pt idx="2516">
                  <c:v>3.1754312515258789</c:v>
                </c:pt>
                <c:pt idx="2517">
                  <c:v>3.163095453572264</c:v>
                </c:pt>
                <c:pt idx="2518">
                  <c:v>3.0178030613014171</c:v>
                </c:pt>
                <c:pt idx="2519">
                  <c:v>2.9789221286773682</c:v>
                </c:pt>
                <c:pt idx="2520">
                  <c:v>2.9596375974999161</c:v>
                </c:pt>
                <c:pt idx="2521">
                  <c:v>2.692003285298183</c:v>
                </c:pt>
                <c:pt idx="2522">
                  <c:v>2.5652561187744141</c:v>
                </c:pt>
                <c:pt idx="2523">
                  <c:v>2.547820523510258</c:v>
                </c:pt>
                <c:pt idx="2524">
                  <c:v>2.5175073332120932</c:v>
                </c:pt>
                <c:pt idx="2525">
                  <c:v>2.302188634872437</c:v>
                </c:pt>
                <c:pt idx="2526">
                  <c:v>2.2484261855395689</c:v>
                </c:pt>
                <c:pt idx="2527">
                  <c:v>2.0838788688609959</c:v>
                </c:pt>
                <c:pt idx="2528">
                  <c:v>1.9604485034942629</c:v>
                </c:pt>
                <c:pt idx="2529">
                  <c:v>1.96105476081554</c:v>
                </c:pt>
                <c:pt idx="2530">
                  <c:v>1.964249471640106</c:v>
                </c:pt>
                <c:pt idx="2531">
                  <c:v>1.9674558384919749</c:v>
                </c:pt>
                <c:pt idx="2532">
                  <c:v>1.972030901158806</c:v>
                </c:pt>
                <c:pt idx="2533">
                  <c:v>1.9731888771057129</c:v>
                </c:pt>
                <c:pt idx="2534">
                  <c:v>2.0187223252835489</c:v>
                </c:pt>
                <c:pt idx="2535">
                  <c:v>2.079114437103271</c:v>
                </c:pt>
                <c:pt idx="2536">
                  <c:v>1.8887342145303929</c:v>
                </c:pt>
                <c:pt idx="2537">
                  <c:v>1.855016827583313</c:v>
                </c:pt>
                <c:pt idx="2538">
                  <c:v>1.652441620826721</c:v>
                </c:pt>
                <c:pt idx="2539">
                  <c:v>1.6384804419812291</c:v>
                </c:pt>
                <c:pt idx="2540">
                  <c:v>1.6342050697831481</c:v>
                </c:pt>
                <c:pt idx="2541">
                  <c:v>1.575828826885965</c:v>
                </c:pt>
                <c:pt idx="2542">
                  <c:v>1.500234723091125</c:v>
                </c:pt>
                <c:pt idx="2543">
                  <c:v>1.4961582179044179</c:v>
                </c:pt>
                <c:pt idx="2544">
                  <c:v>1.4697987833709081</c:v>
                </c:pt>
                <c:pt idx="2545">
                  <c:v>1.463435292243958</c:v>
                </c:pt>
                <c:pt idx="2546">
                  <c:v>1.4687917579283341</c:v>
                </c:pt>
                <c:pt idx="2547">
                  <c:v>1.498216910889455</c:v>
                </c:pt>
                <c:pt idx="2548">
                  <c:v>1.5254241389467</c:v>
                </c:pt>
                <c:pt idx="2549">
                  <c:v>1.5707066657493269</c:v>
                </c:pt>
                <c:pt idx="2550">
                  <c:v>1.586855411529541</c:v>
                </c:pt>
                <c:pt idx="2551">
                  <c:v>1.595706613495689</c:v>
                </c:pt>
                <c:pt idx="2552">
                  <c:v>1.706596403447713</c:v>
                </c:pt>
                <c:pt idx="2553">
                  <c:v>1.7573478221893311</c:v>
                </c:pt>
                <c:pt idx="2554">
                  <c:v>1.75983707715011</c:v>
                </c:pt>
                <c:pt idx="2555">
                  <c:v>1.775272002429152</c:v>
                </c:pt>
                <c:pt idx="2556">
                  <c:v>1.78576338405332</c:v>
                </c:pt>
                <c:pt idx="2557">
                  <c:v>1.7875651121139531</c:v>
                </c:pt>
                <c:pt idx="2558">
                  <c:v>1.7814466858060931</c:v>
                </c:pt>
                <c:pt idx="2559">
                  <c:v>1.681373342383272</c:v>
                </c:pt>
                <c:pt idx="2560">
                  <c:v>1.6455152034759519</c:v>
                </c:pt>
                <c:pt idx="2561">
                  <c:v>1.613232518945422</c:v>
                </c:pt>
                <c:pt idx="2562">
                  <c:v>1.4524819850921631</c:v>
                </c:pt>
                <c:pt idx="2563">
                  <c:v>1.4226153249102349</c:v>
                </c:pt>
                <c:pt idx="2564">
                  <c:v>1.3400528197476551</c:v>
                </c:pt>
                <c:pt idx="2565">
                  <c:v>1.245061723012387</c:v>
                </c:pt>
                <c:pt idx="2566">
                  <c:v>1.2346808910369871</c:v>
                </c:pt>
                <c:pt idx="2567">
                  <c:v>1.2373384312396449</c:v>
                </c:pt>
                <c:pt idx="2568">
                  <c:v>1.258558417727798</c:v>
                </c:pt>
                <c:pt idx="2569">
                  <c:v>1.265887856483459</c:v>
                </c:pt>
                <c:pt idx="2570">
                  <c:v>1.2672263760169351</c:v>
                </c:pt>
                <c:pt idx="2571">
                  <c:v>1.2738462142386411</c:v>
                </c:pt>
                <c:pt idx="2572">
                  <c:v>1.277849157290019</c:v>
                </c:pt>
                <c:pt idx="2573">
                  <c:v>1.2836588621139531</c:v>
                </c:pt>
                <c:pt idx="2574">
                  <c:v>1.2825513414012071</c:v>
                </c:pt>
                <c:pt idx="2575">
                  <c:v>1.2786409939209209</c:v>
                </c:pt>
                <c:pt idx="2576">
                  <c:v>1.27455353821826</c:v>
                </c:pt>
                <c:pt idx="2577">
                  <c:v>1.273932099342346</c:v>
                </c:pt>
                <c:pt idx="2578">
                  <c:v>1.5474342785855431</c:v>
                </c:pt>
                <c:pt idx="2579">
                  <c:v>1.6260638236999509</c:v>
                </c:pt>
                <c:pt idx="2580">
                  <c:v>1.5536210063328271</c:v>
                </c:pt>
                <c:pt idx="2581">
                  <c:v>1.5258579254150391</c:v>
                </c:pt>
                <c:pt idx="2582">
                  <c:v>1.5285469575734441</c:v>
                </c:pt>
                <c:pt idx="2583">
                  <c:v>1.546919794724968</c:v>
                </c:pt>
                <c:pt idx="2584">
                  <c:v>1.569283246452732</c:v>
                </c:pt>
                <c:pt idx="2585">
                  <c:v>1.5716099739074709</c:v>
                </c:pt>
                <c:pt idx="2586">
                  <c:v>1.5744852597582759</c:v>
                </c:pt>
                <c:pt idx="2587">
                  <c:v>1.59976941150368</c:v>
                </c:pt>
                <c:pt idx="2588">
                  <c:v>1.617543132969363</c:v>
                </c:pt>
                <c:pt idx="2589">
                  <c:v>1.63339546294397</c:v>
                </c:pt>
                <c:pt idx="2590">
                  <c:v>1.6467681210090019</c:v>
                </c:pt>
                <c:pt idx="2591">
                  <c:v>1.653614282608032</c:v>
                </c:pt>
                <c:pt idx="2592">
                  <c:v>1.659081357952318</c:v>
                </c:pt>
                <c:pt idx="2593">
                  <c:v>1.7177246744856369</c:v>
                </c:pt>
                <c:pt idx="2594">
                  <c:v>1.7292466163635249</c:v>
                </c:pt>
                <c:pt idx="2595">
                  <c:v>1.716185105917958</c:v>
                </c:pt>
                <c:pt idx="2596">
                  <c:v>1.624584558774258</c:v>
                </c:pt>
                <c:pt idx="2597">
                  <c:v>1.5622051954269409</c:v>
                </c:pt>
                <c:pt idx="2598">
                  <c:v>1.5621105972922289</c:v>
                </c:pt>
                <c:pt idx="2599">
                  <c:v>1.5603323576837951</c:v>
                </c:pt>
                <c:pt idx="2600">
                  <c:v>1.5601933002471919</c:v>
                </c:pt>
                <c:pt idx="2601">
                  <c:v>1.5668149389167429</c:v>
                </c:pt>
                <c:pt idx="2602">
                  <c:v>1.684337417331992</c:v>
                </c:pt>
                <c:pt idx="2603">
                  <c:v>1.7170265913009639</c:v>
                </c:pt>
                <c:pt idx="2604">
                  <c:v>1.7258004079608049</c:v>
                </c:pt>
                <c:pt idx="2605">
                  <c:v>1.8070831919409589</c:v>
                </c:pt>
                <c:pt idx="2606">
                  <c:v>1.859951972961426</c:v>
                </c:pt>
                <c:pt idx="2607">
                  <c:v>1.836463160637209</c:v>
                </c:pt>
                <c:pt idx="2608">
                  <c:v>1.6346056398691049</c:v>
                </c:pt>
                <c:pt idx="2609">
                  <c:v>1.586213350296021</c:v>
                </c:pt>
                <c:pt idx="2610">
                  <c:v>1.5839184299896909</c:v>
                </c:pt>
                <c:pt idx="2611">
                  <c:v>1.557537778377178</c:v>
                </c:pt>
                <c:pt idx="2612">
                  <c:v>1.528594374656677</c:v>
                </c:pt>
                <c:pt idx="2613">
                  <c:v>1.507433004965486</c:v>
                </c:pt>
                <c:pt idx="2614">
                  <c:v>1.4201208965773451</c:v>
                </c:pt>
                <c:pt idx="2615">
                  <c:v>1.361627676581882</c:v>
                </c:pt>
                <c:pt idx="2616">
                  <c:v>1.33730685710907</c:v>
                </c:pt>
                <c:pt idx="2617">
                  <c:v>1.4918767052701221</c:v>
                </c:pt>
                <c:pt idx="2618">
                  <c:v>1.588482141494751</c:v>
                </c:pt>
                <c:pt idx="2619">
                  <c:v>1.6802165508270259</c:v>
                </c:pt>
                <c:pt idx="2620">
                  <c:v>1.698794508661722</c:v>
                </c:pt>
                <c:pt idx="2621">
                  <c:v>1.8205118676793399</c:v>
                </c:pt>
                <c:pt idx="2622">
                  <c:v>1.940432328189863</c:v>
                </c:pt>
                <c:pt idx="2623">
                  <c:v>2.039158821105957</c:v>
                </c:pt>
                <c:pt idx="2624">
                  <c:v>2.0466610554900182</c:v>
                </c:pt>
                <c:pt idx="2625">
                  <c:v>2.079010397603517</c:v>
                </c:pt>
                <c:pt idx="2626">
                  <c:v>2.109325481812228</c:v>
                </c:pt>
                <c:pt idx="2627">
                  <c:v>2.1518081381350189</c:v>
                </c:pt>
                <c:pt idx="2628">
                  <c:v>2.15968918800354</c:v>
                </c:pt>
                <c:pt idx="2629">
                  <c:v>2.1525583353565372</c:v>
                </c:pt>
                <c:pt idx="2630">
                  <c:v>2.109134192727554</c:v>
                </c:pt>
                <c:pt idx="2631">
                  <c:v>2.059815044844564</c:v>
                </c:pt>
                <c:pt idx="2632">
                  <c:v>2.0487313270568852</c:v>
                </c:pt>
                <c:pt idx="2633">
                  <c:v>2.0328504466422399</c:v>
                </c:pt>
                <c:pt idx="2634">
                  <c:v>1.8880495137216611</c:v>
                </c:pt>
                <c:pt idx="2635">
                  <c:v>1.8425866365432739</c:v>
                </c:pt>
                <c:pt idx="2636">
                  <c:v>1.837263466089339</c:v>
                </c:pt>
                <c:pt idx="2637">
                  <c:v>1.778869698384673</c:v>
                </c:pt>
                <c:pt idx="2638">
                  <c:v>1.741575018552223</c:v>
                </c:pt>
                <c:pt idx="2639">
                  <c:v>1.7387639284133909</c:v>
                </c:pt>
                <c:pt idx="2640">
                  <c:v>1.6769917603298199</c:v>
                </c:pt>
                <c:pt idx="2641">
                  <c:v>1.6230939355813621</c:v>
                </c:pt>
                <c:pt idx="2642">
                  <c:v>1.605136513710022</c:v>
                </c:pt>
                <c:pt idx="2643">
                  <c:v>1.6225532871786079</c:v>
                </c:pt>
                <c:pt idx="2644">
                  <c:v>1.8358077329579101</c:v>
                </c:pt>
                <c:pt idx="2645">
                  <c:v>1.8729511499404909</c:v>
                </c:pt>
                <c:pt idx="2646">
                  <c:v>1.853026346021396</c:v>
                </c:pt>
                <c:pt idx="2647">
                  <c:v>1.6836782225563669</c:v>
                </c:pt>
                <c:pt idx="2648">
                  <c:v>1.5941034555435181</c:v>
                </c:pt>
                <c:pt idx="2649">
                  <c:v>1.611656360792646</c:v>
                </c:pt>
                <c:pt idx="2650">
                  <c:v>1.7223158380862029</c:v>
                </c:pt>
                <c:pt idx="2651">
                  <c:v>1.8993552415716071</c:v>
                </c:pt>
                <c:pt idx="2652">
                  <c:v>1.9344643354415889</c:v>
                </c:pt>
                <c:pt idx="2653">
                  <c:v>1.922784042030913</c:v>
                </c:pt>
                <c:pt idx="2654">
                  <c:v>1.8139274296195009</c:v>
                </c:pt>
                <c:pt idx="2655">
                  <c:v>1.769869446754456</c:v>
                </c:pt>
                <c:pt idx="2656">
                  <c:v>1.719643712043762</c:v>
                </c:pt>
                <c:pt idx="2657">
                  <c:v>1.800688505172729</c:v>
                </c:pt>
                <c:pt idx="2658">
                  <c:v>1.8254169444964099</c:v>
                </c:pt>
                <c:pt idx="2659">
                  <c:v>1.9046175221266211</c:v>
                </c:pt>
                <c:pt idx="2660">
                  <c:v>1.998377813167179</c:v>
                </c:pt>
                <c:pt idx="2661">
                  <c:v>2.027909517288208</c:v>
                </c:pt>
                <c:pt idx="2662">
                  <c:v>2.0287689826978919</c:v>
                </c:pt>
                <c:pt idx="2663">
                  <c:v>2.0351060978846149</c:v>
                </c:pt>
                <c:pt idx="2664">
                  <c:v>2.041026391577105</c:v>
                </c:pt>
                <c:pt idx="2665">
                  <c:v>2.046598998271878</c:v>
                </c:pt>
                <c:pt idx="2666">
                  <c:v>2.0509824916265531</c:v>
                </c:pt>
                <c:pt idx="2667">
                  <c:v>2.0536174774169922</c:v>
                </c:pt>
                <c:pt idx="2668">
                  <c:v>2.049055950260124</c:v>
                </c:pt>
                <c:pt idx="2669">
                  <c:v>2.0332564987957551</c:v>
                </c:pt>
                <c:pt idx="2670">
                  <c:v>2.0265040397644039</c:v>
                </c:pt>
                <c:pt idx="2671">
                  <c:v>2.012212315487178</c:v>
                </c:pt>
                <c:pt idx="2672">
                  <c:v>1.9667385816574099</c:v>
                </c:pt>
                <c:pt idx="2673">
                  <c:v>1.977341056605544</c:v>
                </c:pt>
                <c:pt idx="2674">
                  <c:v>2.0325114200230199</c:v>
                </c:pt>
                <c:pt idx="2675">
                  <c:v>2.111975338867961</c:v>
                </c:pt>
                <c:pt idx="2676">
                  <c:v>2.1297016143798828</c:v>
                </c:pt>
                <c:pt idx="2677">
                  <c:v>2.1233032300841872</c:v>
                </c:pt>
                <c:pt idx="2678">
                  <c:v>2.0725820064544682</c:v>
                </c:pt>
                <c:pt idx="2679">
                  <c:v>2.0534128862111829</c:v>
                </c:pt>
                <c:pt idx="2680">
                  <c:v>1.970765391346897</c:v>
                </c:pt>
                <c:pt idx="2681">
                  <c:v>1.92409336566925</c:v>
                </c:pt>
                <c:pt idx="2682">
                  <c:v>1.908635792763792</c:v>
                </c:pt>
                <c:pt idx="2683">
                  <c:v>1.897602236180054</c:v>
                </c:pt>
                <c:pt idx="2684">
                  <c:v>1.637319922447205</c:v>
                </c:pt>
                <c:pt idx="2685">
                  <c:v>1.613107233883629</c:v>
                </c:pt>
                <c:pt idx="2686">
                  <c:v>1.4257874488830571</c:v>
                </c:pt>
                <c:pt idx="2687">
                  <c:v>1.398536103528607</c:v>
                </c:pt>
                <c:pt idx="2688">
                  <c:v>1.3925526185266099</c:v>
                </c:pt>
                <c:pt idx="2689">
                  <c:v>1.3436652061499561</c:v>
                </c:pt>
                <c:pt idx="2690">
                  <c:v>1.3104830490997741</c:v>
                </c:pt>
                <c:pt idx="2691">
                  <c:v>1.3062261343002319</c:v>
                </c:pt>
                <c:pt idx="2692">
                  <c:v>1.6791162490844731</c:v>
                </c:pt>
                <c:pt idx="2693">
                  <c:v>1.687034061319143</c:v>
                </c:pt>
                <c:pt idx="2694">
                  <c:v>1.8139288425445561</c:v>
                </c:pt>
                <c:pt idx="2695">
                  <c:v>1.822514501882037</c:v>
                </c:pt>
                <c:pt idx="2696">
                  <c:v>1.878801091858457</c:v>
                </c:pt>
                <c:pt idx="2697">
                  <c:v>1.9282586228195759</c:v>
                </c:pt>
                <c:pt idx="2698">
                  <c:v>1.96385645866394</c:v>
                </c:pt>
                <c:pt idx="2699">
                  <c:v>1.9652262128511879</c:v>
                </c:pt>
                <c:pt idx="2700">
                  <c:v>1.9816389437026689</c:v>
                </c:pt>
                <c:pt idx="2701">
                  <c:v>1.992993478717342</c:v>
                </c:pt>
                <c:pt idx="2702">
                  <c:v>1.9969217763655751</c:v>
                </c:pt>
                <c:pt idx="2703">
                  <c:v>2.022064931773095</c:v>
                </c:pt>
                <c:pt idx="2704">
                  <c:v>2.0300815105438228</c:v>
                </c:pt>
                <c:pt idx="2705">
                  <c:v>2.0287979804661389</c:v>
                </c:pt>
                <c:pt idx="2706">
                  <c:v>2.02267819213075</c:v>
                </c:pt>
                <c:pt idx="2707">
                  <c:v>2.019443035125732</c:v>
                </c:pt>
                <c:pt idx="2708">
                  <c:v>2.011996113178891</c:v>
                </c:pt>
                <c:pt idx="2709">
                  <c:v>1.9850648574302161</c:v>
                </c:pt>
                <c:pt idx="2710">
                  <c:v>1.959918360606373</c:v>
                </c:pt>
                <c:pt idx="2711">
                  <c:v>1.9564833641052251</c:v>
                </c:pt>
                <c:pt idx="2712">
                  <c:v>1.943784649061171</c:v>
                </c:pt>
                <c:pt idx="2713">
                  <c:v>1.8504963384597399</c:v>
                </c:pt>
                <c:pt idx="2714">
                  <c:v>1.8261770009994509</c:v>
                </c:pt>
                <c:pt idx="2715">
                  <c:v>1.7746780323775979</c:v>
                </c:pt>
                <c:pt idx="2716">
                  <c:v>1.6445678628681679</c:v>
                </c:pt>
                <c:pt idx="2717">
                  <c:v>1.557003974914551</c:v>
                </c:pt>
                <c:pt idx="2718">
                  <c:v>1.539893113819425</c:v>
                </c:pt>
                <c:pt idx="2719">
                  <c:v>1.437413138537877</c:v>
                </c:pt>
                <c:pt idx="2720">
                  <c:v>1.3818496465682979</c:v>
                </c:pt>
                <c:pt idx="2721">
                  <c:v>1.33957679199046</c:v>
                </c:pt>
                <c:pt idx="2722">
                  <c:v>1.2954959986199179</c:v>
                </c:pt>
                <c:pt idx="2723">
                  <c:v>1.215676986586002</c:v>
                </c:pt>
                <c:pt idx="2724">
                  <c:v>1.177231431007385</c:v>
                </c:pt>
                <c:pt idx="2725">
                  <c:v>1.162450302117205</c:v>
                </c:pt>
                <c:pt idx="2726">
                  <c:v>1.0755095899357809</c:v>
                </c:pt>
                <c:pt idx="2727">
                  <c:v>1.0160039663314819</c:v>
                </c:pt>
                <c:pt idx="2728">
                  <c:v>1.0093884578790071</c:v>
                </c:pt>
                <c:pt idx="2729">
                  <c:v>0.98331051413011972</c:v>
                </c:pt>
                <c:pt idx="2730">
                  <c:v>0.94174583445653481</c:v>
                </c:pt>
                <c:pt idx="2731">
                  <c:v>0.92721867561340332</c:v>
                </c:pt>
                <c:pt idx="2732">
                  <c:v>0.92579582076786793</c:v>
                </c:pt>
                <c:pt idx="2733">
                  <c:v>0.91652047464168018</c:v>
                </c:pt>
                <c:pt idx="2734">
                  <c:v>0.9110228419303894</c:v>
                </c:pt>
                <c:pt idx="2735">
                  <c:v>0.9094493812217942</c:v>
                </c:pt>
                <c:pt idx="2736">
                  <c:v>0.90205907821655273</c:v>
                </c:pt>
                <c:pt idx="2737">
                  <c:v>1.169437775458342</c:v>
                </c:pt>
                <c:pt idx="2738">
                  <c:v>1.290263175964355</c:v>
                </c:pt>
                <c:pt idx="2739">
                  <c:v>1.2964928323596669</c:v>
                </c:pt>
                <c:pt idx="2740">
                  <c:v>1.3412741548412199</c:v>
                </c:pt>
                <c:pt idx="2741">
                  <c:v>1.377814755749712</c:v>
                </c:pt>
                <c:pt idx="2742">
                  <c:v>1.406591514442628</c:v>
                </c:pt>
                <c:pt idx="2743">
                  <c:v>1.436558792376589</c:v>
                </c:pt>
                <c:pt idx="2744">
                  <c:v>1.4697114229202271</c:v>
                </c:pt>
                <c:pt idx="2745">
                  <c:v>1.4772008874598579</c:v>
                </c:pt>
                <c:pt idx="2746">
                  <c:v>1.4851731587067789</c:v>
                </c:pt>
                <c:pt idx="2747">
                  <c:v>1.615426659584045</c:v>
                </c:pt>
                <c:pt idx="2748">
                  <c:v>1.610629024909269</c:v>
                </c:pt>
                <c:pt idx="2749">
                  <c:v>1.586234477464622</c:v>
                </c:pt>
                <c:pt idx="2750">
                  <c:v>1.5680503380887769</c:v>
                </c:pt>
                <c:pt idx="2751">
                  <c:v>1.5492680072784419</c:v>
                </c:pt>
                <c:pt idx="2752">
                  <c:v>1.5515724991391171</c:v>
                </c:pt>
                <c:pt idx="2753">
                  <c:v>1.571269370960253</c:v>
                </c:pt>
                <c:pt idx="2754">
                  <c:v>1.5814769268035891</c:v>
                </c:pt>
                <c:pt idx="2755">
                  <c:v>1.568132323962758</c:v>
                </c:pt>
                <c:pt idx="2756">
                  <c:v>1.4589518888560229</c:v>
                </c:pt>
                <c:pt idx="2757">
                  <c:v>1.437581419944763</c:v>
                </c:pt>
                <c:pt idx="2758">
                  <c:v>1.437411565155162</c:v>
                </c:pt>
                <c:pt idx="2759">
                  <c:v>1.4363568589729629</c:v>
                </c:pt>
                <c:pt idx="2760">
                  <c:v>1.435958623886108</c:v>
                </c:pt>
                <c:pt idx="2761">
                  <c:v>1.4280637294969809</c:v>
                </c:pt>
                <c:pt idx="2762">
                  <c:v>1.3581088304162601</c:v>
                </c:pt>
                <c:pt idx="2763">
                  <c:v>1.3195281028747561</c:v>
                </c:pt>
                <c:pt idx="2764">
                  <c:v>1.302537039329422</c:v>
                </c:pt>
                <c:pt idx="2765">
                  <c:v>1.229208668916896</c:v>
                </c:pt>
                <c:pt idx="2766">
                  <c:v>1.133584281774513</c:v>
                </c:pt>
                <c:pt idx="2767">
                  <c:v>1.121798157691956</c:v>
                </c:pt>
                <c:pt idx="2768">
                  <c:v>1.1075100007520799</c:v>
                </c:pt>
                <c:pt idx="2769">
                  <c:v>1.068883306971208</c:v>
                </c:pt>
                <c:pt idx="2770">
                  <c:v>1.0527387857437129</c:v>
                </c:pt>
                <c:pt idx="2771">
                  <c:v>1.076072970199448</c:v>
                </c:pt>
                <c:pt idx="2772">
                  <c:v>1.305764436721802</c:v>
                </c:pt>
                <c:pt idx="2773">
                  <c:v>1.3220839648525631</c:v>
                </c:pt>
                <c:pt idx="2774">
                  <c:v>1.3483873605728149</c:v>
                </c:pt>
                <c:pt idx="2775">
                  <c:v>1.3316332330714551</c:v>
                </c:pt>
                <c:pt idx="2776">
                  <c:v>1.2440487146377559</c:v>
                </c:pt>
                <c:pt idx="2777">
                  <c:v>1.2419746264069951</c:v>
                </c:pt>
                <c:pt idx="2778">
                  <c:v>1.240006932853174</c:v>
                </c:pt>
                <c:pt idx="2779">
                  <c:v>1.219416219032444</c:v>
                </c:pt>
                <c:pt idx="2780">
                  <c:v>1.1989483150673821</c:v>
                </c:pt>
                <c:pt idx="2781">
                  <c:v>1.1786293636500369</c:v>
                </c:pt>
                <c:pt idx="2782">
                  <c:v>1.152812239313187</c:v>
                </c:pt>
                <c:pt idx="2783">
                  <c:v>1.1454786062240601</c:v>
                </c:pt>
                <c:pt idx="2784">
                  <c:v>1.140072865300078</c:v>
                </c:pt>
                <c:pt idx="2785">
                  <c:v>1.077407293340426</c:v>
                </c:pt>
                <c:pt idx="2786">
                  <c:v>1.0588691234588621</c:v>
                </c:pt>
                <c:pt idx="2787">
                  <c:v>1.058400179895479</c:v>
                </c:pt>
                <c:pt idx="2788">
                  <c:v>1.0517140276904799</c:v>
                </c:pt>
                <c:pt idx="2789">
                  <c:v>1.048356085593575</c:v>
                </c:pt>
                <c:pt idx="2790">
                  <c:v>1.047679662704468</c:v>
                </c:pt>
                <c:pt idx="2791">
                  <c:v>1.1146664861330691</c:v>
                </c:pt>
                <c:pt idx="2792">
                  <c:v>1.1754304200856751</c:v>
                </c:pt>
                <c:pt idx="2793">
                  <c:v>1.198603630065918</c:v>
                </c:pt>
                <c:pt idx="2794">
                  <c:v>1.204413396258744</c:v>
                </c:pt>
                <c:pt idx="2795">
                  <c:v>1.252968492322146</c:v>
                </c:pt>
                <c:pt idx="2796">
                  <c:v>1.2726703882217409</c:v>
                </c:pt>
                <c:pt idx="2797">
                  <c:v>1.2642103306129351</c:v>
                </c:pt>
                <c:pt idx="2798">
                  <c:v>1.21169054387816</c:v>
                </c:pt>
                <c:pt idx="2799">
                  <c:v>1.17453920841217</c:v>
                </c:pt>
                <c:pt idx="2800">
                  <c:v>1.182133659607427</c:v>
                </c:pt>
                <c:pt idx="2801">
                  <c:v>1.2326152428587549</c:v>
                </c:pt>
                <c:pt idx="2802">
                  <c:v>1.2434290647506709</c:v>
                </c:pt>
                <c:pt idx="2803">
                  <c:v>1.224728451880249</c:v>
                </c:pt>
                <c:pt idx="2804">
                  <c:v>1.109329374879874</c:v>
                </c:pt>
                <c:pt idx="2805">
                  <c:v>1.063720703125</c:v>
                </c:pt>
                <c:pt idx="2806">
                  <c:v>1.070486370196736</c:v>
                </c:pt>
                <c:pt idx="2807">
                  <c:v>1.118076663396631</c:v>
                </c:pt>
                <c:pt idx="2808">
                  <c:v>1.199443101882935</c:v>
                </c:pt>
                <c:pt idx="2809">
                  <c:v>1.206656100049043</c:v>
                </c:pt>
                <c:pt idx="2810">
                  <c:v>1.246861046994338</c:v>
                </c:pt>
                <c:pt idx="2811">
                  <c:v>1.2625162601470949</c:v>
                </c:pt>
                <c:pt idx="2812">
                  <c:v>1.196397440833908</c:v>
                </c:pt>
                <c:pt idx="2813">
                  <c:v>1.1080837249755859</c:v>
                </c:pt>
                <c:pt idx="2814">
                  <c:v>1.0627752490380411</c:v>
                </c:pt>
                <c:pt idx="2815">
                  <c:v>1.0065023899078369</c:v>
                </c:pt>
                <c:pt idx="2816">
                  <c:v>1.014599018848461</c:v>
                </c:pt>
                <c:pt idx="2817">
                  <c:v>1.03689502302284</c:v>
                </c:pt>
                <c:pt idx="2818">
                  <c:v>1.0527728146124631</c:v>
                </c:pt>
                <c:pt idx="2819">
                  <c:v>1.0625997592020919</c:v>
                </c:pt>
                <c:pt idx="2820">
                  <c:v>1.0941779349936831</c:v>
                </c:pt>
                <c:pt idx="2821">
                  <c:v>1.111290454864502</c:v>
                </c:pt>
                <c:pt idx="2822">
                  <c:v>1.1123819064382101</c:v>
                </c:pt>
                <c:pt idx="2823">
                  <c:v>1.1130968398785539</c:v>
                </c:pt>
                <c:pt idx="2824">
                  <c:v>1.128698469826007</c:v>
                </c:pt>
                <c:pt idx="2825">
                  <c:v>1.1313120126724241</c:v>
                </c:pt>
                <c:pt idx="2826">
                  <c:v>1.1287469616677219</c:v>
                </c:pt>
                <c:pt idx="2827">
                  <c:v>1.1003187705427271</c:v>
                </c:pt>
                <c:pt idx="2828">
                  <c:v>1.0976188182830811</c:v>
                </c:pt>
                <c:pt idx="2829">
                  <c:v>1.092812661385697</c:v>
                </c:pt>
                <c:pt idx="2830">
                  <c:v>1.0573133872802341</c:v>
                </c:pt>
                <c:pt idx="2831">
                  <c:v>1.03918468952179</c:v>
                </c:pt>
                <c:pt idx="2832">
                  <c:v>1.0505007700450699</c:v>
                </c:pt>
                <c:pt idx="2833">
                  <c:v>1.1599254891180639</c:v>
                </c:pt>
                <c:pt idx="2834">
                  <c:v>1.1775434017181401</c:v>
                </c:pt>
                <c:pt idx="2835">
                  <c:v>1.182096972179639</c:v>
                </c:pt>
                <c:pt idx="2836">
                  <c:v>1.217526685570506</c:v>
                </c:pt>
                <c:pt idx="2837">
                  <c:v>1.231859445571899</c:v>
                </c:pt>
                <c:pt idx="2838">
                  <c:v>1.231708873517086</c:v>
                </c:pt>
                <c:pt idx="2839">
                  <c:v>1.229722426262347</c:v>
                </c:pt>
                <c:pt idx="2840">
                  <c:v>1.2282105066480311</c:v>
                </c:pt>
                <c:pt idx="2841">
                  <c:v>1.227753162384033</c:v>
                </c:pt>
                <c:pt idx="2842">
                  <c:v>1.1526714051617291</c:v>
                </c:pt>
                <c:pt idx="2843">
                  <c:v>1.0465278625488279</c:v>
                </c:pt>
                <c:pt idx="2844">
                  <c:v>1.058991946577472</c:v>
                </c:pt>
                <c:pt idx="2845">
                  <c:v>1.096073341492438</c:v>
                </c:pt>
                <c:pt idx="2846">
                  <c:v>1.145702574699728</c:v>
                </c:pt>
                <c:pt idx="2847">
                  <c:v>1.179581979687842</c:v>
                </c:pt>
                <c:pt idx="2848">
                  <c:v>1.192240953445435</c:v>
                </c:pt>
                <c:pt idx="2849">
                  <c:v>1.2164643216584561</c:v>
                </c:pt>
                <c:pt idx="2850">
                  <c:v>1.4147994617131441</c:v>
                </c:pt>
                <c:pt idx="2851">
                  <c:v>1.666462254796033</c:v>
                </c:pt>
                <c:pt idx="2852">
                  <c:v>1.7509380578994751</c:v>
                </c:pt>
                <c:pt idx="2853">
                  <c:v>1.7374611428761411</c:v>
                </c:pt>
                <c:pt idx="2854">
                  <c:v>1.605638663797456</c:v>
                </c:pt>
                <c:pt idx="2855">
                  <c:v>1.559991598129272</c:v>
                </c:pt>
                <c:pt idx="2856">
                  <c:v>1.5173497334971069</c:v>
                </c:pt>
                <c:pt idx="2857">
                  <c:v>1.4795658588409419</c:v>
                </c:pt>
                <c:pt idx="2858">
                  <c:v>1.4736644777592249</c:v>
                </c:pt>
                <c:pt idx="2859">
                  <c:v>1.441596332045197</c:v>
                </c:pt>
                <c:pt idx="2860">
                  <c:v>1.4081036117993091</c:v>
                </c:pt>
                <c:pt idx="2861">
                  <c:v>1.375139306414801</c:v>
                </c:pt>
                <c:pt idx="2862">
                  <c:v>1.368044376373291</c:v>
                </c:pt>
                <c:pt idx="2863">
                  <c:v>1.3713153142518819</c:v>
                </c:pt>
                <c:pt idx="2864">
                  <c:v>1.38484690173231</c:v>
                </c:pt>
                <c:pt idx="2865">
                  <c:v>1.391960978507996</c:v>
                </c:pt>
                <c:pt idx="2866">
                  <c:v>1.526448554369968</c:v>
                </c:pt>
                <c:pt idx="2867">
                  <c:v>1.6288997467502451</c:v>
                </c:pt>
                <c:pt idx="2868">
                  <c:v>1.663176536560059</c:v>
                </c:pt>
                <c:pt idx="2869">
                  <c:v>1.6598335195955169</c:v>
                </c:pt>
                <c:pt idx="2870">
                  <c:v>1.6292935250344489</c:v>
                </c:pt>
                <c:pt idx="2871">
                  <c:v>1.620027542114258</c:v>
                </c:pt>
                <c:pt idx="2872">
                  <c:v>1.6001847308679591</c:v>
                </c:pt>
                <c:pt idx="2873">
                  <c:v>1.456759929656982</c:v>
                </c:pt>
                <c:pt idx="2874">
                  <c:v>1.442719287978742</c:v>
                </c:pt>
                <c:pt idx="2875">
                  <c:v>1.4000672909702709</c:v>
                </c:pt>
                <c:pt idx="2876">
                  <c:v>1.3517223460262171</c:v>
                </c:pt>
                <c:pt idx="2877">
                  <c:v>1.3359085321426389</c:v>
                </c:pt>
                <c:pt idx="2878">
                  <c:v>1.335777147694428</c:v>
                </c:pt>
                <c:pt idx="2879">
                  <c:v>1.335033746969605</c:v>
                </c:pt>
                <c:pt idx="2880">
                  <c:v>1.3344970941543579</c:v>
                </c:pt>
                <c:pt idx="2881">
                  <c:v>1.318468778537178</c:v>
                </c:pt>
                <c:pt idx="2882">
                  <c:v>1.1346843242645259</c:v>
                </c:pt>
                <c:pt idx="2883">
                  <c:v>1.118362407938414</c:v>
                </c:pt>
                <c:pt idx="2884">
                  <c:v>1.0953480837061389</c:v>
                </c:pt>
                <c:pt idx="2885">
                  <c:v>1.0867598056793211</c:v>
                </c:pt>
                <c:pt idx="2886">
                  <c:v>1.129012331840654</c:v>
                </c:pt>
                <c:pt idx="2887">
                  <c:v>1.2184305837825959</c:v>
                </c:pt>
                <c:pt idx="2888">
                  <c:v>1.327671681097067</c:v>
                </c:pt>
                <c:pt idx="2889">
                  <c:v>1.4201738903269141</c:v>
                </c:pt>
                <c:pt idx="2890">
                  <c:v>1.434046745300293</c:v>
                </c:pt>
                <c:pt idx="2891">
                  <c:v>1.4296851918311959</c:v>
                </c:pt>
                <c:pt idx="2892">
                  <c:v>1.3910611190407081</c:v>
                </c:pt>
                <c:pt idx="2893">
                  <c:v>1.3791434764862061</c:v>
                </c:pt>
                <c:pt idx="2894">
                  <c:v>1.3441398450882409</c:v>
                </c:pt>
                <c:pt idx="2895">
                  <c:v>1.3176167011260991</c:v>
                </c:pt>
                <c:pt idx="2896">
                  <c:v>1.305541067453257</c:v>
                </c:pt>
                <c:pt idx="2897">
                  <c:v>1.288194567500712</c:v>
                </c:pt>
                <c:pt idx="2898">
                  <c:v>1.2679479824556441</c:v>
                </c:pt>
                <c:pt idx="2899">
                  <c:v>1.2031995035432661</c:v>
                </c:pt>
                <c:pt idx="2900">
                  <c:v>1.1936419010162349</c:v>
                </c:pt>
                <c:pt idx="2901">
                  <c:v>1.209697227502216</c:v>
                </c:pt>
                <c:pt idx="2902">
                  <c:v>1.327776747823147</c:v>
                </c:pt>
                <c:pt idx="2903">
                  <c:v>1.353575468063354</c:v>
                </c:pt>
                <c:pt idx="2904">
                  <c:v>1.36551179956015</c:v>
                </c:pt>
                <c:pt idx="2905">
                  <c:v>1.4204996824264531</c:v>
                </c:pt>
                <c:pt idx="2906">
                  <c:v>1.416337051683527</c:v>
                </c:pt>
                <c:pt idx="2907">
                  <c:v>1.411944119589482</c:v>
                </c:pt>
                <c:pt idx="2908">
                  <c:v>1.404526449635134</c:v>
                </c:pt>
                <c:pt idx="2909">
                  <c:v>1.4029369354248049</c:v>
                </c:pt>
                <c:pt idx="2910">
                  <c:v>1.4088151923300469</c:v>
                </c:pt>
                <c:pt idx="2911">
                  <c:v>1.4501083793993681</c:v>
                </c:pt>
                <c:pt idx="2912">
                  <c:v>1.471199035644531</c:v>
                </c:pt>
                <c:pt idx="2913">
                  <c:v>1.478854301686662</c:v>
                </c:pt>
                <c:pt idx="2914">
                  <c:v>1.484309606160112</c:v>
                </c:pt>
                <c:pt idx="2915">
                  <c:v>1.5666893720626831</c:v>
                </c:pt>
                <c:pt idx="2916">
                  <c:v>1.5427878698782731</c:v>
                </c:pt>
                <c:pt idx="2917">
                  <c:v>1.4360267724939859</c:v>
                </c:pt>
                <c:pt idx="2918">
                  <c:v>1.3529635667800901</c:v>
                </c:pt>
                <c:pt idx="2919">
                  <c:v>1.3123621269390211</c:v>
                </c:pt>
                <c:pt idx="2920">
                  <c:v>1.1780557632446289</c:v>
                </c:pt>
                <c:pt idx="2921">
                  <c:v>1.157422759593965</c:v>
                </c:pt>
                <c:pt idx="2922">
                  <c:v>1.0851599191569219</c:v>
                </c:pt>
                <c:pt idx="2923">
                  <c:v>1.00976046127186</c:v>
                </c:pt>
                <c:pt idx="2924">
                  <c:v>1.001957893371582</c:v>
                </c:pt>
                <c:pt idx="2925">
                  <c:v>1.0529178924535501</c:v>
                </c:pt>
                <c:pt idx="2926">
                  <c:v>1.1443282403786239</c:v>
                </c:pt>
                <c:pt idx="2927">
                  <c:v>1.276734451667372</c:v>
                </c:pt>
                <c:pt idx="2928">
                  <c:v>1.3669571876525879</c:v>
                </c:pt>
                <c:pt idx="2929">
                  <c:v>1.390409820699984</c:v>
                </c:pt>
                <c:pt idx="2930">
                  <c:v>1.6369195769919449</c:v>
                </c:pt>
                <c:pt idx="2931">
                  <c:v>1.6568224430084231</c:v>
                </c:pt>
                <c:pt idx="2932">
                  <c:v>1.6025657653808589</c:v>
                </c:pt>
                <c:pt idx="2933">
                  <c:v>1.603242506202833</c:v>
                </c:pt>
                <c:pt idx="2934">
                  <c:v>1.6086455043510719</c:v>
                </c:pt>
                <c:pt idx="2935">
                  <c:v>1.6140479273189141</c:v>
                </c:pt>
                <c:pt idx="2936">
                  <c:v>1.619071717247943</c:v>
                </c:pt>
                <c:pt idx="2937">
                  <c:v>1.623218274902156</c:v>
                </c:pt>
                <c:pt idx="2938">
                  <c:v>1.623818516731262</c:v>
                </c:pt>
                <c:pt idx="2939">
                  <c:v>1.6154947854209389</c:v>
                </c:pt>
                <c:pt idx="2940">
                  <c:v>1.483389433086564</c:v>
                </c:pt>
                <c:pt idx="2941">
                  <c:v>1.4715292453765869</c:v>
                </c:pt>
                <c:pt idx="2942">
                  <c:v>1.4528467790652699</c:v>
                </c:pt>
                <c:pt idx="2943">
                  <c:v>1.395971971484264</c:v>
                </c:pt>
                <c:pt idx="2944">
                  <c:v>1.3780004978179929</c:v>
                </c:pt>
                <c:pt idx="2945">
                  <c:v>1.3856777822561179</c:v>
                </c:pt>
                <c:pt idx="2946">
                  <c:v>1.4092630513751701</c:v>
                </c:pt>
                <c:pt idx="2947">
                  <c:v>1.412443876266479</c:v>
                </c:pt>
                <c:pt idx="2948">
                  <c:v>1.4144738879764971</c:v>
                </c:pt>
                <c:pt idx="2949">
                  <c:v>1.4266102884318941</c:v>
                </c:pt>
                <c:pt idx="2950">
                  <c:v>1.4394734921514949</c:v>
                </c:pt>
                <c:pt idx="2951">
                  <c:v>1.4468950033187871</c:v>
                </c:pt>
                <c:pt idx="2952">
                  <c:v>1.517513780738061</c:v>
                </c:pt>
                <c:pt idx="2953">
                  <c:v>1.651047871718224</c:v>
                </c:pt>
                <c:pt idx="2954">
                  <c:v>1.767491459846497</c:v>
                </c:pt>
                <c:pt idx="2955">
                  <c:v>1.7684131283521101</c:v>
                </c:pt>
                <c:pt idx="2956">
                  <c:v>1.7770112595480341</c:v>
                </c:pt>
                <c:pt idx="2957">
                  <c:v>1.782451161701702</c:v>
                </c:pt>
                <c:pt idx="2958">
                  <c:v>1.783427476882935</c:v>
                </c:pt>
                <c:pt idx="2959">
                  <c:v>1.7461785154261329</c:v>
                </c:pt>
                <c:pt idx="2960">
                  <c:v>1.7056667113725861</c:v>
                </c:pt>
                <c:pt idx="2961">
                  <c:v>1.6772563457489009</c:v>
                </c:pt>
                <c:pt idx="2962">
                  <c:v>1.6261093988204181</c:v>
                </c:pt>
                <c:pt idx="2963">
                  <c:v>1.5142947462910219</c:v>
                </c:pt>
                <c:pt idx="2964">
                  <c:v>1.432059168815613</c:v>
                </c:pt>
                <c:pt idx="2965">
                  <c:v>1.433893358139035</c:v>
                </c:pt>
                <c:pt idx="2966">
                  <c:v>1.4427255074432559</c:v>
                </c:pt>
                <c:pt idx="2967">
                  <c:v>1.455947033546821</c:v>
                </c:pt>
                <c:pt idx="2968">
                  <c:v>1.4876266119633119</c:v>
                </c:pt>
                <c:pt idx="2969">
                  <c:v>1.498124957084656</c:v>
                </c:pt>
                <c:pt idx="2970">
                  <c:v>1.505382864291023</c:v>
                </c:pt>
                <c:pt idx="2971">
                  <c:v>1.5765182479333939</c:v>
                </c:pt>
                <c:pt idx="2972">
                  <c:v>1.599678754806519</c:v>
                </c:pt>
                <c:pt idx="2973">
                  <c:v>1.6726593541068671</c:v>
                </c:pt>
                <c:pt idx="2974">
                  <c:v>1.702512145042419</c:v>
                </c:pt>
                <c:pt idx="2975">
                  <c:v>1.708129290697793</c:v>
                </c:pt>
                <c:pt idx="2976">
                  <c:v>1.7545068139285751</c:v>
                </c:pt>
                <c:pt idx="2977">
                  <c:v>1.7746352531897169</c:v>
                </c:pt>
                <c:pt idx="2978">
                  <c:v>1.812823026150397</c:v>
                </c:pt>
                <c:pt idx="2979">
                  <c:v>1.833875298500061</c:v>
                </c:pt>
                <c:pt idx="2980">
                  <c:v>1.8410563567559171</c:v>
                </c:pt>
                <c:pt idx="2981">
                  <c:v>1.89802739516658</c:v>
                </c:pt>
                <c:pt idx="2982">
                  <c:v>1.9341444969177251</c:v>
                </c:pt>
                <c:pt idx="2983">
                  <c:v>1.9074931915424389</c:v>
                </c:pt>
                <c:pt idx="2984">
                  <c:v>1.865232074057293</c:v>
                </c:pt>
                <c:pt idx="2985">
                  <c:v>1.744715571403503</c:v>
                </c:pt>
                <c:pt idx="2986">
                  <c:v>1.732253818553054</c:v>
                </c:pt>
                <c:pt idx="2987">
                  <c:v>1.6552314857402159</c:v>
                </c:pt>
                <c:pt idx="2988">
                  <c:v>1.583913326246158</c:v>
                </c:pt>
                <c:pt idx="2989">
                  <c:v>1.531288862228394</c:v>
                </c:pt>
                <c:pt idx="2990">
                  <c:v>1.522347414789295</c:v>
                </c:pt>
                <c:pt idx="2991">
                  <c:v>1.4583029249633519</c:v>
                </c:pt>
                <c:pt idx="2992">
                  <c:v>1.4063465056037749</c:v>
                </c:pt>
                <c:pt idx="2993">
                  <c:v>1.3972898721694951</c:v>
                </c:pt>
                <c:pt idx="2994">
                  <c:v>1.481949266391213</c:v>
                </c:pt>
                <c:pt idx="2995">
                  <c:v>1.645580185801464</c:v>
                </c:pt>
                <c:pt idx="2996">
                  <c:v>1.7007424831390381</c:v>
                </c:pt>
                <c:pt idx="2997">
                  <c:v>1.7156984625206799</c:v>
                </c:pt>
                <c:pt idx="2998">
                  <c:v>1.8358509621659911</c:v>
                </c:pt>
                <c:pt idx="2999">
                  <c:v>1.918015241622925</c:v>
                </c:pt>
                <c:pt idx="3000">
                  <c:v>1.941142251839491</c:v>
                </c:pt>
                <c:pt idx="3001">
                  <c:v>2.0463079398972508</c:v>
                </c:pt>
                <c:pt idx="3002">
                  <c:v>2.1002027988433838</c:v>
                </c:pt>
                <c:pt idx="3003">
                  <c:v>2.061245549065077</c:v>
                </c:pt>
                <c:pt idx="3004">
                  <c:v>1.9482507187574829</c:v>
                </c:pt>
                <c:pt idx="3005">
                  <c:v>1.851749068696265</c:v>
                </c:pt>
                <c:pt idx="3006">
                  <c:v>1.7964686155319209</c:v>
                </c:pt>
                <c:pt idx="3007">
                  <c:v>1.8151283102379889</c:v>
                </c:pt>
                <c:pt idx="3008">
                  <c:v>1.881612339530101</c:v>
                </c:pt>
                <c:pt idx="3009">
                  <c:v>1.9208488464355471</c:v>
                </c:pt>
                <c:pt idx="3010">
                  <c:v>1.9213123663813061</c:v>
                </c:pt>
                <c:pt idx="3011">
                  <c:v>1.926102072487484</c:v>
                </c:pt>
                <c:pt idx="3012">
                  <c:v>1.928741332120308</c:v>
                </c:pt>
                <c:pt idx="3013">
                  <c:v>1.9297065734863279</c:v>
                </c:pt>
                <c:pt idx="3014">
                  <c:v>2.0512282333505101</c:v>
                </c:pt>
                <c:pt idx="3015">
                  <c:v>2.2241493311482801</c:v>
                </c:pt>
                <c:pt idx="3016">
                  <c:v>2.2547464370727539</c:v>
                </c:pt>
                <c:pt idx="3017">
                  <c:v>2.3098524942838981</c:v>
                </c:pt>
                <c:pt idx="3018">
                  <c:v>2.4364532908298031</c:v>
                </c:pt>
                <c:pt idx="3019">
                  <c:v>2.563561684909029</c:v>
                </c:pt>
                <c:pt idx="3020">
                  <c:v>2.6085829734802251</c:v>
                </c:pt>
                <c:pt idx="3021">
                  <c:v>2.5936360943524681</c:v>
                </c:pt>
                <c:pt idx="3022">
                  <c:v>2.4626342368491119</c:v>
                </c:pt>
                <c:pt idx="3023">
                  <c:v>2.4336743354797359</c:v>
                </c:pt>
                <c:pt idx="3024">
                  <c:v>2.333124174224027</c:v>
                </c:pt>
                <c:pt idx="3025">
                  <c:v>2.2202601742097499</c:v>
                </c:pt>
                <c:pt idx="3026">
                  <c:v>2.0925710201263432</c:v>
                </c:pt>
                <c:pt idx="3027">
                  <c:v>2.0829564634778288</c:v>
                </c:pt>
                <c:pt idx="3028">
                  <c:v>1.973114840530158</c:v>
                </c:pt>
                <c:pt idx="3029">
                  <c:v>1.896143038919375</c:v>
                </c:pt>
                <c:pt idx="3030">
                  <c:v>1.8661531209945681</c:v>
                </c:pt>
                <c:pt idx="3031">
                  <c:v>1.8745009828853849</c:v>
                </c:pt>
                <c:pt idx="3032">
                  <c:v>2.003663635983512</c:v>
                </c:pt>
                <c:pt idx="3033">
                  <c:v>2.0480701923370361</c:v>
                </c:pt>
                <c:pt idx="3034">
                  <c:v>2.0659625595392002</c:v>
                </c:pt>
                <c:pt idx="3035">
                  <c:v>2.2054664298538831</c:v>
                </c:pt>
                <c:pt idx="3036">
                  <c:v>2.2973988056182861</c:v>
                </c:pt>
                <c:pt idx="3037">
                  <c:v>2.3027420998118941</c:v>
                </c:pt>
                <c:pt idx="3038">
                  <c:v>2.3175113373776819</c:v>
                </c:pt>
                <c:pt idx="3039">
                  <c:v>2.4271917343139648</c:v>
                </c:pt>
                <c:pt idx="3040">
                  <c:v>2.4340340952703068</c:v>
                </c:pt>
                <c:pt idx="3041">
                  <c:v>2.4942657573136331</c:v>
                </c:pt>
                <c:pt idx="3042">
                  <c:v>2.509720087051392</c:v>
                </c:pt>
                <c:pt idx="3043">
                  <c:v>2.4893525380260328</c:v>
                </c:pt>
                <c:pt idx="3044">
                  <c:v>2.373377648417379</c:v>
                </c:pt>
                <c:pt idx="3045">
                  <c:v>2.30836009979248</c:v>
                </c:pt>
                <c:pt idx="3046">
                  <c:v>2.2918761125837981</c:v>
                </c:pt>
                <c:pt idx="3047">
                  <c:v>2.2246671879680222</c:v>
                </c:pt>
                <c:pt idx="3048">
                  <c:v>2.0907704194820078</c:v>
                </c:pt>
                <c:pt idx="3049">
                  <c:v>2.0613975524902339</c:v>
                </c:pt>
                <c:pt idx="3050">
                  <c:v>2.0596609858301802</c:v>
                </c:pt>
                <c:pt idx="3051">
                  <c:v>2.0396431245723798</c:v>
                </c:pt>
                <c:pt idx="3052">
                  <c:v>2.0147276212664709</c:v>
                </c:pt>
                <c:pt idx="3053">
                  <c:v>1.998937728116716</c:v>
                </c:pt>
                <c:pt idx="3054">
                  <c:v>1.997633218765259</c:v>
                </c:pt>
                <c:pt idx="3055">
                  <c:v>2.0109787642774228</c:v>
                </c:pt>
                <c:pt idx="3056">
                  <c:v>2.0304872086113481</c:v>
                </c:pt>
                <c:pt idx="3057">
                  <c:v>2.0368607044219971</c:v>
                </c:pt>
                <c:pt idx="3058">
                  <c:v>2.0382328576025128</c:v>
                </c:pt>
                <c:pt idx="3059">
                  <c:v>2.0475018325723271</c:v>
                </c:pt>
                <c:pt idx="3060">
                  <c:v>2.0507116317749019</c:v>
                </c:pt>
                <c:pt idx="3061">
                  <c:v>2.0819632605875982</c:v>
                </c:pt>
                <c:pt idx="3062">
                  <c:v>2.261048893565873</c:v>
                </c:pt>
                <c:pt idx="3063">
                  <c:v>2.2911734580993648</c:v>
                </c:pt>
                <c:pt idx="3064">
                  <c:v>2.284490142874704</c:v>
                </c:pt>
                <c:pt idx="3065">
                  <c:v>2.27407225540491</c:v>
                </c:pt>
                <c:pt idx="3066">
                  <c:v>2.2657297713942901</c:v>
                </c:pt>
                <c:pt idx="3067">
                  <c:v>2.261990070343018</c:v>
                </c:pt>
                <c:pt idx="3068">
                  <c:v>2.288608397288503</c:v>
                </c:pt>
                <c:pt idx="3069">
                  <c:v>2.4834718704223628</c:v>
                </c:pt>
                <c:pt idx="3070">
                  <c:v>2.4842920944799398</c:v>
                </c:pt>
                <c:pt idx="3071">
                  <c:v>2.4854918962690791</c:v>
                </c:pt>
                <c:pt idx="3072">
                  <c:v>2.514635062118094</c:v>
                </c:pt>
                <c:pt idx="3073">
                  <c:v>2.5301344394683838</c:v>
                </c:pt>
                <c:pt idx="3074">
                  <c:v>2.526152104561401</c:v>
                </c:pt>
                <c:pt idx="3075">
                  <c:v>2.502050992851939</c:v>
                </c:pt>
                <c:pt idx="3076">
                  <c:v>2.4781347092531201</c:v>
                </c:pt>
                <c:pt idx="3077">
                  <c:v>2.467424631118774</c:v>
                </c:pt>
                <c:pt idx="3078">
                  <c:v>2.4653082003350399</c:v>
                </c:pt>
                <c:pt idx="3079">
                  <c:v>2.4601292751932178</c:v>
                </c:pt>
                <c:pt idx="3080">
                  <c:v>2.456881046295166</c:v>
                </c:pt>
                <c:pt idx="3081">
                  <c:v>2.4550824279179722</c:v>
                </c:pt>
                <c:pt idx="3082">
                  <c:v>2.4405086913411189</c:v>
                </c:pt>
                <c:pt idx="3083">
                  <c:v>2.430756807327271</c:v>
                </c:pt>
                <c:pt idx="3084">
                  <c:v>2.417651209937008</c:v>
                </c:pt>
                <c:pt idx="3085">
                  <c:v>2.282391212581321</c:v>
                </c:pt>
                <c:pt idx="3086">
                  <c:v>2.2606837749481201</c:v>
                </c:pt>
                <c:pt idx="3087">
                  <c:v>2.2536408847077252</c:v>
                </c:pt>
                <c:pt idx="3088">
                  <c:v>2.1461414058789821</c:v>
                </c:pt>
                <c:pt idx="3089">
                  <c:v>2.095389604568481</c:v>
                </c:pt>
                <c:pt idx="3090">
                  <c:v>2.1000030649139778</c:v>
                </c:pt>
                <c:pt idx="3091">
                  <c:v>2.1524690861608962</c:v>
                </c:pt>
                <c:pt idx="3092">
                  <c:v>2.2149949073791499</c:v>
                </c:pt>
                <c:pt idx="3093">
                  <c:v>2.2191204345661091</c:v>
                </c:pt>
                <c:pt idx="3094">
                  <c:v>2.2414791847480551</c:v>
                </c:pt>
                <c:pt idx="3095">
                  <c:v>2.2648614851713349</c:v>
                </c:pt>
                <c:pt idx="3096">
                  <c:v>2.278466939926147</c:v>
                </c:pt>
                <c:pt idx="3097">
                  <c:v>2.2777256975496329</c:v>
                </c:pt>
                <c:pt idx="3098">
                  <c:v>2.2741476471760542</c:v>
                </c:pt>
                <c:pt idx="3099">
                  <c:v>2.2716324329376221</c:v>
                </c:pt>
                <c:pt idx="3100">
                  <c:v>2.2704889549646481</c:v>
                </c:pt>
                <c:pt idx="3101">
                  <c:v>2.2615295269320161</c:v>
                </c:pt>
                <c:pt idx="3102">
                  <c:v>2.254134893417358</c:v>
                </c:pt>
                <c:pt idx="3103">
                  <c:v>2.2290900905158328</c:v>
                </c:pt>
                <c:pt idx="3104">
                  <c:v>2.0274629592895508</c:v>
                </c:pt>
                <c:pt idx="3105">
                  <c:v>2.0265014753813091</c:v>
                </c:pt>
                <c:pt idx="3106">
                  <c:v>2.0144814584415101</c:v>
                </c:pt>
                <c:pt idx="3107">
                  <c:v>2.0015365468331061</c:v>
                </c:pt>
                <c:pt idx="3108">
                  <c:v>1.991933226585388</c:v>
                </c:pt>
                <c:pt idx="3109">
                  <c:v>1.9504168464532541</c:v>
                </c:pt>
                <c:pt idx="3110">
                  <c:v>1.8886816501617429</c:v>
                </c:pt>
                <c:pt idx="3111">
                  <c:v>1.8850942085015381</c:v>
                </c:pt>
                <c:pt idx="3112">
                  <c:v>1.8777110538208941</c:v>
                </c:pt>
                <c:pt idx="3113">
                  <c:v>1.869667530059814</c:v>
                </c:pt>
                <c:pt idx="3114">
                  <c:v>1.854046803052896</c:v>
                </c:pt>
                <c:pt idx="3115">
                  <c:v>1.8320220490028021</c:v>
                </c:pt>
                <c:pt idx="3116">
                  <c:v>1.8107423782348631</c:v>
                </c:pt>
                <c:pt idx="3117">
                  <c:v>1.798483321796116</c:v>
                </c:pt>
                <c:pt idx="3118">
                  <c:v>1.708513798002786</c:v>
                </c:pt>
                <c:pt idx="3119">
                  <c:v>1.683735251426697</c:v>
                </c:pt>
                <c:pt idx="3120">
                  <c:v>1.675884016914299</c:v>
                </c:pt>
                <c:pt idx="3121">
                  <c:v>1.5922800536077091</c:v>
                </c:pt>
                <c:pt idx="3122">
                  <c:v>1.551521897315979</c:v>
                </c:pt>
                <c:pt idx="3123">
                  <c:v>1.5560720262818151</c:v>
                </c:pt>
                <c:pt idx="3124">
                  <c:v>1.5996194443402889</c:v>
                </c:pt>
                <c:pt idx="3125">
                  <c:v>1.6339485645294189</c:v>
                </c:pt>
                <c:pt idx="3126">
                  <c:v>1.6363724654762191</c:v>
                </c:pt>
                <c:pt idx="3127">
                  <c:v>1.665706992149353</c:v>
                </c:pt>
                <c:pt idx="3128">
                  <c:v>1.6750601714256119</c:v>
                </c:pt>
                <c:pt idx="3129">
                  <c:v>1.719889940395348</c:v>
                </c:pt>
                <c:pt idx="3130">
                  <c:v>1.7804603120750779</c:v>
                </c:pt>
                <c:pt idx="3131">
                  <c:v>1.8112579826543369</c:v>
                </c:pt>
                <c:pt idx="3132">
                  <c:v>1.81685471534729</c:v>
                </c:pt>
                <c:pt idx="3133">
                  <c:v>1.8188790699622279</c:v>
                </c:pt>
                <c:pt idx="3134">
                  <c:v>1.853892642391437</c:v>
                </c:pt>
                <c:pt idx="3135">
                  <c:v>1.8596140146255491</c:v>
                </c:pt>
                <c:pt idx="3136">
                  <c:v>1.871733174847811</c:v>
                </c:pt>
                <c:pt idx="3137">
                  <c:v>1.9808841088185221</c:v>
                </c:pt>
                <c:pt idx="3138">
                  <c:v>2.0028631687164311</c:v>
                </c:pt>
                <c:pt idx="3139">
                  <c:v>2.0033268454971398</c:v>
                </c:pt>
                <c:pt idx="3140">
                  <c:v>2.0112487066712572</c:v>
                </c:pt>
                <c:pt idx="3141">
                  <c:v>2.0150177973153518</c:v>
                </c:pt>
                <c:pt idx="3142">
                  <c:v>2.0156927108764648</c:v>
                </c:pt>
                <c:pt idx="3143">
                  <c:v>2.0303070920119182</c:v>
                </c:pt>
                <c:pt idx="3144">
                  <c:v>2.149702424962499</c:v>
                </c:pt>
                <c:pt idx="3145">
                  <c:v>2.1594631671905522</c:v>
                </c:pt>
                <c:pt idx="3146">
                  <c:v>2.1425764749731302</c:v>
                </c:pt>
                <c:pt idx="3147">
                  <c:v>1.9738054330117201</c:v>
                </c:pt>
                <c:pt idx="3148">
                  <c:v>1.9314146041870119</c:v>
                </c:pt>
                <c:pt idx="3149">
                  <c:v>1.9179720764668129</c:v>
                </c:pt>
                <c:pt idx="3150">
                  <c:v>1.812728795196936</c:v>
                </c:pt>
                <c:pt idx="3151">
                  <c:v>1.7106219530105591</c:v>
                </c:pt>
                <c:pt idx="3152">
                  <c:v>1.686722945636342</c:v>
                </c:pt>
                <c:pt idx="3153">
                  <c:v>1.605117201805115</c:v>
                </c:pt>
                <c:pt idx="3154">
                  <c:v>1.607442318062009</c:v>
                </c:pt>
                <c:pt idx="3155">
                  <c:v>1.6432118639930131</c:v>
                </c:pt>
                <c:pt idx="3156">
                  <c:v>1.668915305927636</c:v>
                </c:pt>
                <c:pt idx="3157">
                  <c:v>1.6785669326782231</c:v>
                </c:pt>
                <c:pt idx="3158">
                  <c:v>1.6271937841071189</c:v>
                </c:pt>
                <c:pt idx="3159">
                  <c:v>1.544182766133164</c:v>
                </c:pt>
                <c:pt idx="3160">
                  <c:v>1.509176969528198</c:v>
                </c:pt>
                <c:pt idx="3161">
                  <c:v>1.4856062863138739</c:v>
                </c:pt>
                <c:pt idx="3162">
                  <c:v>1.4628921727127751</c:v>
                </c:pt>
                <c:pt idx="3163">
                  <c:v>1.457344770431519</c:v>
                </c:pt>
                <c:pt idx="3164">
                  <c:v>1.4568844554535301</c:v>
                </c:pt>
                <c:pt idx="3165">
                  <c:v>1.4526578904678451</c:v>
                </c:pt>
                <c:pt idx="3166">
                  <c:v>1.4505448341369629</c:v>
                </c:pt>
                <c:pt idx="3167">
                  <c:v>1.4539407321494411</c:v>
                </c:pt>
                <c:pt idx="3168">
                  <c:v>1.4816544833829599</c:v>
                </c:pt>
                <c:pt idx="3169">
                  <c:v>1.4963829853492889</c:v>
                </c:pt>
                <c:pt idx="3170">
                  <c:v>1.5273009811847711</c:v>
                </c:pt>
                <c:pt idx="3171">
                  <c:v>1.5369638204574581</c:v>
                </c:pt>
                <c:pt idx="3172">
                  <c:v>1.531191257377607</c:v>
                </c:pt>
                <c:pt idx="3173">
                  <c:v>1.484002082488084</c:v>
                </c:pt>
                <c:pt idx="3174">
                  <c:v>1.465657711029053</c:v>
                </c:pt>
                <c:pt idx="3175">
                  <c:v>1.4648777343200921</c:v>
                </c:pt>
                <c:pt idx="3176">
                  <c:v>1.4591637262545241</c:v>
                </c:pt>
                <c:pt idx="3177">
                  <c:v>1.4555318355560301</c:v>
                </c:pt>
                <c:pt idx="3178">
                  <c:v>1.4561791462761959</c:v>
                </c:pt>
                <c:pt idx="3179">
                  <c:v>1.4662859439849849</c:v>
                </c:pt>
                <c:pt idx="3180">
                  <c:v>1.459916439882569</c:v>
                </c:pt>
                <c:pt idx="3181">
                  <c:v>1.4235024391427991</c:v>
                </c:pt>
                <c:pt idx="3182">
                  <c:v>1.3935470148723781</c:v>
                </c:pt>
                <c:pt idx="3183">
                  <c:v>1.3656352758407591</c:v>
                </c:pt>
                <c:pt idx="3184">
                  <c:v>1.3475351007501979</c:v>
                </c:pt>
                <c:pt idx="3185">
                  <c:v>1.2149958793361879</c:v>
                </c:pt>
                <c:pt idx="3186">
                  <c:v>1.1828098297119141</c:v>
                </c:pt>
                <c:pt idx="3187">
                  <c:v>1.1778333442560991</c:v>
                </c:pt>
                <c:pt idx="3188">
                  <c:v>1.150500075981562</c:v>
                </c:pt>
                <c:pt idx="3189">
                  <c:v>1.120094111533614</c:v>
                </c:pt>
                <c:pt idx="3190">
                  <c:v>1.1032563447952271</c:v>
                </c:pt>
                <c:pt idx="3191">
                  <c:v>1.1254363943357071</c:v>
                </c:pt>
                <c:pt idx="3192">
                  <c:v>1.197660233989835</c:v>
                </c:pt>
                <c:pt idx="3193">
                  <c:v>1.269960880279541</c:v>
                </c:pt>
                <c:pt idx="3194">
                  <c:v>1.282448054887803</c:v>
                </c:pt>
                <c:pt idx="3195">
                  <c:v>1.432518361603998</c:v>
                </c:pt>
                <c:pt idx="3196">
                  <c:v>1.4560563564300539</c:v>
                </c:pt>
                <c:pt idx="3197">
                  <c:v>1.462038086879881</c:v>
                </c:pt>
                <c:pt idx="3198">
                  <c:v>1.5439831977622649</c:v>
                </c:pt>
                <c:pt idx="3199">
                  <c:v>1.5646705627441411</c:v>
                </c:pt>
                <c:pt idx="3200">
                  <c:v>1.5468820392909921</c:v>
                </c:pt>
                <c:pt idx="3201">
                  <c:v>1.4206234838329961</c:v>
                </c:pt>
                <c:pt idx="3202">
                  <c:v>1.335901021957397</c:v>
                </c:pt>
                <c:pt idx="3203">
                  <c:v>1.328012233528427</c:v>
                </c:pt>
                <c:pt idx="3204">
                  <c:v>1.1916329972870849</c:v>
                </c:pt>
                <c:pt idx="3205">
                  <c:v>1.1577402353286741</c:v>
                </c:pt>
                <c:pt idx="3206">
                  <c:v>1.1706709558019031</c:v>
                </c:pt>
                <c:pt idx="3207">
                  <c:v>1.1885191619611939</c:v>
                </c:pt>
                <c:pt idx="3208">
                  <c:v>1.2043635845184331</c:v>
                </c:pt>
                <c:pt idx="3209">
                  <c:v>1.1800809927430951</c:v>
                </c:pt>
                <c:pt idx="3210">
                  <c:v>1.16151878018027</c:v>
                </c:pt>
                <c:pt idx="3211">
                  <c:v>1.121219604303358</c:v>
                </c:pt>
                <c:pt idx="3212">
                  <c:v>1.1131900548934941</c:v>
                </c:pt>
                <c:pt idx="3213">
                  <c:v>1.121792634766783</c:v>
                </c:pt>
                <c:pt idx="3214">
                  <c:v>1.186434026834416</c:v>
                </c:pt>
                <c:pt idx="3215">
                  <c:v>1.204743385314941</c:v>
                </c:pt>
                <c:pt idx="3216">
                  <c:v>1.2136575813053021</c:v>
                </c:pt>
                <c:pt idx="3217">
                  <c:v>1.3156724421980179</c:v>
                </c:pt>
                <c:pt idx="3218">
                  <c:v>1.393854022026062</c:v>
                </c:pt>
                <c:pt idx="3219">
                  <c:v>1.394215754216513</c:v>
                </c:pt>
                <c:pt idx="3220">
                  <c:v>1.3948215472417369</c:v>
                </c:pt>
                <c:pt idx="3221">
                  <c:v>1.398033499717712</c:v>
                </c:pt>
                <c:pt idx="3222">
                  <c:v>1.404711398267013</c:v>
                </c:pt>
                <c:pt idx="3223">
                  <c:v>1.4420883972647141</c:v>
                </c:pt>
                <c:pt idx="3224">
                  <c:v>1.477919581295736</c:v>
                </c:pt>
                <c:pt idx="3225">
                  <c:v>1.4825642108917241</c:v>
                </c:pt>
                <c:pt idx="3226">
                  <c:v>1.4825587611332089</c:v>
                </c:pt>
                <c:pt idx="3227">
                  <c:v>1.4825194690420089</c:v>
                </c:pt>
                <c:pt idx="3228">
                  <c:v>1.482496023178101</c:v>
                </c:pt>
                <c:pt idx="3229">
                  <c:v>1.490651087678762</c:v>
                </c:pt>
                <c:pt idx="3230">
                  <c:v>1.5071635276524531</c:v>
                </c:pt>
                <c:pt idx="3231">
                  <c:v>1.5130312442779541</c:v>
                </c:pt>
                <c:pt idx="3232">
                  <c:v>1.5143128680110269</c:v>
                </c:pt>
                <c:pt idx="3233">
                  <c:v>1.525471186741594</c:v>
                </c:pt>
                <c:pt idx="3234">
                  <c:v>1.530962347984314</c:v>
                </c:pt>
                <c:pt idx="3235">
                  <c:v>1.533272260769879</c:v>
                </c:pt>
                <c:pt idx="3236">
                  <c:v>1.555092474405821</c:v>
                </c:pt>
                <c:pt idx="3237">
                  <c:v>1.573249816894531</c:v>
                </c:pt>
                <c:pt idx="3238">
                  <c:v>1.567820357914115</c:v>
                </c:pt>
                <c:pt idx="3239">
                  <c:v>1.523592948913574</c:v>
                </c:pt>
                <c:pt idx="3240">
                  <c:v>1.510367891806859</c:v>
                </c:pt>
                <c:pt idx="3241">
                  <c:v>1.3605525493621831</c:v>
                </c:pt>
                <c:pt idx="3242">
                  <c:v>1.3706552188480341</c:v>
                </c:pt>
                <c:pt idx="3243">
                  <c:v>1.400861592617505</c:v>
                </c:pt>
                <c:pt idx="3244">
                  <c:v>1.4396892195487769</c:v>
                </c:pt>
                <c:pt idx="3245">
                  <c:v>1.461156371322067</c:v>
                </c:pt>
                <c:pt idx="3246">
                  <c:v>1.4725939035415649</c:v>
                </c:pt>
                <c:pt idx="3247">
                  <c:v>1.478882618466461</c:v>
                </c:pt>
                <c:pt idx="3248">
                  <c:v>1.529517211906311</c:v>
                </c:pt>
                <c:pt idx="3249">
                  <c:v>1.555282354354858</c:v>
                </c:pt>
                <c:pt idx="3250">
                  <c:v>1.556486267614589</c:v>
                </c:pt>
                <c:pt idx="3251">
                  <c:v>1.57498375231237</c:v>
                </c:pt>
                <c:pt idx="3252">
                  <c:v>1.5891968050607881</c:v>
                </c:pt>
                <c:pt idx="3253">
                  <c:v>1.5906529426574709</c:v>
                </c:pt>
                <c:pt idx="3254">
                  <c:v>1.5417233527204439</c:v>
                </c:pt>
                <c:pt idx="3255">
                  <c:v>1.498185200895251</c:v>
                </c:pt>
                <c:pt idx="3256">
                  <c:v>1.4726212024688721</c:v>
                </c:pt>
                <c:pt idx="3257">
                  <c:v>1.4163597710051199</c:v>
                </c:pt>
                <c:pt idx="3258">
                  <c:v>1.2942155599594121</c:v>
                </c:pt>
                <c:pt idx="3259">
                  <c:v>1.287850054747242</c:v>
                </c:pt>
                <c:pt idx="3260">
                  <c:v>1.2681310259457721</c:v>
                </c:pt>
                <c:pt idx="3261">
                  <c:v>1.2431255949076101</c:v>
                </c:pt>
                <c:pt idx="3262">
                  <c:v>1.238073348999023</c:v>
                </c:pt>
                <c:pt idx="3263">
                  <c:v>1.2369718174117941</c:v>
                </c:pt>
                <c:pt idx="3264">
                  <c:v>1.228912127099</c:v>
                </c:pt>
                <c:pt idx="3265">
                  <c:v>1.2254137992858889</c:v>
                </c:pt>
                <c:pt idx="3266">
                  <c:v>1.2201691636720939</c:v>
                </c:pt>
                <c:pt idx="3267">
                  <c:v>1.1823747422932951</c:v>
                </c:pt>
                <c:pt idx="3268">
                  <c:v>1.158696026103968</c:v>
                </c:pt>
                <c:pt idx="3269">
                  <c:v>1.1544913053512571</c:v>
                </c:pt>
                <c:pt idx="3270">
                  <c:v>1.1527704845649209</c:v>
                </c:pt>
                <c:pt idx="3271">
                  <c:v>1.131911060986909</c:v>
                </c:pt>
                <c:pt idx="3272">
                  <c:v>1.1267910003662109</c:v>
                </c:pt>
                <c:pt idx="3273">
                  <c:v>1.1274431606800319</c:v>
                </c:pt>
                <c:pt idx="3274">
                  <c:v>1.1336691952991871</c:v>
                </c:pt>
                <c:pt idx="3275">
                  <c:v>1.1359081268310549</c:v>
                </c:pt>
                <c:pt idx="3276">
                  <c:v>1.4807162015347051</c:v>
                </c:pt>
                <c:pt idx="3277">
                  <c:v>1.9715332448881879</c:v>
                </c:pt>
                <c:pt idx="3278">
                  <c:v>2.6087931774275028</c:v>
                </c:pt>
                <c:pt idx="3279">
                  <c:v>2.7865524291992192</c:v>
                </c:pt>
                <c:pt idx="3280">
                  <c:v>2.8500324119729981</c:v>
                </c:pt>
                <c:pt idx="3281">
                  <c:v>3.8699580236213378</c:v>
                </c:pt>
                <c:pt idx="3282">
                  <c:v>4.1200189590454102</c:v>
                </c:pt>
                <c:pt idx="3283">
                  <c:v>4.0894610658414807</c:v>
                </c:pt>
                <c:pt idx="3284">
                  <c:v>3.8418411130608758</c:v>
                </c:pt>
                <c:pt idx="3285">
                  <c:v>3.6624853610992432</c:v>
                </c:pt>
                <c:pt idx="3286">
                  <c:v>3.6329706284345171</c:v>
                </c:pt>
                <c:pt idx="3287">
                  <c:v>3.468044910525506</c:v>
                </c:pt>
                <c:pt idx="3288">
                  <c:v>3.2461861468143738</c:v>
                </c:pt>
                <c:pt idx="3289">
                  <c:v>3.1427972316741939</c:v>
                </c:pt>
                <c:pt idx="3290">
                  <c:v>3.1227969679164498</c:v>
                </c:pt>
                <c:pt idx="3291">
                  <c:v>2.9411771717627428</c:v>
                </c:pt>
                <c:pt idx="3292">
                  <c:v>2.8236017227172852</c:v>
                </c:pt>
                <c:pt idx="3293">
                  <c:v>2.8163527590979571</c:v>
                </c:pt>
                <c:pt idx="3294">
                  <c:v>2.6950176317487728</c:v>
                </c:pt>
                <c:pt idx="3295">
                  <c:v>2.6580178737640381</c:v>
                </c:pt>
                <c:pt idx="3296">
                  <c:v>2.6123455766996391</c:v>
                </c:pt>
                <c:pt idx="3297">
                  <c:v>2.4786447868472998</c:v>
                </c:pt>
                <c:pt idx="3298">
                  <c:v>2.4123740196228032</c:v>
                </c:pt>
                <c:pt idx="3299">
                  <c:v>2.3829842258013372</c:v>
                </c:pt>
                <c:pt idx="3300">
                  <c:v>2.0778696537017818</c:v>
                </c:pt>
                <c:pt idx="3301">
                  <c:v>1.970066614744983</c:v>
                </c:pt>
                <c:pt idx="3302">
                  <c:v>1.8909933534628209</c:v>
                </c:pt>
                <c:pt idx="3303">
                  <c:v>1.8518649339675901</c:v>
                </c:pt>
                <c:pt idx="3304">
                  <c:v>1.795693780746342</c:v>
                </c:pt>
                <c:pt idx="3305">
                  <c:v>1.689232058139055</c:v>
                </c:pt>
                <c:pt idx="3306">
                  <c:v>1.62799596786499</c:v>
                </c:pt>
                <c:pt idx="3307">
                  <c:v>1.576541159184411</c:v>
                </c:pt>
                <c:pt idx="3308">
                  <c:v>1.529039223510154</c:v>
                </c:pt>
                <c:pt idx="3309">
                  <c:v>1.434908435040948</c:v>
                </c:pt>
                <c:pt idx="3310">
                  <c:v>1.3912971019744871</c:v>
                </c:pt>
                <c:pt idx="3311">
                  <c:v>1.3819336172825381</c:v>
                </c:pt>
                <c:pt idx="3312">
                  <c:v>1.277945377663056</c:v>
                </c:pt>
                <c:pt idx="3313">
                  <c:v>1.2073701620101931</c:v>
                </c:pt>
                <c:pt idx="3314">
                  <c:v>1.133786621402175</c:v>
                </c:pt>
                <c:pt idx="3315">
                  <c:v>1.0711048825226099</c:v>
                </c:pt>
                <c:pt idx="3316">
                  <c:v>1.050823330879211</c:v>
                </c:pt>
                <c:pt idx="3317">
                  <c:v>1.047316947220027</c:v>
                </c:pt>
                <c:pt idx="3318">
                  <c:v>0.99275727293585914</c:v>
                </c:pt>
                <c:pt idx="3319">
                  <c:v>0.96690207719802856</c:v>
                </c:pt>
                <c:pt idx="3320">
                  <c:v>0.96310715848242912</c:v>
                </c:pt>
                <c:pt idx="3321">
                  <c:v>0.88591930761379889</c:v>
                </c:pt>
                <c:pt idx="3322">
                  <c:v>0.88025087118148804</c:v>
                </c:pt>
                <c:pt idx="3323">
                  <c:v>0.87310371147581944</c:v>
                </c:pt>
                <c:pt idx="3324">
                  <c:v>0.84064528883263434</c:v>
                </c:pt>
                <c:pt idx="3325">
                  <c:v>0.80710393526326607</c:v>
                </c:pt>
                <c:pt idx="3326">
                  <c:v>0.78374323884285479</c:v>
                </c:pt>
                <c:pt idx="3327">
                  <c:v>0.77987068891525269</c:v>
                </c:pt>
                <c:pt idx="3328">
                  <c:v>0.77819045359952377</c:v>
                </c:pt>
                <c:pt idx="3329">
                  <c:v>0.74577158689498901</c:v>
                </c:pt>
                <c:pt idx="3330">
                  <c:v>0.74040724241776634</c:v>
                </c:pt>
                <c:pt idx="3331">
                  <c:v>0.69974111292568408</c:v>
                </c:pt>
                <c:pt idx="3332">
                  <c:v>0.68515974283218384</c:v>
                </c:pt>
                <c:pt idx="3333">
                  <c:v>0.68142508939844371</c:v>
                </c:pt>
                <c:pt idx="3334">
                  <c:v>0.64320168810802403</c:v>
                </c:pt>
                <c:pt idx="3335">
                  <c:v>0.61885225772857666</c:v>
                </c:pt>
                <c:pt idx="3336">
                  <c:v>0.60894715653694631</c:v>
                </c:pt>
                <c:pt idx="3337">
                  <c:v>0.55405025476604353</c:v>
                </c:pt>
                <c:pt idx="3338">
                  <c:v>0.54945307970046997</c:v>
                </c:pt>
                <c:pt idx="3339">
                  <c:v>0.54754993209984315</c:v>
                </c:pt>
                <c:pt idx="3340">
                  <c:v>0.52444818665419635</c:v>
                </c:pt>
                <c:pt idx="3341">
                  <c:v>0.51317662000656128</c:v>
                </c:pt>
                <c:pt idx="3342">
                  <c:v>0.51060796726028179</c:v>
                </c:pt>
                <c:pt idx="3343">
                  <c:v>0.49027226397560542</c:v>
                </c:pt>
                <c:pt idx="3344">
                  <c:v>0.46235963202336422</c:v>
                </c:pt>
                <c:pt idx="3345">
                  <c:v>0.454642653465271</c:v>
                </c:pt>
                <c:pt idx="3346">
                  <c:v>0.45285966368582681</c:v>
                </c:pt>
                <c:pt idx="3347">
                  <c:v>0.43780326850454748</c:v>
                </c:pt>
                <c:pt idx="3348">
                  <c:v>0.43599477410316467</c:v>
                </c:pt>
                <c:pt idx="3349">
                  <c:v>0.41448796392077292</c:v>
                </c:pt>
                <c:pt idx="3350">
                  <c:v>0.40319193339599652</c:v>
                </c:pt>
                <c:pt idx="3351">
                  <c:v>0.39829275012016302</c:v>
                </c:pt>
                <c:pt idx="3352">
                  <c:v>0.39081997508273209</c:v>
                </c:pt>
                <c:pt idx="3353">
                  <c:v>0.38117173314094538</c:v>
                </c:pt>
                <c:pt idx="3354">
                  <c:v>0.37992646387179901</c:v>
                </c:pt>
                <c:pt idx="3355">
                  <c:v>0.36973072130572099</c:v>
                </c:pt>
                <c:pt idx="3356">
                  <c:v>0.36478258360980281</c:v>
                </c:pt>
                <c:pt idx="3357">
                  <c:v>0.3622383177280426</c:v>
                </c:pt>
                <c:pt idx="3358">
                  <c:v>0.36908749071735231</c:v>
                </c:pt>
                <c:pt idx="3359">
                  <c:v>0.37795504752248099</c:v>
                </c:pt>
                <c:pt idx="3360">
                  <c:v>0.3839631974697113</c:v>
                </c:pt>
                <c:pt idx="3361">
                  <c:v>0.3840891984157781</c:v>
                </c:pt>
                <c:pt idx="3362">
                  <c:v>0.38472318688183121</c:v>
                </c:pt>
                <c:pt idx="3363">
                  <c:v>0.3857541362475565</c:v>
                </c:pt>
                <c:pt idx="3364">
                  <c:v>0.38591247797012329</c:v>
                </c:pt>
                <c:pt idx="3365">
                  <c:v>0.38296704431177458</c:v>
                </c:pt>
                <c:pt idx="3366">
                  <c:v>0.35057477082004102</c:v>
                </c:pt>
                <c:pt idx="3367">
                  <c:v>0.33730512857437128</c:v>
                </c:pt>
                <c:pt idx="3368">
                  <c:v>0.33466104517824818</c:v>
                </c:pt>
                <c:pt idx="3369">
                  <c:v>0.31826143268562768</c:v>
                </c:pt>
                <c:pt idx="3370">
                  <c:v>0.30733996629714971</c:v>
                </c:pt>
                <c:pt idx="3371">
                  <c:v>0.30576965670236561</c:v>
                </c:pt>
                <c:pt idx="3372">
                  <c:v>0.29798186565936152</c:v>
                </c:pt>
                <c:pt idx="3373">
                  <c:v>0.27824791485694023</c:v>
                </c:pt>
                <c:pt idx="3374">
                  <c:v>0.27383950352668762</c:v>
                </c:pt>
                <c:pt idx="3375">
                  <c:v>0.27309092242541039</c:v>
                </c:pt>
                <c:pt idx="3376">
                  <c:v>0.2638699335063347</c:v>
                </c:pt>
                <c:pt idx="3377">
                  <c:v>0.25863069295883179</c:v>
                </c:pt>
                <c:pt idx="3378">
                  <c:v>0.25877250571720639</c:v>
                </c:pt>
                <c:pt idx="3379">
                  <c:v>0.25890292377184271</c:v>
                </c:pt>
                <c:pt idx="3380">
                  <c:v>0.26150707260441791</c:v>
                </c:pt>
                <c:pt idx="3381">
                  <c:v>0.26213181018829351</c:v>
                </c:pt>
                <c:pt idx="3382">
                  <c:v>0.26284346657294028</c:v>
                </c:pt>
                <c:pt idx="3383">
                  <c:v>0.27056883607981341</c:v>
                </c:pt>
                <c:pt idx="3384">
                  <c:v>0.27353614568710333</c:v>
                </c:pt>
                <c:pt idx="3385">
                  <c:v>0.2748136457010722</c:v>
                </c:pt>
                <c:pt idx="3386">
                  <c:v>0.28420222616764429</c:v>
                </c:pt>
                <c:pt idx="3387">
                  <c:v>0.28996917088574498</c:v>
                </c:pt>
                <c:pt idx="3388">
                  <c:v>0.29330301284790039</c:v>
                </c:pt>
                <c:pt idx="3389">
                  <c:v>0.29194742980136001</c:v>
                </c:pt>
                <c:pt idx="3390">
                  <c:v>0.28056619159612067</c:v>
                </c:pt>
                <c:pt idx="3391">
                  <c:v>0.27944499254226679</c:v>
                </c:pt>
                <c:pt idx="3392">
                  <c:v>0.30305412678649818</c:v>
                </c:pt>
                <c:pt idx="3393">
                  <c:v>0.35973029658650341</c:v>
                </c:pt>
                <c:pt idx="3394">
                  <c:v>0.40363641390232841</c:v>
                </c:pt>
                <c:pt idx="3395">
                  <c:v>0.41773819923400879</c:v>
                </c:pt>
                <c:pt idx="3396">
                  <c:v>0.42900955754295877</c:v>
                </c:pt>
                <c:pt idx="3397">
                  <c:v>0.51775127169633883</c:v>
                </c:pt>
                <c:pt idx="3398">
                  <c:v>0.54274672269821167</c:v>
                </c:pt>
                <c:pt idx="3399">
                  <c:v>0.53904005016807433</c:v>
                </c:pt>
                <c:pt idx="3400">
                  <c:v>0.52980960518622011</c:v>
                </c:pt>
                <c:pt idx="3401">
                  <c:v>0.51955777406692505</c:v>
                </c:pt>
                <c:pt idx="3402">
                  <c:v>0.52052411262015774</c:v>
                </c:pt>
                <c:pt idx="3403">
                  <c:v>0.52103837012019161</c:v>
                </c:pt>
                <c:pt idx="3404">
                  <c:v>0.52249176055214241</c:v>
                </c:pt>
                <c:pt idx="3405">
                  <c:v>0.52339327335357666</c:v>
                </c:pt>
                <c:pt idx="3406">
                  <c:v>0.52259535732111273</c:v>
                </c:pt>
                <c:pt idx="3407">
                  <c:v>0.49376929886130272</c:v>
                </c:pt>
                <c:pt idx="3408">
                  <c:v>0.47113335132598883</c:v>
                </c:pt>
                <c:pt idx="3409">
                  <c:v>0.47090541139747522</c:v>
                </c:pt>
                <c:pt idx="3410">
                  <c:v>0.47032887745303897</c:v>
                </c:pt>
                <c:pt idx="3411">
                  <c:v>0.45905751988457788</c:v>
                </c:pt>
                <c:pt idx="3412">
                  <c:v>0.45558845996856689</c:v>
                </c:pt>
                <c:pt idx="3413">
                  <c:v>0.4417528789194361</c:v>
                </c:pt>
                <c:pt idx="3414">
                  <c:v>0.42256402969360352</c:v>
                </c:pt>
                <c:pt idx="3415">
                  <c:v>0.41635119814856048</c:v>
                </c:pt>
                <c:pt idx="3416">
                  <c:v>0.39701171853995798</c:v>
                </c:pt>
                <c:pt idx="3417">
                  <c:v>0.37802301894269158</c:v>
                </c:pt>
                <c:pt idx="3418">
                  <c:v>0.36835414171218872</c:v>
                </c:pt>
                <c:pt idx="3419">
                  <c:v>0.36560121057144668</c:v>
                </c:pt>
                <c:pt idx="3420">
                  <c:v>0.34700569753473831</c:v>
                </c:pt>
                <c:pt idx="3421">
                  <c:v>0.33726435899734503</c:v>
                </c:pt>
                <c:pt idx="3422">
                  <c:v>0.33648371083687889</c:v>
                </c:pt>
                <c:pt idx="3423">
                  <c:v>0.33317667357876002</c:v>
                </c:pt>
                <c:pt idx="3424">
                  <c:v>0.32802683899253621</c:v>
                </c:pt>
                <c:pt idx="3425">
                  <c:v>0.32676750421524048</c:v>
                </c:pt>
                <c:pt idx="3426">
                  <c:v>0.32496878642260402</c:v>
                </c:pt>
                <c:pt idx="3427">
                  <c:v>0.30092070034020579</c:v>
                </c:pt>
                <c:pt idx="3428">
                  <c:v>0.29222896695137018</c:v>
                </c:pt>
                <c:pt idx="3429">
                  <c:v>0.2902135026188008</c:v>
                </c:pt>
                <c:pt idx="3430">
                  <c:v>0.27196357220858131</c:v>
                </c:pt>
                <c:pt idx="3431">
                  <c:v>0.25739222764968872</c:v>
                </c:pt>
                <c:pt idx="3432">
                  <c:v>0.25832165228933351</c:v>
                </c:pt>
                <c:pt idx="3433">
                  <c:v>0.27143890089188949</c:v>
                </c:pt>
                <c:pt idx="3434">
                  <c:v>0.2746218740940094</c:v>
                </c:pt>
                <c:pt idx="3435">
                  <c:v>0.27406652322981417</c:v>
                </c:pt>
                <c:pt idx="3436">
                  <c:v>0.26842224031140721</c:v>
                </c:pt>
                <c:pt idx="3437">
                  <c:v>0.26474162936210632</c:v>
                </c:pt>
                <c:pt idx="3438">
                  <c:v>0.2633559165541664</c:v>
                </c:pt>
                <c:pt idx="3439">
                  <c:v>0.2406398952007294</c:v>
                </c:pt>
                <c:pt idx="3440">
                  <c:v>0.2349385015661688</c:v>
                </c:pt>
                <c:pt idx="3441">
                  <c:v>0.2237110020307122</c:v>
                </c:pt>
                <c:pt idx="3442">
                  <c:v>0.2212084233760834</c:v>
                </c:pt>
                <c:pt idx="3443">
                  <c:v>0.22067578333479551</c:v>
                </c:pt>
                <c:pt idx="3444">
                  <c:v>0.21724278811992551</c:v>
                </c:pt>
                <c:pt idx="3445">
                  <c:v>0.21469647368861719</c:v>
                </c:pt>
                <c:pt idx="3446">
                  <c:v>0.21251304199569479</c:v>
                </c:pt>
                <c:pt idx="3447">
                  <c:v>0.21108907461166379</c:v>
                </c:pt>
                <c:pt idx="3448">
                  <c:v>0.216355004557782</c:v>
                </c:pt>
                <c:pt idx="3449">
                  <c:v>0.2245569745817719</c:v>
                </c:pt>
                <c:pt idx="3450">
                  <c:v>0.23112842440605161</c:v>
                </c:pt>
                <c:pt idx="3451">
                  <c:v>0.2311317153878715</c:v>
                </c:pt>
                <c:pt idx="3452">
                  <c:v>0.2311450657944385</c:v>
                </c:pt>
                <c:pt idx="3453">
                  <c:v>0.23119250182630091</c:v>
                </c:pt>
                <c:pt idx="3454">
                  <c:v>0.2311987578868866</c:v>
                </c:pt>
                <c:pt idx="3455">
                  <c:v>0.23163363166996731</c:v>
                </c:pt>
                <c:pt idx="3456">
                  <c:v>0.23638024926185611</c:v>
                </c:pt>
                <c:pt idx="3457">
                  <c:v>0.23567257122699489</c:v>
                </c:pt>
                <c:pt idx="3458">
                  <c:v>0.23507723267767461</c:v>
                </c:pt>
                <c:pt idx="3459">
                  <c:v>0.22710975201883959</c:v>
                </c:pt>
                <c:pt idx="3460">
                  <c:v>0.2150147364890948</c:v>
                </c:pt>
                <c:pt idx="3461">
                  <c:v>0.2133893966674805</c:v>
                </c:pt>
                <c:pt idx="3462">
                  <c:v>0.20438964977536411</c:v>
                </c:pt>
                <c:pt idx="3463">
                  <c:v>0.19587695598602289</c:v>
                </c:pt>
                <c:pt idx="3464">
                  <c:v>0.19540452567472991</c:v>
                </c:pt>
                <c:pt idx="3465">
                  <c:v>0.18638999720261071</c:v>
                </c:pt>
                <c:pt idx="3466">
                  <c:v>0.1821709871292114</c:v>
                </c:pt>
                <c:pt idx="3467">
                  <c:v>0.18178012144676239</c:v>
                </c:pt>
                <c:pt idx="3468">
                  <c:v>0.1815355216844253</c:v>
                </c:pt>
                <c:pt idx="3469">
                  <c:v>0.17676912763441441</c:v>
                </c:pt>
                <c:pt idx="3470">
                  <c:v>0.17549824714660639</c:v>
                </c:pt>
                <c:pt idx="3471">
                  <c:v>0.17357183197591261</c:v>
                </c:pt>
                <c:pt idx="3472">
                  <c:v>0.16276445334830891</c:v>
                </c:pt>
                <c:pt idx="3473">
                  <c:v>0.1569075882434845</c:v>
                </c:pt>
                <c:pt idx="3474">
                  <c:v>0.15699008217788371</c:v>
                </c:pt>
                <c:pt idx="3475">
                  <c:v>0.1582703252636567</c:v>
                </c:pt>
                <c:pt idx="3476">
                  <c:v>0.1584685891866684</c:v>
                </c:pt>
                <c:pt idx="3477">
                  <c:v>0.15776220923060219</c:v>
                </c:pt>
                <c:pt idx="3478">
                  <c:v>0.14861605427731561</c:v>
                </c:pt>
                <c:pt idx="3479">
                  <c:v>0.14530958235263819</c:v>
                </c:pt>
                <c:pt idx="3480">
                  <c:v>0.14786445183856309</c:v>
                </c:pt>
                <c:pt idx="3481">
                  <c:v>0.16522675141097251</c:v>
                </c:pt>
                <c:pt idx="3482">
                  <c:v>0.1763721180797875</c:v>
                </c:pt>
                <c:pt idx="3483">
                  <c:v>0.1784906983375549</c:v>
                </c:pt>
                <c:pt idx="3484">
                  <c:v>0.17948827965393749</c:v>
                </c:pt>
                <c:pt idx="3485">
                  <c:v>0.1867639288234533</c:v>
                </c:pt>
                <c:pt idx="3486">
                  <c:v>0.19723172846047399</c:v>
                </c:pt>
                <c:pt idx="3487">
                  <c:v>0.20184485614299769</c:v>
                </c:pt>
                <c:pt idx="3488">
                  <c:v>0.20440111034727229</c:v>
                </c:pt>
                <c:pt idx="3489">
                  <c:v>0.24449598789215091</c:v>
                </c:pt>
                <c:pt idx="3490">
                  <c:v>0.24084723123609569</c:v>
                </c:pt>
                <c:pt idx="3491">
                  <c:v>0.23529867827892301</c:v>
                </c:pt>
                <c:pt idx="3492">
                  <c:v>0.23487460084170361</c:v>
                </c:pt>
                <c:pt idx="3493">
                  <c:v>0.23450202268846951</c:v>
                </c:pt>
                <c:pt idx="3494">
                  <c:v>0.2276711176612044</c:v>
                </c:pt>
                <c:pt idx="3495">
                  <c:v>0.22143970429897311</c:v>
                </c:pt>
                <c:pt idx="3496">
                  <c:v>0.22010895989468951</c:v>
                </c:pt>
                <c:pt idx="3497">
                  <c:v>0.21261768316778229</c:v>
                </c:pt>
                <c:pt idx="3498">
                  <c:v>0.20768144726753229</c:v>
                </c:pt>
                <c:pt idx="3499">
                  <c:v>0.2076590825640395</c:v>
                </c:pt>
                <c:pt idx="3500">
                  <c:v>0.20761884921298759</c:v>
                </c:pt>
                <c:pt idx="3501">
                  <c:v>0.20750412344932559</c:v>
                </c:pt>
                <c:pt idx="3502">
                  <c:v>0.20701297028425961</c:v>
                </c:pt>
                <c:pt idx="3503">
                  <c:v>0.20239935447156771</c:v>
                </c:pt>
                <c:pt idx="3504">
                  <c:v>0.1989531727166424</c:v>
                </c:pt>
                <c:pt idx="3505">
                  <c:v>0.19811668992042539</c:v>
                </c:pt>
                <c:pt idx="3506">
                  <c:v>0.19930489190913361</c:v>
                </c:pt>
                <c:pt idx="3507">
                  <c:v>0.20616955814036581</c:v>
                </c:pt>
                <c:pt idx="3508">
                  <c:v>0.20981442928314209</c:v>
                </c:pt>
                <c:pt idx="3509">
                  <c:v>0.2098052162651744</c:v>
                </c:pt>
                <c:pt idx="3510">
                  <c:v>0.2097201459747173</c:v>
                </c:pt>
                <c:pt idx="3511">
                  <c:v>0.20965049341732861</c:v>
                </c:pt>
                <c:pt idx="3512">
                  <c:v>0.2096382677555084</c:v>
                </c:pt>
                <c:pt idx="3513">
                  <c:v>0.20961865617502229</c:v>
                </c:pt>
                <c:pt idx="3514">
                  <c:v>0.20946227351068489</c:v>
                </c:pt>
                <c:pt idx="3515">
                  <c:v>0.20941318571567541</c:v>
                </c:pt>
                <c:pt idx="3516">
                  <c:v>0.20860438640421489</c:v>
                </c:pt>
                <c:pt idx="3517">
                  <c:v>0.20617786165240101</c:v>
                </c:pt>
                <c:pt idx="3518">
                  <c:v>0.20418103663408399</c:v>
                </c:pt>
                <c:pt idx="3519">
                  <c:v>0.20347039401531219</c:v>
                </c:pt>
                <c:pt idx="3520">
                  <c:v>0.20002617913227491</c:v>
                </c:pt>
                <c:pt idx="3521">
                  <c:v>0.19088095276721859</c:v>
                </c:pt>
                <c:pt idx="3522">
                  <c:v>0.1887364536523819</c:v>
                </c:pt>
                <c:pt idx="3523">
                  <c:v>0.1887227081380089</c:v>
                </c:pt>
                <c:pt idx="3524">
                  <c:v>0.18865022549333069</c:v>
                </c:pt>
                <c:pt idx="3525">
                  <c:v>0.18857784565323951</c:v>
                </c:pt>
                <c:pt idx="3526">
                  <c:v>0.18851664662361151</c:v>
                </c:pt>
                <c:pt idx="3527">
                  <c:v>0.18935014429427041</c:v>
                </c:pt>
                <c:pt idx="3528">
                  <c:v>0.1952565894443293</c:v>
                </c:pt>
                <c:pt idx="3529">
                  <c:v>0.1964087039232254</c:v>
                </c:pt>
                <c:pt idx="3530">
                  <c:v>0.1960101290651303</c:v>
                </c:pt>
                <c:pt idx="3531">
                  <c:v>0.1917727151462475</c:v>
                </c:pt>
                <c:pt idx="3532">
                  <c:v>0.189740926027298</c:v>
                </c:pt>
                <c:pt idx="3533">
                  <c:v>0.1898042248730453</c:v>
                </c:pt>
                <c:pt idx="3534">
                  <c:v>0.19113385452217951</c:v>
                </c:pt>
                <c:pt idx="3535">
                  <c:v>0.19123291969299319</c:v>
                </c:pt>
                <c:pt idx="3536">
                  <c:v>0.19410332827293689</c:v>
                </c:pt>
                <c:pt idx="3537">
                  <c:v>0.21933069629312071</c:v>
                </c:pt>
                <c:pt idx="3538">
                  <c:v>0.22820380330085749</c:v>
                </c:pt>
                <c:pt idx="3539">
                  <c:v>0.22659844478210039</c:v>
                </c:pt>
                <c:pt idx="3540">
                  <c:v>0.22182455004681889</c:v>
                </c:pt>
                <c:pt idx="3541">
                  <c:v>0.21536487340927121</c:v>
                </c:pt>
                <c:pt idx="3542">
                  <c:v>0.21344029548856119</c:v>
                </c:pt>
                <c:pt idx="3543">
                  <c:v>0.19691091708479269</c:v>
                </c:pt>
                <c:pt idx="3544">
                  <c:v>0.19288788735866549</c:v>
                </c:pt>
                <c:pt idx="3545">
                  <c:v>0.18804805379892861</c:v>
                </c:pt>
                <c:pt idx="3546">
                  <c:v>0.1770996690611123</c:v>
                </c:pt>
                <c:pt idx="3547">
                  <c:v>0.17023622989654541</c:v>
                </c:pt>
                <c:pt idx="3548">
                  <c:v>0.16998632311430359</c:v>
                </c:pt>
                <c:pt idx="3549">
                  <c:v>0.16958979626194129</c:v>
                </c:pt>
                <c:pt idx="3550">
                  <c:v>0.16860053495767979</c:v>
                </c:pt>
                <c:pt idx="3551">
                  <c:v>0.16818398237228391</c:v>
                </c:pt>
                <c:pt idx="3552">
                  <c:v>0.16741527751392341</c:v>
                </c:pt>
                <c:pt idx="3553">
                  <c:v>0.15984775543890689</c:v>
                </c:pt>
                <c:pt idx="3554">
                  <c:v>0.15533253485687509</c:v>
                </c:pt>
                <c:pt idx="3555">
                  <c:v>0.1544352322816849</c:v>
                </c:pt>
                <c:pt idx="3556">
                  <c:v>0.1594565583991058</c:v>
                </c:pt>
                <c:pt idx="3557">
                  <c:v>0.1823250570760441</c:v>
                </c:pt>
                <c:pt idx="3558">
                  <c:v>0.1863787770271301</c:v>
                </c:pt>
                <c:pt idx="3559">
                  <c:v>0.18559115822467631</c:v>
                </c:pt>
                <c:pt idx="3560">
                  <c:v>0.17592072694797489</c:v>
                </c:pt>
                <c:pt idx="3561">
                  <c:v>0.17071692645549769</c:v>
                </c:pt>
                <c:pt idx="3562">
                  <c:v>0.1705031695660012</c:v>
                </c:pt>
                <c:pt idx="3563">
                  <c:v>0.16932810540676221</c:v>
                </c:pt>
                <c:pt idx="3564">
                  <c:v>0.16837689369639619</c:v>
                </c:pt>
                <c:pt idx="3565">
                  <c:v>0.16822214424610141</c:v>
                </c:pt>
                <c:pt idx="3566">
                  <c:v>0.16565260502167489</c:v>
                </c:pt>
                <c:pt idx="3567">
                  <c:v>0.16275390901584899</c:v>
                </c:pt>
                <c:pt idx="3568">
                  <c:v>0.15915322200837931</c:v>
                </c:pt>
                <c:pt idx="3569">
                  <c:v>0.1565442830324173</c:v>
                </c:pt>
                <c:pt idx="3570">
                  <c:v>0.1537420043670818</c:v>
                </c:pt>
                <c:pt idx="3571">
                  <c:v>0.1474312357633889</c:v>
                </c:pt>
                <c:pt idx="3572">
                  <c:v>0.14672350883483889</c:v>
                </c:pt>
                <c:pt idx="3573">
                  <c:v>0.14813825399232081</c:v>
                </c:pt>
                <c:pt idx="3574">
                  <c:v>0.15876631200158961</c:v>
                </c:pt>
                <c:pt idx="3575">
                  <c:v>0.16240328550338751</c:v>
                </c:pt>
                <c:pt idx="3576">
                  <c:v>0.16073938156080511</c:v>
                </c:pt>
                <c:pt idx="3577">
                  <c:v>0.14742601294194849</c:v>
                </c:pt>
                <c:pt idx="3578">
                  <c:v>0.14636991918087011</c:v>
                </c:pt>
                <c:pt idx="3579">
                  <c:v>0.1499261016449942</c:v>
                </c:pt>
                <c:pt idx="3580">
                  <c:v>0.1634190549388139</c:v>
                </c:pt>
                <c:pt idx="3581">
                  <c:v>0.16587874293327329</c:v>
                </c:pt>
                <c:pt idx="3582">
                  <c:v>0.16693286959792231</c:v>
                </c:pt>
                <c:pt idx="3583">
                  <c:v>0.17261132597923279</c:v>
                </c:pt>
                <c:pt idx="3584">
                  <c:v>0.17667937002703021</c:v>
                </c:pt>
                <c:pt idx="3585">
                  <c:v>0.18927641679778909</c:v>
                </c:pt>
                <c:pt idx="3586">
                  <c:v>0.20337246495431779</c:v>
                </c:pt>
                <c:pt idx="3587">
                  <c:v>0.209721565246582</c:v>
                </c:pt>
                <c:pt idx="3588">
                  <c:v>0.2144403460610054</c:v>
                </c:pt>
                <c:pt idx="3589">
                  <c:v>0.24117457866668701</c:v>
                </c:pt>
                <c:pt idx="3590">
                  <c:v>0.23757666077232389</c:v>
                </c:pt>
                <c:pt idx="3591">
                  <c:v>0.23044441849113151</c:v>
                </c:pt>
                <c:pt idx="3592">
                  <c:v>0.22907374799251559</c:v>
                </c:pt>
                <c:pt idx="3593">
                  <c:v>0.23110594190033529</c:v>
                </c:pt>
                <c:pt idx="3594">
                  <c:v>0.23478971671713469</c:v>
                </c:pt>
                <c:pt idx="3595">
                  <c:v>0.23657891154289251</c:v>
                </c:pt>
                <c:pt idx="3596">
                  <c:v>0.23723248640478869</c:v>
                </c:pt>
                <c:pt idx="3597">
                  <c:v>0.24128531482564949</c:v>
                </c:pt>
                <c:pt idx="3598">
                  <c:v>0.2453396194178529</c:v>
                </c:pt>
                <c:pt idx="3599">
                  <c:v>0.2458564639091492</c:v>
                </c:pt>
                <c:pt idx="3600">
                  <c:v>0.24630052726008589</c:v>
                </c:pt>
                <c:pt idx="3601">
                  <c:v>0.25111023059044041</c:v>
                </c:pt>
                <c:pt idx="3602">
                  <c:v>0.25231871008872991</c:v>
                </c:pt>
                <c:pt idx="3603">
                  <c:v>0.25169608117885739</c:v>
                </c:pt>
                <c:pt idx="3604">
                  <c:v>0.24580086101356211</c:v>
                </c:pt>
                <c:pt idx="3605">
                  <c:v>0.24521153251029121</c:v>
                </c:pt>
                <c:pt idx="3606">
                  <c:v>0.23765024381809949</c:v>
                </c:pt>
                <c:pt idx="3607">
                  <c:v>0.23578429222106931</c:v>
                </c:pt>
                <c:pt idx="3608">
                  <c:v>0.23335144061512339</c:v>
                </c:pt>
                <c:pt idx="3609">
                  <c:v>0.22991261980083971</c:v>
                </c:pt>
                <c:pt idx="3610">
                  <c:v>0.22831366956233981</c:v>
                </c:pt>
                <c:pt idx="3611">
                  <c:v>0.22788292698471571</c:v>
                </c:pt>
                <c:pt idx="3612">
                  <c:v>0.2254277494283462</c:v>
                </c:pt>
                <c:pt idx="3613">
                  <c:v>0.22402670900456739</c:v>
                </c:pt>
                <c:pt idx="3614">
                  <c:v>0.22375427186489111</c:v>
                </c:pt>
                <c:pt idx="3615">
                  <c:v>0.22530931937680579</c:v>
                </c:pt>
                <c:pt idx="3616">
                  <c:v>0.23741596306364229</c:v>
                </c:pt>
                <c:pt idx="3617">
                  <c:v>0.24151559174060819</c:v>
                </c:pt>
                <c:pt idx="3618">
                  <c:v>0.23749947066719609</c:v>
                </c:pt>
                <c:pt idx="3619">
                  <c:v>0.22216170779470951</c:v>
                </c:pt>
                <c:pt idx="3620">
                  <c:v>0.21802543103694921</c:v>
                </c:pt>
                <c:pt idx="3621">
                  <c:v>0.209713913451467</c:v>
                </c:pt>
                <c:pt idx="3622">
                  <c:v>0.1953800623514933</c:v>
                </c:pt>
                <c:pt idx="3623">
                  <c:v>0.19285312294960019</c:v>
                </c:pt>
                <c:pt idx="3624">
                  <c:v>0.1946615415235429</c:v>
                </c:pt>
                <c:pt idx="3625">
                  <c:v>0.20427617634817469</c:v>
                </c:pt>
                <c:pt idx="3626">
                  <c:v>0.2108869552612305</c:v>
                </c:pt>
                <c:pt idx="3627">
                  <c:v>0.21218373337569391</c:v>
                </c:pt>
                <c:pt idx="3628">
                  <c:v>0.21706241535632931</c:v>
                </c:pt>
                <c:pt idx="3629">
                  <c:v>0.2295993902766007</c:v>
                </c:pt>
                <c:pt idx="3630">
                  <c:v>0.2322152107954025</c:v>
                </c:pt>
                <c:pt idx="3631">
                  <c:v>0.23321418198072791</c:v>
                </c:pt>
                <c:pt idx="3632">
                  <c:v>0.24657782024408001</c:v>
                </c:pt>
                <c:pt idx="3633">
                  <c:v>0.25013446807861328</c:v>
                </c:pt>
                <c:pt idx="3634">
                  <c:v>0.2490681853741539</c:v>
                </c:pt>
                <c:pt idx="3635">
                  <c:v>0.2345778048853053</c:v>
                </c:pt>
                <c:pt idx="3636">
                  <c:v>0.22553697228431699</c:v>
                </c:pt>
                <c:pt idx="3637">
                  <c:v>0.22555415318420921</c:v>
                </c:pt>
                <c:pt idx="3638">
                  <c:v>0.22557162819910609</c:v>
                </c:pt>
                <c:pt idx="3639">
                  <c:v>0.22599609344619681</c:v>
                </c:pt>
                <c:pt idx="3640">
                  <c:v>0.22609236836433411</c:v>
                </c:pt>
                <c:pt idx="3641">
                  <c:v>0.22672697715538301</c:v>
                </c:pt>
                <c:pt idx="3642">
                  <c:v>0.23418473569034309</c:v>
                </c:pt>
                <c:pt idx="3643">
                  <c:v>0.23629534244537351</c:v>
                </c:pt>
                <c:pt idx="3644">
                  <c:v>0.2354821255811276</c:v>
                </c:pt>
                <c:pt idx="3645">
                  <c:v>0.23417187365653791</c:v>
                </c:pt>
                <c:pt idx="3646">
                  <c:v>0.23264852994768689</c:v>
                </c:pt>
                <c:pt idx="3647">
                  <c:v>0.23127082134594759</c:v>
                </c:pt>
                <c:pt idx="3648">
                  <c:v>0.23065455257892609</c:v>
                </c:pt>
                <c:pt idx="3649">
                  <c:v>0.22904802966462909</c:v>
                </c:pt>
                <c:pt idx="3650">
                  <c:v>0.22425008467656821</c:v>
                </c:pt>
                <c:pt idx="3651">
                  <c:v>0.2216264605522156</c:v>
                </c:pt>
                <c:pt idx="3652">
                  <c:v>0.2205851362042012</c:v>
                </c:pt>
                <c:pt idx="3653">
                  <c:v>0.2153720431798144</c:v>
                </c:pt>
                <c:pt idx="3654">
                  <c:v>0.2100389946412948</c:v>
                </c:pt>
                <c:pt idx="3655">
                  <c:v>0.2087126970291138</c:v>
                </c:pt>
                <c:pt idx="3656">
                  <c:v>0.2074100918407682</c:v>
                </c:pt>
                <c:pt idx="3657">
                  <c:v>0.19648675726111811</c:v>
                </c:pt>
                <c:pt idx="3658">
                  <c:v>0.18911159038543701</c:v>
                </c:pt>
                <c:pt idx="3659">
                  <c:v>0.18876011327671269</c:v>
                </c:pt>
                <c:pt idx="3660">
                  <c:v>0.1860086736033725</c:v>
                </c:pt>
                <c:pt idx="3661">
                  <c:v>0.18392584629241349</c:v>
                </c:pt>
                <c:pt idx="3662">
                  <c:v>0.1832314878702164</c:v>
                </c:pt>
                <c:pt idx="3663">
                  <c:v>0.18094067519142859</c:v>
                </c:pt>
                <c:pt idx="3664">
                  <c:v>0.1593745946884155</c:v>
                </c:pt>
                <c:pt idx="3665">
                  <c:v>0.16226478574029429</c:v>
                </c:pt>
                <c:pt idx="3666">
                  <c:v>0.16561354967937411</c:v>
                </c:pt>
                <c:pt idx="3667">
                  <c:v>0.16802101896502031</c:v>
                </c:pt>
                <c:pt idx="3668">
                  <c:v>0.1684511452913284</c:v>
                </c:pt>
                <c:pt idx="3669">
                  <c:v>0.1689501069253368</c:v>
                </c:pt>
                <c:pt idx="3670">
                  <c:v>0.17280397599300321</c:v>
                </c:pt>
                <c:pt idx="3671">
                  <c:v>0.17413413524627691</c:v>
                </c:pt>
                <c:pt idx="3672">
                  <c:v>0.1731288812952563</c:v>
                </c:pt>
                <c:pt idx="3673">
                  <c:v>0.1698193560464531</c:v>
                </c:pt>
                <c:pt idx="3674">
                  <c:v>0.16686171984287981</c:v>
                </c:pt>
                <c:pt idx="3675">
                  <c:v>0.16580730676651001</c:v>
                </c:pt>
                <c:pt idx="3676">
                  <c:v>0.1676331034250266</c:v>
                </c:pt>
                <c:pt idx="3677">
                  <c:v>0.1890318461491762</c:v>
                </c:pt>
                <c:pt idx="3678">
                  <c:v>0.19486069679260251</c:v>
                </c:pt>
                <c:pt idx="3679">
                  <c:v>0.19751237094498761</c:v>
                </c:pt>
                <c:pt idx="3680">
                  <c:v>0.22212474040936109</c:v>
                </c:pt>
                <c:pt idx="3681">
                  <c:v>0.22592416405677801</c:v>
                </c:pt>
                <c:pt idx="3682">
                  <c:v>0.2328727794193928</c:v>
                </c:pt>
                <c:pt idx="3683">
                  <c:v>0.23365938637652001</c:v>
                </c:pt>
                <c:pt idx="3684">
                  <c:v>0.25255098729112729</c:v>
                </c:pt>
                <c:pt idx="3685">
                  <c:v>0.25539475679397577</c:v>
                </c:pt>
                <c:pt idx="3686">
                  <c:v>0.25539189875462209</c:v>
                </c:pt>
                <c:pt idx="3687">
                  <c:v>0.25536505681018851</c:v>
                </c:pt>
                <c:pt idx="3688">
                  <c:v>0.25533487665643778</c:v>
                </c:pt>
                <c:pt idx="3689">
                  <c:v>0.25531080365180969</c:v>
                </c:pt>
                <c:pt idx="3690">
                  <c:v>0.25553521933021911</c:v>
                </c:pt>
                <c:pt idx="3691">
                  <c:v>0.25721073169295228</c:v>
                </c:pt>
                <c:pt idx="3692">
                  <c:v>0.26033295973641668</c:v>
                </c:pt>
                <c:pt idx="3693">
                  <c:v>0.26115983724594122</c:v>
                </c:pt>
                <c:pt idx="3694">
                  <c:v>0.26019346513456038</c:v>
                </c:pt>
                <c:pt idx="3695">
                  <c:v>0.25022244278892269</c:v>
                </c:pt>
                <c:pt idx="3696">
                  <c:v>0.2489901781082153</c:v>
                </c:pt>
                <c:pt idx="3697">
                  <c:v>0.2435930040645885</c:v>
                </c:pt>
                <c:pt idx="3698">
                  <c:v>0.23488412685554941</c:v>
                </c:pt>
                <c:pt idx="3699">
                  <c:v>0.22636935058381211</c:v>
                </c:pt>
                <c:pt idx="3700">
                  <c:v>0.22506766021251681</c:v>
                </c:pt>
                <c:pt idx="3701">
                  <c:v>0.22329613689091571</c:v>
                </c:pt>
                <c:pt idx="3702">
                  <c:v>0.22130405902862549</c:v>
                </c:pt>
                <c:pt idx="3703">
                  <c:v>0.22090985764090659</c:v>
                </c:pt>
                <c:pt idx="3704">
                  <c:v>0.21825991742989029</c:v>
                </c:pt>
                <c:pt idx="3705">
                  <c:v>0.21638090934457391</c:v>
                </c:pt>
                <c:pt idx="3706">
                  <c:v>0.21586886048316961</c:v>
                </c:pt>
                <c:pt idx="3707">
                  <c:v>0.21750687938727331</c:v>
                </c:pt>
                <c:pt idx="3708">
                  <c:v>0.22865613601532719</c:v>
                </c:pt>
                <c:pt idx="3709">
                  <c:v>0.24195796205829501</c:v>
                </c:pt>
                <c:pt idx="3710">
                  <c:v>0.2461341321468353</c:v>
                </c:pt>
                <c:pt idx="3711">
                  <c:v>0.24544328126855919</c:v>
                </c:pt>
                <c:pt idx="3712">
                  <c:v>0.24115654738043019</c:v>
                </c:pt>
                <c:pt idx="3713">
                  <c:v>0.239288330078125</c:v>
                </c:pt>
                <c:pt idx="3714">
                  <c:v>0.23924744060262881</c:v>
                </c:pt>
                <c:pt idx="3715">
                  <c:v>0.23892244816827751</c:v>
                </c:pt>
                <c:pt idx="3716">
                  <c:v>0.2387201339006424</c:v>
                </c:pt>
                <c:pt idx="3717">
                  <c:v>0.23810576120805271</c:v>
                </c:pt>
                <c:pt idx="3718">
                  <c:v>0.23407729224875329</c:v>
                </c:pt>
                <c:pt idx="3719">
                  <c:v>0.2307050920100753</c:v>
                </c:pt>
                <c:pt idx="3720">
                  <c:v>0.22812369465827939</c:v>
                </c:pt>
                <c:pt idx="3721">
                  <c:v>0.22855661458124291</c:v>
                </c:pt>
                <c:pt idx="3722">
                  <c:v>0.23260447832706591</c:v>
                </c:pt>
                <c:pt idx="3723">
                  <c:v>0.2355950584572635</c:v>
                </c:pt>
                <c:pt idx="3724">
                  <c:v>0.23609460890293121</c:v>
                </c:pt>
                <c:pt idx="3725">
                  <c:v>0.23752084105155821</c:v>
                </c:pt>
                <c:pt idx="3726">
                  <c:v>0.25223236818255301</c:v>
                </c:pt>
                <c:pt idx="3727">
                  <c:v>0.25933918356895452</c:v>
                </c:pt>
                <c:pt idx="3728">
                  <c:v>0.25610229396857093</c:v>
                </c:pt>
                <c:pt idx="3729">
                  <c:v>0.24928873778638999</c:v>
                </c:pt>
                <c:pt idx="3730">
                  <c:v>0.24299740791320801</c:v>
                </c:pt>
                <c:pt idx="3731">
                  <c:v>0.24425694744855581</c:v>
                </c:pt>
                <c:pt idx="3732">
                  <c:v>0.25431044514678219</c:v>
                </c:pt>
                <c:pt idx="3733">
                  <c:v>0.26286579273003818</c:v>
                </c:pt>
                <c:pt idx="3734">
                  <c:v>0.26773425936698908</c:v>
                </c:pt>
                <c:pt idx="3735">
                  <c:v>0.26597216896260489</c:v>
                </c:pt>
                <c:pt idx="3736">
                  <c:v>0.25286061648494051</c:v>
                </c:pt>
                <c:pt idx="3737">
                  <c:v>0.24230706691741941</c:v>
                </c:pt>
                <c:pt idx="3738">
                  <c:v>0.24627719594781841</c:v>
                </c:pt>
                <c:pt idx="3739">
                  <c:v>0.28640702697775311</c:v>
                </c:pt>
                <c:pt idx="3740">
                  <c:v>0.29264909029006958</c:v>
                </c:pt>
                <c:pt idx="3741">
                  <c:v>0.30089902647566591</c:v>
                </c:pt>
                <c:pt idx="3742">
                  <c:v>0.36133366823196411</c:v>
                </c:pt>
                <c:pt idx="3743">
                  <c:v>0.35629975353908089</c:v>
                </c:pt>
                <c:pt idx="3744">
                  <c:v>0.34974902297082411</c:v>
                </c:pt>
                <c:pt idx="3745">
                  <c:v>0.34478738015157612</c:v>
                </c:pt>
                <c:pt idx="3746">
                  <c:v>0.34169051051139832</c:v>
                </c:pt>
                <c:pt idx="3747">
                  <c:v>0.34049326439865119</c:v>
                </c:pt>
                <c:pt idx="3748">
                  <c:v>0.33752641847962961</c:v>
                </c:pt>
                <c:pt idx="3749">
                  <c:v>0.33490526676177979</c:v>
                </c:pt>
                <c:pt idx="3750">
                  <c:v>0.34070333125324143</c:v>
                </c:pt>
                <c:pt idx="3751">
                  <c:v>0.34591051509830523</c:v>
                </c:pt>
                <c:pt idx="3752">
                  <c:v>0.34752869606018072</c:v>
                </c:pt>
                <c:pt idx="3753">
                  <c:v>0.34592691300821532</c:v>
                </c:pt>
                <c:pt idx="3754">
                  <c:v>0.33084445355826969</c:v>
                </c:pt>
                <c:pt idx="3755">
                  <c:v>0.32073354721069341</c:v>
                </c:pt>
                <c:pt idx="3756">
                  <c:v>0.32085882483685169</c:v>
                </c:pt>
                <c:pt idx="3757">
                  <c:v>0.3216292970168399</c:v>
                </c:pt>
                <c:pt idx="3758">
                  <c:v>0.3222050666809082</c:v>
                </c:pt>
                <c:pt idx="3759">
                  <c:v>0.3226769057032981</c:v>
                </c:pt>
                <c:pt idx="3760">
                  <c:v>0.32940193010916541</c:v>
                </c:pt>
                <c:pt idx="3761">
                  <c:v>0.33213308453559881</c:v>
                </c:pt>
                <c:pt idx="3762">
                  <c:v>0.32768910048955679</c:v>
                </c:pt>
                <c:pt idx="3763">
                  <c:v>0.29739713668823242</c:v>
                </c:pt>
                <c:pt idx="3764">
                  <c:v>0.2944606040731424</c:v>
                </c:pt>
                <c:pt idx="3765">
                  <c:v>0.28568165216288183</c:v>
                </c:pt>
                <c:pt idx="3766">
                  <c:v>0.27556627666973449</c:v>
                </c:pt>
                <c:pt idx="3767">
                  <c:v>0.27337372303009028</c:v>
                </c:pt>
                <c:pt idx="3768">
                  <c:v>0.27184985010145257</c:v>
                </c:pt>
                <c:pt idx="3769">
                  <c:v>0.26070402566338052</c:v>
                </c:pt>
                <c:pt idx="3770">
                  <c:v>0.2494375295584631</c:v>
                </c:pt>
                <c:pt idx="3771">
                  <c:v>0.24101319054508499</c:v>
                </c:pt>
                <c:pt idx="3772">
                  <c:v>0.2396219074726105</c:v>
                </c:pt>
                <c:pt idx="3773">
                  <c:v>0.24224588329608979</c:v>
                </c:pt>
                <c:pt idx="3774">
                  <c:v>0.26081236356656801</c:v>
                </c:pt>
                <c:pt idx="3775">
                  <c:v>0.26575195789337158</c:v>
                </c:pt>
                <c:pt idx="3776">
                  <c:v>0.26848960094844609</c:v>
                </c:pt>
                <c:pt idx="3777">
                  <c:v>0.29630878655402942</c:v>
                </c:pt>
                <c:pt idx="3778">
                  <c:v>0.30061909556388849</c:v>
                </c:pt>
                <c:pt idx="3779">
                  <c:v>0.30076285919648821</c:v>
                </c:pt>
                <c:pt idx="3780">
                  <c:v>0.30102097866707561</c:v>
                </c:pt>
                <c:pt idx="3781">
                  <c:v>0.30113795399665833</c:v>
                </c:pt>
                <c:pt idx="3782">
                  <c:v>0.29950065152885569</c:v>
                </c:pt>
                <c:pt idx="3783">
                  <c:v>0.29009489290333978</c:v>
                </c:pt>
                <c:pt idx="3784">
                  <c:v>0.28466448187828058</c:v>
                </c:pt>
                <c:pt idx="3785">
                  <c:v>0.38657397623061562</c:v>
                </c:pt>
                <c:pt idx="3786">
                  <c:v>0.98584398446442834</c:v>
                </c:pt>
                <c:pt idx="3787">
                  <c:v>1.552140715935852</c:v>
                </c:pt>
                <c:pt idx="3788">
                  <c:v>1.6434396505355831</c:v>
                </c:pt>
                <c:pt idx="3789">
                  <c:v>1.692889227993879</c:v>
                </c:pt>
                <c:pt idx="3790">
                  <c:v>2.485502874457874</c:v>
                </c:pt>
                <c:pt idx="3791">
                  <c:v>2.782173871994019</c:v>
                </c:pt>
                <c:pt idx="3792">
                  <c:v>2.7513398155184321</c:v>
                </c:pt>
                <c:pt idx="3793">
                  <c:v>2.5512211578043318</c:v>
                </c:pt>
                <c:pt idx="3794">
                  <c:v>2.4185789318338999</c:v>
                </c:pt>
                <c:pt idx="3795">
                  <c:v>2.3950812816619869</c:v>
                </c:pt>
                <c:pt idx="3796">
                  <c:v>2.2615748791206278</c:v>
                </c:pt>
                <c:pt idx="3797">
                  <c:v>2.0803715247690882</c:v>
                </c:pt>
                <c:pt idx="3798">
                  <c:v>2.0562024116516109</c:v>
                </c:pt>
                <c:pt idx="3799">
                  <c:v>1.992944282659965</c:v>
                </c:pt>
                <c:pt idx="3800">
                  <c:v>1.871654507170494</c:v>
                </c:pt>
                <c:pt idx="3801">
                  <c:v>1.773718532228294</c:v>
                </c:pt>
                <c:pt idx="3802">
                  <c:v>1.757571816444397</c:v>
                </c:pt>
                <c:pt idx="3803">
                  <c:v>1.7420209240081519</c:v>
                </c:pt>
                <c:pt idx="3804">
                  <c:v>1.56520138223248</c:v>
                </c:pt>
                <c:pt idx="3805">
                  <c:v>1.534541249275208</c:v>
                </c:pt>
                <c:pt idx="3806">
                  <c:v>1.5259494261998461</c:v>
                </c:pt>
                <c:pt idx="3807">
                  <c:v>1.391621037043425</c:v>
                </c:pt>
                <c:pt idx="3808">
                  <c:v>1.3265106678009031</c:v>
                </c:pt>
                <c:pt idx="3809">
                  <c:v>1.3212249291719289</c:v>
                </c:pt>
                <c:pt idx="3810">
                  <c:v>1.2158613836155889</c:v>
                </c:pt>
                <c:pt idx="3811">
                  <c:v>1.1586341857910161</c:v>
                </c:pt>
                <c:pt idx="3812">
                  <c:v>1.1440509674693251</c:v>
                </c:pt>
                <c:pt idx="3813">
                  <c:v>1.062013344552422</c:v>
                </c:pt>
                <c:pt idx="3814">
                  <c:v>1.0147237777709961</c:v>
                </c:pt>
                <c:pt idx="3815">
                  <c:v>1.0094825539163901</c:v>
                </c:pt>
                <c:pt idx="3816">
                  <c:v>0.91276675734255719</c:v>
                </c:pt>
                <c:pt idx="3817">
                  <c:v>0.90566658973693848</c:v>
                </c:pt>
                <c:pt idx="3818">
                  <c:v>0.90044437612461803</c:v>
                </c:pt>
                <c:pt idx="3819">
                  <c:v>0.81898786412404734</c:v>
                </c:pt>
                <c:pt idx="3820">
                  <c:v>0.78138649463653564</c:v>
                </c:pt>
                <c:pt idx="3821">
                  <c:v>0.77658673483604101</c:v>
                </c:pt>
                <c:pt idx="3822">
                  <c:v>0.72528325039790065</c:v>
                </c:pt>
                <c:pt idx="3823">
                  <c:v>0.69104210032108182</c:v>
                </c:pt>
                <c:pt idx="3824">
                  <c:v>0.6849290132522583</c:v>
                </c:pt>
                <c:pt idx="3825">
                  <c:v>0.6816919880484793</c:v>
                </c:pt>
                <c:pt idx="3826">
                  <c:v>0.6251118791184429</c:v>
                </c:pt>
                <c:pt idx="3827">
                  <c:v>0.6114886999130249</c:v>
                </c:pt>
                <c:pt idx="3828">
                  <c:v>0.60933440580173193</c:v>
                </c:pt>
                <c:pt idx="3829">
                  <c:v>0.58114210753075124</c:v>
                </c:pt>
                <c:pt idx="3830">
                  <c:v>0.56235622582990774</c:v>
                </c:pt>
                <c:pt idx="3831">
                  <c:v>0.56073695421218872</c:v>
                </c:pt>
                <c:pt idx="3832">
                  <c:v>0.54415420514961099</c:v>
                </c:pt>
                <c:pt idx="3833">
                  <c:v>0.52320761149706219</c:v>
                </c:pt>
                <c:pt idx="3834">
                  <c:v>0.51440662145614624</c:v>
                </c:pt>
                <c:pt idx="3835">
                  <c:v>0.51261757097364047</c:v>
                </c:pt>
                <c:pt idx="3836">
                  <c:v>0.49196216994834652</c:v>
                </c:pt>
                <c:pt idx="3837">
                  <c:v>0.48129713535308838</c:v>
                </c:pt>
                <c:pt idx="3838">
                  <c:v>0.47934269864525242</c:v>
                </c:pt>
                <c:pt idx="3839">
                  <c:v>0.47770432366440851</c:v>
                </c:pt>
                <c:pt idx="3840">
                  <c:v>0.43846677276494589</c:v>
                </c:pt>
                <c:pt idx="3841">
                  <c:v>0.43554607033729548</c:v>
                </c:pt>
                <c:pt idx="3842">
                  <c:v>0.43246279961115047</c:v>
                </c:pt>
                <c:pt idx="3843">
                  <c:v>0.4036410974190846</c:v>
                </c:pt>
                <c:pt idx="3844">
                  <c:v>0.38867399096488953</c:v>
                </c:pt>
                <c:pt idx="3845">
                  <c:v>0.38685342896667291</c:v>
                </c:pt>
                <c:pt idx="3846">
                  <c:v>0.36150044735086878</c:v>
                </c:pt>
                <c:pt idx="3847">
                  <c:v>0.33941220025005669</c:v>
                </c:pt>
                <c:pt idx="3848">
                  <c:v>0.3360343873500824</c:v>
                </c:pt>
                <c:pt idx="3849">
                  <c:v>0.4097631560685614</c:v>
                </c:pt>
                <c:pt idx="3850">
                  <c:v>0.88972567327683294</c:v>
                </c:pt>
                <c:pt idx="3851">
                  <c:v>1.36985423001125</c:v>
                </c:pt>
                <c:pt idx="3852">
                  <c:v>1.737061500549316</c:v>
                </c:pt>
                <c:pt idx="3853">
                  <c:v>1.8441143445596591</c:v>
                </c:pt>
                <c:pt idx="3854">
                  <c:v>2.9415519237518311</c:v>
                </c:pt>
                <c:pt idx="3855">
                  <c:v>2.916960159151881</c:v>
                </c:pt>
                <c:pt idx="3856">
                  <c:v>2.603158651517794</c:v>
                </c:pt>
                <c:pt idx="3857">
                  <c:v>2.527313232421875</c:v>
                </c:pt>
                <c:pt idx="3858">
                  <c:v>2.4876196354973241</c:v>
                </c:pt>
                <c:pt idx="3859">
                  <c:v>2.2530930715496669</c:v>
                </c:pt>
                <c:pt idx="3860">
                  <c:v>2.1687321662902832</c:v>
                </c:pt>
                <c:pt idx="3861">
                  <c:v>2.143898797554189</c:v>
                </c:pt>
                <c:pt idx="3862">
                  <c:v>2.015916734114128</c:v>
                </c:pt>
                <c:pt idx="3863">
                  <c:v>1.886109334841241</c:v>
                </c:pt>
                <c:pt idx="3864">
                  <c:v>1.853961229324341</c:v>
                </c:pt>
                <c:pt idx="3865">
                  <c:v>1.841728284105342</c:v>
                </c:pt>
                <c:pt idx="3866">
                  <c:v>1.6721907168534871</c:v>
                </c:pt>
                <c:pt idx="3867">
                  <c:v>1.5827591419219971</c:v>
                </c:pt>
                <c:pt idx="3868">
                  <c:v>1.5692206140707969</c:v>
                </c:pt>
                <c:pt idx="3869">
                  <c:v>1.5611947801949351</c:v>
                </c:pt>
                <c:pt idx="3870">
                  <c:v>1.3792531796806109</c:v>
                </c:pt>
                <c:pt idx="3871">
                  <c:v>1.365636825561523</c:v>
                </c:pt>
                <c:pt idx="3872">
                  <c:v>1.3566055900055509</c:v>
                </c:pt>
                <c:pt idx="3873">
                  <c:v>1.225873955279162</c:v>
                </c:pt>
                <c:pt idx="3874">
                  <c:v>1.1689919233322139</c:v>
                </c:pt>
                <c:pt idx="3875">
                  <c:v>1.160812004423577</c:v>
                </c:pt>
                <c:pt idx="3876">
                  <c:v>1.093596948385239</c:v>
                </c:pt>
                <c:pt idx="3877">
                  <c:v>1.045175774456703</c:v>
                </c:pt>
                <c:pt idx="3878">
                  <c:v>1.0367200374603269</c:v>
                </c:pt>
                <c:pt idx="3879">
                  <c:v>1.027851317424048</c:v>
                </c:pt>
                <c:pt idx="3880">
                  <c:v>0.92863383491794504</c:v>
                </c:pt>
                <c:pt idx="3881">
                  <c:v>0.89298009872436523</c:v>
                </c:pt>
                <c:pt idx="3882">
                  <c:v>0.8844010033456593</c:v>
                </c:pt>
                <c:pt idx="3883">
                  <c:v>0.82403150381549384</c:v>
                </c:pt>
                <c:pt idx="3884">
                  <c:v>0.77537962517774084</c:v>
                </c:pt>
                <c:pt idx="3885">
                  <c:v>0.76290297508239746</c:v>
                </c:pt>
                <c:pt idx="3886">
                  <c:v>0.73467759394395693</c:v>
                </c:pt>
                <c:pt idx="3887">
                  <c:v>0.69669021533112274</c:v>
                </c:pt>
                <c:pt idx="3888">
                  <c:v>0.67218244075775146</c:v>
                </c:pt>
                <c:pt idx="3889">
                  <c:v>0.5889744758605957</c:v>
                </c:pt>
                <c:pt idx="3890">
                  <c:v>0.5889744758605957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C5E-4341-BB7A-F6D9829A62A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velocity_serial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Sheet1!$D$2:$D$3892</c:f>
              <c:numCache>
                <c:formatCode>General</c:formatCode>
                <c:ptCount val="389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0.02</c:v>
                </c:pt>
                <c:pt idx="86">
                  <c:v>0.12357070876721531</c:v>
                </c:pt>
                <c:pt idx="87">
                  <c:v>0.13</c:v>
                </c:pt>
                <c:pt idx="88">
                  <c:v>0.41</c:v>
                </c:pt>
                <c:pt idx="89">
                  <c:v>0.91</c:v>
                </c:pt>
                <c:pt idx="90">
                  <c:v>1.0943909832629239</c:v>
                </c:pt>
                <c:pt idx="91">
                  <c:v>1.59</c:v>
                </c:pt>
                <c:pt idx="92">
                  <c:v>2.37</c:v>
                </c:pt>
                <c:pt idx="93">
                  <c:v>3.0227459731710971</c:v>
                </c:pt>
                <c:pt idx="94">
                  <c:v>3.2</c:v>
                </c:pt>
                <c:pt idx="95">
                  <c:v>4.7036043533930858</c:v>
                </c:pt>
                <c:pt idx="96">
                  <c:v>4.74</c:v>
                </c:pt>
                <c:pt idx="97">
                  <c:v>5.35</c:v>
                </c:pt>
                <c:pt idx="98">
                  <c:v>5.85</c:v>
                </c:pt>
                <c:pt idx="99">
                  <c:v>6.185968086588935</c:v>
                </c:pt>
                <c:pt idx="100">
                  <c:v>6.28</c:v>
                </c:pt>
                <c:pt idx="101">
                  <c:v>6.65</c:v>
                </c:pt>
                <c:pt idx="102">
                  <c:v>6.9482774020671174</c:v>
                </c:pt>
                <c:pt idx="103">
                  <c:v>6.97</c:v>
                </c:pt>
                <c:pt idx="104">
                  <c:v>7.24</c:v>
                </c:pt>
                <c:pt idx="105">
                  <c:v>7.49</c:v>
                </c:pt>
                <c:pt idx="106">
                  <c:v>7.6236111415725416</c:v>
                </c:pt>
                <c:pt idx="107">
                  <c:v>7.73</c:v>
                </c:pt>
                <c:pt idx="108">
                  <c:v>7.94</c:v>
                </c:pt>
                <c:pt idx="109">
                  <c:v>8.0886085063630286</c:v>
                </c:pt>
                <c:pt idx="110">
                  <c:v>8.1300000000000008</c:v>
                </c:pt>
                <c:pt idx="111">
                  <c:v>8.4499999999999993</c:v>
                </c:pt>
                <c:pt idx="112">
                  <c:v>8.5229964526171003</c:v>
                </c:pt>
                <c:pt idx="113">
                  <c:v>8.57</c:v>
                </c:pt>
                <c:pt idx="114">
                  <c:v>8.6538033965354053</c:v>
                </c:pt>
                <c:pt idx="115">
                  <c:v>8.68</c:v>
                </c:pt>
                <c:pt idx="116">
                  <c:v>8.85</c:v>
                </c:pt>
                <c:pt idx="117">
                  <c:v>8.94</c:v>
                </c:pt>
                <c:pt idx="118">
                  <c:v>9.0500000000000007</c:v>
                </c:pt>
                <c:pt idx="119">
                  <c:v>9.1394961377648638</c:v>
                </c:pt>
                <c:pt idx="120">
                  <c:v>9.17</c:v>
                </c:pt>
                <c:pt idx="121">
                  <c:v>9.25</c:v>
                </c:pt>
                <c:pt idx="122">
                  <c:v>9.2750032450292039</c:v>
                </c:pt>
                <c:pt idx="123">
                  <c:v>9.2899999999999991</c:v>
                </c:pt>
                <c:pt idx="124">
                  <c:v>9.32</c:v>
                </c:pt>
                <c:pt idx="125">
                  <c:v>9.35</c:v>
                </c:pt>
                <c:pt idx="126">
                  <c:v>9.3800000000000008</c:v>
                </c:pt>
                <c:pt idx="127">
                  <c:v>9.4</c:v>
                </c:pt>
                <c:pt idx="128">
                  <c:v>9.41</c:v>
                </c:pt>
                <c:pt idx="129">
                  <c:v>9.41</c:v>
                </c:pt>
                <c:pt idx="130">
                  <c:v>9.41</c:v>
                </c:pt>
                <c:pt idx="131">
                  <c:v>9.41</c:v>
                </c:pt>
                <c:pt idx="132">
                  <c:v>9.4</c:v>
                </c:pt>
                <c:pt idx="133">
                  <c:v>9.3800000000000008</c:v>
                </c:pt>
                <c:pt idx="134">
                  <c:v>9.3478504494167147</c:v>
                </c:pt>
                <c:pt idx="135">
                  <c:v>9.33</c:v>
                </c:pt>
                <c:pt idx="136">
                  <c:v>9.3005482624701656</c:v>
                </c:pt>
                <c:pt idx="137">
                  <c:v>9.3000000000000007</c:v>
                </c:pt>
                <c:pt idx="138">
                  <c:v>9.27</c:v>
                </c:pt>
                <c:pt idx="139">
                  <c:v>9.25</c:v>
                </c:pt>
                <c:pt idx="140">
                  <c:v>9.23</c:v>
                </c:pt>
                <c:pt idx="141">
                  <c:v>9.2200000000000006</c:v>
                </c:pt>
                <c:pt idx="142">
                  <c:v>9.2100000000000009</c:v>
                </c:pt>
                <c:pt idx="143">
                  <c:v>9.2042466878915477</c:v>
                </c:pt>
                <c:pt idx="144">
                  <c:v>9.1999999999999993</c:v>
                </c:pt>
                <c:pt idx="145">
                  <c:v>9.2100000000000009</c:v>
                </c:pt>
                <c:pt idx="146">
                  <c:v>9.2100000000000009</c:v>
                </c:pt>
                <c:pt idx="147">
                  <c:v>9.2100000000000009</c:v>
                </c:pt>
                <c:pt idx="148">
                  <c:v>9.2100000000000009</c:v>
                </c:pt>
                <c:pt idx="149">
                  <c:v>9.2100000000000009</c:v>
                </c:pt>
                <c:pt idx="150">
                  <c:v>9.2045378662244328</c:v>
                </c:pt>
                <c:pt idx="151">
                  <c:v>9.1999999999999993</c:v>
                </c:pt>
                <c:pt idx="152">
                  <c:v>9.19</c:v>
                </c:pt>
                <c:pt idx="153">
                  <c:v>9.1985782039121169</c:v>
                </c:pt>
                <c:pt idx="154">
                  <c:v>9.1999999999999993</c:v>
                </c:pt>
                <c:pt idx="155">
                  <c:v>9.1999999999999993</c:v>
                </c:pt>
                <c:pt idx="156">
                  <c:v>9.1999999999999993</c:v>
                </c:pt>
                <c:pt idx="157">
                  <c:v>9.1999999999999993</c:v>
                </c:pt>
                <c:pt idx="158">
                  <c:v>9.2100000000000009</c:v>
                </c:pt>
                <c:pt idx="159">
                  <c:v>9.2100000000000009</c:v>
                </c:pt>
                <c:pt idx="160">
                  <c:v>9.2256975252489912</c:v>
                </c:pt>
                <c:pt idx="161">
                  <c:v>9.23</c:v>
                </c:pt>
                <c:pt idx="162">
                  <c:v>9.24</c:v>
                </c:pt>
                <c:pt idx="163">
                  <c:v>9.2482691283507901</c:v>
                </c:pt>
                <c:pt idx="164">
                  <c:v>9.25</c:v>
                </c:pt>
                <c:pt idx="165">
                  <c:v>9.26</c:v>
                </c:pt>
                <c:pt idx="166">
                  <c:v>9.26</c:v>
                </c:pt>
                <c:pt idx="167">
                  <c:v>9.26</c:v>
                </c:pt>
                <c:pt idx="168">
                  <c:v>9.27</c:v>
                </c:pt>
                <c:pt idx="169">
                  <c:v>9.2615366972477062</c:v>
                </c:pt>
                <c:pt idx="170">
                  <c:v>9.26</c:v>
                </c:pt>
                <c:pt idx="171">
                  <c:v>9.24</c:v>
                </c:pt>
                <c:pt idx="172">
                  <c:v>9.2201532982347469</c:v>
                </c:pt>
                <c:pt idx="173">
                  <c:v>9.1999999999999993</c:v>
                </c:pt>
                <c:pt idx="174">
                  <c:v>9.16</c:v>
                </c:pt>
                <c:pt idx="175">
                  <c:v>9.16</c:v>
                </c:pt>
                <c:pt idx="176">
                  <c:v>9.16</c:v>
                </c:pt>
                <c:pt idx="177">
                  <c:v>9.16</c:v>
                </c:pt>
                <c:pt idx="178">
                  <c:v>9.17</c:v>
                </c:pt>
                <c:pt idx="179">
                  <c:v>9.18</c:v>
                </c:pt>
                <c:pt idx="180">
                  <c:v>9.19</c:v>
                </c:pt>
                <c:pt idx="181">
                  <c:v>9.1999999999999993</c:v>
                </c:pt>
                <c:pt idx="182">
                  <c:v>9.1999999999999993</c:v>
                </c:pt>
                <c:pt idx="183">
                  <c:v>9.1999999999999993</c:v>
                </c:pt>
                <c:pt idx="184">
                  <c:v>9.19</c:v>
                </c:pt>
                <c:pt idx="185">
                  <c:v>9.1812514052546117</c:v>
                </c:pt>
                <c:pt idx="186">
                  <c:v>9.18</c:v>
                </c:pt>
                <c:pt idx="187">
                  <c:v>9.16</c:v>
                </c:pt>
                <c:pt idx="188">
                  <c:v>9.1557405356423676</c:v>
                </c:pt>
                <c:pt idx="189">
                  <c:v>9.15</c:v>
                </c:pt>
                <c:pt idx="190">
                  <c:v>9.15</c:v>
                </c:pt>
                <c:pt idx="191">
                  <c:v>9.17</c:v>
                </c:pt>
                <c:pt idx="192">
                  <c:v>9.1846926999854279</c:v>
                </c:pt>
                <c:pt idx="193">
                  <c:v>9.19</c:v>
                </c:pt>
                <c:pt idx="194">
                  <c:v>9.19</c:v>
                </c:pt>
                <c:pt idx="195">
                  <c:v>9.2100000000000009</c:v>
                </c:pt>
                <c:pt idx="196">
                  <c:v>9.2100000000000009</c:v>
                </c:pt>
                <c:pt idx="197">
                  <c:v>9.2100000000000009</c:v>
                </c:pt>
                <c:pt idx="198">
                  <c:v>9.1999999999999993</c:v>
                </c:pt>
                <c:pt idx="199">
                  <c:v>9.18</c:v>
                </c:pt>
                <c:pt idx="200">
                  <c:v>9.17</c:v>
                </c:pt>
                <c:pt idx="201">
                  <c:v>9.17</c:v>
                </c:pt>
                <c:pt idx="202">
                  <c:v>9.17</c:v>
                </c:pt>
                <c:pt idx="203">
                  <c:v>9.16</c:v>
                </c:pt>
                <c:pt idx="204">
                  <c:v>9.16</c:v>
                </c:pt>
                <c:pt idx="205">
                  <c:v>9.18</c:v>
                </c:pt>
                <c:pt idx="206">
                  <c:v>9.19</c:v>
                </c:pt>
                <c:pt idx="207">
                  <c:v>9.2100000000000009</c:v>
                </c:pt>
                <c:pt idx="208">
                  <c:v>9.24</c:v>
                </c:pt>
                <c:pt idx="209">
                  <c:v>9.25</c:v>
                </c:pt>
                <c:pt idx="210">
                  <c:v>9.25</c:v>
                </c:pt>
                <c:pt idx="211">
                  <c:v>9.26</c:v>
                </c:pt>
                <c:pt idx="212">
                  <c:v>9.26</c:v>
                </c:pt>
                <c:pt idx="213">
                  <c:v>9.26</c:v>
                </c:pt>
                <c:pt idx="214">
                  <c:v>9.26</c:v>
                </c:pt>
                <c:pt idx="215">
                  <c:v>9.27</c:v>
                </c:pt>
                <c:pt idx="216">
                  <c:v>9.2764071038251359</c:v>
                </c:pt>
                <c:pt idx="217">
                  <c:v>9.2899999999999991</c:v>
                </c:pt>
                <c:pt idx="218">
                  <c:v>9.31</c:v>
                </c:pt>
                <c:pt idx="219">
                  <c:v>9.3147720813913839</c:v>
                </c:pt>
                <c:pt idx="220">
                  <c:v>9.32</c:v>
                </c:pt>
                <c:pt idx="221">
                  <c:v>9.33</c:v>
                </c:pt>
                <c:pt idx="222">
                  <c:v>9.347333083212181</c:v>
                </c:pt>
                <c:pt idx="223">
                  <c:v>9.35</c:v>
                </c:pt>
                <c:pt idx="224">
                  <c:v>9.3699999999999992</c:v>
                </c:pt>
                <c:pt idx="225">
                  <c:v>9.4</c:v>
                </c:pt>
                <c:pt idx="226">
                  <c:v>9.42</c:v>
                </c:pt>
                <c:pt idx="227">
                  <c:v>9.4269912117767731</c:v>
                </c:pt>
                <c:pt idx="228">
                  <c:v>9.43</c:v>
                </c:pt>
                <c:pt idx="229">
                  <c:v>9.44</c:v>
                </c:pt>
                <c:pt idx="230">
                  <c:v>9.4316511484782914</c:v>
                </c:pt>
                <c:pt idx="231">
                  <c:v>9.43</c:v>
                </c:pt>
                <c:pt idx="232">
                  <c:v>9.43</c:v>
                </c:pt>
                <c:pt idx="233">
                  <c:v>9.43</c:v>
                </c:pt>
                <c:pt idx="234">
                  <c:v>9.44</c:v>
                </c:pt>
                <c:pt idx="235">
                  <c:v>9.4482166662597358</c:v>
                </c:pt>
                <c:pt idx="236">
                  <c:v>9.4499999999999993</c:v>
                </c:pt>
                <c:pt idx="237">
                  <c:v>9.4700000000000006</c:v>
                </c:pt>
                <c:pt idx="238">
                  <c:v>9.4951144543801522</c:v>
                </c:pt>
                <c:pt idx="239">
                  <c:v>9.5</c:v>
                </c:pt>
                <c:pt idx="240">
                  <c:v>9.5299999999999994</c:v>
                </c:pt>
                <c:pt idx="241">
                  <c:v>9.5399999999999991</c:v>
                </c:pt>
                <c:pt idx="242">
                  <c:v>9.5399999999999991</c:v>
                </c:pt>
                <c:pt idx="243">
                  <c:v>9.5500000000000007</c:v>
                </c:pt>
                <c:pt idx="244">
                  <c:v>9.5500000000000007</c:v>
                </c:pt>
                <c:pt idx="245">
                  <c:v>9.5500000000000007</c:v>
                </c:pt>
                <c:pt idx="246">
                  <c:v>9.5399999999999991</c:v>
                </c:pt>
                <c:pt idx="247">
                  <c:v>9.5399999999999991</c:v>
                </c:pt>
                <c:pt idx="248">
                  <c:v>9.5399999999999991</c:v>
                </c:pt>
                <c:pt idx="249">
                  <c:v>9.5299999999999994</c:v>
                </c:pt>
                <c:pt idx="250">
                  <c:v>9.51</c:v>
                </c:pt>
                <c:pt idx="251">
                  <c:v>9.5162808065720679</c:v>
                </c:pt>
                <c:pt idx="252">
                  <c:v>9.52</c:v>
                </c:pt>
                <c:pt idx="253">
                  <c:v>9.5299999999999994</c:v>
                </c:pt>
                <c:pt idx="254">
                  <c:v>9.5299999999999994</c:v>
                </c:pt>
                <c:pt idx="255">
                  <c:v>9.5299999999999994</c:v>
                </c:pt>
                <c:pt idx="256">
                  <c:v>9.5399999999999991</c:v>
                </c:pt>
                <c:pt idx="257">
                  <c:v>9.5399999999999991</c:v>
                </c:pt>
                <c:pt idx="258">
                  <c:v>9.5399999999999991</c:v>
                </c:pt>
                <c:pt idx="259">
                  <c:v>9.56</c:v>
                </c:pt>
                <c:pt idx="260">
                  <c:v>9.5743787437959949</c:v>
                </c:pt>
                <c:pt idx="261">
                  <c:v>9.58</c:v>
                </c:pt>
                <c:pt idx="262">
                  <c:v>9.6</c:v>
                </c:pt>
                <c:pt idx="263">
                  <c:v>9.6</c:v>
                </c:pt>
                <c:pt idx="264">
                  <c:v>9.6</c:v>
                </c:pt>
                <c:pt idx="265">
                  <c:v>9.58</c:v>
                </c:pt>
                <c:pt idx="266">
                  <c:v>9.56</c:v>
                </c:pt>
                <c:pt idx="267">
                  <c:v>9.5399999999999991</c:v>
                </c:pt>
                <c:pt idx="268">
                  <c:v>9.5399999999999991</c:v>
                </c:pt>
                <c:pt idx="269">
                  <c:v>9.5480565224333382</c:v>
                </c:pt>
                <c:pt idx="270">
                  <c:v>9.5500000000000007</c:v>
                </c:pt>
                <c:pt idx="271">
                  <c:v>9.58</c:v>
                </c:pt>
                <c:pt idx="272">
                  <c:v>9.6</c:v>
                </c:pt>
                <c:pt idx="273">
                  <c:v>9.6199999999999992</c:v>
                </c:pt>
                <c:pt idx="274">
                  <c:v>9.6199999999999992</c:v>
                </c:pt>
                <c:pt idx="275">
                  <c:v>9.6199999999999992</c:v>
                </c:pt>
                <c:pt idx="276">
                  <c:v>9.6300000000000008</c:v>
                </c:pt>
                <c:pt idx="277">
                  <c:v>9.6300000000000008</c:v>
                </c:pt>
                <c:pt idx="278">
                  <c:v>9.6300000000000008</c:v>
                </c:pt>
                <c:pt idx="279">
                  <c:v>9.6300000000000008</c:v>
                </c:pt>
                <c:pt idx="280">
                  <c:v>9.6300000000000008</c:v>
                </c:pt>
                <c:pt idx="281">
                  <c:v>9.6300000000000008</c:v>
                </c:pt>
                <c:pt idx="282">
                  <c:v>9.6300000000000008</c:v>
                </c:pt>
                <c:pt idx="283">
                  <c:v>9.6300000000000008</c:v>
                </c:pt>
                <c:pt idx="284">
                  <c:v>9.6261479919310471</c:v>
                </c:pt>
                <c:pt idx="285">
                  <c:v>9.6199999999999992</c:v>
                </c:pt>
                <c:pt idx="286">
                  <c:v>9.61</c:v>
                </c:pt>
                <c:pt idx="287">
                  <c:v>9.61</c:v>
                </c:pt>
                <c:pt idx="288">
                  <c:v>9.61</c:v>
                </c:pt>
                <c:pt idx="289">
                  <c:v>9.6199999999999992</c:v>
                </c:pt>
                <c:pt idx="290">
                  <c:v>9.6248619808069957</c:v>
                </c:pt>
                <c:pt idx="291">
                  <c:v>9.6300000000000008</c:v>
                </c:pt>
                <c:pt idx="292">
                  <c:v>9.65</c:v>
                </c:pt>
                <c:pt idx="293">
                  <c:v>9.66</c:v>
                </c:pt>
                <c:pt idx="294">
                  <c:v>9.66</c:v>
                </c:pt>
                <c:pt idx="295">
                  <c:v>9.66</c:v>
                </c:pt>
                <c:pt idx="296">
                  <c:v>9.66</c:v>
                </c:pt>
                <c:pt idx="297">
                  <c:v>9.66</c:v>
                </c:pt>
                <c:pt idx="298">
                  <c:v>9.65</c:v>
                </c:pt>
                <c:pt idx="299">
                  <c:v>9.64</c:v>
                </c:pt>
                <c:pt idx="300">
                  <c:v>9.64</c:v>
                </c:pt>
                <c:pt idx="301">
                  <c:v>9.64</c:v>
                </c:pt>
                <c:pt idx="302">
                  <c:v>9.64</c:v>
                </c:pt>
                <c:pt idx="303">
                  <c:v>9.65</c:v>
                </c:pt>
                <c:pt idx="304">
                  <c:v>9.6441985864506119</c:v>
                </c:pt>
                <c:pt idx="305">
                  <c:v>9.64</c:v>
                </c:pt>
                <c:pt idx="306">
                  <c:v>9.64</c:v>
                </c:pt>
                <c:pt idx="307">
                  <c:v>9.65</c:v>
                </c:pt>
                <c:pt idx="308">
                  <c:v>9.68</c:v>
                </c:pt>
                <c:pt idx="309">
                  <c:v>9.7100000000000009</c:v>
                </c:pt>
                <c:pt idx="310">
                  <c:v>9.7142421339249712</c:v>
                </c:pt>
                <c:pt idx="311">
                  <c:v>9.7200000000000006</c:v>
                </c:pt>
                <c:pt idx="312">
                  <c:v>9.73</c:v>
                </c:pt>
                <c:pt idx="313">
                  <c:v>9.74</c:v>
                </c:pt>
                <c:pt idx="314">
                  <c:v>9.7419678688524591</c:v>
                </c:pt>
                <c:pt idx="315">
                  <c:v>9.75</c:v>
                </c:pt>
                <c:pt idx="316">
                  <c:v>9.77</c:v>
                </c:pt>
                <c:pt idx="317">
                  <c:v>9.7899999999999991</c:v>
                </c:pt>
                <c:pt idx="318">
                  <c:v>9.8015203181423409</c:v>
                </c:pt>
                <c:pt idx="319">
                  <c:v>9.82</c:v>
                </c:pt>
                <c:pt idx="320">
                  <c:v>9.82</c:v>
                </c:pt>
                <c:pt idx="321">
                  <c:v>9.8121435919817941</c:v>
                </c:pt>
                <c:pt idx="322">
                  <c:v>9.81</c:v>
                </c:pt>
                <c:pt idx="323">
                  <c:v>9.81</c:v>
                </c:pt>
                <c:pt idx="324">
                  <c:v>9.8124965494963732</c:v>
                </c:pt>
                <c:pt idx="325">
                  <c:v>9.82</c:v>
                </c:pt>
                <c:pt idx="326">
                  <c:v>9.83</c:v>
                </c:pt>
                <c:pt idx="327">
                  <c:v>9.8221237014734921</c:v>
                </c:pt>
                <c:pt idx="328">
                  <c:v>9.82</c:v>
                </c:pt>
                <c:pt idx="329">
                  <c:v>9.8000000000000007</c:v>
                </c:pt>
                <c:pt idx="330">
                  <c:v>9.7799999999999994</c:v>
                </c:pt>
                <c:pt idx="331">
                  <c:v>9.7711565398447853</c:v>
                </c:pt>
                <c:pt idx="332">
                  <c:v>9.77</c:v>
                </c:pt>
                <c:pt idx="333">
                  <c:v>9.76</c:v>
                </c:pt>
                <c:pt idx="334">
                  <c:v>9.76</c:v>
                </c:pt>
                <c:pt idx="335">
                  <c:v>9.76</c:v>
                </c:pt>
                <c:pt idx="336">
                  <c:v>9.76</c:v>
                </c:pt>
                <c:pt idx="337">
                  <c:v>9.74</c:v>
                </c:pt>
                <c:pt idx="338">
                  <c:v>9.720914149443562</c:v>
                </c:pt>
                <c:pt idx="339">
                  <c:v>9.7100000000000009</c:v>
                </c:pt>
                <c:pt idx="340">
                  <c:v>9.6999999999999993</c:v>
                </c:pt>
                <c:pt idx="341">
                  <c:v>9.6917698317896086</c:v>
                </c:pt>
                <c:pt idx="342">
                  <c:v>9.69</c:v>
                </c:pt>
                <c:pt idx="343">
                  <c:v>9.69</c:v>
                </c:pt>
                <c:pt idx="344">
                  <c:v>9.69</c:v>
                </c:pt>
                <c:pt idx="345">
                  <c:v>9.6999999999999993</c:v>
                </c:pt>
                <c:pt idx="346">
                  <c:v>9.6999999999999993</c:v>
                </c:pt>
                <c:pt idx="347">
                  <c:v>9.6999999999999993</c:v>
                </c:pt>
                <c:pt idx="348">
                  <c:v>9.6999999999999993</c:v>
                </c:pt>
                <c:pt idx="349">
                  <c:v>9.6999999999999993</c:v>
                </c:pt>
                <c:pt idx="350">
                  <c:v>9.6999999999999993</c:v>
                </c:pt>
                <c:pt idx="351">
                  <c:v>9.6999999999999993</c:v>
                </c:pt>
                <c:pt idx="352">
                  <c:v>9.7100000000000009</c:v>
                </c:pt>
                <c:pt idx="353">
                  <c:v>9.7100000000000009</c:v>
                </c:pt>
                <c:pt idx="354">
                  <c:v>9.7200000000000006</c:v>
                </c:pt>
                <c:pt idx="355">
                  <c:v>9.7200000000000006</c:v>
                </c:pt>
                <c:pt idx="356">
                  <c:v>9.7200000000000006</c:v>
                </c:pt>
                <c:pt idx="357">
                  <c:v>9.7200000000000006</c:v>
                </c:pt>
                <c:pt idx="358">
                  <c:v>9.7271137377624601</c:v>
                </c:pt>
                <c:pt idx="359">
                  <c:v>9.73</c:v>
                </c:pt>
                <c:pt idx="360">
                  <c:v>9.7200000000000006</c:v>
                </c:pt>
                <c:pt idx="361">
                  <c:v>9.7200000000000006</c:v>
                </c:pt>
                <c:pt idx="362">
                  <c:v>9.7100000000000009</c:v>
                </c:pt>
                <c:pt idx="363">
                  <c:v>9.6999999999999993</c:v>
                </c:pt>
                <c:pt idx="364">
                  <c:v>9.69</c:v>
                </c:pt>
                <c:pt idx="365">
                  <c:v>9.6999999999999993</c:v>
                </c:pt>
                <c:pt idx="366">
                  <c:v>9.6999999999999993</c:v>
                </c:pt>
                <c:pt idx="367">
                  <c:v>9.7055188276269959</c:v>
                </c:pt>
                <c:pt idx="368">
                  <c:v>9.7100000000000009</c:v>
                </c:pt>
                <c:pt idx="369">
                  <c:v>9.7100000000000009</c:v>
                </c:pt>
                <c:pt idx="370">
                  <c:v>9.7208600620796695</c:v>
                </c:pt>
                <c:pt idx="371">
                  <c:v>9.73</c:v>
                </c:pt>
                <c:pt idx="372">
                  <c:v>9.75</c:v>
                </c:pt>
                <c:pt idx="373">
                  <c:v>9.7668765048154089</c:v>
                </c:pt>
                <c:pt idx="374">
                  <c:v>9.77</c:v>
                </c:pt>
                <c:pt idx="375">
                  <c:v>9.7799999999999994</c:v>
                </c:pt>
                <c:pt idx="376">
                  <c:v>9.8000000000000007</c:v>
                </c:pt>
                <c:pt idx="377">
                  <c:v>9.8013834167874556</c:v>
                </c:pt>
                <c:pt idx="378">
                  <c:v>9.81</c:v>
                </c:pt>
                <c:pt idx="379">
                  <c:v>9.83</c:v>
                </c:pt>
                <c:pt idx="380">
                  <c:v>9.8490917319516829</c:v>
                </c:pt>
                <c:pt idx="381">
                  <c:v>9.8699999999999992</c:v>
                </c:pt>
                <c:pt idx="382">
                  <c:v>9.89</c:v>
                </c:pt>
                <c:pt idx="383">
                  <c:v>9.89</c:v>
                </c:pt>
                <c:pt idx="384">
                  <c:v>9.89</c:v>
                </c:pt>
                <c:pt idx="385">
                  <c:v>9.8800000000000008</c:v>
                </c:pt>
                <c:pt idx="386">
                  <c:v>9.8699999999999992</c:v>
                </c:pt>
                <c:pt idx="387">
                  <c:v>9.8699999999999992</c:v>
                </c:pt>
                <c:pt idx="388">
                  <c:v>9.8699999999999992</c:v>
                </c:pt>
                <c:pt idx="389">
                  <c:v>9.8800000000000008</c:v>
                </c:pt>
                <c:pt idx="390">
                  <c:v>9.8875377620913483</c:v>
                </c:pt>
                <c:pt idx="391">
                  <c:v>9.89</c:v>
                </c:pt>
                <c:pt idx="392">
                  <c:v>9.89</c:v>
                </c:pt>
                <c:pt idx="393">
                  <c:v>9.89</c:v>
                </c:pt>
                <c:pt idx="394">
                  <c:v>9.89</c:v>
                </c:pt>
                <c:pt idx="395">
                  <c:v>9.9</c:v>
                </c:pt>
                <c:pt idx="396">
                  <c:v>9.91</c:v>
                </c:pt>
                <c:pt idx="397">
                  <c:v>9.91</c:v>
                </c:pt>
                <c:pt idx="398">
                  <c:v>9.89</c:v>
                </c:pt>
                <c:pt idx="399">
                  <c:v>9.8699999999999992</c:v>
                </c:pt>
                <c:pt idx="400">
                  <c:v>9.86</c:v>
                </c:pt>
                <c:pt idx="401">
                  <c:v>9.85</c:v>
                </c:pt>
                <c:pt idx="402">
                  <c:v>9.85</c:v>
                </c:pt>
                <c:pt idx="403">
                  <c:v>9.85</c:v>
                </c:pt>
                <c:pt idx="404">
                  <c:v>9.86</c:v>
                </c:pt>
                <c:pt idx="405">
                  <c:v>9.8699999999999992</c:v>
                </c:pt>
                <c:pt idx="406">
                  <c:v>9.8770518518518529</c:v>
                </c:pt>
                <c:pt idx="407">
                  <c:v>9.8800000000000008</c:v>
                </c:pt>
                <c:pt idx="408">
                  <c:v>9.8800000000000008</c:v>
                </c:pt>
                <c:pt idx="409">
                  <c:v>9.8800000000000008</c:v>
                </c:pt>
                <c:pt idx="410">
                  <c:v>9.8699999999999992</c:v>
                </c:pt>
                <c:pt idx="411">
                  <c:v>9.8699999999999992</c:v>
                </c:pt>
                <c:pt idx="412">
                  <c:v>9.8633182197828422</c:v>
                </c:pt>
                <c:pt idx="413">
                  <c:v>9.86</c:v>
                </c:pt>
                <c:pt idx="414">
                  <c:v>9.86</c:v>
                </c:pt>
                <c:pt idx="415">
                  <c:v>9.86</c:v>
                </c:pt>
                <c:pt idx="416">
                  <c:v>9.86</c:v>
                </c:pt>
                <c:pt idx="417">
                  <c:v>9.86</c:v>
                </c:pt>
                <c:pt idx="418">
                  <c:v>9.85</c:v>
                </c:pt>
                <c:pt idx="419">
                  <c:v>9.8451843569011981</c:v>
                </c:pt>
                <c:pt idx="420">
                  <c:v>9.84</c:v>
                </c:pt>
                <c:pt idx="421">
                  <c:v>9.85</c:v>
                </c:pt>
                <c:pt idx="422">
                  <c:v>9.8556428595413177</c:v>
                </c:pt>
                <c:pt idx="423">
                  <c:v>9.86</c:v>
                </c:pt>
                <c:pt idx="424">
                  <c:v>9.8699999999999992</c:v>
                </c:pt>
                <c:pt idx="425">
                  <c:v>9.8699999999999992</c:v>
                </c:pt>
                <c:pt idx="426">
                  <c:v>9.8699999999999992</c:v>
                </c:pt>
                <c:pt idx="427">
                  <c:v>9.86</c:v>
                </c:pt>
                <c:pt idx="428">
                  <c:v>9.8528395430130438</c:v>
                </c:pt>
                <c:pt idx="429">
                  <c:v>9.85</c:v>
                </c:pt>
                <c:pt idx="430">
                  <c:v>9.8405174883427975</c:v>
                </c:pt>
                <c:pt idx="431">
                  <c:v>9.84</c:v>
                </c:pt>
                <c:pt idx="432">
                  <c:v>9.84</c:v>
                </c:pt>
                <c:pt idx="433">
                  <c:v>9.85</c:v>
                </c:pt>
                <c:pt idx="434">
                  <c:v>9.86</c:v>
                </c:pt>
                <c:pt idx="435">
                  <c:v>9.8642727084626518</c:v>
                </c:pt>
                <c:pt idx="436">
                  <c:v>9.8699999999999992</c:v>
                </c:pt>
                <c:pt idx="437">
                  <c:v>9.8699999999999992</c:v>
                </c:pt>
                <c:pt idx="438">
                  <c:v>9.8800000000000008</c:v>
                </c:pt>
                <c:pt idx="439">
                  <c:v>9.8877184967515337</c:v>
                </c:pt>
                <c:pt idx="440">
                  <c:v>9.89</c:v>
                </c:pt>
                <c:pt idx="441">
                  <c:v>9.9</c:v>
                </c:pt>
                <c:pt idx="442">
                  <c:v>9.9</c:v>
                </c:pt>
                <c:pt idx="443">
                  <c:v>9.9</c:v>
                </c:pt>
                <c:pt idx="444">
                  <c:v>9.9</c:v>
                </c:pt>
                <c:pt idx="445">
                  <c:v>9.9</c:v>
                </c:pt>
                <c:pt idx="446">
                  <c:v>9.9</c:v>
                </c:pt>
                <c:pt idx="447">
                  <c:v>9.9</c:v>
                </c:pt>
                <c:pt idx="448">
                  <c:v>9.9</c:v>
                </c:pt>
                <c:pt idx="449">
                  <c:v>9.8864498790647684</c:v>
                </c:pt>
                <c:pt idx="450">
                  <c:v>9.8800000000000008</c:v>
                </c:pt>
                <c:pt idx="451">
                  <c:v>9.8699999999999992</c:v>
                </c:pt>
                <c:pt idx="452">
                  <c:v>9.8699999999999992</c:v>
                </c:pt>
                <c:pt idx="453">
                  <c:v>9.8699999999999992</c:v>
                </c:pt>
                <c:pt idx="454">
                  <c:v>9.86</c:v>
                </c:pt>
                <c:pt idx="455">
                  <c:v>9.83</c:v>
                </c:pt>
                <c:pt idx="456">
                  <c:v>9.7799999999999994</c:v>
                </c:pt>
                <c:pt idx="457">
                  <c:v>9.7200000000000006</c:v>
                </c:pt>
                <c:pt idx="458">
                  <c:v>9.6829902428288452</c:v>
                </c:pt>
                <c:pt idx="459">
                  <c:v>9.68</c:v>
                </c:pt>
                <c:pt idx="460">
                  <c:v>9.64</c:v>
                </c:pt>
                <c:pt idx="461">
                  <c:v>9.6199999999999992</c:v>
                </c:pt>
                <c:pt idx="462">
                  <c:v>9.61</c:v>
                </c:pt>
                <c:pt idx="463">
                  <c:v>9.59</c:v>
                </c:pt>
                <c:pt idx="464">
                  <c:v>9.5844097995545656</c:v>
                </c:pt>
                <c:pt idx="465">
                  <c:v>9.58</c:v>
                </c:pt>
                <c:pt idx="466">
                  <c:v>9.57</c:v>
                </c:pt>
                <c:pt idx="467">
                  <c:v>9.57</c:v>
                </c:pt>
                <c:pt idx="468">
                  <c:v>9.57</c:v>
                </c:pt>
                <c:pt idx="469">
                  <c:v>9.6199999999999992</c:v>
                </c:pt>
                <c:pt idx="470">
                  <c:v>9.6199999999999992</c:v>
                </c:pt>
                <c:pt idx="471">
                  <c:v>9.6199999999999992</c:v>
                </c:pt>
                <c:pt idx="472">
                  <c:v>9.6199999999999992</c:v>
                </c:pt>
                <c:pt idx="473">
                  <c:v>9.6199999999999992</c:v>
                </c:pt>
                <c:pt idx="474">
                  <c:v>9.64</c:v>
                </c:pt>
                <c:pt idx="475">
                  <c:v>9.65</c:v>
                </c:pt>
                <c:pt idx="476">
                  <c:v>9.66</c:v>
                </c:pt>
                <c:pt idx="477">
                  <c:v>9.6656222199926418</c:v>
                </c:pt>
                <c:pt idx="478">
                  <c:v>9.67</c:v>
                </c:pt>
                <c:pt idx="479">
                  <c:v>9.69</c:v>
                </c:pt>
                <c:pt idx="480">
                  <c:v>9.6982924723756891</c:v>
                </c:pt>
                <c:pt idx="481">
                  <c:v>9.6999999999999993</c:v>
                </c:pt>
                <c:pt idx="482">
                  <c:v>9.7200000000000006</c:v>
                </c:pt>
                <c:pt idx="483">
                  <c:v>9.7299182454976485</c:v>
                </c:pt>
                <c:pt idx="484">
                  <c:v>9.74</c:v>
                </c:pt>
                <c:pt idx="485">
                  <c:v>9.77</c:v>
                </c:pt>
                <c:pt idx="486">
                  <c:v>9.7899999999999991</c:v>
                </c:pt>
                <c:pt idx="487">
                  <c:v>9.7899999999999991</c:v>
                </c:pt>
                <c:pt idx="488">
                  <c:v>9.7899999999999991</c:v>
                </c:pt>
                <c:pt idx="489">
                  <c:v>9.8000000000000007</c:v>
                </c:pt>
                <c:pt idx="490">
                  <c:v>9.8000000000000007</c:v>
                </c:pt>
                <c:pt idx="491">
                  <c:v>9.8000000000000007</c:v>
                </c:pt>
                <c:pt idx="492">
                  <c:v>9.7899999999999991</c:v>
                </c:pt>
                <c:pt idx="493">
                  <c:v>9.8071227470309008</c:v>
                </c:pt>
                <c:pt idx="494">
                  <c:v>9.81</c:v>
                </c:pt>
                <c:pt idx="495">
                  <c:v>9.83</c:v>
                </c:pt>
                <c:pt idx="496">
                  <c:v>9.85</c:v>
                </c:pt>
                <c:pt idx="497">
                  <c:v>9.8647160396559634</c:v>
                </c:pt>
                <c:pt idx="498">
                  <c:v>9.8699999999999992</c:v>
                </c:pt>
                <c:pt idx="499">
                  <c:v>9.89</c:v>
                </c:pt>
                <c:pt idx="500">
                  <c:v>9.9062499715838044</c:v>
                </c:pt>
                <c:pt idx="501">
                  <c:v>9.91</c:v>
                </c:pt>
                <c:pt idx="502">
                  <c:v>9.92</c:v>
                </c:pt>
                <c:pt idx="503">
                  <c:v>9.93</c:v>
                </c:pt>
                <c:pt idx="504">
                  <c:v>9.94</c:v>
                </c:pt>
                <c:pt idx="505">
                  <c:v>9.93</c:v>
                </c:pt>
                <c:pt idx="506">
                  <c:v>9.93</c:v>
                </c:pt>
                <c:pt idx="507">
                  <c:v>9.93</c:v>
                </c:pt>
                <c:pt idx="508">
                  <c:v>9.93</c:v>
                </c:pt>
                <c:pt idx="509">
                  <c:v>9.93</c:v>
                </c:pt>
                <c:pt idx="510">
                  <c:v>9.9239640675529994</c:v>
                </c:pt>
                <c:pt idx="511">
                  <c:v>9.92</c:v>
                </c:pt>
                <c:pt idx="512">
                  <c:v>9.92</c:v>
                </c:pt>
                <c:pt idx="513">
                  <c:v>9.926578115857227</c:v>
                </c:pt>
                <c:pt idx="514">
                  <c:v>9.93</c:v>
                </c:pt>
                <c:pt idx="515">
                  <c:v>9.94</c:v>
                </c:pt>
                <c:pt idx="516">
                  <c:v>9.9499999999999993</c:v>
                </c:pt>
                <c:pt idx="517">
                  <c:v>9.9499999999999993</c:v>
                </c:pt>
                <c:pt idx="518">
                  <c:v>9.9600000000000009</c:v>
                </c:pt>
                <c:pt idx="519">
                  <c:v>9.9499999999999993</c:v>
                </c:pt>
                <c:pt idx="520">
                  <c:v>9.942071921182265</c:v>
                </c:pt>
                <c:pt idx="521">
                  <c:v>9.94</c:v>
                </c:pt>
                <c:pt idx="522">
                  <c:v>9.93</c:v>
                </c:pt>
                <c:pt idx="523">
                  <c:v>9.9143916638280736</c:v>
                </c:pt>
                <c:pt idx="524">
                  <c:v>9.91</c:v>
                </c:pt>
                <c:pt idx="525">
                  <c:v>9.9</c:v>
                </c:pt>
                <c:pt idx="526">
                  <c:v>9.9</c:v>
                </c:pt>
                <c:pt idx="527">
                  <c:v>9.9</c:v>
                </c:pt>
                <c:pt idx="528">
                  <c:v>9.9</c:v>
                </c:pt>
                <c:pt idx="529">
                  <c:v>9.91</c:v>
                </c:pt>
                <c:pt idx="530">
                  <c:v>9.91</c:v>
                </c:pt>
                <c:pt idx="531">
                  <c:v>9.91</c:v>
                </c:pt>
                <c:pt idx="532">
                  <c:v>9.91</c:v>
                </c:pt>
                <c:pt idx="533">
                  <c:v>9.9056541467103614</c:v>
                </c:pt>
                <c:pt idx="534">
                  <c:v>9.9</c:v>
                </c:pt>
                <c:pt idx="535">
                  <c:v>9.8800000000000008</c:v>
                </c:pt>
                <c:pt idx="536">
                  <c:v>9.8736922439134691</c:v>
                </c:pt>
                <c:pt idx="537">
                  <c:v>9.8699999999999992</c:v>
                </c:pt>
                <c:pt idx="538">
                  <c:v>9.86</c:v>
                </c:pt>
                <c:pt idx="539">
                  <c:v>9.85</c:v>
                </c:pt>
                <c:pt idx="540">
                  <c:v>9.844940163994977</c:v>
                </c:pt>
                <c:pt idx="541">
                  <c:v>9.84</c:v>
                </c:pt>
                <c:pt idx="542">
                  <c:v>9.83</c:v>
                </c:pt>
                <c:pt idx="543">
                  <c:v>9.8214035310959122</c:v>
                </c:pt>
                <c:pt idx="544">
                  <c:v>9.82</c:v>
                </c:pt>
                <c:pt idx="545">
                  <c:v>9.83</c:v>
                </c:pt>
                <c:pt idx="546">
                  <c:v>9.83</c:v>
                </c:pt>
                <c:pt idx="547">
                  <c:v>9.85</c:v>
                </c:pt>
                <c:pt idx="548">
                  <c:v>9.86</c:v>
                </c:pt>
                <c:pt idx="549">
                  <c:v>9.86</c:v>
                </c:pt>
                <c:pt idx="550">
                  <c:v>9.86</c:v>
                </c:pt>
                <c:pt idx="551">
                  <c:v>9.85</c:v>
                </c:pt>
                <c:pt idx="552">
                  <c:v>9.8326105108465125</c:v>
                </c:pt>
                <c:pt idx="553">
                  <c:v>9.83</c:v>
                </c:pt>
                <c:pt idx="554">
                  <c:v>9.83</c:v>
                </c:pt>
                <c:pt idx="555">
                  <c:v>9.83</c:v>
                </c:pt>
                <c:pt idx="556">
                  <c:v>9.83</c:v>
                </c:pt>
                <c:pt idx="557">
                  <c:v>9.83</c:v>
                </c:pt>
                <c:pt idx="558">
                  <c:v>9.83</c:v>
                </c:pt>
                <c:pt idx="559">
                  <c:v>9.84</c:v>
                </c:pt>
                <c:pt idx="560">
                  <c:v>9.8562745429766423</c:v>
                </c:pt>
                <c:pt idx="561">
                  <c:v>9.86</c:v>
                </c:pt>
                <c:pt idx="562">
                  <c:v>9.8699999999999992</c:v>
                </c:pt>
                <c:pt idx="563">
                  <c:v>9.8699999999999992</c:v>
                </c:pt>
                <c:pt idx="564">
                  <c:v>9.8699999999999992</c:v>
                </c:pt>
                <c:pt idx="565">
                  <c:v>9.8699999999999992</c:v>
                </c:pt>
                <c:pt idx="566">
                  <c:v>9.8699999999999992</c:v>
                </c:pt>
                <c:pt idx="567">
                  <c:v>9.8699999999999992</c:v>
                </c:pt>
                <c:pt idx="568">
                  <c:v>9.86</c:v>
                </c:pt>
                <c:pt idx="569">
                  <c:v>9.84</c:v>
                </c:pt>
                <c:pt idx="570">
                  <c:v>9.8329344034962389</c:v>
                </c:pt>
                <c:pt idx="571">
                  <c:v>9.83</c:v>
                </c:pt>
                <c:pt idx="572">
                  <c:v>9.84</c:v>
                </c:pt>
                <c:pt idx="573">
                  <c:v>9.8551327991356796</c:v>
                </c:pt>
                <c:pt idx="574">
                  <c:v>9.86</c:v>
                </c:pt>
                <c:pt idx="575">
                  <c:v>9.8800000000000008</c:v>
                </c:pt>
                <c:pt idx="576">
                  <c:v>9.8871226814601521</c:v>
                </c:pt>
                <c:pt idx="577">
                  <c:v>9.89</c:v>
                </c:pt>
                <c:pt idx="578">
                  <c:v>9.9</c:v>
                </c:pt>
                <c:pt idx="579">
                  <c:v>9.9</c:v>
                </c:pt>
                <c:pt idx="580">
                  <c:v>9.9</c:v>
                </c:pt>
                <c:pt idx="581">
                  <c:v>9.9</c:v>
                </c:pt>
                <c:pt idx="582">
                  <c:v>9.8914824391779472</c:v>
                </c:pt>
                <c:pt idx="583">
                  <c:v>9.89</c:v>
                </c:pt>
                <c:pt idx="584">
                  <c:v>9.86</c:v>
                </c:pt>
                <c:pt idx="585">
                  <c:v>9.83</c:v>
                </c:pt>
                <c:pt idx="586">
                  <c:v>9.81</c:v>
                </c:pt>
                <c:pt idx="587">
                  <c:v>9.81</c:v>
                </c:pt>
                <c:pt idx="588">
                  <c:v>9.8124318148190781</c:v>
                </c:pt>
                <c:pt idx="589">
                  <c:v>9.82</c:v>
                </c:pt>
                <c:pt idx="590">
                  <c:v>9.82</c:v>
                </c:pt>
                <c:pt idx="591">
                  <c:v>9.8365398842071397</c:v>
                </c:pt>
                <c:pt idx="592">
                  <c:v>9.84</c:v>
                </c:pt>
                <c:pt idx="593">
                  <c:v>9.86</c:v>
                </c:pt>
                <c:pt idx="594">
                  <c:v>9.8699999999999992</c:v>
                </c:pt>
                <c:pt idx="595">
                  <c:v>9.8699999999999992</c:v>
                </c:pt>
                <c:pt idx="596">
                  <c:v>9.8699999999999992</c:v>
                </c:pt>
                <c:pt idx="597">
                  <c:v>9.8699999999999992</c:v>
                </c:pt>
                <c:pt idx="598">
                  <c:v>9.862079139541466</c:v>
                </c:pt>
                <c:pt idx="599">
                  <c:v>9.86</c:v>
                </c:pt>
                <c:pt idx="600">
                  <c:v>9.8699999999999992</c:v>
                </c:pt>
                <c:pt idx="601">
                  <c:v>9.89</c:v>
                </c:pt>
                <c:pt idx="602">
                  <c:v>9.9078835832178402</c:v>
                </c:pt>
                <c:pt idx="603">
                  <c:v>9.91</c:v>
                </c:pt>
                <c:pt idx="604">
                  <c:v>9.93</c:v>
                </c:pt>
                <c:pt idx="605">
                  <c:v>9.94</c:v>
                </c:pt>
                <c:pt idx="606">
                  <c:v>9.9474235820719699</c:v>
                </c:pt>
                <c:pt idx="607">
                  <c:v>9.9499999999999993</c:v>
                </c:pt>
                <c:pt idx="608">
                  <c:v>9.9600000000000009</c:v>
                </c:pt>
                <c:pt idx="609">
                  <c:v>9.9668308003321187</c:v>
                </c:pt>
                <c:pt idx="610">
                  <c:v>9.9700000000000006</c:v>
                </c:pt>
                <c:pt idx="611">
                  <c:v>9.9700000000000006</c:v>
                </c:pt>
                <c:pt idx="612">
                  <c:v>9.98</c:v>
                </c:pt>
                <c:pt idx="613">
                  <c:v>9.9700000000000006</c:v>
                </c:pt>
                <c:pt idx="614">
                  <c:v>9.9700000000000006</c:v>
                </c:pt>
                <c:pt idx="615">
                  <c:v>9.9700000000000006</c:v>
                </c:pt>
                <c:pt idx="616">
                  <c:v>9.9700000000000006</c:v>
                </c:pt>
                <c:pt idx="617">
                  <c:v>9.98</c:v>
                </c:pt>
                <c:pt idx="618">
                  <c:v>9.98</c:v>
                </c:pt>
                <c:pt idx="619">
                  <c:v>9.98</c:v>
                </c:pt>
                <c:pt idx="620">
                  <c:v>9.9600000000000009</c:v>
                </c:pt>
                <c:pt idx="621">
                  <c:v>9.9600000000000009</c:v>
                </c:pt>
                <c:pt idx="622">
                  <c:v>9.974234386916363</c:v>
                </c:pt>
                <c:pt idx="623">
                  <c:v>9.98</c:v>
                </c:pt>
                <c:pt idx="624">
                  <c:v>9.98</c:v>
                </c:pt>
                <c:pt idx="625">
                  <c:v>9.955788765879781</c:v>
                </c:pt>
                <c:pt idx="626">
                  <c:v>9.9499999999999993</c:v>
                </c:pt>
                <c:pt idx="627">
                  <c:v>9.92</c:v>
                </c:pt>
                <c:pt idx="628">
                  <c:v>9.91</c:v>
                </c:pt>
                <c:pt idx="629">
                  <c:v>9.9</c:v>
                </c:pt>
                <c:pt idx="630">
                  <c:v>9.89</c:v>
                </c:pt>
                <c:pt idx="631">
                  <c:v>9.8837670623145399</c:v>
                </c:pt>
                <c:pt idx="632">
                  <c:v>9.8800000000000008</c:v>
                </c:pt>
                <c:pt idx="633">
                  <c:v>9.8699999999999992</c:v>
                </c:pt>
                <c:pt idx="634">
                  <c:v>9.86</c:v>
                </c:pt>
                <c:pt idx="635">
                  <c:v>9.86</c:v>
                </c:pt>
                <c:pt idx="636">
                  <c:v>9.8699999999999992</c:v>
                </c:pt>
                <c:pt idx="637">
                  <c:v>9.8776803549818482</c:v>
                </c:pt>
                <c:pt idx="638">
                  <c:v>9.8800000000000008</c:v>
                </c:pt>
                <c:pt idx="639">
                  <c:v>9.9</c:v>
                </c:pt>
                <c:pt idx="640">
                  <c:v>9.92</c:v>
                </c:pt>
                <c:pt idx="641">
                  <c:v>9.9234662248279371</c:v>
                </c:pt>
                <c:pt idx="642">
                  <c:v>9.93</c:v>
                </c:pt>
                <c:pt idx="643">
                  <c:v>9.93</c:v>
                </c:pt>
                <c:pt idx="644">
                  <c:v>9.91</c:v>
                </c:pt>
                <c:pt idx="645">
                  <c:v>9.9050304391512505</c:v>
                </c:pt>
                <c:pt idx="646">
                  <c:v>9.9</c:v>
                </c:pt>
                <c:pt idx="647">
                  <c:v>9.89</c:v>
                </c:pt>
                <c:pt idx="648">
                  <c:v>9.8977290067564461</c:v>
                </c:pt>
                <c:pt idx="649">
                  <c:v>9.9</c:v>
                </c:pt>
                <c:pt idx="650">
                  <c:v>9.92</c:v>
                </c:pt>
                <c:pt idx="651">
                  <c:v>9.92</c:v>
                </c:pt>
                <c:pt idx="652">
                  <c:v>9.92</c:v>
                </c:pt>
                <c:pt idx="653">
                  <c:v>9.92</c:v>
                </c:pt>
                <c:pt idx="654">
                  <c:v>9.92</c:v>
                </c:pt>
                <c:pt idx="655">
                  <c:v>9.92</c:v>
                </c:pt>
                <c:pt idx="656">
                  <c:v>9.91</c:v>
                </c:pt>
                <c:pt idx="657">
                  <c:v>9.917754717753489</c:v>
                </c:pt>
                <c:pt idx="658">
                  <c:v>9.92</c:v>
                </c:pt>
                <c:pt idx="659">
                  <c:v>9.93</c:v>
                </c:pt>
                <c:pt idx="660">
                  <c:v>9.9499999999999993</c:v>
                </c:pt>
                <c:pt idx="661">
                  <c:v>9.98</c:v>
                </c:pt>
                <c:pt idx="662">
                  <c:v>9.99</c:v>
                </c:pt>
                <c:pt idx="663">
                  <c:v>9.99</c:v>
                </c:pt>
                <c:pt idx="664">
                  <c:v>9.99</c:v>
                </c:pt>
                <c:pt idx="665">
                  <c:v>9.99</c:v>
                </c:pt>
                <c:pt idx="666">
                  <c:v>9.99</c:v>
                </c:pt>
                <c:pt idx="667">
                  <c:v>9.99</c:v>
                </c:pt>
                <c:pt idx="668">
                  <c:v>9.99</c:v>
                </c:pt>
                <c:pt idx="669">
                  <c:v>9.99</c:v>
                </c:pt>
                <c:pt idx="670">
                  <c:v>9.99</c:v>
                </c:pt>
                <c:pt idx="671">
                  <c:v>9.9700000000000006</c:v>
                </c:pt>
                <c:pt idx="672">
                  <c:v>9.9499999999999993</c:v>
                </c:pt>
                <c:pt idx="673">
                  <c:v>9.92</c:v>
                </c:pt>
                <c:pt idx="674">
                  <c:v>9.9</c:v>
                </c:pt>
                <c:pt idx="675">
                  <c:v>9.8800000000000008</c:v>
                </c:pt>
                <c:pt idx="676">
                  <c:v>9.8677040181512119</c:v>
                </c:pt>
                <c:pt idx="677">
                  <c:v>9.86</c:v>
                </c:pt>
                <c:pt idx="678">
                  <c:v>9.8427080117861649</c:v>
                </c:pt>
                <c:pt idx="679">
                  <c:v>9.84</c:v>
                </c:pt>
                <c:pt idx="680">
                  <c:v>9.85</c:v>
                </c:pt>
                <c:pt idx="681">
                  <c:v>9.86</c:v>
                </c:pt>
                <c:pt idx="682">
                  <c:v>9.86</c:v>
                </c:pt>
                <c:pt idx="683">
                  <c:v>9.86</c:v>
                </c:pt>
                <c:pt idx="684">
                  <c:v>9.8800000000000008</c:v>
                </c:pt>
                <c:pt idx="685">
                  <c:v>9.9</c:v>
                </c:pt>
                <c:pt idx="686">
                  <c:v>9.9055163845317598</c:v>
                </c:pt>
                <c:pt idx="687">
                  <c:v>9.92</c:v>
                </c:pt>
                <c:pt idx="688">
                  <c:v>9.92</c:v>
                </c:pt>
                <c:pt idx="689">
                  <c:v>9.925233681797522</c:v>
                </c:pt>
                <c:pt idx="690">
                  <c:v>9.93</c:v>
                </c:pt>
                <c:pt idx="691">
                  <c:v>9.94</c:v>
                </c:pt>
                <c:pt idx="692">
                  <c:v>9.94</c:v>
                </c:pt>
                <c:pt idx="693">
                  <c:v>9.94</c:v>
                </c:pt>
                <c:pt idx="694">
                  <c:v>9.93</c:v>
                </c:pt>
                <c:pt idx="695">
                  <c:v>9.93</c:v>
                </c:pt>
                <c:pt idx="696">
                  <c:v>9.92</c:v>
                </c:pt>
                <c:pt idx="697">
                  <c:v>9.92</c:v>
                </c:pt>
                <c:pt idx="698">
                  <c:v>9.92</c:v>
                </c:pt>
                <c:pt idx="699">
                  <c:v>9.92</c:v>
                </c:pt>
                <c:pt idx="700">
                  <c:v>9.9</c:v>
                </c:pt>
                <c:pt idx="701">
                  <c:v>9.8721549096622141</c:v>
                </c:pt>
                <c:pt idx="702">
                  <c:v>9.8699999999999992</c:v>
                </c:pt>
                <c:pt idx="703">
                  <c:v>9.83</c:v>
                </c:pt>
                <c:pt idx="704">
                  <c:v>9.82</c:v>
                </c:pt>
                <c:pt idx="705">
                  <c:v>9.8059501783325906</c:v>
                </c:pt>
                <c:pt idx="706">
                  <c:v>9.8000000000000007</c:v>
                </c:pt>
                <c:pt idx="707">
                  <c:v>9.7799999999999994</c:v>
                </c:pt>
                <c:pt idx="708">
                  <c:v>9.7726258458491504</c:v>
                </c:pt>
                <c:pt idx="709">
                  <c:v>9.77</c:v>
                </c:pt>
                <c:pt idx="710">
                  <c:v>9.77</c:v>
                </c:pt>
                <c:pt idx="711">
                  <c:v>9.77</c:v>
                </c:pt>
                <c:pt idx="712">
                  <c:v>9.77</c:v>
                </c:pt>
                <c:pt idx="713">
                  <c:v>9.77</c:v>
                </c:pt>
                <c:pt idx="714">
                  <c:v>9.7899999999999991</c:v>
                </c:pt>
                <c:pt idx="715">
                  <c:v>9.7972791810055622</c:v>
                </c:pt>
                <c:pt idx="716">
                  <c:v>9.8000000000000007</c:v>
                </c:pt>
                <c:pt idx="717">
                  <c:v>9.82</c:v>
                </c:pt>
                <c:pt idx="718">
                  <c:v>9.8225508641435137</c:v>
                </c:pt>
                <c:pt idx="719">
                  <c:v>9.84</c:v>
                </c:pt>
                <c:pt idx="720">
                  <c:v>9.84</c:v>
                </c:pt>
                <c:pt idx="721">
                  <c:v>9.85</c:v>
                </c:pt>
                <c:pt idx="722">
                  <c:v>9.865640119091923</c:v>
                </c:pt>
                <c:pt idx="723">
                  <c:v>9.8699999999999992</c:v>
                </c:pt>
                <c:pt idx="724">
                  <c:v>9.89</c:v>
                </c:pt>
                <c:pt idx="725">
                  <c:v>9.8974419244526555</c:v>
                </c:pt>
                <c:pt idx="726">
                  <c:v>9.9</c:v>
                </c:pt>
                <c:pt idx="727">
                  <c:v>9.89</c:v>
                </c:pt>
                <c:pt idx="728">
                  <c:v>9.91</c:v>
                </c:pt>
                <c:pt idx="729">
                  <c:v>9.92</c:v>
                </c:pt>
                <c:pt idx="730">
                  <c:v>9.9264758773056574</c:v>
                </c:pt>
                <c:pt idx="731">
                  <c:v>9.93</c:v>
                </c:pt>
                <c:pt idx="732">
                  <c:v>9.94</c:v>
                </c:pt>
                <c:pt idx="733">
                  <c:v>9.9600000000000009</c:v>
                </c:pt>
                <c:pt idx="734">
                  <c:v>9.9607640055642879</c:v>
                </c:pt>
                <c:pt idx="735">
                  <c:v>9.9700000000000006</c:v>
                </c:pt>
                <c:pt idx="736">
                  <c:v>9.9793625279693146</c:v>
                </c:pt>
                <c:pt idx="737">
                  <c:v>9.98</c:v>
                </c:pt>
                <c:pt idx="738">
                  <c:v>9.9700000000000006</c:v>
                </c:pt>
                <c:pt idx="739">
                  <c:v>9.9700000000000006</c:v>
                </c:pt>
                <c:pt idx="740">
                  <c:v>9.9622025424385718</c:v>
                </c:pt>
                <c:pt idx="741">
                  <c:v>9.9600000000000009</c:v>
                </c:pt>
                <c:pt idx="742">
                  <c:v>9.9600000000000009</c:v>
                </c:pt>
                <c:pt idx="743">
                  <c:v>9.9600000000000009</c:v>
                </c:pt>
                <c:pt idx="744">
                  <c:v>9.9600000000000009</c:v>
                </c:pt>
                <c:pt idx="745">
                  <c:v>9.9600000000000009</c:v>
                </c:pt>
                <c:pt idx="746">
                  <c:v>9.9600000000000009</c:v>
                </c:pt>
                <c:pt idx="747">
                  <c:v>9.9600000000000009</c:v>
                </c:pt>
                <c:pt idx="748">
                  <c:v>9.9700000000000006</c:v>
                </c:pt>
                <c:pt idx="749">
                  <c:v>9.9874970382656088</c:v>
                </c:pt>
                <c:pt idx="750">
                  <c:v>9.99</c:v>
                </c:pt>
                <c:pt idx="751">
                  <c:v>10.01</c:v>
                </c:pt>
                <c:pt idx="752">
                  <c:v>10.01</c:v>
                </c:pt>
                <c:pt idx="753">
                  <c:v>10.015820740329961</c:v>
                </c:pt>
                <c:pt idx="754">
                  <c:v>10.02</c:v>
                </c:pt>
                <c:pt idx="755">
                  <c:v>10.029999999999999</c:v>
                </c:pt>
                <c:pt idx="756">
                  <c:v>10.02188625354613</c:v>
                </c:pt>
                <c:pt idx="757">
                  <c:v>10.02</c:v>
                </c:pt>
                <c:pt idx="758">
                  <c:v>10.02</c:v>
                </c:pt>
                <c:pt idx="759">
                  <c:v>10.029999999999999</c:v>
                </c:pt>
                <c:pt idx="760">
                  <c:v>10.029999999999999</c:v>
                </c:pt>
                <c:pt idx="761">
                  <c:v>10.03700767690254</c:v>
                </c:pt>
                <c:pt idx="762">
                  <c:v>10.039999999999999</c:v>
                </c:pt>
                <c:pt idx="763">
                  <c:v>10.039999999999999</c:v>
                </c:pt>
                <c:pt idx="764">
                  <c:v>10.039999999999999</c:v>
                </c:pt>
                <c:pt idx="765">
                  <c:v>10.039999999999999</c:v>
                </c:pt>
                <c:pt idx="766">
                  <c:v>10.029999999999999</c:v>
                </c:pt>
                <c:pt idx="767">
                  <c:v>10.029999999999999</c:v>
                </c:pt>
                <c:pt idx="768">
                  <c:v>10.02</c:v>
                </c:pt>
                <c:pt idx="769">
                  <c:v>10.01</c:v>
                </c:pt>
                <c:pt idx="770">
                  <c:v>10.002832586905519</c:v>
                </c:pt>
                <c:pt idx="771">
                  <c:v>9.99</c:v>
                </c:pt>
                <c:pt idx="772">
                  <c:v>9.99</c:v>
                </c:pt>
                <c:pt idx="773">
                  <c:v>9.99</c:v>
                </c:pt>
                <c:pt idx="774">
                  <c:v>9.99</c:v>
                </c:pt>
                <c:pt idx="775">
                  <c:v>9.98</c:v>
                </c:pt>
                <c:pt idx="776">
                  <c:v>9.9761640332450465</c:v>
                </c:pt>
                <c:pt idx="777">
                  <c:v>9.9700000000000006</c:v>
                </c:pt>
                <c:pt idx="778">
                  <c:v>9.98</c:v>
                </c:pt>
                <c:pt idx="779">
                  <c:v>9.99</c:v>
                </c:pt>
                <c:pt idx="780">
                  <c:v>9.98</c:v>
                </c:pt>
                <c:pt idx="781">
                  <c:v>9.98</c:v>
                </c:pt>
                <c:pt idx="782">
                  <c:v>9.98</c:v>
                </c:pt>
                <c:pt idx="783">
                  <c:v>9.98</c:v>
                </c:pt>
                <c:pt idx="784">
                  <c:v>9.98</c:v>
                </c:pt>
                <c:pt idx="785">
                  <c:v>9.9876710370212631</c:v>
                </c:pt>
                <c:pt idx="786">
                  <c:v>9.99</c:v>
                </c:pt>
                <c:pt idx="787">
                  <c:v>9.99</c:v>
                </c:pt>
                <c:pt idx="788">
                  <c:v>9.99</c:v>
                </c:pt>
                <c:pt idx="789">
                  <c:v>9.99</c:v>
                </c:pt>
                <c:pt idx="790">
                  <c:v>9.99</c:v>
                </c:pt>
                <c:pt idx="791">
                  <c:v>9.99</c:v>
                </c:pt>
                <c:pt idx="792">
                  <c:v>9.99</c:v>
                </c:pt>
                <c:pt idx="793">
                  <c:v>9.99</c:v>
                </c:pt>
                <c:pt idx="794">
                  <c:v>9.99</c:v>
                </c:pt>
                <c:pt idx="795">
                  <c:v>9.99</c:v>
                </c:pt>
                <c:pt idx="796">
                  <c:v>9.9816813108525295</c:v>
                </c:pt>
                <c:pt idx="797">
                  <c:v>9.98</c:v>
                </c:pt>
                <c:pt idx="798">
                  <c:v>9.9700000000000006</c:v>
                </c:pt>
                <c:pt idx="799">
                  <c:v>9.9700000000000006</c:v>
                </c:pt>
                <c:pt idx="800">
                  <c:v>9.9700000000000006</c:v>
                </c:pt>
                <c:pt idx="801">
                  <c:v>9.98</c:v>
                </c:pt>
                <c:pt idx="802">
                  <c:v>9.98</c:v>
                </c:pt>
                <c:pt idx="803">
                  <c:v>9.98</c:v>
                </c:pt>
                <c:pt idx="804">
                  <c:v>9.99</c:v>
                </c:pt>
                <c:pt idx="805">
                  <c:v>9.99</c:v>
                </c:pt>
                <c:pt idx="806">
                  <c:v>9.99</c:v>
                </c:pt>
                <c:pt idx="807">
                  <c:v>10.01</c:v>
                </c:pt>
                <c:pt idx="808">
                  <c:v>10.01646544911757</c:v>
                </c:pt>
                <c:pt idx="809">
                  <c:v>10.02</c:v>
                </c:pt>
                <c:pt idx="810">
                  <c:v>10.029999999999999</c:v>
                </c:pt>
                <c:pt idx="811">
                  <c:v>10.029999999999999</c:v>
                </c:pt>
                <c:pt idx="812">
                  <c:v>10.029999999999999</c:v>
                </c:pt>
                <c:pt idx="813">
                  <c:v>10.02</c:v>
                </c:pt>
                <c:pt idx="814">
                  <c:v>10.01040196650907</c:v>
                </c:pt>
                <c:pt idx="815">
                  <c:v>10.01</c:v>
                </c:pt>
                <c:pt idx="816">
                  <c:v>9.99</c:v>
                </c:pt>
                <c:pt idx="817">
                  <c:v>9.98</c:v>
                </c:pt>
                <c:pt idx="818">
                  <c:v>9.98</c:v>
                </c:pt>
                <c:pt idx="819">
                  <c:v>9.98</c:v>
                </c:pt>
                <c:pt idx="820">
                  <c:v>9.9700000000000006</c:v>
                </c:pt>
                <c:pt idx="821">
                  <c:v>9.9610929847173644</c:v>
                </c:pt>
                <c:pt idx="822">
                  <c:v>9.9600000000000009</c:v>
                </c:pt>
                <c:pt idx="823">
                  <c:v>9.9499999999999993</c:v>
                </c:pt>
                <c:pt idx="824">
                  <c:v>9.93</c:v>
                </c:pt>
                <c:pt idx="825">
                  <c:v>9.9</c:v>
                </c:pt>
                <c:pt idx="826">
                  <c:v>9.8800000000000008</c:v>
                </c:pt>
                <c:pt idx="827">
                  <c:v>9.8849463924606056</c:v>
                </c:pt>
                <c:pt idx="828">
                  <c:v>9.89</c:v>
                </c:pt>
                <c:pt idx="829">
                  <c:v>9.9</c:v>
                </c:pt>
                <c:pt idx="830">
                  <c:v>9.91</c:v>
                </c:pt>
                <c:pt idx="831">
                  <c:v>9.91</c:v>
                </c:pt>
                <c:pt idx="832">
                  <c:v>9.91</c:v>
                </c:pt>
                <c:pt idx="833">
                  <c:v>9.91</c:v>
                </c:pt>
                <c:pt idx="834">
                  <c:v>9.9159430705277245</c:v>
                </c:pt>
                <c:pt idx="835">
                  <c:v>9.92</c:v>
                </c:pt>
                <c:pt idx="836">
                  <c:v>9.93</c:v>
                </c:pt>
                <c:pt idx="837">
                  <c:v>9.9468542155572095</c:v>
                </c:pt>
                <c:pt idx="838">
                  <c:v>9.9600000000000009</c:v>
                </c:pt>
                <c:pt idx="839">
                  <c:v>9.99</c:v>
                </c:pt>
                <c:pt idx="840">
                  <c:v>10.01516689952045</c:v>
                </c:pt>
                <c:pt idx="841">
                  <c:v>10.02</c:v>
                </c:pt>
                <c:pt idx="842">
                  <c:v>10.039999999999999</c:v>
                </c:pt>
                <c:pt idx="843">
                  <c:v>10.050000000000001</c:v>
                </c:pt>
                <c:pt idx="844">
                  <c:v>10.050000000000001</c:v>
                </c:pt>
                <c:pt idx="845">
                  <c:v>10.050000000000001</c:v>
                </c:pt>
                <c:pt idx="846">
                  <c:v>10.06</c:v>
                </c:pt>
                <c:pt idx="847">
                  <c:v>10.07391822545936</c:v>
                </c:pt>
                <c:pt idx="848">
                  <c:v>10.08</c:v>
                </c:pt>
                <c:pt idx="849">
                  <c:v>10.1</c:v>
                </c:pt>
                <c:pt idx="850">
                  <c:v>10.1</c:v>
                </c:pt>
                <c:pt idx="851">
                  <c:v>10.1</c:v>
                </c:pt>
                <c:pt idx="852">
                  <c:v>10.09</c:v>
                </c:pt>
                <c:pt idx="853">
                  <c:v>10.08</c:v>
                </c:pt>
                <c:pt idx="854">
                  <c:v>10.08</c:v>
                </c:pt>
                <c:pt idx="855">
                  <c:v>10.08</c:v>
                </c:pt>
                <c:pt idx="856">
                  <c:v>10.07</c:v>
                </c:pt>
                <c:pt idx="857">
                  <c:v>10.07</c:v>
                </c:pt>
                <c:pt idx="858">
                  <c:v>10.07</c:v>
                </c:pt>
                <c:pt idx="859">
                  <c:v>10.06</c:v>
                </c:pt>
                <c:pt idx="860">
                  <c:v>10.06</c:v>
                </c:pt>
                <c:pt idx="861">
                  <c:v>10.06</c:v>
                </c:pt>
                <c:pt idx="862">
                  <c:v>10.06</c:v>
                </c:pt>
                <c:pt idx="863">
                  <c:v>10.050000000000001</c:v>
                </c:pt>
                <c:pt idx="864">
                  <c:v>10.04278068894425</c:v>
                </c:pt>
                <c:pt idx="865">
                  <c:v>10.039999999999999</c:v>
                </c:pt>
                <c:pt idx="866">
                  <c:v>10.039999999999999</c:v>
                </c:pt>
                <c:pt idx="867">
                  <c:v>10.039999999999999</c:v>
                </c:pt>
                <c:pt idx="868">
                  <c:v>10.039999999999999</c:v>
                </c:pt>
                <c:pt idx="869">
                  <c:v>10.06</c:v>
                </c:pt>
                <c:pt idx="870">
                  <c:v>10.06</c:v>
                </c:pt>
                <c:pt idx="871">
                  <c:v>10.06</c:v>
                </c:pt>
                <c:pt idx="872">
                  <c:v>10.06</c:v>
                </c:pt>
                <c:pt idx="873">
                  <c:v>10.06</c:v>
                </c:pt>
                <c:pt idx="874">
                  <c:v>10.06</c:v>
                </c:pt>
                <c:pt idx="875">
                  <c:v>10.07</c:v>
                </c:pt>
                <c:pt idx="876">
                  <c:v>10.08</c:v>
                </c:pt>
                <c:pt idx="877">
                  <c:v>10.08</c:v>
                </c:pt>
                <c:pt idx="878">
                  <c:v>10.08</c:v>
                </c:pt>
                <c:pt idx="879">
                  <c:v>10.08</c:v>
                </c:pt>
                <c:pt idx="880">
                  <c:v>10.07067274818421</c:v>
                </c:pt>
                <c:pt idx="881">
                  <c:v>10.07</c:v>
                </c:pt>
                <c:pt idx="882">
                  <c:v>10.050000000000001</c:v>
                </c:pt>
                <c:pt idx="883">
                  <c:v>10.039999999999999</c:v>
                </c:pt>
                <c:pt idx="884">
                  <c:v>10.039999999999999</c:v>
                </c:pt>
                <c:pt idx="885">
                  <c:v>10.039999999999999</c:v>
                </c:pt>
                <c:pt idx="886">
                  <c:v>10.039999999999999</c:v>
                </c:pt>
                <c:pt idx="887">
                  <c:v>10.029999999999999</c:v>
                </c:pt>
                <c:pt idx="888">
                  <c:v>10.029999999999999</c:v>
                </c:pt>
                <c:pt idx="889">
                  <c:v>10.029999999999999</c:v>
                </c:pt>
                <c:pt idx="890">
                  <c:v>10.029999999999999</c:v>
                </c:pt>
                <c:pt idx="891">
                  <c:v>10.022488717100851</c:v>
                </c:pt>
                <c:pt idx="892">
                  <c:v>10.02</c:v>
                </c:pt>
                <c:pt idx="893">
                  <c:v>10.01</c:v>
                </c:pt>
                <c:pt idx="894">
                  <c:v>10.01</c:v>
                </c:pt>
                <c:pt idx="895">
                  <c:v>10.013862490673169</c:v>
                </c:pt>
                <c:pt idx="896">
                  <c:v>10.029999999999999</c:v>
                </c:pt>
                <c:pt idx="897">
                  <c:v>10.029999999999999</c:v>
                </c:pt>
                <c:pt idx="898">
                  <c:v>10.029999999999999</c:v>
                </c:pt>
                <c:pt idx="899">
                  <c:v>10.029999999999999</c:v>
                </c:pt>
                <c:pt idx="900">
                  <c:v>10.02</c:v>
                </c:pt>
                <c:pt idx="901">
                  <c:v>10.02</c:v>
                </c:pt>
                <c:pt idx="902">
                  <c:v>10.02</c:v>
                </c:pt>
                <c:pt idx="903">
                  <c:v>10.02</c:v>
                </c:pt>
                <c:pt idx="904">
                  <c:v>10.029999999999999</c:v>
                </c:pt>
                <c:pt idx="905">
                  <c:v>10.03560057197331</c:v>
                </c:pt>
                <c:pt idx="906">
                  <c:v>10.039999999999999</c:v>
                </c:pt>
                <c:pt idx="907">
                  <c:v>10.050000000000001</c:v>
                </c:pt>
                <c:pt idx="908">
                  <c:v>10.04252660283961</c:v>
                </c:pt>
                <c:pt idx="909">
                  <c:v>10.039999999999999</c:v>
                </c:pt>
                <c:pt idx="910">
                  <c:v>10.02</c:v>
                </c:pt>
                <c:pt idx="911">
                  <c:v>9.99</c:v>
                </c:pt>
                <c:pt idx="912">
                  <c:v>9.98</c:v>
                </c:pt>
                <c:pt idx="913">
                  <c:v>9.9743169361932473</c:v>
                </c:pt>
                <c:pt idx="914">
                  <c:v>9.9700000000000006</c:v>
                </c:pt>
                <c:pt idx="915">
                  <c:v>9.98</c:v>
                </c:pt>
                <c:pt idx="916">
                  <c:v>9.98</c:v>
                </c:pt>
                <c:pt idx="917">
                  <c:v>9.98</c:v>
                </c:pt>
                <c:pt idx="918">
                  <c:v>9.98</c:v>
                </c:pt>
                <c:pt idx="919">
                  <c:v>9.9727510899320695</c:v>
                </c:pt>
                <c:pt idx="920">
                  <c:v>9.9700000000000006</c:v>
                </c:pt>
                <c:pt idx="921">
                  <c:v>9.9600000000000009</c:v>
                </c:pt>
                <c:pt idx="922">
                  <c:v>9.950301477832511</c:v>
                </c:pt>
                <c:pt idx="923">
                  <c:v>9.9499999999999993</c:v>
                </c:pt>
                <c:pt idx="924">
                  <c:v>9.93</c:v>
                </c:pt>
                <c:pt idx="925">
                  <c:v>9.92</c:v>
                </c:pt>
                <c:pt idx="926">
                  <c:v>9.9127205521383814</c:v>
                </c:pt>
                <c:pt idx="927">
                  <c:v>9.91</c:v>
                </c:pt>
                <c:pt idx="928">
                  <c:v>9.9</c:v>
                </c:pt>
                <c:pt idx="929">
                  <c:v>9.9</c:v>
                </c:pt>
                <c:pt idx="930">
                  <c:v>9.9</c:v>
                </c:pt>
                <c:pt idx="931">
                  <c:v>9.9</c:v>
                </c:pt>
                <c:pt idx="932">
                  <c:v>9.89</c:v>
                </c:pt>
                <c:pt idx="933">
                  <c:v>9.8956676303189095</c:v>
                </c:pt>
                <c:pt idx="934">
                  <c:v>9.9</c:v>
                </c:pt>
                <c:pt idx="935">
                  <c:v>9.92</c:v>
                </c:pt>
                <c:pt idx="936">
                  <c:v>9.9288371239350877</c:v>
                </c:pt>
                <c:pt idx="937">
                  <c:v>9.93</c:v>
                </c:pt>
                <c:pt idx="938">
                  <c:v>9.93</c:v>
                </c:pt>
                <c:pt idx="939">
                  <c:v>9.92</c:v>
                </c:pt>
                <c:pt idx="940">
                  <c:v>9.92</c:v>
                </c:pt>
                <c:pt idx="941">
                  <c:v>9.93</c:v>
                </c:pt>
                <c:pt idx="942">
                  <c:v>9.9427156223419324</c:v>
                </c:pt>
                <c:pt idx="943">
                  <c:v>9.9499999999999993</c:v>
                </c:pt>
                <c:pt idx="944">
                  <c:v>9.9499999999999993</c:v>
                </c:pt>
                <c:pt idx="945">
                  <c:v>9.9418110821866854</c:v>
                </c:pt>
                <c:pt idx="946">
                  <c:v>9.94</c:v>
                </c:pt>
                <c:pt idx="947">
                  <c:v>9.93</c:v>
                </c:pt>
                <c:pt idx="948">
                  <c:v>9.93</c:v>
                </c:pt>
                <c:pt idx="949">
                  <c:v>9.9269376712566331</c:v>
                </c:pt>
                <c:pt idx="950">
                  <c:v>9.92</c:v>
                </c:pt>
                <c:pt idx="951">
                  <c:v>9.92</c:v>
                </c:pt>
                <c:pt idx="952">
                  <c:v>9.9128678949265385</c:v>
                </c:pt>
                <c:pt idx="953">
                  <c:v>9.91</c:v>
                </c:pt>
                <c:pt idx="954">
                  <c:v>9.9</c:v>
                </c:pt>
                <c:pt idx="955">
                  <c:v>9.9</c:v>
                </c:pt>
                <c:pt idx="956">
                  <c:v>9.89</c:v>
                </c:pt>
                <c:pt idx="957">
                  <c:v>9.89</c:v>
                </c:pt>
                <c:pt idx="958">
                  <c:v>9.89</c:v>
                </c:pt>
                <c:pt idx="959">
                  <c:v>9.8811463793905006</c:v>
                </c:pt>
                <c:pt idx="960">
                  <c:v>9.8800000000000008</c:v>
                </c:pt>
                <c:pt idx="961">
                  <c:v>9.89</c:v>
                </c:pt>
                <c:pt idx="962">
                  <c:v>9.9</c:v>
                </c:pt>
                <c:pt idx="963">
                  <c:v>9.9084536254355697</c:v>
                </c:pt>
                <c:pt idx="964">
                  <c:v>9.91</c:v>
                </c:pt>
                <c:pt idx="965">
                  <c:v>9.94</c:v>
                </c:pt>
                <c:pt idx="966">
                  <c:v>9.9499999999999993</c:v>
                </c:pt>
                <c:pt idx="967">
                  <c:v>9.9600000000000009</c:v>
                </c:pt>
                <c:pt idx="968">
                  <c:v>9.9672173577131087</c:v>
                </c:pt>
                <c:pt idx="969">
                  <c:v>9.9700000000000006</c:v>
                </c:pt>
                <c:pt idx="970">
                  <c:v>9.99</c:v>
                </c:pt>
                <c:pt idx="971">
                  <c:v>9.982483346656009</c:v>
                </c:pt>
                <c:pt idx="972">
                  <c:v>9.98</c:v>
                </c:pt>
                <c:pt idx="973">
                  <c:v>9.9499999999999993</c:v>
                </c:pt>
                <c:pt idx="974">
                  <c:v>9.93</c:v>
                </c:pt>
                <c:pt idx="975">
                  <c:v>9.9161252785342899</c:v>
                </c:pt>
                <c:pt idx="976">
                  <c:v>9.91</c:v>
                </c:pt>
                <c:pt idx="977">
                  <c:v>9.9</c:v>
                </c:pt>
                <c:pt idx="978">
                  <c:v>9.89</c:v>
                </c:pt>
                <c:pt idx="979">
                  <c:v>9.89</c:v>
                </c:pt>
                <c:pt idx="980">
                  <c:v>9.89</c:v>
                </c:pt>
                <c:pt idx="981">
                  <c:v>9.8926148168398029</c:v>
                </c:pt>
                <c:pt idx="982">
                  <c:v>9.9</c:v>
                </c:pt>
                <c:pt idx="983">
                  <c:v>9.9</c:v>
                </c:pt>
                <c:pt idx="984">
                  <c:v>9.9069203753498325</c:v>
                </c:pt>
                <c:pt idx="985">
                  <c:v>9.91</c:v>
                </c:pt>
                <c:pt idx="986">
                  <c:v>9.92</c:v>
                </c:pt>
                <c:pt idx="987">
                  <c:v>9.9282664728301437</c:v>
                </c:pt>
                <c:pt idx="988">
                  <c:v>9.93</c:v>
                </c:pt>
                <c:pt idx="989">
                  <c:v>9.93</c:v>
                </c:pt>
                <c:pt idx="990">
                  <c:v>9.93</c:v>
                </c:pt>
                <c:pt idx="991">
                  <c:v>9.93</c:v>
                </c:pt>
                <c:pt idx="992">
                  <c:v>9.9499999999999993</c:v>
                </c:pt>
                <c:pt idx="993">
                  <c:v>9.9600000000000009</c:v>
                </c:pt>
                <c:pt idx="994">
                  <c:v>9.9600000000000009</c:v>
                </c:pt>
                <c:pt idx="995">
                  <c:v>9.9600000000000009</c:v>
                </c:pt>
                <c:pt idx="996">
                  <c:v>9.99</c:v>
                </c:pt>
                <c:pt idx="997">
                  <c:v>10.01055483150251</c:v>
                </c:pt>
                <c:pt idx="998">
                  <c:v>10.02</c:v>
                </c:pt>
                <c:pt idx="999">
                  <c:v>10.039999999999999</c:v>
                </c:pt>
                <c:pt idx="1000">
                  <c:v>10.046705005100071</c:v>
                </c:pt>
                <c:pt idx="1001">
                  <c:v>10.050000000000001</c:v>
                </c:pt>
                <c:pt idx="1002">
                  <c:v>10.04113037830817</c:v>
                </c:pt>
                <c:pt idx="1003">
                  <c:v>10.039999999999999</c:v>
                </c:pt>
                <c:pt idx="1004">
                  <c:v>10.01</c:v>
                </c:pt>
                <c:pt idx="1005">
                  <c:v>9.99</c:v>
                </c:pt>
                <c:pt idx="1006">
                  <c:v>10</c:v>
                </c:pt>
                <c:pt idx="1007">
                  <c:v>10.0076064877587</c:v>
                </c:pt>
                <c:pt idx="1008">
                  <c:v>10.01</c:v>
                </c:pt>
                <c:pt idx="1009">
                  <c:v>10.01746657275477</c:v>
                </c:pt>
                <c:pt idx="1010">
                  <c:v>10.02</c:v>
                </c:pt>
                <c:pt idx="1011">
                  <c:v>9.99</c:v>
                </c:pt>
                <c:pt idx="1012">
                  <c:v>9.9600000000000009</c:v>
                </c:pt>
                <c:pt idx="1013">
                  <c:v>9.9499999999999993</c:v>
                </c:pt>
                <c:pt idx="1014">
                  <c:v>9.9600000000000009</c:v>
                </c:pt>
                <c:pt idx="1015">
                  <c:v>9.9636026734073102</c:v>
                </c:pt>
                <c:pt idx="1016">
                  <c:v>9.9700000000000006</c:v>
                </c:pt>
                <c:pt idx="1017">
                  <c:v>9.98</c:v>
                </c:pt>
                <c:pt idx="1018">
                  <c:v>9.98</c:v>
                </c:pt>
                <c:pt idx="1019">
                  <c:v>9.98</c:v>
                </c:pt>
                <c:pt idx="1020">
                  <c:v>9.9700000000000006</c:v>
                </c:pt>
                <c:pt idx="1021">
                  <c:v>9.9700000000000006</c:v>
                </c:pt>
                <c:pt idx="1022">
                  <c:v>9.9700000000000006</c:v>
                </c:pt>
                <c:pt idx="1023">
                  <c:v>9.9700000000000006</c:v>
                </c:pt>
                <c:pt idx="1024">
                  <c:v>9.98</c:v>
                </c:pt>
                <c:pt idx="1025">
                  <c:v>9.99</c:v>
                </c:pt>
                <c:pt idx="1026">
                  <c:v>9.98</c:v>
                </c:pt>
                <c:pt idx="1027">
                  <c:v>9.9700000000000006</c:v>
                </c:pt>
                <c:pt idx="1028">
                  <c:v>9.9700000000000006</c:v>
                </c:pt>
                <c:pt idx="1029">
                  <c:v>9.9700000000000006</c:v>
                </c:pt>
                <c:pt idx="1030">
                  <c:v>9.9600000000000009</c:v>
                </c:pt>
                <c:pt idx="1031">
                  <c:v>9.9673010117677716</c:v>
                </c:pt>
                <c:pt idx="1032">
                  <c:v>9.9700000000000006</c:v>
                </c:pt>
                <c:pt idx="1033">
                  <c:v>9.98</c:v>
                </c:pt>
                <c:pt idx="1034">
                  <c:v>9.9873867504007379</c:v>
                </c:pt>
                <c:pt idx="1035">
                  <c:v>9.99</c:v>
                </c:pt>
                <c:pt idx="1036">
                  <c:v>9.98</c:v>
                </c:pt>
                <c:pt idx="1037">
                  <c:v>9.9499999999999993</c:v>
                </c:pt>
                <c:pt idx="1038">
                  <c:v>9.93</c:v>
                </c:pt>
                <c:pt idx="1039">
                  <c:v>9.92</c:v>
                </c:pt>
                <c:pt idx="1040">
                  <c:v>9.92</c:v>
                </c:pt>
                <c:pt idx="1041">
                  <c:v>9.92</c:v>
                </c:pt>
                <c:pt idx="1042">
                  <c:v>9.92</c:v>
                </c:pt>
                <c:pt idx="1043">
                  <c:v>9.9278540127010064</c:v>
                </c:pt>
                <c:pt idx="1044">
                  <c:v>9.93</c:v>
                </c:pt>
                <c:pt idx="1045">
                  <c:v>9.9499999999999993</c:v>
                </c:pt>
                <c:pt idx="1046">
                  <c:v>9.9600000000000009</c:v>
                </c:pt>
                <c:pt idx="1047">
                  <c:v>9.9600000000000009</c:v>
                </c:pt>
                <c:pt idx="1048">
                  <c:v>9.9600000000000009</c:v>
                </c:pt>
                <c:pt idx="1049">
                  <c:v>9.9700000000000006</c:v>
                </c:pt>
                <c:pt idx="1050">
                  <c:v>9.9770825228256488</c:v>
                </c:pt>
                <c:pt idx="1051">
                  <c:v>9.98</c:v>
                </c:pt>
                <c:pt idx="1052">
                  <c:v>10</c:v>
                </c:pt>
                <c:pt idx="1053">
                  <c:v>10</c:v>
                </c:pt>
                <c:pt idx="1054">
                  <c:v>10</c:v>
                </c:pt>
                <c:pt idx="1055">
                  <c:v>10</c:v>
                </c:pt>
                <c:pt idx="1056">
                  <c:v>9.9934759822619164</c:v>
                </c:pt>
                <c:pt idx="1057">
                  <c:v>9.99</c:v>
                </c:pt>
                <c:pt idx="1058">
                  <c:v>9.9700000000000006</c:v>
                </c:pt>
                <c:pt idx="1059">
                  <c:v>9.9499999999999993</c:v>
                </c:pt>
                <c:pt idx="1060">
                  <c:v>9.9586934496733122</c:v>
                </c:pt>
                <c:pt idx="1061">
                  <c:v>9.9600000000000009</c:v>
                </c:pt>
                <c:pt idx="1062">
                  <c:v>9.98</c:v>
                </c:pt>
                <c:pt idx="1063">
                  <c:v>9.98</c:v>
                </c:pt>
                <c:pt idx="1064">
                  <c:v>9.98</c:v>
                </c:pt>
                <c:pt idx="1065">
                  <c:v>9.98</c:v>
                </c:pt>
                <c:pt idx="1066">
                  <c:v>9.98</c:v>
                </c:pt>
                <c:pt idx="1067">
                  <c:v>9.98</c:v>
                </c:pt>
                <c:pt idx="1068">
                  <c:v>9.9700000000000006</c:v>
                </c:pt>
                <c:pt idx="1069">
                  <c:v>9.9600000000000009</c:v>
                </c:pt>
                <c:pt idx="1070">
                  <c:v>9.93</c:v>
                </c:pt>
                <c:pt idx="1071">
                  <c:v>9.9223242749486182</c:v>
                </c:pt>
                <c:pt idx="1072">
                  <c:v>9.91</c:v>
                </c:pt>
                <c:pt idx="1073">
                  <c:v>9.8800000000000008</c:v>
                </c:pt>
                <c:pt idx="1074">
                  <c:v>9.8701261616738485</c:v>
                </c:pt>
                <c:pt idx="1075">
                  <c:v>9.85</c:v>
                </c:pt>
                <c:pt idx="1076">
                  <c:v>9.83</c:v>
                </c:pt>
                <c:pt idx="1077">
                  <c:v>9.816724717675422</c:v>
                </c:pt>
                <c:pt idx="1078">
                  <c:v>9.81</c:v>
                </c:pt>
                <c:pt idx="1079">
                  <c:v>9.81</c:v>
                </c:pt>
                <c:pt idx="1080">
                  <c:v>9.82</c:v>
                </c:pt>
                <c:pt idx="1081">
                  <c:v>9.82</c:v>
                </c:pt>
                <c:pt idx="1082">
                  <c:v>9.82</c:v>
                </c:pt>
                <c:pt idx="1083">
                  <c:v>9.82</c:v>
                </c:pt>
                <c:pt idx="1084">
                  <c:v>9.8134344973048986</c:v>
                </c:pt>
                <c:pt idx="1085">
                  <c:v>9.8000000000000007</c:v>
                </c:pt>
                <c:pt idx="1086">
                  <c:v>9.77</c:v>
                </c:pt>
                <c:pt idx="1087">
                  <c:v>9.74</c:v>
                </c:pt>
                <c:pt idx="1088">
                  <c:v>9.7349258283654514</c:v>
                </c:pt>
                <c:pt idx="1089">
                  <c:v>9.7200000000000006</c:v>
                </c:pt>
                <c:pt idx="1090">
                  <c:v>9.7200000000000006</c:v>
                </c:pt>
                <c:pt idx="1091">
                  <c:v>9.7268885550396078</c:v>
                </c:pt>
                <c:pt idx="1092">
                  <c:v>9.73</c:v>
                </c:pt>
                <c:pt idx="1093">
                  <c:v>9.74</c:v>
                </c:pt>
                <c:pt idx="1094">
                  <c:v>9.74</c:v>
                </c:pt>
                <c:pt idx="1095">
                  <c:v>9.74</c:v>
                </c:pt>
                <c:pt idx="1096">
                  <c:v>9.74</c:v>
                </c:pt>
                <c:pt idx="1097">
                  <c:v>9.73</c:v>
                </c:pt>
                <c:pt idx="1098">
                  <c:v>9.73</c:v>
                </c:pt>
                <c:pt idx="1099">
                  <c:v>9.73</c:v>
                </c:pt>
                <c:pt idx="1100">
                  <c:v>9.74</c:v>
                </c:pt>
                <c:pt idx="1101">
                  <c:v>9.7437345578432826</c:v>
                </c:pt>
                <c:pt idx="1102">
                  <c:v>9.75</c:v>
                </c:pt>
                <c:pt idx="1103">
                  <c:v>9.75</c:v>
                </c:pt>
                <c:pt idx="1104">
                  <c:v>9.7530877685096335</c:v>
                </c:pt>
                <c:pt idx="1105">
                  <c:v>9.76</c:v>
                </c:pt>
                <c:pt idx="1106">
                  <c:v>9.76</c:v>
                </c:pt>
                <c:pt idx="1107">
                  <c:v>9.7509555007232187</c:v>
                </c:pt>
                <c:pt idx="1108">
                  <c:v>9.75</c:v>
                </c:pt>
                <c:pt idx="1109">
                  <c:v>9.74</c:v>
                </c:pt>
                <c:pt idx="1110">
                  <c:v>9.74</c:v>
                </c:pt>
                <c:pt idx="1111">
                  <c:v>9.74</c:v>
                </c:pt>
                <c:pt idx="1112">
                  <c:v>9.74</c:v>
                </c:pt>
                <c:pt idx="1113">
                  <c:v>9.73</c:v>
                </c:pt>
                <c:pt idx="1114">
                  <c:v>9.74</c:v>
                </c:pt>
                <c:pt idx="1115">
                  <c:v>9.74</c:v>
                </c:pt>
                <c:pt idx="1116">
                  <c:v>9.74</c:v>
                </c:pt>
                <c:pt idx="1117">
                  <c:v>9.74</c:v>
                </c:pt>
                <c:pt idx="1118">
                  <c:v>9.74</c:v>
                </c:pt>
                <c:pt idx="1119">
                  <c:v>9.74</c:v>
                </c:pt>
                <c:pt idx="1120">
                  <c:v>9.76</c:v>
                </c:pt>
                <c:pt idx="1121">
                  <c:v>9.7751011292166954</c:v>
                </c:pt>
                <c:pt idx="1122">
                  <c:v>9.7799999999999994</c:v>
                </c:pt>
                <c:pt idx="1123">
                  <c:v>9.7899999999999991</c:v>
                </c:pt>
                <c:pt idx="1124">
                  <c:v>9.7899999999999991</c:v>
                </c:pt>
                <c:pt idx="1125">
                  <c:v>9.7899999999999991</c:v>
                </c:pt>
                <c:pt idx="1126">
                  <c:v>9.8000000000000007</c:v>
                </c:pt>
                <c:pt idx="1127">
                  <c:v>9.8080976648174438</c:v>
                </c:pt>
                <c:pt idx="1128">
                  <c:v>9.81</c:v>
                </c:pt>
                <c:pt idx="1129">
                  <c:v>9.82</c:v>
                </c:pt>
                <c:pt idx="1130">
                  <c:v>9.8276656511805029</c:v>
                </c:pt>
                <c:pt idx="1131">
                  <c:v>9.83</c:v>
                </c:pt>
                <c:pt idx="1132">
                  <c:v>9.8491991919350408</c:v>
                </c:pt>
                <c:pt idx="1133">
                  <c:v>9.85</c:v>
                </c:pt>
                <c:pt idx="1134">
                  <c:v>9.85</c:v>
                </c:pt>
                <c:pt idx="1135">
                  <c:v>9.84</c:v>
                </c:pt>
                <c:pt idx="1136">
                  <c:v>9.84</c:v>
                </c:pt>
                <c:pt idx="1137">
                  <c:v>9.85</c:v>
                </c:pt>
                <c:pt idx="1138">
                  <c:v>9.86</c:v>
                </c:pt>
                <c:pt idx="1139">
                  <c:v>9.8658200471371131</c:v>
                </c:pt>
                <c:pt idx="1140">
                  <c:v>9.8699999999999992</c:v>
                </c:pt>
                <c:pt idx="1141">
                  <c:v>9.8699999999999992</c:v>
                </c:pt>
                <c:pt idx="1142">
                  <c:v>9.8619169821004675</c:v>
                </c:pt>
                <c:pt idx="1143">
                  <c:v>9.86</c:v>
                </c:pt>
                <c:pt idx="1144">
                  <c:v>9.84</c:v>
                </c:pt>
                <c:pt idx="1145">
                  <c:v>9.8305996734451533</c:v>
                </c:pt>
                <c:pt idx="1146">
                  <c:v>9.83</c:v>
                </c:pt>
                <c:pt idx="1147">
                  <c:v>9.81</c:v>
                </c:pt>
                <c:pt idx="1148">
                  <c:v>9.7899999999999991</c:v>
                </c:pt>
                <c:pt idx="1149">
                  <c:v>9.7848547794117646</c:v>
                </c:pt>
                <c:pt idx="1150">
                  <c:v>9.7799999999999994</c:v>
                </c:pt>
                <c:pt idx="1151">
                  <c:v>9.77</c:v>
                </c:pt>
                <c:pt idx="1152">
                  <c:v>9.77</c:v>
                </c:pt>
                <c:pt idx="1153">
                  <c:v>9.7641219969634729</c:v>
                </c:pt>
                <c:pt idx="1154">
                  <c:v>9.76</c:v>
                </c:pt>
                <c:pt idx="1155">
                  <c:v>9.76</c:v>
                </c:pt>
                <c:pt idx="1156">
                  <c:v>9.76</c:v>
                </c:pt>
                <c:pt idx="1157">
                  <c:v>9.76</c:v>
                </c:pt>
                <c:pt idx="1158">
                  <c:v>9.76</c:v>
                </c:pt>
                <c:pt idx="1159">
                  <c:v>9.76</c:v>
                </c:pt>
                <c:pt idx="1160">
                  <c:v>9.76</c:v>
                </c:pt>
                <c:pt idx="1161">
                  <c:v>9.76</c:v>
                </c:pt>
                <c:pt idx="1162">
                  <c:v>9.74</c:v>
                </c:pt>
                <c:pt idx="1163">
                  <c:v>9.721206449221647</c:v>
                </c:pt>
                <c:pt idx="1164">
                  <c:v>9.7200000000000006</c:v>
                </c:pt>
                <c:pt idx="1165">
                  <c:v>9.7100000000000009</c:v>
                </c:pt>
                <c:pt idx="1166">
                  <c:v>9.7100000000000009</c:v>
                </c:pt>
                <c:pt idx="1167">
                  <c:v>9.7100000000000009</c:v>
                </c:pt>
                <c:pt idx="1168">
                  <c:v>9.7100000000000009</c:v>
                </c:pt>
                <c:pt idx="1169">
                  <c:v>9.6999999999999993</c:v>
                </c:pt>
                <c:pt idx="1170">
                  <c:v>9.69</c:v>
                </c:pt>
                <c:pt idx="1171">
                  <c:v>9.68</c:v>
                </c:pt>
                <c:pt idx="1172">
                  <c:v>9.6756545705098755</c:v>
                </c:pt>
                <c:pt idx="1173">
                  <c:v>9.67</c:v>
                </c:pt>
                <c:pt idx="1174">
                  <c:v>9.67</c:v>
                </c:pt>
                <c:pt idx="1175">
                  <c:v>9.68</c:v>
                </c:pt>
                <c:pt idx="1176">
                  <c:v>9.6873132651479921</c:v>
                </c:pt>
                <c:pt idx="1177">
                  <c:v>9.69</c:v>
                </c:pt>
                <c:pt idx="1178">
                  <c:v>9.68</c:v>
                </c:pt>
                <c:pt idx="1179">
                  <c:v>9.6777755123379343</c:v>
                </c:pt>
                <c:pt idx="1180">
                  <c:v>9.67</c:v>
                </c:pt>
                <c:pt idx="1181">
                  <c:v>9.66</c:v>
                </c:pt>
                <c:pt idx="1182">
                  <c:v>9.66</c:v>
                </c:pt>
                <c:pt idx="1183">
                  <c:v>9.66</c:v>
                </c:pt>
                <c:pt idx="1184">
                  <c:v>9.66</c:v>
                </c:pt>
                <c:pt idx="1185">
                  <c:v>9.65</c:v>
                </c:pt>
                <c:pt idx="1186">
                  <c:v>9.6348029905640473</c:v>
                </c:pt>
                <c:pt idx="1187">
                  <c:v>9.6300000000000008</c:v>
                </c:pt>
                <c:pt idx="1188">
                  <c:v>9.61</c:v>
                </c:pt>
                <c:pt idx="1189">
                  <c:v>9.5851642282155236</c:v>
                </c:pt>
                <c:pt idx="1190">
                  <c:v>9.58</c:v>
                </c:pt>
                <c:pt idx="1191">
                  <c:v>9.57</c:v>
                </c:pt>
                <c:pt idx="1192">
                  <c:v>9.5399999999999991</c:v>
                </c:pt>
                <c:pt idx="1193">
                  <c:v>9.5399999999999991</c:v>
                </c:pt>
                <c:pt idx="1194">
                  <c:v>9.5399999999999991</c:v>
                </c:pt>
                <c:pt idx="1195">
                  <c:v>9.5399999999999991</c:v>
                </c:pt>
                <c:pt idx="1196">
                  <c:v>9.5305300683116201</c:v>
                </c:pt>
                <c:pt idx="1197">
                  <c:v>9.5299999999999994</c:v>
                </c:pt>
                <c:pt idx="1198">
                  <c:v>9.51</c:v>
                </c:pt>
                <c:pt idx="1199">
                  <c:v>9.4993999106163418</c:v>
                </c:pt>
                <c:pt idx="1200">
                  <c:v>9.49</c:v>
                </c:pt>
                <c:pt idx="1201">
                  <c:v>9.48</c:v>
                </c:pt>
                <c:pt idx="1202">
                  <c:v>9.4600000000000009</c:v>
                </c:pt>
                <c:pt idx="1203">
                  <c:v>9.4538348731485549</c:v>
                </c:pt>
                <c:pt idx="1204">
                  <c:v>9.4499999999999993</c:v>
                </c:pt>
                <c:pt idx="1205">
                  <c:v>9.44</c:v>
                </c:pt>
                <c:pt idx="1206">
                  <c:v>9.434687512463606</c:v>
                </c:pt>
                <c:pt idx="1207">
                  <c:v>9.43</c:v>
                </c:pt>
                <c:pt idx="1208">
                  <c:v>9.42</c:v>
                </c:pt>
                <c:pt idx="1209">
                  <c:v>9.4139918133442482</c:v>
                </c:pt>
                <c:pt idx="1210">
                  <c:v>9.41</c:v>
                </c:pt>
                <c:pt idx="1211">
                  <c:v>9.39</c:v>
                </c:pt>
                <c:pt idx="1212">
                  <c:v>9.3800000000000008</c:v>
                </c:pt>
                <c:pt idx="1213">
                  <c:v>9.3800000000000008</c:v>
                </c:pt>
                <c:pt idx="1214">
                  <c:v>9.39</c:v>
                </c:pt>
                <c:pt idx="1215">
                  <c:v>9.4</c:v>
                </c:pt>
                <c:pt idx="1216">
                  <c:v>9.4172032193158959</c:v>
                </c:pt>
                <c:pt idx="1217">
                  <c:v>9.43</c:v>
                </c:pt>
                <c:pt idx="1218">
                  <c:v>9.4499999999999993</c:v>
                </c:pt>
                <c:pt idx="1219">
                  <c:v>9.4644431714023831</c:v>
                </c:pt>
                <c:pt idx="1220">
                  <c:v>9.4700000000000006</c:v>
                </c:pt>
                <c:pt idx="1221">
                  <c:v>9.4700000000000006</c:v>
                </c:pt>
                <c:pt idx="1222">
                  <c:v>9.4700000000000006</c:v>
                </c:pt>
                <c:pt idx="1223">
                  <c:v>9.4499999999999993</c:v>
                </c:pt>
                <c:pt idx="1224">
                  <c:v>9.4499999999999993</c:v>
                </c:pt>
                <c:pt idx="1225">
                  <c:v>9.4469736523661236</c:v>
                </c:pt>
                <c:pt idx="1226">
                  <c:v>9.44</c:v>
                </c:pt>
                <c:pt idx="1227">
                  <c:v>9.43</c:v>
                </c:pt>
                <c:pt idx="1228">
                  <c:v>9.4051681565785845</c:v>
                </c:pt>
                <c:pt idx="1229">
                  <c:v>9.4</c:v>
                </c:pt>
                <c:pt idx="1230">
                  <c:v>9.3699999999999992</c:v>
                </c:pt>
                <c:pt idx="1231">
                  <c:v>9.33</c:v>
                </c:pt>
                <c:pt idx="1232">
                  <c:v>9.3233230932203384</c:v>
                </c:pt>
                <c:pt idx="1233">
                  <c:v>9.3000000000000007</c:v>
                </c:pt>
                <c:pt idx="1234">
                  <c:v>9.283863314920076</c:v>
                </c:pt>
                <c:pt idx="1235">
                  <c:v>9.2799999999999994</c:v>
                </c:pt>
                <c:pt idx="1236">
                  <c:v>9.25</c:v>
                </c:pt>
                <c:pt idx="1237">
                  <c:v>9.23</c:v>
                </c:pt>
                <c:pt idx="1238">
                  <c:v>9.2200000000000006</c:v>
                </c:pt>
                <c:pt idx="1239">
                  <c:v>9.1999999999999993</c:v>
                </c:pt>
                <c:pt idx="1240">
                  <c:v>9.1999999999999993</c:v>
                </c:pt>
                <c:pt idx="1241">
                  <c:v>9.1999999999999993</c:v>
                </c:pt>
                <c:pt idx="1242">
                  <c:v>9.1920297869202976</c:v>
                </c:pt>
                <c:pt idx="1243">
                  <c:v>9.19</c:v>
                </c:pt>
                <c:pt idx="1244">
                  <c:v>9.17</c:v>
                </c:pt>
                <c:pt idx="1245">
                  <c:v>9.18</c:v>
                </c:pt>
                <c:pt idx="1246">
                  <c:v>9.19</c:v>
                </c:pt>
                <c:pt idx="1247">
                  <c:v>9.17</c:v>
                </c:pt>
                <c:pt idx="1248">
                  <c:v>9.15</c:v>
                </c:pt>
                <c:pt idx="1249">
                  <c:v>9.14</c:v>
                </c:pt>
                <c:pt idx="1250">
                  <c:v>9.1300000000000008</c:v>
                </c:pt>
                <c:pt idx="1251">
                  <c:v>9.1199999999999992</c:v>
                </c:pt>
                <c:pt idx="1252">
                  <c:v>9.0928109028960815</c:v>
                </c:pt>
                <c:pt idx="1253">
                  <c:v>9.09</c:v>
                </c:pt>
                <c:pt idx="1254">
                  <c:v>9.07</c:v>
                </c:pt>
                <c:pt idx="1255">
                  <c:v>9.0399999999999991</c:v>
                </c:pt>
                <c:pt idx="1256">
                  <c:v>9.0299731951393838</c:v>
                </c:pt>
                <c:pt idx="1257">
                  <c:v>9.01</c:v>
                </c:pt>
                <c:pt idx="1258">
                  <c:v>8.98</c:v>
                </c:pt>
                <c:pt idx="1259">
                  <c:v>8.9669158878504671</c:v>
                </c:pt>
                <c:pt idx="1260">
                  <c:v>8.9499999999999993</c:v>
                </c:pt>
                <c:pt idx="1261">
                  <c:v>8.91</c:v>
                </c:pt>
                <c:pt idx="1262">
                  <c:v>8.89</c:v>
                </c:pt>
                <c:pt idx="1263">
                  <c:v>8.8822196971698872</c:v>
                </c:pt>
                <c:pt idx="1264">
                  <c:v>8.8800000000000008</c:v>
                </c:pt>
                <c:pt idx="1265">
                  <c:v>8.8699999999999992</c:v>
                </c:pt>
                <c:pt idx="1266">
                  <c:v>8.8538810491602113</c:v>
                </c:pt>
                <c:pt idx="1267">
                  <c:v>8.85</c:v>
                </c:pt>
                <c:pt idx="1268">
                  <c:v>8.81</c:v>
                </c:pt>
                <c:pt idx="1269">
                  <c:v>8.76</c:v>
                </c:pt>
                <c:pt idx="1270">
                  <c:v>8.73</c:v>
                </c:pt>
                <c:pt idx="1271">
                  <c:v>8.7281258117973763</c:v>
                </c:pt>
                <c:pt idx="1272">
                  <c:v>8.7200000000000006</c:v>
                </c:pt>
                <c:pt idx="1273">
                  <c:v>8.7100000000000009</c:v>
                </c:pt>
                <c:pt idx="1274">
                  <c:v>8.6885623206885558</c:v>
                </c:pt>
                <c:pt idx="1275">
                  <c:v>8.68</c:v>
                </c:pt>
                <c:pt idx="1276">
                  <c:v>8.6104096850258447</c:v>
                </c:pt>
                <c:pt idx="1277">
                  <c:v>8.61</c:v>
                </c:pt>
                <c:pt idx="1278">
                  <c:v>8.59</c:v>
                </c:pt>
                <c:pt idx="1279">
                  <c:v>8.58</c:v>
                </c:pt>
                <c:pt idx="1280">
                  <c:v>8.58</c:v>
                </c:pt>
                <c:pt idx="1281">
                  <c:v>8.58</c:v>
                </c:pt>
                <c:pt idx="1282">
                  <c:v>8.59</c:v>
                </c:pt>
                <c:pt idx="1283">
                  <c:v>8.6</c:v>
                </c:pt>
                <c:pt idx="1284">
                  <c:v>8.6</c:v>
                </c:pt>
                <c:pt idx="1285">
                  <c:v>8.5917554084154641</c:v>
                </c:pt>
                <c:pt idx="1286">
                  <c:v>8.59</c:v>
                </c:pt>
                <c:pt idx="1287">
                  <c:v>8.57</c:v>
                </c:pt>
                <c:pt idx="1288">
                  <c:v>8.5500000000000007</c:v>
                </c:pt>
                <c:pt idx="1289">
                  <c:v>8.5355057971639159</c:v>
                </c:pt>
                <c:pt idx="1290">
                  <c:v>8.5299999999999994</c:v>
                </c:pt>
                <c:pt idx="1291">
                  <c:v>8.52</c:v>
                </c:pt>
                <c:pt idx="1292">
                  <c:v>8.52</c:v>
                </c:pt>
                <c:pt idx="1293">
                  <c:v>8.52</c:v>
                </c:pt>
                <c:pt idx="1294">
                  <c:v>8.5</c:v>
                </c:pt>
                <c:pt idx="1295">
                  <c:v>8.48</c:v>
                </c:pt>
                <c:pt idx="1296">
                  <c:v>8.44</c:v>
                </c:pt>
                <c:pt idx="1297">
                  <c:v>8.3981606037074652</c:v>
                </c:pt>
                <c:pt idx="1298">
                  <c:v>8.39</c:v>
                </c:pt>
                <c:pt idx="1299">
                  <c:v>8.34</c:v>
                </c:pt>
                <c:pt idx="1300">
                  <c:v>8.2799999999999994</c:v>
                </c:pt>
                <c:pt idx="1301">
                  <c:v>8.2646220025626942</c:v>
                </c:pt>
                <c:pt idx="1302">
                  <c:v>8.25</c:v>
                </c:pt>
                <c:pt idx="1303">
                  <c:v>8.23</c:v>
                </c:pt>
                <c:pt idx="1304">
                  <c:v>8.2260987064069315</c:v>
                </c:pt>
                <c:pt idx="1305">
                  <c:v>8.2200000000000006</c:v>
                </c:pt>
                <c:pt idx="1306">
                  <c:v>8.2100000000000009</c:v>
                </c:pt>
                <c:pt idx="1307">
                  <c:v>8.2100000000000009</c:v>
                </c:pt>
                <c:pt idx="1308">
                  <c:v>8.24</c:v>
                </c:pt>
                <c:pt idx="1309">
                  <c:v>8.27</c:v>
                </c:pt>
                <c:pt idx="1310">
                  <c:v>8.3123646900548493</c:v>
                </c:pt>
                <c:pt idx="1311">
                  <c:v>8.32</c:v>
                </c:pt>
                <c:pt idx="1312">
                  <c:v>8.3800000000000008</c:v>
                </c:pt>
                <c:pt idx="1313">
                  <c:v>8.43</c:v>
                </c:pt>
                <c:pt idx="1314">
                  <c:v>8.432883945148367</c:v>
                </c:pt>
                <c:pt idx="1315">
                  <c:v>8.4700000000000006</c:v>
                </c:pt>
                <c:pt idx="1316">
                  <c:v>8.5</c:v>
                </c:pt>
                <c:pt idx="1317">
                  <c:v>8.5067847102076115</c:v>
                </c:pt>
                <c:pt idx="1318">
                  <c:v>8.5299999999999994</c:v>
                </c:pt>
                <c:pt idx="1319">
                  <c:v>8.56</c:v>
                </c:pt>
                <c:pt idx="1320">
                  <c:v>8.5762605903516587</c:v>
                </c:pt>
                <c:pt idx="1321">
                  <c:v>8.58</c:v>
                </c:pt>
                <c:pt idx="1322">
                  <c:v>8.6</c:v>
                </c:pt>
                <c:pt idx="1323">
                  <c:v>8.61</c:v>
                </c:pt>
                <c:pt idx="1324">
                  <c:v>8.6230858545923681</c:v>
                </c:pt>
                <c:pt idx="1325">
                  <c:v>8.6300000000000008</c:v>
                </c:pt>
                <c:pt idx="1326">
                  <c:v>8.6552223756906077</c:v>
                </c:pt>
                <c:pt idx="1327">
                  <c:v>8.66</c:v>
                </c:pt>
                <c:pt idx="1328">
                  <c:v>8.68</c:v>
                </c:pt>
                <c:pt idx="1329">
                  <c:v>8.69</c:v>
                </c:pt>
                <c:pt idx="1330">
                  <c:v>8.6816827683988382</c:v>
                </c:pt>
                <c:pt idx="1331">
                  <c:v>8.68</c:v>
                </c:pt>
                <c:pt idx="1332">
                  <c:v>8.66</c:v>
                </c:pt>
                <c:pt idx="1333">
                  <c:v>8.64</c:v>
                </c:pt>
                <c:pt idx="1334">
                  <c:v>8.61</c:v>
                </c:pt>
                <c:pt idx="1335">
                  <c:v>8.6</c:v>
                </c:pt>
                <c:pt idx="1336">
                  <c:v>8.5943053719708526</c:v>
                </c:pt>
                <c:pt idx="1337">
                  <c:v>8.59</c:v>
                </c:pt>
                <c:pt idx="1338">
                  <c:v>8.58</c:v>
                </c:pt>
                <c:pt idx="1339">
                  <c:v>8.5882325067394465</c:v>
                </c:pt>
                <c:pt idx="1340">
                  <c:v>8.59</c:v>
                </c:pt>
                <c:pt idx="1341">
                  <c:v>8.67</c:v>
                </c:pt>
                <c:pt idx="1342">
                  <c:v>8.7094769604196856</c:v>
                </c:pt>
                <c:pt idx="1343">
                  <c:v>8.73</c:v>
                </c:pt>
                <c:pt idx="1344">
                  <c:v>8.8000000000000007</c:v>
                </c:pt>
                <c:pt idx="1345">
                  <c:v>8.86</c:v>
                </c:pt>
                <c:pt idx="1346">
                  <c:v>8.9166458859870819</c:v>
                </c:pt>
                <c:pt idx="1347">
                  <c:v>8.92</c:v>
                </c:pt>
                <c:pt idx="1348">
                  <c:v>8.9700000000000006</c:v>
                </c:pt>
                <c:pt idx="1349">
                  <c:v>9.02</c:v>
                </c:pt>
                <c:pt idx="1350">
                  <c:v>9.06</c:v>
                </c:pt>
                <c:pt idx="1351">
                  <c:v>9.1</c:v>
                </c:pt>
                <c:pt idx="1352">
                  <c:v>9.1179806320445138</c:v>
                </c:pt>
                <c:pt idx="1353">
                  <c:v>9.1300000000000008</c:v>
                </c:pt>
                <c:pt idx="1354">
                  <c:v>9.16</c:v>
                </c:pt>
                <c:pt idx="1355">
                  <c:v>9.1663992217008126</c:v>
                </c:pt>
                <c:pt idx="1356">
                  <c:v>9.18</c:v>
                </c:pt>
                <c:pt idx="1357">
                  <c:v>9.19</c:v>
                </c:pt>
                <c:pt idx="1358">
                  <c:v>9.2042714669869206</c:v>
                </c:pt>
                <c:pt idx="1359">
                  <c:v>9.2100000000000009</c:v>
                </c:pt>
                <c:pt idx="1360">
                  <c:v>9.24</c:v>
                </c:pt>
                <c:pt idx="1361">
                  <c:v>9.27</c:v>
                </c:pt>
                <c:pt idx="1362">
                  <c:v>9.292883270313693</c:v>
                </c:pt>
                <c:pt idx="1363">
                  <c:v>9.3000000000000007</c:v>
                </c:pt>
                <c:pt idx="1364">
                  <c:v>9.35</c:v>
                </c:pt>
                <c:pt idx="1365">
                  <c:v>9.39</c:v>
                </c:pt>
                <c:pt idx="1366">
                  <c:v>9.3957146222248404</c:v>
                </c:pt>
                <c:pt idx="1367">
                  <c:v>9.43</c:v>
                </c:pt>
                <c:pt idx="1368">
                  <c:v>9.4600000000000009</c:v>
                </c:pt>
                <c:pt idx="1369">
                  <c:v>9.4686996982960103</c:v>
                </c:pt>
                <c:pt idx="1370">
                  <c:v>9.4700000000000006</c:v>
                </c:pt>
                <c:pt idx="1371">
                  <c:v>9.48</c:v>
                </c:pt>
                <c:pt idx="1372">
                  <c:v>9.4977982010168169</c:v>
                </c:pt>
                <c:pt idx="1373">
                  <c:v>9.5</c:v>
                </c:pt>
                <c:pt idx="1374">
                  <c:v>9.51</c:v>
                </c:pt>
                <c:pt idx="1375">
                  <c:v>9.5299999999999994</c:v>
                </c:pt>
                <c:pt idx="1376">
                  <c:v>9.5552052945367283</c:v>
                </c:pt>
                <c:pt idx="1377">
                  <c:v>9.57</c:v>
                </c:pt>
                <c:pt idx="1378">
                  <c:v>9.6027455242295368</c:v>
                </c:pt>
                <c:pt idx="1379">
                  <c:v>9.61</c:v>
                </c:pt>
                <c:pt idx="1380">
                  <c:v>9.65</c:v>
                </c:pt>
                <c:pt idx="1381">
                  <c:v>9.67</c:v>
                </c:pt>
                <c:pt idx="1382">
                  <c:v>9.7100000000000009</c:v>
                </c:pt>
                <c:pt idx="1383">
                  <c:v>9.7235974702380954</c:v>
                </c:pt>
                <c:pt idx="1384">
                  <c:v>9.74</c:v>
                </c:pt>
                <c:pt idx="1385">
                  <c:v>9.7799999999999994</c:v>
                </c:pt>
                <c:pt idx="1386">
                  <c:v>9.8117383205799431</c:v>
                </c:pt>
                <c:pt idx="1387">
                  <c:v>9.83</c:v>
                </c:pt>
                <c:pt idx="1388">
                  <c:v>9.8800000000000008</c:v>
                </c:pt>
                <c:pt idx="1389">
                  <c:v>9.92</c:v>
                </c:pt>
                <c:pt idx="1390">
                  <c:v>9.92</c:v>
                </c:pt>
                <c:pt idx="1391">
                  <c:v>9.91</c:v>
                </c:pt>
                <c:pt idx="1392">
                  <c:v>9.89</c:v>
                </c:pt>
                <c:pt idx="1393">
                  <c:v>9.8800000000000008</c:v>
                </c:pt>
                <c:pt idx="1394">
                  <c:v>9.89</c:v>
                </c:pt>
                <c:pt idx="1395">
                  <c:v>9.8978671754295622</c:v>
                </c:pt>
                <c:pt idx="1396">
                  <c:v>9.9</c:v>
                </c:pt>
                <c:pt idx="1397">
                  <c:v>9.93</c:v>
                </c:pt>
                <c:pt idx="1398">
                  <c:v>9.9586463207867073</c:v>
                </c:pt>
                <c:pt idx="1399">
                  <c:v>9.9700000000000006</c:v>
                </c:pt>
                <c:pt idx="1400">
                  <c:v>10.018852475306559</c:v>
                </c:pt>
                <c:pt idx="1401">
                  <c:v>10.02</c:v>
                </c:pt>
                <c:pt idx="1402">
                  <c:v>10.050000000000001</c:v>
                </c:pt>
                <c:pt idx="1403">
                  <c:v>10.050000000000001</c:v>
                </c:pt>
                <c:pt idx="1404">
                  <c:v>10.050000000000001</c:v>
                </c:pt>
                <c:pt idx="1405">
                  <c:v>10.050000000000001</c:v>
                </c:pt>
                <c:pt idx="1406">
                  <c:v>10.050000000000001</c:v>
                </c:pt>
                <c:pt idx="1407">
                  <c:v>10.06</c:v>
                </c:pt>
                <c:pt idx="1408">
                  <c:v>10.09</c:v>
                </c:pt>
                <c:pt idx="1409">
                  <c:v>10.094884808323529</c:v>
                </c:pt>
                <c:pt idx="1410">
                  <c:v>10.11</c:v>
                </c:pt>
                <c:pt idx="1411">
                  <c:v>10.14</c:v>
                </c:pt>
                <c:pt idx="1412">
                  <c:v>10.14805510958444</c:v>
                </c:pt>
                <c:pt idx="1413">
                  <c:v>10.18</c:v>
                </c:pt>
                <c:pt idx="1414">
                  <c:v>10.24</c:v>
                </c:pt>
                <c:pt idx="1415">
                  <c:v>10.28</c:v>
                </c:pt>
                <c:pt idx="1416">
                  <c:v>10.299733109296239</c:v>
                </c:pt>
                <c:pt idx="1417">
                  <c:v>10.31</c:v>
                </c:pt>
                <c:pt idx="1418">
                  <c:v>10.32</c:v>
                </c:pt>
                <c:pt idx="1419">
                  <c:v>10.311931630082761</c:v>
                </c:pt>
                <c:pt idx="1420">
                  <c:v>10.31</c:v>
                </c:pt>
                <c:pt idx="1421">
                  <c:v>10.26</c:v>
                </c:pt>
                <c:pt idx="1422">
                  <c:v>10.21524648730273</c:v>
                </c:pt>
                <c:pt idx="1423">
                  <c:v>10.210000000000001</c:v>
                </c:pt>
                <c:pt idx="1424">
                  <c:v>10.18</c:v>
                </c:pt>
                <c:pt idx="1425">
                  <c:v>10.16</c:v>
                </c:pt>
                <c:pt idx="1426">
                  <c:v>10.14</c:v>
                </c:pt>
                <c:pt idx="1427">
                  <c:v>10.130000000000001</c:v>
                </c:pt>
                <c:pt idx="1428">
                  <c:v>10.14</c:v>
                </c:pt>
                <c:pt idx="1429">
                  <c:v>10.16</c:v>
                </c:pt>
                <c:pt idx="1430">
                  <c:v>10.161127657278509</c:v>
                </c:pt>
                <c:pt idx="1431">
                  <c:v>10.1662712543742</c:v>
                </c:pt>
                <c:pt idx="1432">
                  <c:v>10.17</c:v>
                </c:pt>
                <c:pt idx="1433">
                  <c:v>10.1565279386508</c:v>
                </c:pt>
                <c:pt idx="1434">
                  <c:v>10.15</c:v>
                </c:pt>
                <c:pt idx="1435">
                  <c:v>10.1</c:v>
                </c:pt>
                <c:pt idx="1436">
                  <c:v>10.036951226965741</c:v>
                </c:pt>
                <c:pt idx="1437">
                  <c:v>10.029999999999999</c:v>
                </c:pt>
                <c:pt idx="1438">
                  <c:v>9.9700000000000006</c:v>
                </c:pt>
                <c:pt idx="1439">
                  <c:v>9.9</c:v>
                </c:pt>
                <c:pt idx="1440">
                  <c:v>9.81</c:v>
                </c:pt>
                <c:pt idx="1441">
                  <c:v>9.7682425619541302</c:v>
                </c:pt>
                <c:pt idx="1442">
                  <c:v>9.74</c:v>
                </c:pt>
                <c:pt idx="1443">
                  <c:v>9.69</c:v>
                </c:pt>
                <c:pt idx="1444">
                  <c:v>9.6751817433243144</c:v>
                </c:pt>
                <c:pt idx="1445">
                  <c:v>9.66</c:v>
                </c:pt>
                <c:pt idx="1446">
                  <c:v>9.64</c:v>
                </c:pt>
                <c:pt idx="1447">
                  <c:v>9.64</c:v>
                </c:pt>
                <c:pt idx="1448">
                  <c:v>9.64</c:v>
                </c:pt>
                <c:pt idx="1449">
                  <c:v>9.64</c:v>
                </c:pt>
                <c:pt idx="1450">
                  <c:v>9.64</c:v>
                </c:pt>
                <c:pt idx="1451">
                  <c:v>9.6344372308711499</c:v>
                </c:pt>
                <c:pt idx="1452">
                  <c:v>9.6300000000000008</c:v>
                </c:pt>
                <c:pt idx="1453">
                  <c:v>9.6300000000000008</c:v>
                </c:pt>
                <c:pt idx="1454">
                  <c:v>9.6199999999999992</c:v>
                </c:pt>
                <c:pt idx="1455">
                  <c:v>9.6</c:v>
                </c:pt>
                <c:pt idx="1456">
                  <c:v>9.5921164324634347</c:v>
                </c:pt>
                <c:pt idx="1457">
                  <c:v>9.59</c:v>
                </c:pt>
                <c:pt idx="1458">
                  <c:v>9.6245240641711227</c:v>
                </c:pt>
                <c:pt idx="1459">
                  <c:v>9.6300000000000008</c:v>
                </c:pt>
                <c:pt idx="1460">
                  <c:v>9.65</c:v>
                </c:pt>
                <c:pt idx="1461">
                  <c:v>9.67</c:v>
                </c:pt>
                <c:pt idx="1462">
                  <c:v>9.6873507760116286</c:v>
                </c:pt>
                <c:pt idx="1463">
                  <c:v>9.6999999999999993</c:v>
                </c:pt>
                <c:pt idx="1464">
                  <c:v>9.7100000000000009</c:v>
                </c:pt>
                <c:pt idx="1465">
                  <c:v>9.7100000000000009</c:v>
                </c:pt>
                <c:pt idx="1466">
                  <c:v>9.6999999999999993</c:v>
                </c:pt>
                <c:pt idx="1467">
                  <c:v>9.6999999999999993</c:v>
                </c:pt>
                <c:pt idx="1468">
                  <c:v>9.693612545384882</c:v>
                </c:pt>
                <c:pt idx="1469">
                  <c:v>9.69</c:v>
                </c:pt>
                <c:pt idx="1470">
                  <c:v>9.67</c:v>
                </c:pt>
                <c:pt idx="1471">
                  <c:v>9.6577415824608757</c:v>
                </c:pt>
                <c:pt idx="1472">
                  <c:v>9.65</c:v>
                </c:pt>
                <c:pt idx="1473">
                  <c:v>9.64</c:v>
                </c:pt>
                <c:pt idx="1474">
                  <c:v>9.64</c:v>
                </c:pt>
                <c:pt idx="1475">
                  <c:v>9.64</c:v>
                </c:pt>
                <c:pt idx="1476">
                  <c:v>9.65</c:v>
                </c:pt>
                <c:pt idx="1477">
                  <c:v>9.67</c:v>
                </c:pt>
                <c:pt idx="1478">
                  <c:v>9.6918187326869809</c:v>
                </c:pt>
                <c:pt idx="1479">
                  <c:v>9.6999999999999993</c:v>
                </c:pt>
                <c:pt idx="1480">
                  <c:v>9.7200000000000006</c:v>
                </c:pt>
                <c:pt idx="1481">
                  <c:v>9.7286818726498918</c:v>
                </c:pt>
                <c:pt idx="1482">
                  <c:v>9.73</c:v>
                </c:pt>
                <c:pt idx="1483">
                  <c:v>9.73</c:v>
                </c:pt>
                <c:pt idx="1484">
                  <c:v>9.73</c:v>
                </c:pt>
                <c:pt idx="1485">
                  <c:v>9.7200000000000006</c:v>
                </c:pt>
                <c:pt idx="1486">
                  <c:v>9.73</c:v>
                </c:pt>
                <c:pt idx="1487">
                  <c:v>9.7222710445839375</c:v>
                </c:pt>
                <c:pt idx="1488">
                  <c:v>9.7200000000000006</c:v>
                </c:pt>
                <c:pt idx="1489">
                  <c:v>9.7200000000000006</c:v>
                </c:pt>
                <c:pt idx="1490">
                  <c:v>9.7113827990089359</c:v>
                </c:pt>
                <c:pt idx="1491">
                  <c:v>9.7100000000000009</c:v>
                </c:pt>
                <c:pt idx="1492">
                  <c:v>9.7200000000000006</c:v>
                </c:pt>
                <c:pt idx="1493">
                  <c:v>9.74</c:v>
                </c:pt>
                <c:pt idx="1494">
                  <c:v>9.7496040698117525</c:v>
                </c:pt>
                <c:pt idx="1495">
                  <c:v>9.77</c:v>
                </c:pt>
                <c:pt idx="1496">
                  <c:v>9.7799999999999994</c:v>
                </c:pt>
                <c:pt idx="1497">
                  <c:v>9.7874306169347705</c:v>
                </c:pt>
                <c:pt idx="1498">
                  <c:v>9.7899999999999991</c:v>
                </c:pt>
                <c:pt idx="1499">
                  <c:v>9.8000000000000007</c:v>
                </c:pt>
                <c:pt idx="1500">
                  <c:v>9.81</c:v>
                </c:pt>
                <c:pt idx="1501">
                  <c:v>9.814244244749597</c:v>
                </c:pt>
                <c:pt idx="1502">
                  <c:v>9.82</c:v>
                </c:pt>
                <c:pt idx="1503">
                  <c:v>9.81</c:v>
                </c:pt>
                <c:pt idx="1504">
                  <c:v>9.7899999999999991</c:v>
                </c:pt>
                <c:pt idx="1505">
                  <c:v>9.7899999999999991</c:v>
                </c:pt>
                <c:pt idx="1506">
                  <c:v>9.8000000000000007</c:v>
                </c:pt>
                <c:pt idx="1507">
                  <c:v>9.81</c:v>
                </c:pt>
                <c:pt idx="1508">
                  <c:v>9.81</c:v>
                </c:pt>
                <c:pt idx="1509">
                  <c:v>9.81</c:v>
                </c:pt>
                <c:pt idx="1510">
                  <c:v>9.81</c:v>
                </c:pt>
                <c:pt idx="1511">
                  <c:v>9.816611104430951</c:v>
                </c:pt>
                <c:pt idx="1512">
                  <c:v>9.82</c:v>
                </c:pt>
                <c:pt idx="1513">
                  <c:v>9.82</c:v>
                </c:pt>
                <c:pt idx="1514">
                  <c:v>9.82</c:v>
                </c:pt>
                <c:pt idx="1515">
                  <c:v>9.8344513912744755</c:v>
                </c:pt>
                <c:pt idx="1516">
                  <c:v>9.84</c:v>
                </c:pt>
                <c:pt idx="1517">
                  <c:v>9.85</c:v>
                </c:pt>
                <c:pt idx="1518">
                  <c:v>9.84</c:v>
                </c:pt>
                <c:pt idx="1519">
                  <c:v>9.82</c:v>
                </c:pt>
                <c:pt idx="1520">
                  <c:v>9.81</c:v>
                </c:pt>
                <c:pt idx="1521">
                  <c:v>9.7952269335440256</c:v>
                </c:pt>
                <c:pt idx="1522">
                  <c:v>9.7899999999999991</c:v>
                </c:pt>
                <c:pt idx="1523">
                  <c:v>9.77</c:v>
                </c:pt>
                <c:pt idx="1524">
                  <c:v>9.7372616642733707</c:v>
                </c:pt>
                <c:pt idx="1525">
                  <c:v>9.73</c:v>
                </c:pt>
                <c:pt idx="1526">
                  <c:v>9.67</c:v>
                </c:pt>
                <c:pt idx="1527">
                  <c:v>9.58</c:v>
                </c:pt>
                <c:pt idx="1528">
                  <c:v>9.5278139426620623</c:v>
                </c:pt>
                <c:pt idx="1529">
                  <c:v>9.5</c:v>
                </c:pt>
                <c:pt idx="1530">
                  <c:v>9.44</c:v>
                </c:pt>
                <c:pt idx="1531">
                  <c:v>9.3844051978735958</c:v>
                </c:pt>
                <c:pt idx="1532">
                  <c:v>9.3699999999999992</c:v>
                </c:pt>
                <c:pt idx="1533">
                  <c:v>9.3000000000000007</c:v>
                </c:pt>
                <c:pt idx="1534">
                  <c:v>9.2758107251886415</c:v>
                </c:pt>
                <c:pt idx="1535">
                  <c:v>9.25</c:v>
                </c:pt>
                <c:pt idx="1536">
                  <c:v>9.2200000000000006</c:v>
                </c:pt>
                <c:pt idx="1537">
                  <c:v>9.1865713644668094</c:v>
                </c:pt>
                <c:pt idx="1538">
                  <c:v>9.18</c:v>
                </c:pt>
                <c:pt idx="1539">
                  <c:v>9.1300000000000008</c:v>
                </c:pt>
                <c:pt idx="1540">
                  <c:v>9.0884084797884519</c:v>
                </c:pt>
                <c:pt idx="1541">
                  <c:v>9.08</c:v>
                </c:pt>
                <c:pt idx="1542">
                  <c:v>9.0500000000000007</c:v>
                </c:pt>
                <c:pt idx="1543">
                  <c:v>9.0299999999999994</c:v>
                </c:pt>
                <c:pt idx="1544">
                  <c:v>9.01</c:v>
                </c:pt>
                <c:pt idx="1545">
                  <c:v>8.98</c:v>
                </c:pt>
                <c:pt idx="1546">
                  <c:v>8.9499999999999993</c:v>
                </c:pt>
                <c:pt idx="1547">
                  <c:v>8.93</c:v>
                </c:pt>
                <c:pt idx="1548">
                  <c:v>8.9062959319483834</c:v>
                </c:pt>
                <c:pt idx="1549">
                  <c:v>8.9</c:v>
                </c:pt>
                <c:pt idx="1550">
                  <c:v>8.8699999999999992</c:v>
                </c:pt>
                <c:pt idx="1551">
                  <c:v>8.8429424783212287</c:v>
                </c:pt>
                <c:pt idx="1552">
                  <c:v>8.83</c:v>
                </c:pt>
                <c:pt idx="1553">
                  <c:v>8.8072492759480028</c:v>
                </c:pt>
                <c:pt idx="1554">
                  <c:v>8.7899999999999991</c:v>
                </c:pt>
                <c:pt idx="1555">
                  <c:v>8.7448661414946276</c:v>
                </c:pt>
                <c:pt idx="1556">
                  <c:v>8.74</c:v>
                </c:pt>
                <c:pt idx="1557">
                  <c:v>8.69</c:v>
                </c:pt>
                <c:pt idx="1558">
                  <c:v>8.6439062643309192</c:v>
                </c:pt>
                <c:pt idx="1559">
                  <c:v>8.6300000000000008</c:v>
                </c:pt>
                <c:pt idx="1560">
                  <c:v>8.5399999999999991</c:v>
                </c:pt>
                <c:pt idx="1561">
                  <c:v>8.5209809403796175</c:v>
                </c:pt>
                <c:pt idx="1562">
                  <c:v>8.51</c:v>
                </c:pt>
                <c:pt idx="1563">
                  <c:v>8.49</c:v>
                </c:pt>
                <c:pt idx="1564">
                  <c:v>8.4700000000000006</c:v>
                </c:pt>
                <c:pt idx="1565">
                  <c:v>8.4667350366734482</c:v>
                </c:pt>
                <c:pt idx="1566">
                  <c:v>8.4600000000000009</c:v>
                </c:pt>
                <c:pt idx="1567">
                  <c:v>8.4600000000000009</c:v>
                </c:pt>
                <c:pt idx="1568">
                  <c:v>8.4600000000000009</c:v>
                </c:pt>
                <c:pt idx="1569">
                  <c:v>8.4600000000000009</c:v>
                </c:pt>
                <c:pt idx="1570">
                  <c:v>8.4661908621960222</c:v>
                </c:pt>
                <c:pt idx="1571">
                  <c:v>8.4700000000000006</c:v>
                </c:pt>
                <c:pt idx="1572">
                  <c:v>8.4700000000000006</c:v>
                </c:pt>
                <c:pt idx="1573">
                  <c:v>8.4660169632068989</c:v>
                </c:pt>
                <c:pt idx="1574">
                  <c:v>8.4600000000000009</c:v>
                </c:pt>
                <c:pt idx="1575">
                  <c:v>8.4600000000000009</c:v>
                </c:pt>
                <c:pt idx="1576">
                  <c:v>8.4678505864354925</c:v>
                </c:pt>
                <c:pt idx="1577">
                  <c:v>8.4700000000000006</c:v>
                </c:pt>
                <c:pt idx="1578">
                  <c:v>8.4700000000000006</c:v>
                </c:pt>
                <c:pt idx="1579">
                  <c:v>8.44</c:v>
                </c:pt>
                <c:pt idx="1580">
                  <c:v>8.4140860104690542</c:v>
                </c:pt>
                <c:pt idx="1581">
                  <c:v>8.4</c:v>
                </c:pt>
                <c:pt idx="1582">
                  <c:v>8.3699999999999992</c:v>
                </c:pt>
                <c:pt idx="1583">
                  <c:v>8.32</c:v>
                </c:pt>
                <c:pt idx="1584">
                  <c:v>8.2899999999999991</c:v>
                </c:pt>
                <c:pt idx="1585">
                  <c:v>8.26</c:v>
                </c:pt>
                <c:pt idx="1586">
                  <c:v>8.23</c:v>
                </c:pt>
                <c:pt idx="1587">
                  <c:v>8.2161708079644562</c:v>
                </c:pt>
                <c:pt idx="1588">
                  <c:v>8.1999999999999993</c:v>
                </c:pt>
                <c:pt idx="1589">
                  <c:v>8.17</c:v>
                </c:pt>
                <c:pt idx="1590">
                  <c:v>8.1661029661934368</c:v>
                </c:pt>
                <c:pt idx="1591">
                  <c:v>8.1643872753703874</c:v>
                </c:pt>
                <c:pt idx="1592">
                  <c:v>8.16</c:v>
                </c:pt>
                <c:pt idx="1593">
                  <c:v>8.15</c:v>
                </c:pt>
                <c:pt idx="1594">
                  <c:v>8.1253340343326652</c:v>
                </c:pt>
                <c:pt idx="1595">
                  <c:v>8.1199999999999992</c:v>
                </c:pt>
                <c:pt idx="1596">
                  <c:v>8.09</c:v>
                </c:pt>
                <c:pt idx="1597">
                  <c:v>8.0675010147476662</c:v>
                </c:pt>
                <c:pt idx="1598">
                  <c:v>8.0500000000000007</c:v>
                </c:pt>
                <c:pt idx="1599">
                  <c:v>8.01</c:v>
                </c:pt>
                <c:pt idx="1600">
                  <c:v>7.9875512726248772</c:v>
                </c:pt>
                <c:pt idx="1601">
                  <c:v>7.98</c:v>
                </c:pt>
                <c:pt idx="1602">
                  <c:v>7.96</c:v>
                </c:pt>
                <c:pt idx="1603">
                  <c:v>7.93</c:v>
                </c:pt>
                <c:pt idx="1604">
                  <c:v>7.9</c:v>
                </c:pt>
                <c:pt idx="1605">
                  <c:v>7.8820254518233348</c:v>
                </c:pt>
                <c:pt idx="1606">
                  <c:v>7.86</c:v>
                </c:pt>
                <c:pt idx="1607">
                  <c:v>7.83</c:v>
                </c:pt>
                <c:pt idx="1608">
                  <c:v>7.79</c:v>
                </c:pt>
                <c:pt idx="1609">
                  <c:v>7.77</c:v>
                </c:pt>
                <c:pt idx="1610">
                  <c:v>7.7791806897072142</c:v>
                </c:pt>
                <c:pt idx="1611">
                  <c:v>7.78</c:v>
                </c:pt>
                <c:pt idx="1612">
                  <c:v>7.8</c:v>
                </c:pt>
                <c:pt idx="1613">
                  <c:v>7.816010690789474</c:v>
                </c:pt>
                <c:pt idx="1614">
                  <c:v>7.82</c:v>
                </c:pt>
                <c:pt idx="1615">
                  <c:v>7.84</c:v>
                </c:pt>
                <c:pt idx="1616">
                  <c:v>7.87</c:v>
                </c:pt>
                <c:pt idx="1617">
                  <c:v>7.8865678120040537</c:v>
                </c:pt>
                <c:pt idx="1618">
                  <c:v>7.89</c:v>
                </c:pt>
                <c:pt idx="1619">
                  <c:v>7.9</c:v>
                </c:pt>
                <c:pt idx="1620">
                  <c:v>7.9</c:v>
                </c:pt>
                <c:pt idx="1621">
                  <c:v>7.92</c:v>
                </c:pt>
                <c:pt idx="1622">
                  <c:v>7.95</c:v>
                </c:pt>
                <c:pt idx="1623">
                  <c:v>7.96</c:v>
                </c:pt>
                <c:pt idx="1624">
                  <c:v>7.98</c:v>
                </c:pt>
                <c:pt idx="1625">
                  <c:v>7.99</c:v>
                </c:pt>
                <c:pt idx="1626">
                  <c:v>7.98</c:v>
                </c:pt>
                <c:pt idx="1627">
                  <c:v>7.9636733060730567</c:v>
                </c:pt>
                <c:pt idx="1628">
                  <c:v>7.95</c:v>
                </c:pt>
                <c:pt idx="1629">
                  <c:v>7.9086751494962177</c:v>
                </c:pt>
                <c:pt idx="1630">
                  <c:v>7.89</c:v>
                </c:pt>
                <c:pt idx="1631">
                  <c:v>7.85</c:v>
                </c:pt>
                <c:pt idx="1632">
                  <c:v>7.8403189742112076</c:v>
                </c:pt>
                <c:pt idx="1633">
                  <c:v>7.83</c:v>
                </c:pt>
                <c:pt idx="1634">
                  <c:v>7.82</c:v>
                </c:pt>
                <c:pt idx="1635">
                  <c:v>7.8122660382110602</c:v>
                </c:pt>
                <c:pt idx="1636">
                  <c:v>7.81</c:v>
                </c:pt>
                <c:pt idx="1637">
                  <c:v>7.79</c:v>
                </c:pt>
                <c:pt idx="1638">
                  <c:v>7.77</c:v>
                </c:pt>
                <c:pt idx="1639">
                  <c:v>7.757719563310264</c:v>
                </c:pt>
                <c:pt idx="1640">
                  <c:v>7.74</c:v>
                </c:pt>
                <c:pt idx="1641">
                  <c:v>7.7244704107059539</c:v>
                </c:pt>
                <c:pt idx="1642">
                  <c:v>7.72</c:v>
                </c:pt>
                <c:pt idx="1643">
                  <c:v>7.72</c:v>
                </c:pt>
                <c:pt idx="1644">
                  <c:v>7.74</c:v>
                </c:pt>
                <c:pt idx="1645">
                  <c:v>7.78</c:v>
                </c:pt>
                <c:pt idx="1646">
                  <c:v>7.82</c:v>
                </c:pt>
                <c:pt idx="1647">
                  <c:v>7.82</c:v>
                </c:pt>
                <c:pt idx="1648">
                  <c:v>7.8128561719480079</c:v>
                </c:pt>
                <c:pt idx="1649">
                  <c:v>7.81</c:v>
                </c:pt>
                <c:pt idx="1650">
                  <c:v>7.79</c:v>
                </c:pt>
                <c:pt idx="1651">
                  <c:v>7.7483366368032982</c:v>
                </c:pt>
                <c:pt idx="1652">
                  <c:v>7.74</c:v>
                </c:pt>
                <c:pt idx="1653">
                  <c:v>7.68</c:v>
                </c:pt>
                <c:pt idx="1654">
                  <c:v>7.64</c:v>
                </c:pt>
                <c:pt idx="1655">
                  <c:v>7.62</c:v>
                </c:pt>
                <c:pt idx="1656">
                  <c:v>7.6</c:v>
                </c:pt>
                <c:pt idx="1657">
                  <c:v>7.5880485115766261</c:v>
                </c:pt>
                <c:pt idx="1658">
                  <c:v>7.56</c:v>
                </c:pt>
                <c:pt idx="1659">
                  <c:v>7.52</c:v>
                </c:pt>
                <c:pt idx="1660">
                  <c:v>7.49</c:v>
                </c:pt>
                <c:pt idx="1661">
                  <c:v>7.45</c:v>
                </c:pt>
                <c:pt idx="1662">
                  <c:v>7.4</c:v>
                </c:pt>
                <c:pt idx="1663">
                  <c:v>7.3559331584572041</c:v>
                </c:pt>
                <c:pt idx="1664">
                  <c:v>7.35</c:v>
                </c:pt>
                <c:pt idx="1665">
                  <c:v>7.23</c:v>
                </c:pt>
                <c:pt idx="1666">
                  <c:v>7.2056359265734269</c:v>
                </c:pt>
                <c:pt idx="1667">
                  <c:v>7.2</c:v>
                </c:pt>
                <c:pt idx="1668">
                  <c:v>7.1838043625524994</c:v>
                </c:pt>
                <c:pt idx="1669">
                  <c:v>7.18</c:v>
                </c:pt>
                <c:pt idx="1670">
                  <c:v>7.18</c:v>
                </c:pt>
                <c:pt idx="1671">
                  <c:v>7.18</c:v>
                </c:pt>
                <c:pt idx="1672">
                  <c:v>7.18</c:v>
                </c:pt>
                <c:pt idx="1673">
                  <c:v>7.18</c:v>
                </c:pt>
                <c:pt idx="1674">
                  <c:v>7.18</c:v>
                </c:pt>
                <c:pt idx="1675">
                  <c:v>7.18</c:v>
                </c:pt>
                <c:pt idx="1676">
                  <c:v>7.18</c:v>
                </c:pt>
                <c:pt idx="1677">
                  <c:v>7.184581517000872</c:v>
                </c:pt>
                <c:pt idx="1678">
                  <c:v>7.19</c:v>
                </c:pt>
                <c:pt idx="1679">
                  <c:v>7.22</c:v>
                </c:pt>
                <c:pt idx="1680">
                  <c:v>7.2288202571503541</c:v>
                </c:pt>
                <c:pt idx="1681">
                  <c:v>7.25</c:v>
                </c:pt>
                <c:pt idx="1682">
                  <c:v>7.27</c:v>
                </c:pt>
                <c:pt idx="1683">
                  <c:v>7.27</c:v>
                </c:pt>
                <c:pt idx="1684">
                  <c:v>7.27</c:v>
                </c:pt>
                <c:pt idx="1685">
                  <c:v>7.25</c:v>
                </c:pt>
                <c:pt idx="1686">
                  <c:v>7.22</c:v>
                </c:pt>
                <c:pt idx="1687">
                  <c:v>7.1980889792937983</c:v>
                </c:pt>
                <c:pt idx="1688">
                  <c:v>7.17</c:v>
                </c:pt>
                <c:pt idx="1689">
                  <c:v>7.13</c:v>
                </c:pt>
                <c:pt idx="1690">
                  <c:v>7.105926801317862</c:v>
                </c:pt>
                <c:pt idx="1691">
                  <c:v>7.1</c:v>
                </c:pt>
                <c:pt idx="1692">
                  <c:v>7.08</c:v>
                </c:pt>
                <c:pt idx="1693">
                  <c:v>7.0704024327857677</c:v>
                </c:pt>
                <c:pt idx="1694">
                  <c:v>7.07</c:v>
                </c:pt>
                <c:pt idx="1695">
                  <c:v>7.08</c:v>
                </c:pt>
                <c:pt idx="1696">
                  <c:v>7.08</c:v>
                </c:pt>
                <c:pt idx="1697">
                  <c:v>7.08</c:v>
                </c:pt>
                <c:pt idx="1698">
                  <c:v>7.08</c:v>
                </c:pt>
                <c:pt idx="1699">
                  <c:v>7.07</c:v>
                </c:pt>
                <c:pt idx="1700">
                  <c:v>7.05</c:v>
                </c:pt>
                <c:pt idx="1701">
                  <c:v>7.03</c:v>
                </c:pt>
                <c:pt idx="1702">
                  <c:v>7.0215342045296003</c:v>
                </c:pt>
                <c:pt idx="1703">
                  <c:v>7.01</c:v>
                </c:pt>
                <c:pt idx="1704">
                  <c:v>7</c:v>
                </c:pt>
                <c:pt idx="1705">
                  <c:v>7.01</c:v>
                </c:pt>
                <c:pt idx="1706">
                  <c:v>7.0258678243277419</c:v>
                </c:pt>
                <c:pt idx="1707">
                  <c:v>7.03</c:v>
                </c:pt>
                <c:pt idx="1708">
                  <c:v>7.04</c:v>
                </c:pt>
                <c:pt idx="1709">
                  <c:v>7.0304080976255801</c:v>
                </c:pt>
                <c:pt idx="1710">
                  <c:v>7.03</c:v>
                </c:pt>
                <c:pt idx="1711">
                  <c:v>7.0165435479172737</c:v>
                </c:pt>
                <c:pt idx="1712">
                  <c:v>7.01</c:v>
                </c:pt>
                <c:pt idx="1713">
                  <c:v>6.9744157850545756</c:v>
                </c:pt>
                <c:pt idx="1714">
                  <c:v>6.97</c:v>
                </c:pt>
                <c:pt idx="1715">
                  <c:v>6.92</c:v>
                </c:pt>
                <c:pt idx="1716">
                  <c:v>6.88</c:v>
                </c:pt>
                <c:pt idx="1717">
                  <c:v>6.83</c:v>
                </c:pt>
                <c:pt idx="1718">
                  <c:v>6.81</c:v>
                </c:pt>
                <c:pt idx="1719">
                  <c:v>6.81</c:v>
                </c:pt>
                <c:pt idx="1720">
                  <c:v>6.84</c:v>
                </c:pt>
                <c:pt idx="1721">
                  <c:v>6.86</c:v>
                </c:pt>
                <c:pt idx="1722">
                  <c:v>6.8743501473540336</c:v>
                </c:pt>
                <c:pt idx="1723">
                  <c:v>6.88</c:v>
                </c:pt>
                <c:pt idx="1724">
                  <c:v>6.9</c:v>
                </c:pt>
                <c:pt idx="1725">
                  <c:v>6.891364600781686</c:v>
                </c:pt>
                <c:pt idx="1726">
                  <c:v>6.89</c:v>
                </c:pt>
                <c:pt idx="1727">
                  <c:v>6.86</c:v>
                </c:pt>
                <c:pt idx="1728">
                  <c:v>6.82</c:v>
                </c:pt>
                <c:pt idx="1729">
                  <c:v>6.8105076514766507</c:v>
                </c:pt>
                <c:pt idx="1730">
                  <c:v>6.8</c:v>
                </c:pt>
                <c:pt idx="1731">
                  <c:v>6.79</c:v>
                </c:pt>
                <c:pt idx="1732">
                  <c:v>6.8120901759102326</c:v>
                </c:pt>
                <c:pt idx="1733">
                  <c:v>6.82</c:v>
                </c:pt>
                <c:pt idx="1734">
                  <c:v>6.88</c:v>
                </c:pt>
                <c:pt idx="1735">
                  <c:v>6.96</c:v>
                </c:pt>
                <c:pt idx="1736">
                  <c:v>7.04</c:v>
                </c:pt>
                <c:pt idx="1737">
                  <c:v>7.11</c:v>
                </c:pt>
                <c:pt idx="1738">
                  <c:v>7.16</c:v>
                </c:pt>
                <c:pt idx="1739">
                  <c:v>7.19</c:v>
                </c:pt>
                <c:pt idx="1740">
                  <c:v>7.2054177512189757</c:v>
                </c:pt>
                <c:pt idx="1741">
                  <c:v>7.21</c:v>
                </c:pt>
                <c:pt idx="1742">
                  <c:v>7.23</c:v>
                </c:pt>
                <c:pt idx="1743">
                  <c:v>7.24</c:v>
                </c:pt>
                <c:pt idx="1744">
                  <c:v>7.2464395478060926</c:v>
                </c:pt>
                <c:pt idx="1745">
                  <c:v>7.25</c:v>
                </c:pt>
                <c:pt idx="1746">
                  <c:v>7.26</c:v>
                </c:pt>
                <c:pt idx="1747">
                  <c:v>7.2634512053245306</c:v>
                </c:pt>
                <c:pt idx="1748">
                  <c:v>7.2660206704364052</c:v>
                </c:pt>
                <c:pt idx="1749">
                  <c:v>7.27</c:v>
                </c:pt>
                <c:pt idx="1750">
                  <c:v>7.26</c:v>
                </c:pt>
                <c:pt idx="1751">
                  <c:v>7.2458240247465202</c:v>
                </c:pt>
                <c:pt idx="1752">
                  <c:v>7.22</c:v>
                </c:pt>
                <c:pt idx="1753">
                  <c:v>7.15</c:v>
                </c:pt>
                <c:pt idx="1754">
                  <c:v>7.07</c:v>
                </c:pt>
                <c:pt idx="1755">
                  <c:v>7.0224803888323724</c:v>
                </c:pt>
                <c:pt idx="1756">
                  <c:v>7</c:v>
                </c:pt>
                <c:pt idx="1757">
                  <c:v>6.95</c:v>
                </c:pt>
                <c:pt idx="1758">
                  <c:v>6.9340337027478363</c:v>
                </c:pt>
                <c:pt idx="1759">
                  <c:v>6.93</c:v>
                </c:pt>
                <c:pt idx="1760">
                  <c:v>6.95</c:v>
                </c:pt>
                <c:pt idx="1761">
                  <c:v>7.01</c:v>
                </c:pt>
                <c:pt idx="1762">
                  <c:v>7.0409306607744107</c:v>
                </c:pt>
                <c:pt idx="1763">
                  <c:v>7.08</c:v>
                </c:pt>
                <c:pt idx="1764">
                  <c:v>7.16</c:v>
                </c:pt>
                <c:pt idx="1765">
                  <c:v>7.1994221749734226</c:v>
                </c:pt>
                <c:pt idx="1766">
                  <c:v>7.21</c:v>
                </c:pt>
                <c:pt idx="1767">
                  <c:v>7.24</c:v>
                </c:pt>
                <c:pt idx="1768">
                  <c:v>7.2670232210225052</c:v>
                </c:pt>
                <c:pt idx="1769">
                  <c:v>7.27</c:v>
                </c:pt>
                <c:pt idx="1770">
                  <c:v>7.3</c:v>
                </c:pt>
                <c:pt idx="1771">
                  <c:v>7.33</c:v>
                </c:pt>
                <c:pt idx="1772">
                  <c:v>7.37</c:v>
                </c:pt>
                <c:pt idx="1773">
                  <c:v>7.41</c:v>
                </c:pt>
                <c:pt idx="1774">
                  <c:v>7.4435643481182794</c:v>
                </c:pt>
                <c:pt idx="1775">
                  <c:v>7.45</c:v>
                </c:pt>
                <c:pt idx="1776">
                  <c:v>7.52</c:v>
                </c:pt>
                <c:pt idx="1777">
                  <c:v>7.55</c:v>
                </c:pt>
                <c:pt idx="1778">
                  <c:v>7.5949829976458272</c:v>
                </c:pt>
                <c:pt idx="1779">
                  <c:v>7.6</c:v>
                </c:pt>
                <c:pt idx="1780">
                  <c:v>7.75</c:v>
                </c:pt>
                <c:pt idx="1781">
                  <c:v>7.83</c:v>
                </c:pt>
                <c:pt idx="1782">
                  <c:v>7.92</c:v>
                </c:pt>
                <c:pt idx="1783">
                  <c:v>7.99</c:v>
                </c:pt>
                <c:pt idx="1784">
                  <c:v>8.0299999999999994</c:v>
                </c:pt>
                <c:pt idx="1785">
                  <c:v>8.0403363651261888</c:v>
                </c:pt>
                <c:pt idx="1786">
                  <c:v>8.0500000000000007</c:v>
                </c:pt>
                <c:pt idx="1787">
                  <c:v>8.0550502924328313</c:v>
                </c:pt>
                <c:pt idx="1788">
                  <c:v>8.067711656718437</c:v>
                </c:pt>
                <c:pt idx="1789">
                  <c:v>8.07</c:v>
                </c:pt>
                <c:pt idx="1790">
                  <c:v>8.07</c:v>
                </c:pt>
                <c:pt idx="1791">
                  <c:v>8.08</c:v>
                </c:pt>
                <c:pt idx="1792">
                  <c:v>8.1</c:v>
                </c:pt>
                <c:pt idx="1793">
                  <c:v>8.1148244014353796</c:v>
                </c:pt>
                <c:pt idx="1794">
                  <c:v>8.1300000000000008</c:v>
                </c:pt>
                <c:pt idx="1795">
                  <c:v>8.17</c:v>
                </c:pt>
                <c:pt idx="1796">
                  <c:v>8.1833540051679581</c:v>
                </c:pt>
                <c:pt idx="1797">
                  <c:v>8.19</c:v>
                </c:pt>
                <c:pt idx="1798">
                  <c:v>8.2200000000000006</c:v>
                </c:pt>
                <c:pt idx="1799">
                  <c:v>8.2564625468540154</c:v>
                </c:pt>
                <c:pt idx="1800">
                  <c:v>8.26</c:v>
                </c:pt>
                <c:pt idx="1801">
                  <c:v>8.31</c:v>
                </c:pt>
                <c:pt idx="1802">
                  <c:v>8.3699999999999992</c:v>
                </c:pt>
                <c:pt idx="1803">
                  <c:v>8.3964373306388644</c:v>
                </c:pt>
                <c:pt idx="1804">
                  <c:v>8.43</c:v>
                </c:pt>
                <c:pt idx="1805">
                  <c:v>8.4994118681937323</c:v>
                </c:pt>
                <c:pt idx="1806">
                  <c:v>8.51</c:v>
                </c:pt>
                <c:pt idx="1807">
                  <c:v>8.58</c:v>
                </c:pt>
                <c:pt idx="1808">
                  <c:v>8.6300000000000008</c:v>
                </c:pt>
                <c:pt idx="1809">
                  <c:v>8.68</c:v>
                </c:pt>
                <c:pt idx="1810">
                  <c:v>8.7077410529102863</c:v>
                </c:pt>
                <c:pt idx="1811">
                  <c:v>8.7200000000000006</c:v>
                </c:pt>
                <c:pt idx="1812">
                  <c:v>8.76</c:v>
                </c:pt>
                <c:pt idx="1813">
                  <c:v>8.7688493338248463</c:v>
                </c:pt>
                <c:pt idx="1814">
                  <c:v>8.7799999999999994</c:v>
                </c:pt>
                <c:pt idx="1815">
                  <c:v>8.7799999999999994</c:v>
                </c:pt>
                <c:pt idx="1816">
                  <c:v>8.7899999999999991</c:v>
                </c:pt>
                <c:pt idx="1817">
                  <c:v>8.82</c:v>
                </c:pt>
                <c:pt idx="1818">
                  <c:v>8.8699999999999992</c:v>
                </c:pt>
                <c:pt idx="1819">
                  <c:v>8.93</c:v>
                </c:pt>
                <c:pt idx="1820">
                  <c:v>8.99</c:v>
                </c:pt>
                <c:pt idx="1821">
                  <c:v>9.0040976201712404</c:v>
                </c:pt>
                <c:pt idx="1822">
                  <c:v>9.02</c:v>
                </c:pt>
                <c:pt idx="1823">
                  <c:v>9.06</c:v>
                </c:pt>
                <c:pt idx="1824">
                  <c:v>9.1199999999999992</c:v>
                </c:pt>
                <c:pt idx="1825">
                  <c:v>9.1333700926334362</c:v>
                </c:pt>
                <c:pt idx="1826">
                  <c:v>9.1999999999999993</c:v>
                </c:pt>
                <c:pt idx="1827">
                  <c:v>9.232251386510594</c:v>
                </c:pt>
                <c:pt idx="1828">
                  <c:v>9.25</c:v>
                </c:pt>
                <c:pt idx="1829">
                  <c:v>9.2813048206487565</c:v>
                </c:pt>
                <c:pt idx="1830">
                  <c:v>9.2899999999999991</c:v>
                </c:pt>
                <c:pt idx="1831">
                  <c:v>9.33</c:v>
                </c:pt>
                <c:pt idx="1832">
                  <c:v>9.36</c:v>
                </c:pt>
                <c:pt idx="1833">
                  <c:v>9.3684005060144688</c:v>
                </c:pt>
                <c:pt idx="1834">
                  <c:v>9.3699999999999992</c:v>
                </c:pt>
                <c:pt idx="1835">
                  <c:v>9.3699999999999992</c:v>
                </c:pt>
                <c:pt idx="1836">
                  <c:v>9.3759491465008509</c:v>
                </c:pt>
                <c:pt idx="1837">
                  <c:v>9.3800000000000008</c:v>
                </c:pt>
                <c:pt idx="1838">
                  <c:v>9.44</c:v>
                </c:pt>
                <c:pt idx="1839">
                  <c:v>9.4688409320535492</c:v>
                </c:pt>
                <c:pt idx="1840">
                  <c:v>9.49</c:v>
                </c:pt>
                <c:pt idx="1841">
                  <c:v>9.5399999999999991</c:v>
                </c:pt>
                <c:pt idx="1842">
                  <c:v>9.5838858383614838</c:v>
                </c:pt>
                <c:pt idx="1843">
                  <c:v>9.59</c:v>
                </c:pt>
                <c:pt idx="1844">
                  <c:v>9.65</c:v>
                </c:pt>
                <c:pt idx="1845">
                  <c:v>9.73</c:v>
                </c:pt>
                <c:pt idx="1846">
                  <c:v>9.7608855972266007</c:v>
                </c:pt>
                <c:pt idx="1847">
                  <c:v>9.8000000000000007</c:v>
                </c:pt>
                <c:pt idx="1848">
                  <c:v>9.8699999999999992</c:v>
                </c:pt>
                <c:pt idx="1849">
                  <c:v>9.901933461400434</c:v>
                </c:pt>
                <c:pt idx="1850">
                  <c:v>9.93</c:v>
                </c:pt>
                <c:pt idx="1851">
                  <c:v>9.99</c:v>
                </c:pt>
                <c:pt idx="1852">
                  <c:v>10.02420047574997</c:v>
                </c:pt>
                <c:pt idx="1853">
                  <c:v>10.029999999999999</c:v>
                </c:pt>
                <c:pt idx="1854">
                  <c:v>10.050000000000001</c:v>
                </c:pt>
                <c:pt idx="1855">
                  <c:v>10.050000000000001</c:v>
                </c:pt>
                <c:pt idx="1856">
                  <c:v>10.06</c:v>
                </c:pt>
                <c:pt idx="1857">
                  <c:v>10.075049310105779</c:v>
                </c:pt>
                <c:pt idx="1858">
                  <c:v>10.08</c:v>
                </c:pt>
                <c:pt idx="1859">
                  <c:v>10.09</c:v>
                </c:pt>
                <c:pt idx="1860">
                  <c:v>10.11</c:v>
                </c:pt>
                <c:pt idx="1861">
                  <c:v>10.12027893320284</c:v>
                </c:pt>
                <c:pt idx="1862">
                  <c:v>10.14</c:v>
                </c:pt>
                <c:pt idx="1863">
                  <c:v>10.17</c:v>
                </c:pt>
                <c:pt idx="1864">
                  <c:v>10.20079196328213</c:v>
                </c:pt>
                <c:pt idx="1865">
                  <c:v>10.210000000000001</c:v>
                </c:pt>
                <c:pt idx="1866">
                  <c:v>10.31</c:v>
                </c:pt>
                <c:pt idx="1867">
                  <c:v>10.34</c:v>
                </c:pt>
                <c:pt idx="1868">
                  <c:v>10.347532391735729</c:v>
                </c:pt>
                <c:pt idx="1869">
                  <c:v>10.35</c:v>
                </c:pt>
                <c:pt idx="1870">
                  <c:v>10.35</c:v>
                </c:pt>
                <c:pt idx="1871">
                  <c:v>10.35</c:v>
                </c:pt>
                <c:pt idx="1872">
                  <c:v>10.35</c:v>
                </c:pt>
                <c:pt idx="1873">
                  <c:v>10.364324092036441</c:v>
                </c:pt>
                <c:pt idx="1874">
                  <c:v>10.37</c:v>
                </c:pt>
                <c:pt idx="1875">
                  <c:v>10.42</c:v>
                </c:pt>
                <c:pt idx="1876">
                  <c:v>10.44</c:v>
                </c:pt>
                <c:pt idx="1877">
                  <c:v>10.46</c:v>
                </c:pt>
                <c:pt idx="1878">
                  <c:v>10.47</c:v>
                </c:pt>
                <c:pt idx="1879">
                  <c:v>10.48614068806458</c:v>
                </c:pt>
                <c:pt idx="1880">
                  <c:v>10.5</c:v>
                </c:pt>
                <c:pt idx="1881">
                  <c:v>10.53</c:v>
                </c:pt>
                <c:pt idx="1882">
                  <c:v>10.55093621968774</c:v>
                </c:pt>
                <c:pt idx="1883">
                  <c:v>10.56</c:v>
                </c:pt>
                <c:pt idx="1884">
                  <c:v>10.59</c:v>
                </c:pt>
                <c:pt idx="1885">
                  <c:v>10.6</c:v>
                </c:pt>
                <c:pt idx="1886">
                  <c:v>10.6</c:v>
                </c:pt>
                <c:pt idx="1887">
                  <c:v>10.6</c:v>
                </c:pt>
                <c:pt idx="1888">
                  <c:v>10.61</c:v>
                </c:pt>
                <c:pt idx="1889">
                  <c:v>10.612388882573599</c:v>
                </c:pt>
                <c:pt idx="1890">
                  <c:v>10.62</c:v>
                </c:pt>
                <c:pt idx="1891">
                  <c:v>10.63</c:v>
                </c:pt>
                <c:pt idx="1892">
                  <c:v>10.63</c:v>
                </c:pt>
                <c:pt idx="1893">
                  <c:v>10.64</c:v>
                </c:pt>
                <c:pt idx="1894">
                  <c:v>10.64944680577849</c:v>
                </c:pt>
                <c:pt idx="1895">
                  <c:v>10.65</c:v>
                </c:pt>
                <c:pt idx="1896">
                  <c:v>10.66</c:v>
                </c:pt>
                <c:pt idx="1897">
                  <c:v>10.67</c:v>
                </c:pt>
                <c:pt idx="1898">
                  <c:v>10.673899740493839</c:v>
                </c:pt>
                <c:pt idx="1899">
                  <c:v>10.69</c:v>
                </c:pt>
                <c:pt idx="1900">
                  <c:v>10.71</c:v>
                </c:pt>
                <c:pt idx="1901">
                  <c:v>10.73</c:v>
                </c:pt>
                <c:pt idx="1902">
                  <c:v>10.74</c:v>
                </c:pt>
                <c:pt idx="1903">
                  <c:v>10.74343682251401</c:v>
                </c:pt>
                <c:pt idx="1904">
                  <c:v>10.76</c:v>
                </c:pt>
                <c:pt idx="1905">
                  <c:v>10.78427599982375</c:v>
                </c:pt>
                <c:pt idx="1906">
                  <c:v>10.79</c:v>
                </c:pt>
                <c:pt idx="1907">
                  <c:v>10.83</c:v>
                </c:pt>
                <c:pt idx="1908">
                  <c:v>10.86</c:v>
                </c:pt>
                <c:pt idx="1909">
                  <c:v>10.876940913160251</c:v>
                </c:pt>
                <c:pt idx="1910">
                  <c:v>10.88</c:v>
                </c:pt>
                <c:pt idx="1911">
                  <c:v>10.89</c:v>
                </c:pt>
                <c:pt idx="1912">
                  <c:v>10.9055050579094</c:v>
                </c:pt>
                <c:pt idx="1913">
                  <c:v>10.91</c:v>
                </c:pt>
                <c:pt idx="1914">
                  <c:v>10.96</c:v>
                </c:pt>
                <c:pt idx="1915">
                  <c:v>10.96786879696703</c:v>
                </c:pt>
                <c:pt idx="1916">
                  <c:v>10.98</c:v>
                </c:pt>
                <c:pt idx="1917">
                  <c:v>11.01</c:v>
                </c:pt>
                <c:pt idx="1918">
                  <c:v>11.04</c:v>
                </c:pt>
                <c:pt idx="1919">
                  <c:v>11.07</c:v>
                </c:pt>
                <c:pt idx="1920">
                  <c:v>11.08069694855506</c:v>
                </c:pt>
                <c:pt idx="1921">
                  <c:v>11.09</c:v>
                </c:pt>
                <c:pt idx="1922">
                  <c:v>11.1</c:v>
                </c:pt>
                <c:pt idx="1923">
                  <c:v>11.1</c:v>
                </c:pt>
                <c:pt idx="1924">
                  <c:v>11.096132995858261</c:v>
                </c:pt>
                <c:pt idx="1925">
                  <c:v>11.09</c:v>
                </c:pt>
                <c:pt idx="1926">
                  <c:v>11.09</c:v>
                </c:pt>
                <c:pt idx="1927">
                  <c:v>11.08305810498514</c:v>
                </c:pt>
                <c:pt idx="1928">
                  <c:v>11.08</c:v>
                </c:pt>
                <c:pt idx="1929">
                  <c:v>11.11</c:v>
                </c:pt>
                <c:pt idx="1930">
                  <c:v>11.13</c:v>
                </c:pt>
                <c:pt idx="1931">
                  <c:v>11.15</c:v>
                </c:pt>
                <c:pt idx="1932">
                  <c:v>11.166710920959771</c:v>
                </c:pt>
                <c:pt idx="1933">
                  <c:v>11.17</c:v>
                </c:pt>
                <c:pt idx="1934">
                  <c:v>11.2</c:v>
                </c:pt>
                <c:pt idx="1935">
                  <c:v>11.207082830098591</c:v>
                </c:pt>
                <c:pt idx="1936">
                  <c:v>11.21</c:v>
                </c:pt>
                <c:pt idx="1937">
                  <c:v>11.21</c:v>
                </c:pt>
                <c:pt idx="1938">
                  <c:v>11.19</c:v>
                </c:pt>
                <c:pt idx="1939">
                  <c:v>11.16</c:v>
                </c:pt>
                <c:pt idx="1940">
                  <c:v>11.146640435594771</c:v>
                </c:pt>
                <c:pt idx="1941">
                  <c:v>11.14</c:v>
                </c:pt>
                <c:pt idx="1942">
                  <c:v>11.13189204729596</c:v>
                </c:pt>
                <c:pt idx="1943">
                  <c:v>11.13</c:v>
                </c:pt>
                <c:pt idx="1944">
                  <c:v>11.128447664817321</c:v>
                </c:pt>
                <c:pt idx="1945">
                  <c:v>11.12</c:v>
                </c:pt>
                <c:pt idx="1946">
                  <c:v>11.11</c:v>
                </c:pt>
                <c:pt idx="1947">
                  <c:v>11.091406519135811</c:v>
                </c:pt>
                <c:pt idx="1948">
                  <c:v>11.09</c:v>
                </c:pt>
                <c:pt idx="1949">
                  <c:v>11.07</c:v>
                </c:pt>
                <c:pt idx="1950">
                  <c:v>11.05</c:v>
                </c:pt>
                <c:pt idx="1951">
                  <c:v>11.02001071046055</c:v>
                </c:pt>
                <c:pt idx="1952">
                  <c:v>11.01</c:v>
                </c:pt>
                <c:pt idx="1953">
                  <c:v>10.95</c:v>
                </c:pt>
                <c:pt idx="1954">
                  <c:v>10.936570717454821</c:v>
                </c:pt>
                <c:pt idx="1955">
                  <c:v>10.9</c:v>
                </c:pt>
                <c:pt idx="1956">
                  <c:v>10.86</c:v>
                </c:pt>
                <c:pt idx="1957">
                  <c:v>10.81</c:v>
                </c:pt>
                <c:pt idx="1958">
                  <c:v>10.79000666127421</c:v>
                </c:pt>
                <c:pt idx="1959">
                  <c:v>10.76</c:v>
                </c:pt>
                <c:pt idx="1960">
                  <c:v>10.71</c:v>
                </c:pt>
                <c:pt idx="1961">
                  <c:v>10.686128248034599</c:v>
                </c:pt>
                <c:pt idx="1962">
                  <c:v>10.68</c:v>
                </c:pt>
                <c:pt idx="1963">
                  <c:v>10.68</c:v>
                </c:pt>
                <c:pt idx="1964">
                  <c:v>10.69522851836753</c:v>
                </c:pt>
                <c:pt idx="1965">
                  <c:v>10.7</c:v>
                </c:pt>
                <c:pt idx="1966">
                  <c:v>10.72</c:v>
                </c:pt>
                <c:pt idx="1967">
                  <c:v>10.72</c:v>
                </c:pt>
                <c:pt idx="1968">
                  <c:v>10.72</c:v>
                </c:pt>
                <c:pt idx="1969">
                  <c:v>10.69</c:v>
                </c:pt>
                <c:pt idx="1970">
                  <c:v>10.65</c:v>
                </c:pt>
                <c:pt idx="1971">
                  <c:v>10.6</c:v>
                </c:pt>
                <c:pt idx="1972">
                  <c:v>10.55</c:v>
                </c:pt>
                <c:pt idx="1973">
                  <c:v>10.542594499690169</c:v>
                </c:pt>
                <c:pt idx="1974">
                  <c:v>10.52</c:v>
                </c:pt>
                <c:pt idx="1975">
                  <c:v>10.5</c:v>
                </c:pt>
                <c:pt idx="1976">
                  <c:v>10.47</c:v>
                </c:pt>
                <c:pt idx="1977">
                  <c:v>10.464151416046199</c:v>
                </c:pt>
                <c:pt idx="1978">
                  <c:v>10.44</c:v>
                </c:pt>
                <c:pt idx="1979">
                  <c:v>10.41</c:v>
                </c:pt>
                <c:pt idx="1980">
                  <c:v>10.38372204306668</c:v>
                </c:pt>
                <c:pt idx="1981">
                  <c:v>10.37</c:v>
                </c:pt>
                <c:pt idx="1982">
                  <c:v>10.32</c:v>
                </c:pt>
                <c:pt idx="1983">
                  <c:v>10.25</c:v>
                </c:pt>
                <c:pt idx="1984">
                  <c:v>10.17</c:v>
                </c:pt>
                <c:pt idx="1985">
                  <c:v>10.12596960167715</c:v>
                </c:pt>
                <c:pt idx="1986">
                  <c:v>10.09</c:v>
                </c:pt>
                <c:pt idx="1987">
                  <c:v>10.004410149173189</c:v>
                </c:pt>
                <c:pt idx="1988">
                  <c:v>10</c:v>
                </c:pt>
                <c:pt idx="1989">
                  <c:v>9.9296295747518144</c:v>
                </c:pt>
                <c:pt idx="1990">
                  <c:v>9.91</c:v>
                </c:pt>
                <c:pt idx="1991">
                  <c:v>9.85</c:v>
                </c:pt>
                <c:pt idx="1992">
                  <c:v>9.8419712610718157</c:v>
                </c:pt>
                <c:pt idx="1993">
                  <c:v>9.84</c:v>
                </c:pt>
                <c:pt idx="1994">
                  <c:v>9.85</c:v>
                </c:pt>
                <c:pt idx="1995">
                  <c:v>9.8573974799109667</c:v>
                </c:pt>
                <c:pt idx="1996">
                  <c:v>9.86</c:v>
                </c:pt>
                <c:pt idx="1997">
                  <c:v>9.83</c:v>
                </c:pt>
                <c:pt idx="1998">
                  <c:v>9.76</c:v>
                </c:pt>
                <c:pt idx="1999">
                  <c:v>9.6882671545376517</c:v>
                </c:pt>
                <c:pt idx="2000">
                  <c:v>9.66</c:v>
                </c:pt>
                <c:pt idx="2001">
                  <c:v>9.5500000000000007</c:v>
                </c:pt>
                <c:pt idx="2002">
                  <c:v>9.4499999999999993</c:v>
                </c:pt>
                <c:pt idx="2003">
                  <c:v>9.3000000000000007</c:v>
                </c:pt>
                <c:pt idx="2004">
                  <c:v>9.2812855578853615</c:v>
                </c:pt>
                <c:pt idx="2005">
                  <c:v>9.24</c:v>
                </c:pt>
                <c:pt idx="2006">
                  <c:v>9.18</c:v>
                </c:pt>
                <c:pt idx="2007">
                  <c:v>9.142279143685144</c:v>
                </c:pt>
                <c:pt idx="2008">
                  <c:v>9.1199999999999992</c:v>
                </c:pt>
                <c:pt idx="2009">
                  <c:v>9.07</c:v>
                </c:pt>
                <c:pt idx="2010">
                  <c:v>9.02</c:v>
                </c:pt>
                <c:pt idx="2011">
                  <c:v>8.9975496274086151</c:v>
                </c:pt>
                <c:pt idx="2012">
                  <c:v>9</c:v>
                </c:pt>
                <c:pt idx="2013">
                  <c:v>9.0299999999999994</c:v>
                </c:pt>
                <c:pt idx="2014">
                  <c:v>9.0399999999999991</c:v>
                </c:pt>
                <c:pt idx="2015">
                  <c:v>9.0316766452251347</c:v>
                </c:pt>
                <c:pt idx="2016">
                  <c:v>9.0299999999999994</c:v>
                </c:pt>
                <c:pt idx="2017">
                  <c:v>9.02</c:v>
                </c:pt>
                <c:pt idx="2018">
                  <c:v>8.99</c:v>
                </c:pt>
                <c:pt idx="2019">
                  <c:v>8.9499999999999993</c:v>
                </c:pt>
                <c:pt idx="2020">
                  <c:v>8.94</c:v>
                </c:pt>
                <c:pt idx="2021">
                  <c:v>8.9499999999999993</c:v>
                </c:pt>
                <c:pt idx="2022">
                  <c:v>8.9561965914325192</c:v>
                </c:pt>
                <c:pt idx="2023">
                  <c:v>8.9600000000000009</c:v>
                </c:pt>
                <c:pt idx="2024">
                  <c:v>8.9700000000000006</c:v>
                </c:pt>
                <c:pt idx="2025">
                  <c:v>8.9749489421099042</c:v>
                </c:pt>
                <c:pt idx="2026">
                  <c:v>8.99</c:v>
                </c:pt>
                <c:pt idx="2027">
                  <c:v>9.0011314414983872</c:v>
                </c:pt>
                <c:pt idx="2028">
                  <c:v>9.01</c:v>
                </c:pt>
                <c:pt idx="2029">
                  <c:v>9.02</c:v>
                </c:pt>
                <c:pt idx="2030">
                  <c:v>9.0272635675675676</c:v>
                </c:pt>
                <c:pt idx="2031">
                  <c:v>9.0299999999999994</c:v>
                </c:pt>
                <c:pt idx="2032">
                  <c:v>9.06</c:v>
                </c:pt>
                <c:pt idx="2033">
                  <c:v>9.0835911834901033</c:v>
                </c:pt>
                <c:pt idx="2034">
                  <c:v>9.09</c:v>
                </c:pt>
                <c:pt idx="2035">
                  <c:v>9.1199999999999992</c:v>
                </c:pt>
                <c:pt idx="2036">
                  <c:v>9.1367448303156227</c:v>
                </c:pt>
                <c:pt idx="2037">
                  <c:v>9.14</c:v>
                </c:pt>
                <c:pt idx="2038">
                  <c:v>9.14</c:v>
                </c:pt>
                <c:pt idx="2039">
                  <c:v>9.1216099315033006</c:v>
                </c:pt>
                <c:pt idx="2040">
                  <c:v>9.1199999999999992</c:v>
                </c:pt>
                <c:pt idx="2041">
                  <c:v>9.09</c:v>
                </c:pt>
                <c:pt idx="2042">
                  <c:v>9.0500000000000007</c:v>
                </c:pt>
                <c:pt idx="2043">
                  <c:v>9.0209066289885786</c:v>
                </c:pt>
                <c:pt idx="2044">
                  <c:v>9</c:v>
                </c:pt>
                <c:pt idx="2045">
                  <c:v>8.93</c:v>
                </c:pt>
                <c:pt idx="2046">
                  <c:v>8.85</c:v>
                </c:pt>
                <c:pt idx="2047">
                  <c:v>8.8165623676497997</c:v>
                </c:pt>
                <c:pt idx="2048">
                  <c:v>8.76</c:v>
                </c:pt>
                <c:pt idx="2049">
                  <c:v>8.67</c:v>
                </c:pt>
                <c:pt idx="2050">
                  <c:v>8.59</c:v>
                </c:pt>
                <c:pt idx="2051">
                  <c:v>8.52</c:v>
                </c:pt>
                <c:pt idx="2052">
                  <c:v>8.4700000000000006</c:v>
                </c:pt>
                <c:pt idx="2053">
                  <c:v>8.4660129044501389</c:v>
                </c:pt>
                <c:pt idx="2054">
                  <c:v>8.4600000000000009</c:v>
                </c:pt>
                <c:pt idx="2055">
                  <c:v>8.4600000000000009</c:v>
                </c:pt>
                <c:pt idx="2056">
                  <c:v>8.4649710641313334</c:v>
                </c:pt>
                <c:pt idx="2057">
                  <c:v>8.4700000000000006</c:v>
                </c:pt>
                <c:pt idx="2058">
                  <c:v>8.4600000000000009</c:v>
                </c:pt>
                <c:pt idx="2059">
                  <c:v>8.4519728627850679</c:v>
                </c:pt>
                <c:pt idx="2060">
                  <c:v>8.4499999999999993</c:v>
                </c:pt>
                <c:pt idx="2061">
                  <c:v>8.4499999999999993</c:v>
                </c:pt>
                <c:pt idx="2062">
                  <c:v>8.4499999999999993</c:v>
                </c:pt>
                <c:pt idx="2063">
                  <c:v>8.4499999999999993</c:v>
                </c:pt>
                <c:pt idx="2064">
                  <c:v>8.4630349184203393</c:v>
                </c:pt>
                <c:pt idx="2065">
                  <c:v>8.4700000000000006</c:v>
                </c:pt>
                <c:pt idx="2066">
                  <c:v>8.48</c:v>
                </c:pt>
                <c:pt idx="2067">
                  <c:v>8.482853043552085</c:v>
                </c:pt>
                <c:pt idx="2068">
                  <c:v>8.4890600220731809</c:v>
                </c:pt>
                <c:pt idx="2069">
                  <c:v>8.49</c:v>
                </c:pt>
                <c:pt idx="2070">
                  <c:v>8.49</c:v>
                </c:pt>
                <c:pt idx="2071">
                  <c:v>8.4783880782795116</c:v>
                </c:pt>
                <c:pt idx="2072">
                  <c:v>8.4700000000000006</c:v>
                </c:pt>
                <c:pt idx="2073">
                  <c:v>8.4499999999999993</c:v>
                </c:pt>
                <c:pt idx="2074">
                  <c:v>8.44</c:v>
                </c:pt>
                <c:pt idx="2075">
                  <c:v>8.4287456469327608</c:v>
                </c:pt>
                <c:pt idx="2076">
                  <c:v>8.42</c:v>
                </c:pt>
                <c:pt idx="2077">
                  <c:v>8.39</c:v>
                </c:pt>
                <c:pt idx="2078">
                  <c:v>8.3761472123043124</c:v>
                </c:pt>
                <c:pt idx="2079">
                  <c:v>8.36</c:v>
                </c:pt>
                <c:pt idx="2080">
                  <c:v>8.34</c:v>
                </c:pt>
                <c:pt idx="2081">
                  <c:v>8.2899999999999991</c:v>
                </c:pt>
                <c:pt idx="2082">
                  <c:v>8.27</c:v>
                </c:pt>
                <c:pt idx="2083">
                  <c:v>8.3000000000000007</c:v>
                </c:pt>
                <c:pt idx="2084">
                  <c:v>8.3524807400577057</c:v>
                </c:pt>
                <c:pt idx="2085">
                  <c:v>8.3699999999999992</c:v>
                </c:pt>
                <c:pt idx="2086">
                  <c:v>8.44</c:v>
                </c:pt>
                <c:pt idx="2087">
                  <c:v>8.4891286145458089</c:v>
                </c:pt>
                <c:pt idx="2088">
                  <c:v>8.5</c:v>
                </c:pt>
                <c:pt idx="2089">
                  <c:v>8.5399999999999991</c:v>
                </c:pt>
                <c:pt idx="2090">
                  <c:v>8.5299999999999994</c:v>
                </c:pt>
                <c:pt idx="2091">
                  <c:v>8.5</c:v>
                </c:pt>
                <c:pt idx="2092">
                  <c:v>8.4499999999999993</c:v>
                </c:pt>
                <c:pt idx="2093">
                  <c:v>8.4</c:v>
                </c:pt>
                <c:pt idx="2094">
                  <c:v>8.35</c:v>
                </c:pt>
                <c:pt idx="2095">
                  <c:v>8.3239146697837523</c:v>
                </c:pt>
                <c:pt idx="2096">
                  <c:v>8.31</c:v>
                </c:pt>
                <c:pt idx="2097">
                  <c:v>8.2899999999999991</c:v>
                </c:pt>
                <c:pt idx="2098">
                  <c:v>8.2799999999999994</c:v>
                </c:pt>
                <c:pt idx="2099">
                  <c:v>8.2674113298031759</c:v>
                </c:pt>
                <c:pt idx="2100">
                  <c:v>8.25</c:v>
                </c:pt>
                <c:pt idx="2101">
                  <c:v>8.1999999999999993</c:v>
                </c:pt>
                <c:pt idx="2102">
                  <c:v>8.1300000000000008</c:v>
                </c:pt>
                <c:pt idx="2103">
                  <c:v>8.06755316536516</c:v>
                </c:pt>
                <c:pt idx="2104">
                  <c:v>8.0500000000000007</c:v>
                </c:pt>
                <c:pt idx="2105">
                  <c:v>7.96</c:v>
                </c:pt>
                <c:pt idx="2106">
                  <c:v>7.85</c:v>
                </c:pt>
                <c:pt idx="2107">
                  <c:v>7.8255009375344677</c:v>
                </c:pt>
                <c:pt idx="2108">
                  <c:v>7.7672487959116143</c:v>
                </c:pt>
                <c:pt idx="2109">
                  <c:v>7.75</c:v>
                </c:pt>
                <c:pt idx="2110">
                  <c:v>7.6953431336608258</c:v>
                </c:pt>
                <c:pt idx="2111">
                  <c:v>7.68</c:v>
                </c:pt>
                <c:pt idx="2112">
                  <c:v>7.59</c:v>
                </c:pt>
                <c:pt idx="2113">
                  <c:v>7.56</c:v>
                </c:pt>
                <c:pt idx="2114">
                  <c:v>7.5</c:v>
                </c:pt>
                <c:pt idx="2115">
                  <c:v>7.44</c:v>
                </c:pt>
                <c:pt idx="2116">
                  <c:v>7.4220498581149119</c:v>
                </c:pt>
                <c:pt idx="2117">
                  <c:v>7.37</c:v>
                </c:pt>
                <c:pt idx="2118">
                  <c:v>7.32</c:v>
                </c:pt>
                <c:pt idx="2119">
                  <c:v>7.28</c:v>
                </c:pt>
                <c:pt idx="2120">
                  <c:v>7.25</c:v>
                </c:pt>
                <c:pt idx="2121">
                  <c:v>7.2423816841926936</c:v>
                </c:pt>
                <c:pt idx="2122">
                  <c:v>7.24</c:v>
                </c:pt>
                <c:pt idx="2123">
                  <c:v>7.25</c:v>
                </c:pt>
                <c:pt idx="2124">
                  <c:v>7.28</c:v>
                </c:pt>
                <c:pt idx="2125">
                  <c:v>7.2906671739027056</c:v>
                </c:pt>
                <c:pt idx="2126">
                  <c:v>7.3</c:v>
                </c:pt>
                <c:pt idx="2127">
                  <c:v>7.32</c:v>
                </c:pt>
                <c:pt idx="2128">
                  <c:v>7.32</c:v>
                </c:pt>
                <c:pt idx="2129">
                  <c:v>7.3</c:v>
                </c:pt>
                <c:pt idx="2130">
                  <c:v>7.26</c:v>
                </c:pt>
                <c:pt idx="2131">
                  <c:v>7.2526313225340591</c:v>
                </c:pt>
                <c:pt idx="2132">
                  <c:v>7.21</c:v>
                </c:pt>
                <c:pt idx="2133">
                  <c:v>7.18</c:v>
                </c:pt>
                <c:pt idx="2134">
                  <c:v>7.18</c:v>
                </c:pt>
                <c:pt idx="2135">
                  <c:v>7.18</c:v>
                </c:pt>
                <c:pt idx="2136">
                  <c:v>7.24</c:v>
                </c:pt>
                <c:pt idx="2137">
                  <c:v>7.2972011594202897</c:v>
                </c:pt>
                <c:pt idx="2138">
                  <c:v>7.31</c:v>
                </c:pt>
                <c:pt idx="2139">
                  <c:v>7.38</c:v>
                </c:pt>
                <c:pt idx="2140">
                  <c:v>7.45</c:v>
                </c:pt>
                <c:pt idx="2141">
                  <c:v>7.4689934374499796</c:v>
                </c:pt>
                <c:pt idx="2142">
                  <c:v>7.49</c:v>
                </c:pt>
                <c:pt idx="2143">
                  <c:v>7.49</c:v>
                </c:pt>
                <c:pt idx="2144">
                  <c:v>7.5</c:v>
                </c:pt>
                <c:pt idx="2145">
                  <c:v>7.51</c:v>
                </c:pt>
                <c:pt idx="2146">
                  <c:v>7.52</c:v>
                </c:pt>
                <c:pt idx="2147">
                  <c:v>7.55</c:v>
                </c:pt>
                <c:pt idx="2148">
                  <c:v>7.5627722603064882</c:v>
                </c:pt>
                <c:pt idx="2149">
                  <c:v>7.59</c:v>
                </c:pt>
                <c:pt idx="2150">
                  <c:v>7.6127155969894558</c:v>
                </c:pt>
                <c:pt idx="2151">
                  <c:v>7.64</c:v>
                </c:pt>
                <c:pt idx="2152">
                  <c:v>7.6633599999999999</c:v>
                </c:pt>
                <c:pt idx="2153">
                  <c:v>7.69</c:v>
                </c:pt>
                <c:pt idx="2154">
                  <c:v>7.71</c:v>
                </c:pt>
                <c:pt idx="2155">
                  <c:v>7.7014801756789426</c:v>
                </c:pt>
                <c:pt idx="2156">
                  <c:v>7.7</c:v>
                </c:pt>
                <c:pt idx="2157">
                  <c:v>7.67</c:v>
                </c:pt>
                <c:pt idx="2158">
                  <c:v>7.62</c:v>
                </c:pt>
                <c:pt idx="2159">
                  <c:v>7.6061430632859199</c:v>
                </c:pt>
                <c:pt idx="2160">
                  <c:v>7.6</c:v>
                </c:pt>
                <c:pt idx="2161">
                  <c:v>7.6</c:v>
                </c:pt>
                <c:pt idx="2162">
                  <c:v>7.6264969197535804</c:v>
                </c:pt>
                <c:pt idx="2163">
                  <c:v>7.63</c:v>
                </c:pt>
                <c:pt idx="2164">
                  <c:v>7.65</c:v>
                </c:pt>
                <c:pt idx="2165">
                  <c:v>7.67</c:v>
                </c:pt>
                <c:pt idx="2166">
                  <c:v>7.67</c:v>
                </c:pt>
                <c:pt idx="2167">
                  <c:v>7.67</c:v>
                </c:pt>
                <c:pt idx="2168">
                  <c:v>7.65</c:v>
                </c:pt>
                <c:pt idx="2169">
                  <c:v>7.64</c:v>
                </c:pt>
                <c:pt idx="2170">
                  <c:v>7.63</c:v>
                </c:pt>
                <c:pt idx="2171">
                  <c:v>7.63</c:v>
                </c:pt>
                <c:pt idx="2172">
                  <c:v>7.63</c:v>
                </c:pt>
                <c:pt idx="2173">
                  <c:v>7.65</c:v>
                </c:pt>
                <c:pt idx="2174">
                  <c:v>7.6801611382916652</c:v>
                </c:pt>
                <c:pt idx="2175">
                  <c:v>7.69</c:v>
                </c:pt>
                <c:pt idx="2176">
                  <c:v>7.73</c:v>
                </c:pt>
                <c:pt idx="2177">
                  <c:v>7.7448824868999981</c:v>
                </c:pt>
                <c:pt idx="2178">
                  <c:v>7.75</c:v>
                </c:pt>
                <c:pt idx="2179">
                  <c:v>7.76</c:v>
                </c:pt>
                <c:pt idx="2180">
                  <c:v>7.77</c:v>
                </c:pt>
                <c:pt idx="2181">
                  <c:v>7.8</c:v>
                </c:pt>
                <c:pt idx="2182">
                  <c:v>7.87</c:v>
                </c:pt>
                <c:pt idx="2183">
                  <c:v>7.96</c:v>
                </c:pt>
                <c:pt idx="2184">
                  <c:v>8.0274020100502526</c:v>
                </c:pt>
                <c:pt idx="2185">
                  <c:v>8.0500000000000007</c:v>
                </c:pt>
                <c:pt idx="2186">
                  <c:v>8.1199999999999992</c:v>
                </c:pt>
                <c:pt idx="2187">
                  <c:v>8.17</c:v>
                </c:pt>
                <c:pt idx="2188">
                  <c:v>8.2020866277071161</c:v>
                </c:pt>
                <c:pt idx="2189">
                  <c:v>8.2100000000000009</c:v>
                </c:pt>
                <c:pt idx="2190">
                  <c:v>8.2446034192425159</c:v>
                </c:pt>
                <c:pt idx="2191">
                  <c:v>8.25</c:v>
                </c:pt>
                <c:pt idx="2192">
                  <c:v>8.2899999999999991</c:v>
                </c:pt>
                <c:pt idx="2193">
                  <c:v>8.35</c:v>
                </c:pt>
                <c:pt idx="2194">
                  <c:v>8.3934608794974306</c:v>
                </c:pt>
                <c:pt idx="2195">
                  <c:v>8.4</c:v>
                </c:pt>
                <c:pt idx="2196">
                  <c:v>8.44</c:v>
                </c:pt>
                <c:pt idx="2197">
                  <c:v>8.49</c:v>
                </c:pt>
                <c:pt idx="2198">
                  <c:v>8.5173871230643847</c:v>
                </c:pt>
                <c:pt idx="2199">
                  <c:v>8.5299999999999994</c:v>
                </c:pt>
                <c:pt idx="2200">
                  <c:v>8.57</c:v>
                </c:pt>
                <c:pt idx="2201">
                  <c:v>8.61</c:v>
                </c:pt>
                <c:pt idx="2202">
                  <c:v>8.65</c:v>
                </c:pt>
                <c:pt idx="2203">
                  <c:v>8.6855511700028192</c:v>
                </c:pt>
                <c:pt idx="2204">
                  <c:v>8.69</c:v>
                </c:pt>
                <c:pt idx="2205">
                  <c:v>8.75</c:v>
                </c:pt>
                <c:pt idx="2206">
                  <c:v>8.83</c:v>
                </c:pt>
                <c:pt idx="2207">
                  <c:v>8.9</c:v>
                </c:pt>
                <c:pt idx="2208">
                  <c:v>8.9700000000000006</c:v>
                </c:pt>
                <c:pt idx="2209">
                  <c:v>9.035051726562342</c:v>
                </c:pt>
                <c:pt idx="2210">
                  <c:v>9.0399999999999991</c:v>
                </c:pt>
                <c:pt idx="2211">
                  <c:v>9.1</c:v>
                </c:pt>
                <c:pt idx="2212">
                  <c:v>9.1626656793780086</c:v>
                </c:pt>
                <c:pt idx="2213">
                  <c:v>9.17</c:v>
                </c:pt>
                <c:pt idx="2214">
                  <c:v>9.23</c:v>
                </c:pt>
                <c:pt idx="2215">
                  <c:v>9.26</c:v>
                </c:pt>
                <c:pt idx="2216">
                  <c:v>9.2649683563021235</c:v>
                </c:pt>
                <c:pt idx="2217">
                  <c:v>9.27</c:v>
                </c:pt>
                <c:pt idx="2218">
                  <c:v>9.2799999999999994</c:v>
                </c:pt>
                <c:pt idx="2219">
                  <c:v>9.293501872659176</c:v>
                </c:pt>
                <c:pt idx="2220">
                  <c:v>9.3000000000000007</c:v>
                </c:pt>
                <c:pt idx="2221">
                  <c:v>9.33</c:v>
                </c:pt>
                <c:pt idx="2222">
                  <c:v>9.36</c:v>
                </c:pt>
                <c:pt idx="2223">
                  <c:v>9.41</c:v>
                </c:pt>
                <c:pt idx="2224">
                  <c:v>9.4583428571428581</c:v>
                </c:pt>
                <c:pt idx="2225">
                  <c:v>9.4700000000000006</c:v>
                </c:pt>
                <c:pt idx="2226">
                  <c:v>9.5500000000000007</c:v>
                </c:pt>
                <c:pt idx="2227">
                  <c:v>9.5838598779879529</c:v>
                </c:pt>
                <c:pt idx="2228">
                  <c:v>9.6199999999999992</c:v>
                </c:pt>
                <c:pt idx="2229">
                  <c:v>9.6288187818781878</c:v>
                </c:pt>
                <c:pt idx="2230">
                  <c:v>9.6737475247524749</c:v>
                </c:pt>
                <c:pt idx="2231">
                  <c:v>9.69</c:v>
                </c:pt>
                <c:pt idx="2232">
                  <c:v>9.74</c:v>
                </c:pt>
                <c:pt idx="2233">
                  <c:v>9.7899999999999991</c:v>
                </c:pt>
                <c:pt idx="2234">
                  <c:v>9.81</c:v>
                </c:pt>
                <c:pt idx="2235">
                  <c:v>9.8070664712144229</c:v>
                </c:pt>
                <c:pt idx="2236">
                  <c:v>9.8000000000000007</c:v>
                </c:pt>
                <c:pt idx="2237">
                  <c:v>9.8000000000000007</c:v>
                </c:pt>
                <c:pt idx="2238">
                  <c:v>9.8065252559533924</c:v>
                </c:pt>
                <c:pt idx="2239">
                  <c:v>9.82</c:v>
                </c:pt>
                <c:pt idx="2240">
                  <c:v>9.85</c:v>
                </c:pt>
                <c:pt idx="2241">
                  <c:v>9.9076968778585748</c:v>
                </c:pt>
                <c:pt idx="2242">
                  <c:v>9.93</c:v>
                </c:pt>
                <c:pt idx="2243">
                  <c:v>9.99</c:v>
                </c:pt>
                <c:pt idx="2244">
                  <c:v>10.002785639726889</c:v>
                </c:pt>
                <c:pt idx="2245">
                  <c:v>10.06</c:v>
                </c:pt>
                <c:pt idx="2246">
                  <c:v>10.15</c:v>
                </c:pt>
                <c:pt idx="2247">
                  <c:v>10.23</c:v>
                </c:pt>
                <c:pt idx="2248">
                  <c:v>10.29</c:v>
                </c:pt>
                <c:pt idx="2249">
                  <c:v>10.35</c:v>
                </c:pt>
                <c:pt idx="2250">
                  <c:v>10.377770077925071</c:v>
                </c:pt>
                <c:pt idx="2251">
                  <c:v>10.39</c:v>
                </c:pt>
                <c:pt idx="2252">
                  <c:v>10.41</c:v>
                </c:pt>
                <c:pt idx="2253">
                  <c:v>10.417433197664129</c:v>
                </c:pt>
                <c:pt idx="2254">
                  <c:v>10.42</c:v>
                </c:pt>
                <c:pt idx="2255">
                  <c:v>10.42</c:v>
                </c:pt>
                <c:pt idx="2256">
                  <c:v>10.428036960887439</c:v>
                </c:pt>
                <c:pt idx="2257">
                  <c:v>10.43</c:v>
                </c:pt>
                <c:pt idx="2258">
                  <c:v>10.449321620453279</c:v>
                </c:pt>
                <c:pt idx="2259">
                  <c:v>10.45</c:v>
                </c:pt>
                <c:pt idx="2260">
                  <c:v>10.48</c:v>
                </c:pt>
                <c:pt idx="2261">
                  <c:v>10.52</c:v>
                </c:pt>
                <c:pt idx="2262">
                  <c:v>10.540542530359421</c:v>
                </c:pt>
                <c:pt idx="2263">
                  <c:v>10.55</c:v>
                </c:pt>
                <c:pt idx="2264">
                  <c:v>10.58</c:v>
                </c:pt>
                <c:pt idx="2265">
                  <c:v>10.62</c:v>
                </c:pt>
                <c:pt idx="2266">
                  <c:v>10.64</c:v>
                </c:pt>
                <c:pt idx="2267">
                  <c:v>10.64344263638972</c:v>
                </c:pt>
                <c:pt idx="2268">
                  <c:v>10.65634299299094</c:v>
                </c:pt>
                <c:pt idx="2269">
                  <c:v>10.66</c:v>
                </c:pt>
                <c:pt idx="2270">
                  <c:v>10.686657217618841</c:v>
                </c:pt>
                <c:pt idx="2271">
                  <c:v>10.69</c:v>
                </c:pt>
                <c:pt idx="2272">
                  <c:v>10.71</c:v>
                </c:pt>
                <c:pt idx="2273">
                  <c:v>10.74</c:v>
                </c:pt>
                <c:pt idx="2274">
                  <c:v>10.78</c:v>
                </c:pt>
                <c:pt idx="2275">
                  <c:v>10.81</c:v>
                </c:pt>
                <c:pt idx="2276">
                  <c:v>10.83874111361798</c:v>
                </c:pt>
                <c:pt idx="2277">
                  <c:v>10.84</c:v>
                </c:pt>
                <c:pt idx="2278">
                  <c:v>10.88</c:v>
                </c:pt>
                <c:pt idx="2279">
                  <c:v>10.92</c:v>
                </c:pt>
                <c:pt idx="2280">
                  <c:v>10.931337740006301</c:v>
                </c:pt>
                <c:pt idx="2281">
                  <c:v>10.94</c:v>
                </c:pt>
                <c:pt idx="2282">
                  <c:v>10.95</c:v>
                </c:pt>
                <c:pt idx="2283">
                  <c:v>10.95</c:v>
                </c:pt>
                <c:pt idx="2284">
                  <c:v>10.95</c:v>
                </c:pt>
                <c:pt idx="2285">
                  <c:v>10.96</c:v>
                </c:pt>
                <c:pt idx="2286">
                  <c:v>11</c:v>
                </c:pt>
                <c:pt idx="2287">
                  <c:v>11.02</c:v>
                </c:pt>
                <c:pt idx="2288">
                  <c:v>11.035723150179029</c:v>
                </c:pt>
                <c:pt idx="2289">
                  <c:v>11.04</c:v>
                </c:pt>
                <c:pt idx="2290">
                  <c:v>11.06</c:v>
                </c:pt>
                <c:pt idx="2291">
                  <c:v>11.062979202318729</c:v>
                </c:pt>
                <c:pt idx="2292">
                  <c:v>11.08</c:v>
                </c:pt>
                <c:pt idx="2293">
                  <c:v>11.1</c:v>
                </c:pt>
                <c:pt idx="2294">
                  <c:v>11.1</c:v>
                </c:pt>
                <c:pt idx="2295">
                  <c:v>11.107538244020031</c:v>
                </c:pt>
                <c:pt idx="2296">
                  <c:v>11.11</c:v>
                </c:pt>
                <c:pt idx="2297">
                  <c:v>11.11</c:v>
                </c:pt>
                <c:pt idx="2298">
                  <c:v>11.11</c:v>
                </c:pt>
                <c:pt idx="2299">
                  <c:v>11.11</c:v>
                </c:pt>
                <c:pt idx="2300">
                  <c:v>11.12</c:v>
                </c:pt>
                <c:pt idx="2301">
                  <c:v>11.12</c:v>
                </c:pt>
                <c:pt idx="2302">
                  <c:v>11.12</c:v>
                </c:pt>
                <c:pt idx="2303">
                  <c:v>11.16</c:v>
                </c:pt>
                <c:pt idx="2304">
                  <c:v>11.19</c:v>
                </c:pt>
                <c:pt idx="2305">
                  <c:v>11.20368712355527</c:v>
                </c:pt>
                <c:pt idx="2306">
                  <c:v>11.22</c:v>
                </c:pt>
                <c:pt idx="2307">
                  <c:v>11.25</c:v>
                </c:pt>
                <c:pt idx="2308">
                  <c:v>11.25</c:v>
                </c:pt>
                <c:pt idx="2309">
                  <c:v>11.25</c:v>
                </c:pt>
                <c:pt idx="2310">
                  <c:v>11.241308531439749</c:v>
                </c:pt>
                <c:pt idx="2311">
                  <c:v>11.22</c:v>
                </c:pt>
                <c:pt idx="2312">
                  <c:v>11.192146569646569</c:v>
                </c:pt>
                <c:pt idx="2313">
                  <c:v>11.18</c:v>
                </c:pt>
                <c:pt idx="2314">
                  <c:v>11.14</c:v>
                </c:pt>
                <c:pt idx="2315">
                  <c:v>11.12</c:v>
                </c:pt>
                <c:pt idx="2316">
                  <c:v>11.13381458550217</c:v>
                </c:pt>
                <c:pt idx="2317">
                  <c:v>11.14</c:v>
                </c:pt>
                <c:pt idx="2318">
                  <c:v>11.17</c:v>
                </c:pt>
                <c:pt idx="2319">
                  <c:v>11.195561745401511</c:v>
                </c:pt>
                <c:pt idx="2320">
                  <c:v>11.2</c:v>
                </c:pt>
                <c:pt idx="2321">
                  <c:v>11.23</c:v>
                </c:pt>
                <c:pt idx="2322">
                  <c:v>11.27</c:v>
                </c:pt>
                <c:pt idx="2323">
                  <c:v>11.3</c:v>
                </c:pt>
                <c:pt idx="2324">
                  <c:v>11.29</c:v>
                </c:pt>
                <c:pt idx="2325">
                  <c:v>11.25</c:v>
                </c:pt>
                <c:pt idx="2326">
                  <c:v>11.2</c:v>
                </c:pt>
                <c:pt idx="2327">
                  <c:v>11.12549627279247</c:v>
                </c:pt>
                <c:pt idx="2328">
                  <c:v>11.12</c:v>
                </c:pt>
                <c:pt idx="2329">
                  <c:v>11.138175056042391</c:v>
                </c:pt>
                <c:pt idx="2330">
                  <c:v>11.14</c:v>
                </c:pt>
                <c:pt idx="2331">
                  <c:v>11.2</c:v>
                </c:pt>
                <c:pt idx="2332">
                  <c:v>11.205733788395911</c:v>
                </c:pt>
                <c:pt idx="2333">
                  <c:v>11.21</c:v>
                </c:pt>
                <c:pt idx="2334">
                  <c:v>11.2</c:v>
                </c:pt>
                <c:pt idx="2335">
                  <c:v>11.19</c:v>
                </c:pt>
                <c:pt idx="2336">
                  <c:v>11.18</c:v>
                </c:pt>
                <c:pt idx="2337">
                  <c:v>11.170344917108631</c:v>
                </c:pt>
                <c:pt idx="2338">
                  <c:v>11.16</c:v>
                </c:pt>
                <c:pt idx="2339">
                  <c:v>11.11</c:v>
                </c:pt>
                <c:pt idx="2340">
                  <c:v>11.07</c:v>
                </c:pt>
                <c:pt idx="2341">
                  <c:v>11.04</c:v>
                </c:pt>
                <c:pt idx="2342">
                  <c:v>11.04</c:v>
                </c:pt>
                <c:pt idx="2343">
                  <c:v>11.04</c:v>
                </c:pt>
                <c:pt idx="2344">
                  <c:v>11.04</c:v>
                </c:pt>
                <c:pt idx="2345">
                  <c:v>11.04</c:v>
                </c:pt>
                <c:pt idx="2346">
                  <c:v>11.024619216400041</c:v>
                </c:pt>
                <c:pt idx="2347">
                  <c:v>11.02</c:v>
                </c:pt>
                <c:pt idx="2348">
                  <c:v>10.96797675823681</c:v>
                </c:pt>
                <c:pt idx="2349">
                  <c:v>10.96</c:v>
                </c:pt>
                <c:pt idx="2350">
                  <c:v>10.82</c:v>
                </c:pt>
                <c:pt idx="2351">
                  <c:v>10.77</c:v>
                </c:pt>
                <c:pt idx="2352">
                  <c:v>10.72137034348312</c:v>
                </c:pt>
                <c:pt idx="2353">
                  <c:v>10.72</c:v>
                </c:pt>
                <c:pt idx="2354">
                  <c:v>10.69</c:v>
                </c:pt>
                <c:pt idx="2355">
                  <c:v>10.66</c:v>
                </c:pt>
                <c:pt idx="2356">
                  <c:v>10.634670534604229</c:v>
                </c:pt>
                <c:pt idx="2357">
                  <c:v>10.62</c:v>
                </c:pt>
                <c:pt idx="2358">
                  <c:v>10.6</c:v>
                </c:pt>
                <c:pt idx="2359">
                  <c:v>10.59</c:v>
                </c:pt>
                <c:pt idx="2360">
                  <c:v>10.57</c:v>
                </c:pt>
                <c:pt idx="2361">
                  <c:v>10.51</c:v>
                </c:pt>
                <c:pt idx="2362">
                  <c:v>10.465962588851481</c:v>
                </c:pt>
                <c:pt idx="2363">
                  <c:v>10.44</c:v>
                </c:pt>
                <c:pt idx="2364">
                  <c:v>10.36</c:v>
                </c:pt>
                <c:pt idx="2365">
                  <c:v>10.29316797972016</c:v>
                </c:pt>
                <c:pt idx="2366">
                  <c:v>10.28</c:v>
                </c:pt>
                <c:pt idx="2367">
                  <c:v>10.210000000000001</c:v>
                </c:pt>
                <c:pt idx="2368">
                  <c:v>10.16</c:v>
                </c:pt>
                <c:pt idx="2369">
                  <c:v>10.130000000000001</c:v>
                </c:pt>
                <c:pt idx="2370">
                  <c:v>10.08</c:v>
                </c:pt>
                <c:pt idx="2371">
                  <c:v>10.04294344614706</c:v>
                </c:pt>
                <c:pt idx="2372">
                  <c:v>10.02</c:v>
                </c:pt>
                <c:pt idx="2373">
                  <c:v>9.9600000000000009</c:v>
                </c:pt>
                <c:pt idx="2374">
                  <c:v>9.9266377278928442</c:v>
                </c:pt>
                <c:pt idx="2375">
                  <c:v>9.92</c:v>
                </c:pt>
                <c:pt idx="2376">
                  <c:v>9.9</c:v>
                </c:pt>
                <c:pt idx="2377">
                  <c:v>9.91</c:v>
                </c:pt>
                <c:pt idx="2378">
                  <c:v>9.9041162128339018</c:v>
                </c:pt>
                <c:pt idx="2379">
                  <c:v>9.9</c:v>
                </c:pt>
                <c:pt idx="2380">
                  <c:v>9.8699999999999992</c:v>
                </c:pt>
                <c:pt idx="2381">
                  <c:v>9.85</c:v>
                </c:pt>
                <c:pt idx="2382">
                  <c:v>9.8411219974715554</c:v>
                </c:pt>
                <c:pt idx="2383">
                  <c:v>9.83</c:v>
                </c:pt>
                <c:pt idx="2384">
                  <c:v>9.84</c:v>
                </c:pt>
                <c:pt idx="2385">
                  <c:v>9.8524790009064347</c:v>
                </c:pt>
                <c:pt idx="2386">
                  <c:v>9.86</c:v>
                </c:pt>
                <c:pt idx="2387">
                  <c:v>9.86</c:v>
                </c:pt>
                <c:pt idx="2388">
                  <c:v>9.8427199767297342</c:v>
                </c:pt>
                <c:pt idx="2389">
                  <c:v>9.84</c:v>
                </c:pt>
                <c:pt idx="2390">
                  <c:v>9.8000000000000007</c:v>
                </c:pt>
                <c:pt idx="2391">
                  <c:v>9.73</c:v>
                </c:pt>
                <c:pt idx="2392">
                  <c:v>9.6782359216329876</c:v>
                </c:pt>
                <c:pt idx="2393">
                  <c:v>9.67</c:v>
                </c:pt>
                <c:pt idx="2394">
                  <c:v>9.6300000000000008</c:v>
                </c:pt>
                <c:pt idx="2395">
                  <c:v>9.6300000000000008</c:v>
                </c:pt>
                <c:pt idx="2396">
                  <c:v>9.6300000000000008</c:v>
                </c:pt>
                <c:pt idx="2397">
                  <c:v>9.6300000000000008</c:v>
                </c:pt>
                <c:pt idx="2398">
                  <c:v>9.6199999999999992</c:v>
                </c:pt>
                <c:pt idx="2399">
                  <c:v>9.61</c:v>
                </c:pt>
                <c:pt idx="2400">
                  <c:v>9.61</c:v>
                </c:pt>
                <c:pt idx="2401">
                  <c:v>9.61</c:v>
                </c:pt>
                <c:pt idx="2402">
                  <c:v>9.61</c:v>
                </c:pt>
                <c:pt idx="2403">
                  <c:v>9.61</c:v>
                </c:pt>
                <c:pt idx="2404">
                  <c:v>9.5844306402439017</c:v>
                </c:pt>
                <c:pt idx="2405">
                  <c:v>9.58</c:v>
                </c:pt>
                <c:pt idx="2406">
                  <c:v>9.44</c:v>
                </c:pt>
                <c:pt idx="2407">
                  <c:v>9.347505217028381</c:v>
                </c:pt>
                <c:pt idx="2408">
                  <c:v>9.32</c:v>
                </c:pt>
                <c:pt idx="2409">
                  <c:v>9.19</c:v>
                </c:pt>
                <c:pt idx="2410">
                  <c:v>9.0888098344204717</c:v>
                </c:pt>
                <c:pt idx="2411">
                  <c:v>9.07</c:v>
                </c:pt>
                <c:pt idx="2412">
                  <c:v>8.8800000000000008</c:v>
                </c:pt>
                <c:pt idx="2413">
                  <c:v>8.85</c:v>
                </c:pt>
                <c:pt idx="2414">
                  <c:v>8.84</c:v>
                </c:pt>
                <c:pt idx="2415">
                  <c:v>8.8327555967335325</c:v>
                </c:pt>
                <c:pt idx="2416">
                  <c:v>8.83</c:v>
                </c:pt>
                <c:pt idx="2417">
                  <c:v>8.82</c:v>
                </c:pt>
                <c:pt idx="2418">
                  <c:v>8.8000000000000007</c:v>
                </c:pt>
                <c:pt idx="2419">
                  <c:v>8.7799999999999994</c:v>
                </c:pt>
                <c:pt idx="2420">
                  <c:v>8.7676220634803741</c:v>
                </c:pt>
                <c:pt idx="2421">
                  <c:v>8.74</c:v>
                </c:pt>
                <c:pt idx="2422">
                  <c:v>8.73</c:v>
                </c:pt>
                <c:pt idx="2423">
                  <c:v>8.73</c:v>
                </c:pt>
                <c:pt idx="2424">
                  <c:v>8.73</c:v>
                </c:pt>
                <c:pt idx="2425">
                  <c:v>8.7314857789726901</c:v>
                </c:pt>
                <c:pt idx="2426">
                  <c:v>8.74</c:v>
                </c:pt>
                <c:pt idx="2427">
                  <c:v>8.76</c:v>
                </c:pt>
                <c:pt idx="2428">
                  <c:v>8.75</c:v>
                </c:pt>
                <c:pt idx="2429">
                  <c:v>8.7100000000000009</c:v>
                </c:pt>
                <c:pt idx="2430">
                  <c:v>8.6924654809267494</c:v>
                </c:pt>
                <c:pt idx="2431">
                  <c:v>8.65</c:v>
                </c:pt>
                <c:pt idx="2432">
                  <c:v>8.58</c:v>
                </c:pt>
                <c:pt idx="2433">
                  <c:v>8.5479304018102873</c:v>
                </c:pt>
                <c:pt idx="2434">
                  <c:v>8.49</c:v>
                </c:pt>
                <c:pt idx="2435">
                  <c:v>8.41</c:v>
                </c:pt>
                <c:pt idx="2436">
                  <c:v>8.36</c:v>
                </c:pt>
                <c:pt idx="2437">
                  <c:v>8.32</c:v>
                </c:pt>
                <c:pt idx="2438">
                  <c:v>8.27</c:v>
                </c:pt>
                <c:pt idx="2439">
                  <c:v>8.2418783458244107</c:v>
                </c:pt>
                <c:pt idx="2440">
                  <c:v>8.2200000000000006</c:v>
                </c:pt>
                <c:pt idx="2441">
                  <c:v>8.17</c:v>
                </c:pt>
                <c:pt idx="2442">
                  <c:v>8.1540698842210979</c:v>
                </c:pt>
                <c:pt idx="2443">
                  <c:v>8.15</c:v>
                </c:pt>
                <c:pt idx="2444">
                  <c:v>8.14</c:v>
                </c:pt>
                <c:pt idx="2445">
                  <c:v>8.1300000000000008</c:v>
                </c:pt>
                <c:pt idx="2446">
                  <c:v>8.1300000000000008</c:v>
                </c:pt>
                <c:pt idx="2447">
                  <c:v>8.1300000000000008</c:v>
                </c:pt>
                <c:pt idx="2448">
                  <c:v>8.1300000000000008</c:v>
                </c:pt>
                <c:pt idx="2449">
                  <c:v>8.115286081270435</c:v>
                </c:pt>
                <c:pt idx="2450">
                  <c:v>8.11</c:v>
                </c:pt>
                <c:pt idx="2451">
                  <c:v>8.09</c:v>
                </c:pt>
                <c:pt idx="2452">
                  <c:v>8.0744583333333342</c:v>
                </c:pt>
                <c:pt idx="2453">
                  <c:v>8.07</c:v>
                </c:pt>
                <c:pt idx="2454">
                  <c:v>8.0399999999999991</c:v>
                </c:pt>
                <c:pt idx="2455">
                  <c:v>8.0506351750316316</c:v>
                </c:pt>
                <c:pt idx="2456">
                  <c:v>8.06</c:v>
                </c:pt>
                <c:pt idx="2457">
                  <c:v>8.1</c:v>
                </c:pt>
                <c:pt idx="2458">
                  <c:v>8.1300000000000008</c:v>
                </c:pt>
                <c:pt idx="2459">
                  <c:v>8.1470469336036491</c:v>
                </c:pt>
                <c:pt idx="2460">
                  <c:v>8.15</c:v>
                </c:pt>
                <c:pt idx="2461">
                  <c:v>8.15</c:v>
                </c:pt>
                <c:pt idx="2462">
                  <c:v>8.1300000000000008</c:v>
                </c:pt>
                <c:pt idx="2463">
                  <c:v>8.1134050011684966</c:v>
                </c:pt>
                <c:pt idx="2464">
                  <c:v>8.11</c:v>
                </c:pt>
                <c:pt idx="2465">
                  <c:v>8.0832307152054312</c:v>
                </c:pt>
                <c:pt idx="2466">
                  <c:v>8.08</c:v>
                </c:pt>
                <c:pt idx="2467">
                  <c:v>7.97</c:v>
                </c:pt>
                <c:pt idx="2468">
                  <c:v>7.86</c:v>
                </c:pt>
                <c:pt idx="2469">
                  <c:v>7.81</c:v>
                </c:pt>
                <c:pt idx="2470">
                  <c:v>7.7779151567538811</c:v>
                </c:pt>
                <c:pt idx="2471">
                  <c:v>7.77</c:v>
                </c:pt>
                <c:pt idx="2472">
                  <c:v>7.73</c:v>
                </c:pt>
                <c:pt idx="2473">
                  <c:v>7.69</c:v>
                </c:pt>
                <c:pt idx="2474">
                  <c:v>7.65</c:v>
                </c:pt>
                <c:pt idx="2475">
                  <c:v>7.63</c:v>
                </c:pt>
                <c:pt idx="2476">
                  <c:v>7.6358962826600836</c:v>
                </c:pt>
                <c:pt idx="2477">
                  <c:v>7.64</c:v>
                </c:pt>
                <c:pt idx="2478">
                  <c:v>7.67</c:v>
                </c:pt>
                <c:pt idx="2479">
                  <c:v>7.6843863013698632</c:v>
                </c:pt>
                <c:pt idx="2480">
                  <c:v>7.69</c:v>
                </c:pt>
                <c:pt idx="2481">
                  <c:v>7.69</c:v>
                </c:pt>
                <c:pt idx="2482">
                  <c:v>7.69</c:v>
                </c:pt>
                <c:pt idx="2483">
                  <c:v>7.68</c:v>
                </c:pt>
                <c:pt idx="2484">
                  <c:v>7.67</c:v>
                </c:pt>
                <c:pt idx="2485">
                  <c:v>7.6603459084294192</c:v>
                </c:pt>
                <c:pt idx="2486">
                  <c:v>7.64</c:v>
                </c:pt>
                <c:pt idx="2487">
                  <c:v>7.61</c:v>
                </c:pt>
                <c:pt idx="2488">
                  <c:v>7.59</c:v>
                </c:pt>
                <c:pt idx="2489">
                  <c:v>7.58</c:v>
                </c:pt>
                <c:pt idx="2490">
                  <c:v>7.5721512183046293</c:v>
                </c:pt>
                <c:pt idx="2491">
                  <c:v>7.57</c:v>
                </c:pt>
                <c:pt idx="2492">
                  <c:v>7.53</c:v>
                </c:pt>
                <c:pt idx="2493">
                  <c:v>7.49</c:v>
                </c:pt>
                <c:pt idx="2494">
                  <c:v>7.44</c:v>
                </c:pt>
                <c:pt idx="2495">
                  <c:v>7.4</c:v>
                </c:pt>
                <c:pt idx="2496">
                  <c:v>7.3680523246650909</c:v>
                </c:pt>
                <c:pt idx="2497">
                  <c:v>7.36</c:v>
                </c:pt>
                <c:pt idx="2498">
                  <c:v>7.3544777668240542</c:v>
                </c:pt>
                <c:pt idx="2499">
                  <c:v>7.35</c:v>
                </c:pt>
                <c:pt idx="2500">
                  <c:v>7.367570259771262</c:v>
                </c:pt>
                <c:pt idx="2501">
                  <c:v>7.37</c:v>
                </c:pt>
                <c:pt idx="2502">
                  <c:v>7.39</c:v>
                </c:pt>
                <c:pt idx="2503">
                  <c:v>7.42</c:v>
                </c:pt>
                <c:pt idx="2504">
                  <c:v>7.4314984604858028</c:v>
                </c:pt>
                <c:pt idx="2505">
                  <c:v>7.44</c:v>
                </c:pt>
                <c:pt idx="2506">
                  <c:v>7.42</c:v>
                </c:pt>
                <c:pt idx="2507">
                  <c:v>7.3658103093451741</c:v>
                </c:pt>
                <c:pt idx="2508">
                  <c:v>7.36</c:v>
                </c:pt>
                <c:pt idx="2509">
                  <c:v>7.23</c:v>
                </c:pt>
                <c:pt idx="2510">
                  <c:v>7.19</c:v>
                </c:pt>
                <c:pt idx="2511">
                  <c:v>7.18</c:v>
                </c:pt>
                <c:pt idx="2512">
                  <c:v>7.1994078766180118</c:v>
                </c:pt>
                <c:pt idx="2513">
                  <c:v>7.2</c:v>
                </c:pt>
                <c:pt idx="2514">
                  <c:v>7.25</c:v>
                </c:pt>
                <c:pt idx="2515">
                  <c:v>7.32</c:v>
                </c:pt>
                <c:pt idx="2516">
                  <c:v>7.355821095606605</c:v>
                </c:pt>
                <c:pt idx="2517">
                  <c:v>7.39</c:v>
                </c:pt>
                <c:pt idx="2518">
                  <c:v>7.44</c:v>
                </c:pt>
                <c:pt idx="2519">
                  <c:v>7.4559590534264322</c:v>
                </c:pt>
                <c:pt idx="2520">
                  <c:v>7.46</c:v>
                </c:pt>
                <c:pt idx="2521">
                  <c:v>7.46</c:v>
                </c:pt>
                <c:pt idx="2522">
                  <c:v>7.4429789215785531</c:v>
                </c:pt>
                <c:pt idx="2523">
                  <c:v>7.44</c:v>
                </c:pt>
                <c:pt idx="2524">
                  <c:v>7.43</c:v>
                </c:pt>
                <c:pt idx="2525">
                  <c:v>7.4384311250533663</c:v>
                </c:pt>
                <c:pt idx="2526">
                  <c:v>7.44</c:v>
                </c:pt>
                <c:pt idx="2527">
                  <c:v>7.44</c:v>
                </c:pt>
                <c:pt idx="2528">
                  <c:v>7.455086689472866</c:v>
                </c:pt>
                <c:pt idx="2529">
                  <c:v>7.46</c:v>
                </c:pt>
                <c:pt idx="2530">
                  <c:v>7.47</c:v>
                </c:pt>
                <c:pt idx="2531">
                  <c:v>7.5</c:v>
                </c:pt>
                <c:pt idx="2532">
                  <c:v>7.5</c:v>
                </c:pt>
                <c:pt idx="2533">
                  <c:v>7.5</c:v>
                </c:pt>
                <c:pt idx="2534">
                  <c:v>7.5</c:v>
                </c:pt>
                <c:pt idx="2535">
                  <c:v>7.52</c:v>
                </c:pt>
                <c:pt idx="2536">
                  <c:v>7.55</c:v>
                </c:pt>
                <c:pt idx="2537">
                  <c:v>7.552337832197022</c:v>
                </c:pt>
                <c:pt idx="2538">
                  <c:v>7.5655263670516213</c:v>
                </c:pt>
                <c:pt idx="2539">
                  <c:v>7.57</c:v>
                </c:pt>
                <c:pt idx="2540">
                  <c:v>7.58</c:v>
                </c:pt>
                <c:pt idx="2541">
                  <c:v>7.58</c:v>
                </c:pt>
                <c:pt idx="2542">
                  <c:v>7.59</c:v>
                </c:pt>
                <c:pt idx="2543">
                  <c:v>7.6</c:v>
                </c:pt>
                <c:pt idx="2544">
                  <c:v>7.6</c:v>
                </c:pt>
                <c:pt idx="2545">
                  <c:v>7.5933210781072287</c:v>
                </c:pt>
                <c:pt idx="2546">
                  <c:v>7.59</c:v>
                </c:pt>
                <c:pt idx="2547">
                  <c:v>7.57</c:v>
                </c:pt>
                <c:pt idx="2548">
                  <c:v>7.54</c:v>
                </c:pt>
                <c:pt idx="2549">
                  <c:v>7.5</c:v>
                </c:pt>
                <c:pt idx="2550">
                  <c:v>7.5086584780072734</c:v>
                </c:pt>
                <c:pt idx="2551">
                  <c:v>7.51</c:v>
                </c:pt>
                <c:pt idx="2552">
                  <c:v>7.54</c:v>
                </c:pt>
                <c:pt idx="2553">
                  <c:v>7.5697384652797739</c:v>
                </c:pt>
                <c:pt idx="2554">
                  <c:v>7.58</c:v>
                </c:pt>
                <c:pt idx="2555">
                  <c:v>7.62</c:v>
                </c:pt>
                <c:pt idx="2556">
                  <c:v>7.64</c:v>
                </c:pt>
                <c:pt idx="2557">
                  <c:v>7.6637696335078527</c:v>
                </c:pt>
                <c:pt idx="2558">
                  <c:v>7.68</c:v>
                </c:pt>
                <c:pt idx="2559">
                  <c:v>7.73</c:v>
                </c:pt>
                <c:pt idx="2560">
                  <c:v>7.7722478736330496</c:v>
                </c:pt>
                <c:pt idx="2561">
                  <c:v>7.79</c:v>
                </c:pt>
                <c:pt idx="2562">
                  <c:v>7.84</c:v>
                </c:pt>
                <c:pt idx="2563">
                  <c:v>7.9</c:v>
                </c:pt>
                <c:pt idx="2564">
                  <c:v>7.97</c:v>
                </c:pt>
                <c:pt idx="2565">
                  <c:v>8.0399999999999991</c:v>
                </c:pt>
                <c:pt idx="2566">
                  <c:v>8.0685690006798083</c:v>
                </c:pt>
                <c:pt idx="2567">
                  <c:v>8.11</c:v>
                </c:pt>
                <c:pt idx="2568">
                  <c:v>8.15</c:v>
                </c:pt>
                <c:pt idx="2569">
                  <c:v>8.164213174361576</c:v>
                </c:pt>
                <c:pt idx="2570">
                  <c:v>8.17</c:v>
                </c:pt>
                <c:pt idx="2571">
                  <c:v>8.16</c:v>
                </c:pt>
                <c:pt idx="2572">
                  <c:v>8.17</c:v>
                </c:pt>
                <c:pt idx="2573">
                  <c:v>8.1859878893897591</c:v>
                </c:pt>
                <c:pt idx="2574">
                  <c:v>8.19</c:v>
                </c:pt>
                <c:pt idx="2575">
                  <c:v>8.2100000000000009</c:v>
                </c:pt>
                <c:pt idx="2576">
                  <c:v>8.2100000000000009</c:v>
                </c:pt>
                <c:pt idx="2577">
                  <c:v>8.208526147015295</c:v>
                </c:pt>
                <c:pt idx="2578">
                  <c:v>8.1999999999999993</c:v>
                </c:pt>
                <c:pt idx="2579">
                  <c:v>8.1951816576039889</c:v>
                </c:pt>
                <c:pt idx="2580">
                  <c:v>8.18</c:v>
                </c:pt>
                <c:pt idx="2581">
                  <c:v>8.1673248575847897</c:v>
                </c:pt>
                <c:pt idx="2582">
                  <c:v>8.16</c:v>
                </c:pt>
                <c:pt idx="2583">
                  <c:v>8.14</c:v>
                </c:pt>
                <c:pt idx="2584">
                  <c:v>8.1199999999999992</c:v>
                </c:pt>
                <c:pt idx="2585">
                  <c:v>8.115470721449368</c:v>
                </c:pt>
                <c:pt idx="2586">
                  <c:v>8.11</c:v>
                </c:pt>
                <c:pt idx="2587">
                  <c:v>8.09</c:v>
                </c:pt>
                <c:pt idx="2588">
                  <c:v>8.06</c:v>
                </c:pt>
                <c:pt idx="2589">
                  <c:v>8.0399999999999991</c:v>
                </c:pt>
                <c:pt idx="2590">
                  <c:v>8.01</c:v>
                </c:pt>
                <c:pt idx="2591">
                  <c:v>8.01</c:v>
                </c:pt>
                <c:pt idx="2592">
                  <c:v>8.01</c:v>
                </c:pt>
                <c:pt idx="2593">
                  <c:v>8.01</c:v>
                </c:pt>
                <c:pt idx="2594">
                  <c:v>8.0217340132015504</c:v>
                </c:pt>
                <c:pt idx="2595">
                  <c:v>8.0299999999999994</c:v>
                </c:pt>
                <c:pt idx="2596">
                  <c:v>8.06</c:v>
                </c:pt>
                <c:pt idx="2597">
                  <c:v>8.1054097702072951</c:v>
                </c:pt>
                <c:pt idx="2598">
                  <c:v>8.11</c:v>
                </c:pt>
                <c:pt idx="2599">
                  <c:v>8.25</c:v>
                </c:pt>
                <c:pt idx="2600">
                  <c:v>8.2853724113724123</c:v>
                </c:pt>
                <c:pt idx="2601">
                  <c:v>8.31</c:v>
                </c:pt>
                <c:pt idx="2602">
                  <c:v>8.3699999999999992</c:v>
                </c:pt>
                <c:pt idx="2603">
                  <c:v>8.4095226880630936</c:v>
                </c:pt>
                <c:pt idx="2604">
                  <c:v>8.42</c:v>
                </c:pt>
                <c:pt idx="2605">
                  <c:v>8.48</c:v>
                </c:pt>
                <c:pt idx="2606">
                  <c:v>8.5353187879203372</c:v>
                </c:pt>
                <c:pt idx="2607">
                  <c:v>8.5500000000000007</c:v>
                </c:pt>
                <c:pt idx="2608">
                  <c:v>8.6999999999999993</c:v>
                </c:pt>
                <c:pt idx="2609">
                  <c:v>8.7648743928720769</c:v>
                </c:pt>
                <c:pt idx="2610">
                  <c:v>8.7799999999999994</c:v>
                </c:pt>
                <c:pt idx="2611">
                  <c:v>8.85</c:v>
                </c:pt>
                <c:pt idx="2612">
                  <c:v>8.92</c:v>
                </c:pt>
                <c:pt idx="2613">
                  <c:v>8.98</c:v>
                </c:pt>
                <c:pt idx="2614">
                  <c:v>9.0500000000000007</c:v>
                </c:pt>
                <c:pt idx="2615">
                  <c:v>9.1300000000000008</c:v>
                </c:pt>
                <c:pt idx="2616">
                  <c:v>9.1735669450043194</c:v>
                </c:pt>
                <c:pt idx="2617">
                  <c:v>9.2200000000000006</c:v>
                </c:pt>
                <c:pt idx="2618">
                  <c:v>9.2384289632473955</c:v>
                </c:pt>
                <c:pt idx="2619">
                  <c:v>9.2804947888096532</c:v>
                </c:pt>
                <c:pt idx="2620">
                  <c:v>9.2899999999999991</c:v>
                </c:pt>
                <c:pt idx="2621">
                  <c:v>9.31</c:v>
                </c:pt>
                <c:pt idx="2622">
                  <c:v>9.31</c:v>
                </c:pt>
                <c:pt idx="2623">
                  <c:v>9.31</c:v>
                </c:pt>
                <c:pt idx="2624">
                  <c:v>9.31</c:v>
                </c:pt>
                <c:pt idx="2625">
                  <c:v>9.3699999999999992</c:v>
                </c:pt>
                <c:pt idx="2626">
                  <c:v>9.44</c:v>
                </c:pt>
                <c:pt idx="2627">
                  <c:v>9.5</c:v>
                </c:pt>
                <c:pt idx="2628">
                  <c:v>9.5243420338124025</c:v>
                </c:pt>
                <c:pt idx="2629">
                  <c:v>9.5399999999999991</c:v>
                </c:pt>
                <c:pt idx="2630">
                  <c:v>9.57</c:v>
                </c:pt>
                <c:pt idx="2631">
                  <c:v>9.58</c:v>
                </c:pt>
                <c:pt idx="2632">
                  <c:v>9.5996895501405799</c:v>
                </c:pt>
                <c:pt idx="2633">
                  <c:v>9.61</c:v>
                </c:pt>
                <c:pt idx="2634">
                  <c:v>9.66</c:v>
                </c:pt>
                <c:pt idx="2635">
                  <c:v>9.7130836142547565</c:v>
                </c:pt>
                <c:pt idx="2636">
                  <c:v>9.73</c:v>
                </c:pt>
                <c:pt idx="2637">
                  <c:v>9.7799999999999994</c:v>
                </c:pt>
                <c:pt idx="2638">
                  <c:v>9.82</c:v>
                </c:pt>
                <c:pt idx="2639">
                  <c:v>9.8206811901548754</c:v>
                </c:pt>
                <c:pt idx="2640">
                  <c:v>9.83</c:v>
                </c:pt>
                <c:pt idx="2641">
                  <c:v>9.81</c:v>
                </c:pt>
                <c:pt idx="2642">
                  <c:v>9.81</c:v>
                </c:pt>
                <c:pt idx="2643">
                  <c:v>9.81</c:v>
                </c:pt>
                <c:pt idx="2644">
                  <c:v>9.84</c:v>
                </c:pt>
                <c:pt idx="2645">
                  <c:v>9.8784808968199496</c:v>
                </c:pt>
                <c:pt idx="2646">
                  <c:v>9.9</c:v>
                </c:pt>
                <c:pt idx="2647">
                  <c:v>9.98</c:v>
                </c:pt>
                <c:pt idx="2648">
                  <c:v>10.05183623390842</c:v>
                </c:pt>
                <c:pt idx="2649">
                  <c:v>10.07</c:v>
                </c:pt>
                <c:pt idx="2650">
                  <c:v>10.16</c:v>
                </c:pt>
                <c:pt idx="2651">
                  <c:v>10.33</c:v>
                </c:pt>
                <c:pt idx="2652">
                  <c:v>10.37235131031751</c:v>
                </c:pt>
                <c:pt idx="2653">
                  <c:v>10.39</c:v>
                </c:pt>
                <c:pt idx="2654">
                  <c:v>10.45</c:v>
                </c:pt>
                <c:pt idx="2655">
                  <c:v>10.48109425585052</c:v>
                </c:pt>
                <c:pt idx="2656">
                  <c:v>10.5</c:v>
                </c:pt>
                <c:pt idx="2657">
                  <c:v>10.53</c:v>
                </c:pt>
                <c:pt idx="2658">
                  <c:v>10.53</c:v>
                </c:pt>
                <c:pt idx="2659">
                  <c:v>10.53</c:v>
                </c:pt>
                <c:pt idx="2660">
                  <c:v>10.55</c:v>
                </c:pt>
                <c:pt idx="2661">
                  <c:v>10.56457456647399</c:v>
                </c:pt>
                <c:pt idx="2662">
                  <c:v>10.57</c:v>
                </c:pt>
                <c:pt idx="2663">
                  <c:v>10.6</c:v>
                </c:pt>
                <c:pt idx="2664">
                  <c:v>10.64</c:v>
                </c:pt>
                <c:pt idx="2665">
                  <c:v>10.67</c:v>
                </c:pt>
                <c:pt idx="2666">
                  <c:v>10.7</c:v>
                </c:pt>
                <c:pt idx="2667">
                  <c:v>10.71738871208154</c:v>
                </c:pt>
                <c:pt idx="2668">
                  <c:v>10.73</c:v>
                </c:pt>
                <c:pt idx="2669">
                  <c:v>10.75</c:v>
                </c:pt>
                <c:pt idx="2670">
                  <c:v>10.75609625668449</c:v>
                </c:pt>
                <c:pt idx="2671">
                  <c:v>10.76</c:v>
                </c:pt>
                <c:pt idx="2672">
                  <c:v>10.79</c:v>
                </c:pt>
                <c:pt idx="2673">
                  <c:v>10.81</c:v>
                </c:pt>
                <c:pt idx="2674">
                  <c:v>10.81</c:v>
                </c:pt>
                <c:pt idx="2675">
                  <c:v>10.82</c:v>
                </c:pt>
                <c:pt idx="2676">
                  <c:v>10.82684077342331</c:v>
                </c:pt>
                <c:pt idx="2677">
                  <c:v>10.83</c:v>
                </c:pt>
                <c:pt idx="2678">
                  <c:v>10.85</c:v>
                </c:pt>
                <c:pt idx="2679">
                  <c:v>10.89</c:v>
                </c:pt>
                <c:pt idx="2680">
                  <c:v>10.94</c:v>
                </c:pt>
                <c:pt idx="2681">
                  <c:v>10.975488640946359</c:v>
                </c:pt>
                <c:pt idx="2682">
                  <c:v>10.98</c:v>
                </c:pt>
                <c:pt idx="2683">
                  <c:v>11.02</c:v>
                </c:pt>
                <c:pt idx="2684">
                  <c:v>11.06</c:v>
                </c:pt>
                <c:pt idx="2685">
                  <c:v>11.08</c:v>
                </c:pt>
                <c:pt idx="2686">
                  <c:v>11.1</c:v>
                </c:pt>
                <c:pt idx="2687">
                  <c:v>11.13</c:v>
                </c:pt>
                <c:pt idx="2688">
                  <c:v>11.16</c:v>
                </c:pt>
                <c:pt idx="2689">
                  <c:v>11.18</c:v>
                </c:pt>
                <c:pt idx="2690">
                  <c:v>11.2</c:v>
                </c:pt>
                <c:pt idx="2691">
                  <c:v>11.20323412278508</c:v>
                </c:pt>
                <c:pt idx="2692">
                  <c:v>11.219041499124611</c:v>
                </c:pt>
                <c:pt idx="2693">
                  <c:v>11.22</c:v>
                </c:pt>
                <c:pt idx="2694">
                  <c:v>11.227974989512379</c:v>
                </c:pt>
                <c:pt idx="2695">
                  <c:v>11.23</c:v>
                </c:pt>
                <c:pt idx="2696">
                  <c:v>11.25</c:v>
                </c:pt>
                <c:pt idx="2697">
                  <c:v>11.26</c:v>
                </c:pt>
                <c:pt idx="2698">
                  <c:v>11.26</c:v>
                </c:pt>
                <c:pt idx="2699">
                  <c:v>11.26</c:v>
                </c:pt>
                <c:pt idx="2700">
                  <c:v>11.24</c:v>
                </c:pt>
                <c:pt idx="2701">
                  <c:v>11.22</c:v>
                </c:pt>
                <c:pt idx="2702">
                  <c:v>11.21</c:v>
                </c:pt>
                <c:pt idx="2703">
                  <c:v>11.22</c:v>
                </c:pt>
                <c:pt idx="2704">
                  <c:v>11.227351539268851</c:v>
                </c:pt>
                <c:pt idx="2705">
                  <c:v>11.23</c:v>
                </c:pt>
                <c:pt idx="2706">
                  <c:v>11.26</c:v>
                </c:pt>
                <c:pt idx="2707">
                  <c:v>11.266263540128019</c:v>
                </c:pt>
                <c:pt idx="2708">
                  <c:v>11.27</c:v>
                </c:pt>
                <c:pt idx="2709">
                  <c:v>11.29</c:v>
                </c:pt>
                <c:pt idx="2710">
                  <c:v>11.32</c:v>
                </c:pt>
                <c:pt idx="2711">
                  <c:v>11.32779385842843</c:v>
                </c:pt>
                <c:pt idx="2712">
                  <c:v>11.34</c:v>
                </c:pt>
                <c:pt idx="2713">
                  <c:v>11.34</c:v>
                </c:pt>
                <c:pt idx="2714">
                  <c:v>11.330221782408749</c:v>
                </c:pt>
                <c:pt idx="2715">
                  <c:v>11.32</c:v>
                </c:pt>
                <c:pt idx="2716">
                  <c:v>11.33</c:v>
                </c:pt>
                <c:pt idx="2717">
                  <c:v>11.33841937060571</c:v>
                </c:pt>
                <c:pt idx="2718">
                  <c:v>11.34</c:v>
                </c:pt>
                <c:pt idx="2719">
                  <c:v>11.36</c:v>
                </c:pt>
                <c:pt idx="2720">
                  <c:v>11.37698660818441</c:v>
                </c:pt>
                <c:pt idx="2721">
                  <c:v>11.4</c:v>
                </c:pt>
                <c:pt idx="2722">
                  <c:v>11.43</c:v>
                </c:pt>
                <c:pt idx="2723">
                  <c:v>11.47</c:v>
                </c:pt>
                <c:pt idx="2724">
                  <c:v>11.491823076590411</c:v>
                </c:pt>
                <c:pt idx="2725">
                  <c:v>11.5</c:v>
                </c:pt>
                <c:pt idx="2726">
                  <c:v>11.51</c:v>
                </c:pt>
                <c:pt idx="2727">
                  <c:v>11.49</c:v>
                </c:pt>
                <c:pt idx="2728">
                  <c:v>11.44</c:v>
                </c:pt>
                <c:pt idx="2729">
                  <c:v>11.39</c:v>
                </c:pt>
                <c:pt idx="2730">
                  <c:v>11.37</c:v>
                </c:pt>
                <c:pt idx="2731">
                  <c:v>11.362526339186489</c:v>
                </c:pt>
                <c:pt idx="2732">
                  <c:v>11.36</c:v>
                </c:pt>
                <c:pt idx="2733">
                  <c:v>11.34</c:v>
                </c:pt>
                <c:pt idx="2734">
                  <c:v>11.34</c:v>
                </c:pt>
                <c:pt idx="2735">
                  <c:v>11.34</c:v>
                </c:pt>
                <c:pt idx="2736">
                  <c:v>11.34</c:v>
                </c:pt>
                <c:pt idx="2737">
                  <c:v>11.34</c:v>
                </c:pt>
                <c:pt idx="2738">
                  <c:v>11.34</c:v>
                </c:pt>
                <c:pt idx="2739">
                  <c:v>11.34</c:v>
                </c:pt>
                <c:pt idx="2740">
                  <c:v>11.33</c:v>
                </c:pt>
                <c:pt idx="2741">
                  <c:v>11.32</c:v>
                </c:pt>
                <c:pt idx="2742">
                  <c:v>11.29</c:v>
                </c:pt>
                <c:pt idx="2743">
                  <c:v>11.25</c:v>
                </c:pt>
                <c:pt idx="2744">
                  <c:v>11.1946930295532</c:v>
                </c:pt>
                <c:pt idx="2745">
                  <c:v>11.19</c:v>
                </c:pt>
                <c:pt idx="2746">
                  <c:v>11.13</c:v>
                </c:pt>
                <c:pt idx="2747">
                  <c:v>11.10390512583216</c:v>
                </c:pt>
                <c:pt idx="2748">
                  <c:v>11.1</c:v>
                </c:pt>
                <c:pt idx="2749">
                  <c:v>11.09</c:v>
                </c:pt>
                <c:pt idx="2750">
                  <c:v>11.07</c:v>
                </c:pt>
                <c:pt idx="2751">
                  <c:v>11.043877269944909</c:v>
                </c:pt>
                <c:pt idx="2752">
                  <c:v>11.04</c:v>
                </c:pt>
                <c:pt idx="2753">
                  <c:v>11.01</c:v>
                </c:pt>
                <c:pt idx="2754">
                  <c:v>10.995611965811969</c:v>
                </c:pt>
                <c:pt idx="2755">
                  <c:v>10.99</c:v>
                </c:pt>
                <c:pt idx="2756">
                  <c:v>10.91</c:v>
                </c:pt>
                <c:pt idx="2757">
                  <c:v>10.885912722274719</c:v>
                </c:pt>
                <c:pt idx="2758">
                  <c:v>10.87</c:v>
                </c:pt>
                <c:pt idx="2759">
                  <c:v>10.82</c:v>
                </c:pt>
                <c:pt idx="2760">
                  <c:v>10.772587758666701</c:v>
                </c:pt>
                <c:pt idx="2761">
                  <c:v>10.76</c:v>
                </c:pt>
                <c:pt idx="2762">
                  <c:v>10.71</c:v>
                </c:pt>
                <c:pt idx="2763">
                  <c:v>10.702220422288899</c:v>
                </c:pt>
                <c:pt idx="2764">
                  <c:v>10.7</c:v>
                </c:pt>
                <c:pt idx="2765">
                  <c:v>10.69</c:v>
                </c:pt>
                <c:pt idx="2766">
                  <c:v>10.66</c:v>
                </c:pt>
                <c:pt idx="2767">
                  <c:v>10.65211820339877</c:v>
                </c:pt>
                <c:pt idx="2768">
                  <c:v>10.61</c:v>
                </c:pt>
                <c:pt idx="2769">
                  <c:v>10.48</c:v>
                </c:pt>
                <c:pt idx="2770">
                  <c:v>10.41</c:v>
                </c:pt>
                <c:pt idx="2771">
                  <c:v>10.35</c:v>
                </c:pt>
                <c:pt idx="2772">
                  <c:v>10.308412298479119</c:v>
                </c:pt>
                <c:pt idx="2773">
                  <c:v>10.3</c:v>
                </c:pt>
                <c:pt idx="2774">
                  <c:v>10.27022129771184</c:v>
                </c:pt>
                <c:pt idx="2775">
                  <c:v>10.26</c:v>
                </c:pt>
                <c:pt idx="2776">
                  <c:v>10.23340446410751</c:v>
                </c:pt>
                <c:pt idx="2777">
                  <c:v>10.23</c:v>
                </c:pt>
                <c:pt idx="2778">
                  <c:v>10.199999999999999</c:v>
                </c:pt>
                <c:pt idx="2779">
                  <c:v>10.17</c:v>
                </c:pt>
                <c:pt idx="2780">
                  <c:v>10.130000000000001</c:v>
                </c:pt>
                <c:pt idx="2781">
                  <c:v>10.07</c:v>
                </c:pt>
                <c:pt idx="2782">
                  <c:v>9.99</c:v>
                </c:pt>
                <c:pt idx="2783">
                  <c:v>9.9210232543363617</c:v>
                </c:pt>
                <c:pt idx="2784">
                  <c:v>9.9</c:v>
                </c:pt>
                <c:pt idx="2785">
                  <c:v>9.7799999999999994</c:v>
                </c:pt>
                <c:pt idx="2786">
                  <c:v>9.6906276582033772</c:v>
                </c:pt>
                <c:pt idx="2787">
                  <c:v>9.67</c:v>
                </c:pt>
                <c:pt idx="2788">
                  <c:v>9.57</c:v>
                </c:pt>
                <c:pt idx="2789">
                  <c:v>9.4700000000000006</c:v>
                </c:pt>
                <c:pt idx="2790">
                  <c:v>9.457050929691226</c:v>
                </c:pt>
                <c:pt idx="2791">
                  <c:v>9.36</c:v>
                </c:pt>
                <c:pt idx="2792">
                  <c:v>9.25</c:v>
                </c:pt>
                <c:pt idx="2793">
                  <c:v>9.1813050339277265</c:v>
                </c:pt>
                <c:pt idx="2794">
                  <c:v>9.15</c:v>
                </c:pt>
                <c:pt idx="2795">
                  <c:v>9.0500000000000007</c:v>
                </c:pt>
                <c:pt idx="2796">
                  <c:v>9.0045722195961915</c:v>
                </c:pt>
                <c:pt idx="2797">
                  <c:v>8.99</c:v>
                </c:pt>
                <c:pt idx="2798">
                  <c:v>8.94</c:v>
                </c:pt>
                <c:pt idx="2799">
                  <c:v>8.9097465202400716</c:v>
                </c:pt>
                <c:pt idx="2800">
                  <c:v>8.9</c:v>
                </c:pt>
                <c:pt idx="2801">
                  <c:v>8.84</c:v>
                </c:pt>
                <c:pt idx="2802">
                  <c:v>8.8216470588235296</c:v>
                </c:pt>
                <c:pt idx="2803">
                  <c:v>8.81</c:v>
                </c:pt>
                <c:pt idx="2804">
                  <c:v>8.77</c:v>
                </c:pt>
                <c:pt idx="2805">
                  <c:v>8.7310940210477632</c:v>
                </c:pt>
                <c:pt idx="2806">
                  <c:v>8.7200000000000006</c:v>
                </c:pt>
                <c:pt idx="2807">
                  <c:v>8.68</c:v>
                </c:pt>
                <c:pt idx="2808">
                  <c:v>8.65</c:v>
                </c:pt>
                <c:pt idx="2809">
                  <c:v>8.66</c:v>
                </c:pt>
                <c:pt idx="2810">
                  <c:v>8.69</c:v>
                </c:pt>
                <c:pt idx="2811">
                  <c:v>8.7166591841745298</c:v>
                </c:pt>
                <c:pt idx="2812">
                  <c:v>8.73</c:v>
                </c:pt>
                <c:pt idx="2813">
                  <c:v>8.7507059015324415</c:v>
                </c:pt>
                <c:pt idx="2814">
                  <c:v>8.77</c:v>
                </c:pt>
                <c:pt idx="2815">
                  <c:v>8.7810379784857417</c:v>
                </c:pt>
                <c:pt idx="2816">
                  <c:v>8.7899999999999991</c:v>
                </c:pt>
                <c:pt idx="2817">
                  <c:v>8.8000000000000007</c:v>
                </c:pt>
                <c:pt idx="2818">
                  <c:v>8.7899999999999991</c:v>
                </c:pt>
                <c:pt idx="2819">
                  <c:v>8.77</c:v>
                </c:pt>
                <c:pt idx="2820">
                  <c:v>8.76</c:v>
                </c:pt>
                <c:pt idx="2821">
                  <c:v>8.7512212438659382</c:v>
                </c:pt>
                <c:pt idx="2822">
                  <c:v>8.75</c:v>
                </c:pt>
                <c:pt idx="2823">
                  <c:v>8.73</c:v>
                </c:pt>
                <c:pt idx="2824">
                  <c:v>8.69</c:v>
                </c:pt>
                <c:pt idx="2825">
                  <c:v>8.649327981928927</c:v>
                </c:pt>
                <c:pt idx="2826">
                  <c:v>8.6300000000000008</c:v>
                </c:pt>
                <c:pt idx="2827">
                  <c:v>8.57</c:v>
                </c:pt>
                <c:pt idx="2828">
                  <c:v>8.5394035215432922</c:v>
                </c:pt>
                <c:pt idx="2829">
                  <c:v>8.49</c:v>
                </c:pt>
                <c:pt idx="2830">
                  <c:v>8.4</c:v>
                </c:pt>
                <c:pt idx="2831">
                  <c:v>8.32</c:v>
                </c:pt>
                <c:pt idx="2832">
                  <c:v>8.24</c:v>
                </c:pt>
                <c:pt idx="2833">
                  <c:v>8.19</c:v>
                </c:pt>
                <c:pt idx="2834">
                  <c:v>8.1661158021712907</c:v>
                </c:pt>
                <c:pt idx="2835">
                  <c:v>8.15</c:v>
                </c:pt>
                <c:pt idx="2836">
                  <c:v>8.11</c:v>
                </c:pt>
                <c:pt idx="2837">
                  <c:v>8.0926830095441105</c:v>
                </c:pt>
                <c:pt idx="2838">
                  <c:v>8.09</c:v>
                </c:pt>
                <c:pt idx="2839">
                  <c:v>8.09</c:v>
                </c:pt>
                <c:pt idx="2840">
                  <c:v>8.08</c:v>
                </c:pt>
                <c:pt idx="2841">
                  <c:v>8.07677257813849</c:v>
                </c:pt>
                <c:pt idx="2842">
                  <c:v>8.07</c:v>
                </c:pt>
                <c:pt idx="2843">
                  <c:v>8.0471019303129481</c:v>
                </c:pt>
                <c:pt idx="2844">
                  <c:v>8.0399999999999991</c:v>
                </c:pt>
                <c:pt idx="2845">
                  <c:v>8</c:v>
                </c:pt>
                <c:pt idx="2846">
                  <c:v>7.96</c:v>
                </c:pt>
                <c:pt idx="2847">
                  <c:v>7.92</c:v>
                </c:pt>
                <c:pt idx="2848">
                  <c:v>7.9134155740795036</c:v>
                </c:pt>
                <c:pt idx="2849">
                  <c:v>7.91</c:v>
                </c:pt>
                <c:pt idx="2850">
                  <c:v>7.91</c:v>
                </c:pt>
                <c:pt idx="2851">
                  <c:v>7.94</c:v>
                </c:pt>
                <c:pt idx="2852">
                  <c:v>7.9553149320048471</c:v>
                </c:pt>
                <c:pt idx="2853">
                  <c:v>7.96</c:v>
                </c:pt>
                <c:pt idx="2854">
                  <c:v>7.97</c:v>
                </c:pt>
                <c:pt idx="2855">
                  <c:v>7.9760462539246069</c:v>
                </c:pt>
                <c:pt idx="2856">
                  <c:v>7.98</c:v>
                </c:pt>
                <c:pt idx="2857">
                  <c:v>7.9681850583065161</c:v>
                </c:pt>
                <c:pt idx="2858">
                  <c:v>7.96</c:v>
                </c:pt>
                <c:pt idx="2859">
                  <c:v>7.9</c:v>
                </c:pt>
                <c:pt idx="2860">
                  <c:v>7.83</c:v>
                </c:pt>
                <c:pt idx="2861">
                  <c:v>7.75</c:v>
                </c:pt>
                <c:pt idx="2862">
                  <c:v>7.7261072058699973</c:v>
                </c:pt>
                <c:pt idx="2863">
                  <c:v>7.69</c:v>
                </c:pt>
                <c:pt idx="2864">
                  <c:v>7.64</c:v>
                </c:pt>
                <c:pt idx="2865">
                  <c:v>7.59</c:v>
                </c:pt>
                <c:pt idx="2866">
                  <c:v>7.55</c:v>
                </c:pt>
                <c:pt idx="2867">
                  <c:v>7.51</c:v>
                </c:pt>
                <c:pt idx="2868">
                  <c:v>7.4970207263885138</c:v>
                </c:pt>
                <c:pt idx="2869">
                  <c:v>7.49</c:v>
                </c:pt>
                <c:pt idx="2870">
                  <c:v>7.5</c:v>
                </c:pt>
                <c:pt idx="2871">
                  <c:v>7.5207095131168193</c:v>
                </c:pt>
                <c:pt idx="2872">
                  <c:v>7.53</c:v>
                </c:pt>
                <c:pt idx="2873">
                  <c:v>7.55</c:v>
                </c:pt>
                <c:pt idx="2874">
                  <c:v>7.54</c:v>
                </c:pt>
                <c:pt idx="2875">
                  <c:v>7.52</c:v>
                </c:pt>
                <c:pt idx="2876">
                  <c:v>7.51</c:v>
                </c:pt>
                <c:pt idx="2877">
                  <c:v>7.5167098232088261</c:v>
                </c:pt>
                <c:pt idx="2878">
                  <c:v>7.52</c:v>
                </c:pt>
                <c:pt idx="2879">
                  <c:v>7.55</c:v>
                </c:pt>
                <c:pt idx="2880">
                  <c:v>7.5583818603879953</c:v>
                </c:pt>
                <c:pt idx="2881">
                  <c:v>7.56</c:v>
                </c:pt>
                <c:pt idx="2882">
                  <c:v>7.58</c:v>
                </c:pt>
                <c:pt idx="2883">
                  <c:v>7.6</c:v>
                </c:pt>
                <c:pt idx="2884">
                  <c:v>7.6</c:v>
                </c:pt>
                <c:pt idx="2885">
                  <c:v>7.6099271882871538</c:v>
                </c:pt>
                <c:pt idx="2886">
                  <c:v>7.62</c:v>
                </c:pt>
                <c:pt idx="2887">
                  <c:v>7.65</c:v>
                </c:pt>
                <c:pt idx="2888">
                  <c:v>7.69</c:v>
                </c:pt>
                <c:pt idx="2889">
                  <c:v>7.71</c:v>
                </c:pt>
                <c:pt idx="2890">
                  <c:v>7.7143629283489092</c:v>
                </c:pt>
                <c:pt idx="2891">
                  <c:v>7.72</c:v>
                </c:pt>
                <c:pt idx="2892">
                  <c:v>7.72</c:v>
                </c:pt>
                <c:pt idx="2893">
                  <c:v>7.7252243589743594</c:v>
                </c:pt>
                <c:pt idx="2894">
                  <c:v>7.73</c:v>
                </c:pt>
                <c:pt idx="2895">
                  <c:v>7.7349172011103668</c:v>
                </c:pt>
                <c:pt idx="2896">
                  <c:v>7.74</c:v>
                </c:pt>
                <c:pt idx="2897">
                  <c:v>7.74</c:v>
                </c:pt>
                <c:pt idx="2898">
                  <c:v>7.77</c:v>
                </c:pt>
                <c:pt idx="2899">
                  <c:v>7.81</c:v>
                </c:pt>
                <c:pt idx="2900">
                  <c:v>7.8216090049029763</c:v>
                </c:pt>
                <c:pt idx="2901">
                  <c:v>7.83</c:v>
                </c:pt>
                <c:pt idx="2902">
                  <c:v>7.84</c:v>
                </c:pt>
                <c:pt idx="2903">
                  <c:v>7.8344750990379177</c:v>
                </c:pt>
                <c:pt idx="2904">
                  <c:v>7.83</c:v>
                </c:pt>
                <c:pt idx="2905">
                  <c:v>7.79</c:v>
                </c:pt>
                <c:pt idx="2906">
                  <c:v>7.73</c:v>
                </c:pt>
                <c:pt idx="2907">
                  <c:v>7.65</c:v>
                </c:pt>
                <c:pt idx="2908">
                  <c:v>7.61</c:v>
                </c:pt>
                <c:pt idx="2909">
                  <c:v>7.5985889778743054</c:v>
                </c:pt>
                <c:pt idx="2910">
                  <c:v>7.59</c:v>
                </c:pt>
                <c:pt idx="2911">
                  <c:v>7.62</c:v>
                </c:pt>
                <c:pt idx="2912">
                  <c:v>7.6615888107276326</c:v>
                </c:pt>
                <c:pt idx="2913">
                  <c:v>7.67</c:v>
                </c:pt>
                <c:pt idx="2914">
                  <c:v>7.72</c:v>
                </c:pt>
                <c:pt idx="2915">
                  <c:v>7.7645492331689372</c:v>
                </c:pt>
                <c:pt idx="2916">
                  <c:v>7.77</c:v>
                </c:pt>
                <c:pt idx="2917">
                  <c:v>7.81</c:v>
                </c:pt>
                <c:pt idx="2918">
                  <c:v>7.81</c:v>
                </c:pt>
                <c:pt idx="2919">
                  <c:v>7.8</c:v>
                </c:pt>
                <c:pt idx="2920">
                  <c:v>7.79</c:v>
                </c:pt>
                <c:pt idx="2921">
                  <c:v>7.81</c:v>
                </c:pt>
                <c:pt idx="2922">
                  <c:v>7.84</c:v>
                </c:pt>
                <c:pt idx="2923">
                  <c:v>7.88</c:v>
                </c:pt>
                <c:pt idx="2924">
                  <c:v>7.8845571815718154</c:v>
                </c:pt>
                <c:pt idx="2925">
                  <c:v>7.9</c:v>
                </c:pt>
                <c:pt idx="2926">
                  <c:v>7.91</c:v>
                </c:pt>
                <c:pt idx="2927">
                  <c:v>7.88</c:v>
                </c:pt>
                <c:pt idx="2928">
                  <c:v>7.8214812482391736</c:v>
                </c:pt>
                <c:pt idx="2929">
                  <c:v>7.81</c:v>
                </c:pt>
                <c:pt idx="2930">
                  <c:v>7.7</c:v>
                </c:pt>
                <c:pt idx="2931">
                  <c:v>7.6965397767066293</c:v>
                </c:pt>
                <c:pt idx="2932">
                  <c:v>7.6833930704898448</c:v>
                </c:pt>
                <c:pt idx="2933">
                  <c:v>7.68</c:v>
                </c:pt>
                <c:pt idx="2934">
                  <c:v>7.69</c:v>
                </c:pt>
                <c:pt idx="2935">
                  <c:v>7.72</c:v>
                </c:pt>
                <c:pt idx="2936">
                  <c:v>7.74</c:v>
                </c:pt>
                <c:pt idx="2937">
                  <c:v>7.77</c:v>
                </c:pt>
                <c:pt idx="2938">
                  <c:v>7.7921346867661541</c:v>
                </c:pt>
                <c:pt idx="2939">
                  <c:v>7.81</c:v>
                </c:pt>
                <c:pt idx="2940">
                  <c:v>7.84</c:v>
                </c:pt>
                <c:pt idx="2941">
                  <c:v>7.84</c:v>
                </c:pt>
                <c:pt idx="2942">
                  <c:v>7.84</c:v>
                </c:pt>
                <c:pt idx="2943">
                  <c:v>7.84</c:v>
                </c:pt>
                <c:pt idx="2944">
                  <c:v>7.828892908680718</c:v>
                </c:pt>
                <c:pt idx="2945">
                  <c:v>7.82</c:v>
                </c:pt>
                <c:pt idx="2946">
                  <c:v>7.83</c:v>
                </c:pt>
                <c:pt idx="2947">
                  <c:v>7.8389445897271424</c:v>
                </c:pt>
                <c:pt idx="2948">
                  <c:v>7.85</c:v>
                </c:pt>
                <c:pt idx="2949">
                  <c:v>7.85</c:v>
                </c:pt>
                <c:pt idx="2950">
                  <c:v>7.85</c:v>
                </c:pt>
                <c:pt idx="2951">
                  <c:v>7.85</c:v>
                </c:pt>
                <c:pt idx="2952">
                  <c:v>7.85</c:v>
                </c:pt>
                <c:pt idx="2953">
                  <c:v>7.85</c:v>
                </c:pt>
                <c:pt idx="2954">
                  <c:v>7.85</c:v>
                </c:pt>
                <c:pt idx="2955">
                  <c:v>7.85</c:v>
                </c:pt>
                <c:pt idx="2956">
                  <c:v>7.85</c:v>
                </c:pt>
                <c:pt idx="2957">
                  <c:v>7.86</c:v>
                </c:pt>
                <c:pt idx="2958">
                  <c:v>7.8629092609915814</c:v>
                </c:pt>
                <c:pt idx="2959">
                  <c:v>7.88</c:v>
                </c:pt>
                <c:pt idx="2960">
                  <c:v>7.93</c:v>
                </c:pt>
                <c:pt idx="2961">
                  <c:v>7.9712925479374732</c:v>
                </c:pt>
                <c:pt idx="2962">
                  <c:v>8</c:v>
                </c:pt>
                <c:pt idx="2963">
                  <c:v>8.06</c:v>
                </c:pt>
                <c:pt idx="2964">
                  <c:v>8.121421239307324</c:v>
                </c:pt>
                <c:pt idx="2965">
                  <c:v>8.1300000000000008</c:v>
                </c:pt>
                <c:pt idx="2966">
                  <c:v>8.18</c:v>
                </c:pt>
                <c:pt idx="2967">
                  <c:v>8.2200000000000006</c:v>
                </c:pt>
                <c:pt idx="2968">
                  <c:v>8.25</c:v>
                </c:pt>
                <c:pt idx="2969">
                  <c:v>8.2661915769703089</c:v>
                </c:pt>
                <c:pt idx="2970">
                  <c:v>8.27</c:v>
                </c:pt>
                <c:pt idx="2971">
                  <c:v>8.2799999999999994</c:v>
                </c:pt>
                <c:pt idx="2972">
                  <c:v>8.2799999999999994</c:v>
                </c:pt>
                <c:pt idx="2973">
                  <c:v>8.2799999999999994</c:v>
                </c:pt>
                <c:pt idx="2974">
                  <c:v>8.2885644346983529</c:v>
                </c:pt>
                <c:pt idx="2975">
                  <c:v>8.3000000000000007</c:v>
                </c:pt>
                <c:pt idx="2976">
                  <c:v>8.32</c:v>
                </c:pt>
                <c:pt idx="2977">
                  <c:v>8.33</c:v>
                </c:pt>
                <c:pt idx="2978">
                  <c:v>8.31</c:v>
                </c:pt>
                <c:pt idx="2979">
                  <c:v>8.2850018838366815</c:v>
                </c:pt>
                <c:pt idx="2980">
                  <c:v>8.2799999999999994</c:v>
                </c:pt>
                <c:pt idx="2981">
                  <c:v>8.26</c:v>
                </c:pt>
                <c:pt idx="2982">
                  <c:v>8.2446437649793012</c:v>
                </c:pt>
                <c:pt idx="2983">
                  <c:v>8.24</c:v>
                </c:pt>
                <c:pt idx="2984">
                  <c:v>8.25</c:v>
                </c:pt>
                <c:pt idx="2985">
                  <c:v>8.2915931813277712</c:v>
                </c:pt>
                <c:pt idx="2986">
                  <c:v>8.3000000000000007</c:v>
                </c:pt>
                <c:pt idx="2987">
                  <c:v>8.36</c:v>
                </c:pt>
                <c:pt idx="2988">
                  <c:v>8.4</c:v>
                </c:pt>
                <c:pt idx="2989">
                  <c:v>8.4171191231812426</c:v>
                </c:pt>
                <c:pt idx="2990">
                  <c:v>8.42</c:v>
                </c:pt>
                <c:pt idx="2991">
                  <c:v>8.4499999999999993</c:v>
                </c:pt>
                <c:pt idx="2992">
                  <c:v>8.4700000000000006</c:v>
                </c:pt>
                <c:pt idx="2993">
                  <c:v>8.4753437361055237</c:v>
                </c:pt>
                <c:pt idx="2994">
                  <c:v>8.5</c:v>
                </c:pt>
                <c:pt idx="2995">
                  <c:v>8.5500000000000007</c:v>
                </c:pt>
                <c:pt idx="2996">
                  <c:v>8.594013341067285</c:v>
                </c:pt>
                <c:pt idx="2997">
                  <c:v>8.61</c:v>
                </c:pt>
                <c:pt idx="2998">
                  <c:v>8.66</c:v>
                </c:pt>
                <c:pt idx="2999">
                  <c:v>8.7003303394489553</c:v>
                </c:pt>
                <c:pt idx="3000">
                  <c:v>8.7100000000000009</c:v>
                </c:pt>
                <c:pt idx="3001">
                  <c:v>8.76</c:v>
                </c:pt>
                <c:pt idx="3002">
                  <c:v>8.7713380508201997</c:v>
                </c:pt>
                <c:pt idx="3003">
                  <c:v>8.7799999999999994</c:v>
                </c:pt>
                <c:pt idx="3004">
                  <c:v>8.8000000000000007</c:v>
                </c:pt>
                <c:pt idx="3005">
                  <c:v>8.8699999999999992</c:v>
                </c:pt>
                <c:pt idx="3006">
                  <c:v>8.9304612068113052</c:v>
                </c:pt>
                <c:pt idx="3007">
                  <c:v>8.9700000000000006</c:v>
                </c:pt>
                <c:pt idx="3008">
                  <c:v>9.06</c:v>
                </c:pt>
                <c:pt idx="3009">
                  <c:v>9.1078910892969027</c:v>
                </c:pt>
                <c:pt idx="3010">
                  <c:v>9.1199999999999992</c:v>
                </c:pt>
                <c:pt idx="3011">
                  <c:v>9.1300000000000008</c:v>
                </c:pt>
                <c:pt idx="3012">
                  <c:v>9.1199999999999992</c:v>
                </c:pt>
                <c:pt idx="3013">
                  <c:v>9.116157625206144</c:v>
                </c:pt>
                <c:pt idx="3014">
                  <c:v>9.11</c:v>
                </c:pt>
                <c:pt idx="3015">
                  <c:v>9.14</c:v>
                </c:pt>
                <c:pt idx="3016">
                  <c:v>9.153932917316693</c:v>
                </c:pt>
                <c:pt idx="3017">
                  <c:v>9.1999999999999993</c:v>
                </c:pt>
                <c:pt idx="3018">
                  <c:v>9.27</c:v>
                </c:pt>
                <c:pt idx="3019">
                  <c:v>9.34</c:v>
                </c:pt>
                <c:pt idx="3020">
                  <c:v>9.3914862804878041</c:v>
                </c:pt>
                <c:pt idx="3021">
                  <c:v>9.41</c:v>
                </c:pt>
                <c:pt idx="3022">
                  <c:v>9.49</c:v>
                </c:pt>
                <c:pt idx="3023">
                  <c:v>9.5174950516104762</c:v>
                </c:pt>
                <c:pt idx="3024">
                  <c:v>9.59</c:v>
                </c:pt>
                <c:pt idx="3025">
                  <c:v>9.6999999999999993</c:v>
                </c:pt>
                <c:pt idx="3026">
                  <c:v>9.7821413630393526</c:v>
                </c:pt>
                <c:pt idx="3027">
                  <c:v>9.7899999999999991</c:v>
                </c:pt>
                <c:pt idx="3028">
                  <c:v>9.85</c:v>
                </c:pt>
                <c:pt idx="3029">
                  <c:v>9.91</c:v>
                </c:pt>
                <c:pt idx="3030">
                  <c:v>9.9317991867105029</c:v>
                </c:pt>
                <c:pt idx="3031">
                  <c:v>9.94</c:v>
                </c:pt>
                <c:pt idx="3032">
                  <c:v>9.9700000000000006</c:v>
                </c:pt>
                <c:pt idx="3033">
                  <c:v>10.00865633193799</c:v>
                </c:pt>
                <c:pt idx="3034">
                  <c:v>10.02</c:v>
                </c:pt>
                <c:pt idx="3035">
                  <c:v>10.07</c:v>
                </c:pt>
                <c:pt idx="3036">
                  <c:v>10.12461912887292</c:v>
                </c:pt>
                <c:pt idx="3037">
                  <c:v>10.130000000000001</c:v>
                </c:pt>
                <c:pt idx="3038">
                  <c:v>10.199999999999999</c:v>
                </c:pt>
                <c:pt idx="3039">
                  <c:v>10.26</c:v>
                </c:pt>
                <c:pt idx="3040">
                  <c:v>10.33</c:v>
                </c:pt>
                <c:pt idx="3041">
                  <c:v>10.39</c:v>
                </c:pt>
                <c:pt idx="3042">
                  <c:v>10.441740313061331</c:v>
                </c:pt>
                <c:pt idx="3043">
                  <c:v>10.47</c:v>
                </c:pt>
                <c:pt idx="3044">
                  <c:v>10.54</c:v>
                </c:pt>
                <c:pt idx="3045">
                  <c:v>10.58940210975998</c:v>
                </c:pt>
                <c:pt idx="3046">
                  <c:v>10.6</c:v>
                </c:pt>
                <c:pt idx="3047">
                  <c:v>10.66</c:v>
                </c:pt>
                <c:pt idx="3048">
                  <c:v>10.7</c:v>
                </c:pt>
                <c:pt idx="3049">
                  <c:v>10.73711444984534</c:v>
                </c:pt>
                <c:pt idx="3050">
                  <c:v>10.75</c:v>
                </c:pt>
                <c:pt idx="3051">
                  <c:v>10.8</c:v>
                </c:pt>
                <c:pt idx="3052">
                  <c:v>10.84</c:v>
                </c:pt>
                <c:pt idx="3053">
                  <c:v>10.9</c:v>
                </c:pt>
                <c:pt idx="3054">
                  <c:v>10.903438910475289</c:v>
                </c:pt>
                <c:pt idx="3055">
                  <c:v>10.94</c:v>
                </c:pt>
                <c:pt idx="3056">
                  <c:v>10.97</c:v>
                </c:pt>
                <c:pt idx="3057">
                  <c:v>10.97</c:v>
                </c:pt>
                <c:pt idx="3058">
                  <c:v>10.97</c:v>
                </c:pt>
                <c:pt idx="3059">
                  <c:v>10.97</c:v>
                </c:pt>
                <c:pt idx="3060">
                  <c:v>10.97</c:v>
                </c:pt>
                <c:pt idx="3061">
                  <c:v>10.97</c:v>
                </c:pt>
                <c:pt idx="3062">
                  <c:v>10.98</c:v>
                </c:pt>
                <c:pt idx="3063">
                  <c:v>10.98736906850951</c:v>
                </c:pt>
                <c:pt idx="3064">
                  <c:v>11.01</c:v>
                </c:pt>
                <c:pt idx="3065">
                  <c:v>11.04</c:v>
                </c:pt>
                <c:pt idx="3066">
                  <c:v>11.07</c:v>
                </c:pt>
                <c:pt idx="3067">
                  <c:v>11.09727889168177</c:v>
                </c:pt>
                <c:pt idx="3068">
                  <c:v>11.11</c:v>
                </c:pt>
                <c:pt idx="3069">
                  <c:v>11.158227259517581</c:v>
                </c:pt>
                <c:pt idx="3070">
                  <c:v>11.16</c:v>
                </c:pt>
                <c:pt idx="3071">
                  <c:v>11.2</c:v>
                </c:pt>
                <c:pt idx="3072">
                  <c:v>11.22</c:v>
                </c:pt>
                <c:pt idx="3073">
                  <c:v>11.237363020146869</c:v>
                </c:pt>
                <c:pt idx="3074">
                  <c:v>11.24</c:v>
                </c:pt>
                <c:pt idx="3075">
                  <c:v>11.23</c:v>
                </c:pt>
                <c:pt idx="3076">
                  <c:v>11.22</c:v>
                </c:pt>
                <c:pt idx="3077">
                  <c:v>11.22</c:v>
                </c:pt>
                <c:pt idx="3078">
                  <c:v>11.22</c:v>
                </c:pt>
                <c:pt idx="3079">
                  <c:v>11.24</c:v>
                </c:pt>
                <c:pt idx="3080">
                  <c:v>11.26454301232261</c:v>
                </c:pt>
                <c:pt idx="3081">
                  <c:v>11.27</c:v>
                </c:pt>
                <c:pt idx="3082">
                  <c:v>11.29</c:v>
                </c:pt>
                <c:pt idx="3083">
                  <c:v>11.29</c:v>
                </c:pt>
                <c:pt idx="3084">
                  <c:v>11.29</c:v>
                </c:pt>
                <c:pt idx="3085">
                  <c:v>11.3</c:v>
                </c:pt>
                <c:pt idx="3086">
                  <c:v>11.31484669081912</c:v>
                </c:pt>
                <c:pt idx="3087">
                  <c:v>11.32</c:v>
                </c:pt>
                <c:pt idx="3088">
                  <c:v>11.33</c:v>
                </c:pt>
                <c:pt idx="3089">
                  <c:v>11.356246565076191</c:v>
                </c:pt>
                <c:pt idx="3090">
                  <c:v>11.36</c:v>
                </c:pt>
                <c:pt idx="3091">
                  <c:v>11.39</c:v>
                </c:pt>
                <c:pt idx="3092">
                  <c:v>11.436115380093829</c:v>
                </c:pt>
                <c:pt idx="3093">
                  <c:v>11.44</c:v>
                </c:pt>
                <c:pt idx="3094">
                  <c:v>11.46</c:v>
                </c:pt>
                <c:pt idx="3095">
                  <c:v>11.47</c:v>
                </c:pt>
                <c:pt idx="3096">
                  <c:v>11.4776231994658</c:v>
                </c:pt>
                <c:pt idx="3097">
                  <c:v>11.48</c:v>
                </c:pt>
                <c:pt idx="3098">
                  <c:v>11.48</c:v>
                </c:pt>
                <c:pt idx="3099">
                  <c:v>11.471682636497791</c:v>
                </c:pt>
                <c:pt idx="3100">
                  <c:v>11.47</c:v>
                </c:pt>
                <c:pt idx="3101">
                  <c:v>11.46</c:v>
                </c:pt>
                <c:pt idx="3102">
                  <c:v>11.45</c:v>
                </c:pt>
                <c:pt idx="3103">
                  <c:v>11.45</c:v>
                </c:pt>
                <c:pt idx="3104">
                  <c:v>11.459604794088159</c:v>
                </c:pt>
                <c:pt idx="3105">
                  <c:v>11.46</c:v>
                </c:pt>
                <c:pt idx="3106">
                  <c:v>11.48</c:v>
                </c:pt>
                <c:pt idx="3107">
                  <c:v>11.49</c:v>
                </c:pt>
                <c:pt idx="3108">
                  <c:v>11.52</c:v>
                </c:pt>
                <c:pt idx="3109">
                  <c:v>11.54</c:v>
                </c:pt>
                <c:pt idx="3110">
                  <c:v>11.554288377016359</c:v>
                </c:pt>
                <c:pt idx="3111">
                  <c:v>11.56</c:v>
                </c:pt>
                <c:pt idx="3112">
                  <c:v>11.57</c:v>
                </c:pt>
                <c:pt idx="3113">
                  <c:v>11.57</c:v>
                </c:pt>
                <c:pt idx="3114">
                  <c:v>11.54</c:v>
                </c:pt>
                <c:pt idx="3115">
                  <c:v>11.52</c:v>
                </c:pt>
                <c:pt idx="3116">
                  <c:v>11.54</c:v>
                </c:pt>
                <c:pt idx="3117">
                  <c:v>11.57</c:v>
                </c:pt>
                <c:pt idx="3118">
                  <c:v>11.62</c:v>
                </c:pt>
                <c:pt idx="3119">
                  <c:v>11.65027679375563</c:v>
                </c:pt>
                <c:pt idx="3120">
                  <c:v>11.66</c:v>
                </c:pt>
                <c:pt idx="3121">
                  <c:v>11.67</c:v>
                </c:pt>
                <c:pt idx="3122">
                  <c:v>11.68703229466348</c:v>
                </c:pt>
                <c:pt idx="3123">
                  <c:v>11.69</c:v>
                </c:pt>
                <c:pt idx="3124">
                  <c:v>11.7</c:v>
                </c:pt>
                <c:pt idx="3125">
                  <c:v>11.68</c:v>
                </c:pt>
                <c:pt idx="3126">
                  <c:v>11.64</c:v>
                </c:pt>
                <c:pt idx="3127">
                  <c:v>11.58</c:v>
                </c:pt>
                <c:pt idx="3128">
                  <c:v>11.54</c:v>
                </c:pt>
                <c:pt idx="3129">
                  <c:v>11.52</c:v>
                </c:pt>
                <c:pt idx="3130">
                  <c:v>11.53</c:v>
                </c:pt>
                <c:pt idx="3131">
                  <c:v>11.54</c:v>
                </c:pt>
                <c:pt idx="3132">
                  <c:v>11.534142110762801</c:v>
                </c:pt>
                <c:pt idx="3133">
                  <c:v>11.53</c:v>
                </c:pt>
                <c:pt idx="3134">
                  <c:v>11.49</c:v>
                </c:pt>
                <c:pt idx="3135">
                  <c:v>11.4577682304653</c:v>
                </c:pt>
                <c:pt idx="3136">
                  <c:v>11.44</c:v>
                </c:pt>
                <c:pt idx="3137">
                  <c:v>11.39</c:v>
                </c:pt>
                <c:pt idx="3138">
                  <c:v>11.34534420129352</c:v>
                </c:pt>
                <c:pt idx="3139">
                  <c:v>11.33</c:v>
                </c:pt>
                <c:pt idx="3140">
                  <c:v>11.28</c:v>
                </c:pt>
                <c:pt idx="3141">
                  <c:v>11.23</c:v>
                </c:pt>
                <c:pt idx="3142">
                  <c:v>11.20997092053201</c:v>
                </c:pt>
                <c:pt idx="3143">
                  <c:v>11.18</c:v>
                </c:pt>
                <c:pt idx="3144">
                  <c:v>11.15</c:v>
                </c:pt>
                <c:pt idx="3145">
                  <c:v>11.14089005803547</c:v>
                </c:pt>
                <c:pt idx="3146">
                  <c:v>11.13</c:v>
                </c:pt>
                <c:pt idx="3147">
                  <c:v>11.13</c:v>
                </c:pt>
                <c:pt idx="3148">
                  <c:v>11.13</c:v>
                </c:pt>
                <c:pt idx="3149">
                  <c:v>11.13</c:v>
                </c:pt>
                <c:pt idx="3150">
                  <c:v>11.12</c:v>
                </c:pt>
                <c:pt idx="3151">
                  <c:v>11.08</c:v>
                </c:pt>
                <c:pt idx="3152">
                  <c:v>11.03</c:v>
                </c:pt>
                <c:pt idx="3153">
                  <c:v>10.992074408117251</c:v>
                </c:pt>
                <c:pt idx="3154">
                  <c:v>10.99</c:v>
                </c:pt>
                <c:pt idx="3155">
                  <c:v>10.95</c:v>
                </c:pt>
                <c:pt idx="3156">
                  <c:v>10.9</c:v>
                </c:pt>
                <c:pt idx="3157">
                  <c:v>10.881218939812261</c:v>
                </c:pt>
                <c:pt idx="3158">
                  <c:v>10.84</c:v>
                </c:pt>
                <c:pt idx="3159">
                  <c:v>10.79</c:v>
                </c:pt>
                <c:pt idx="3160">
                  <c:v>10.77</c:v>
                </c:pt>
                <c:pt idx="3161">
                  <c:v>10.78</c:v>
                </c:pt>
                <c:pt idx="3162">
                  <c:v>10.82</c:v>
                </c:pt>
                <c:pt idx="3163">
                  <c:v>10.82</c:v>
                </c:pt>
                <c:pt idx="3164">
                  <c:v>10.82</c:v>
                </c:pt>
                <c:pt idx="3165">
                  <c:v>10.78</c:v>
                </c:pt>
                <c:pt idx="3166">
                  <c:v>10.72972517288798</c:v>
                </c:pt>
                <c:pt idx="3167">
                  <c:v>10.72</c:v>
                </c:pt>
                <c:pt idx="3168">
                  <c:v>10.63</c:v>
                </c:pt>
                <c:pt idx="3169">
                  <c:v>10.55</c:v>
                </c:pt>
                <c:pt idx="3170">
                  <c:v>10.47</c:v>
                </c:pt>
                <c:pt idx="3171">
                  <c:v>10.44254641437808</c:v>
                </c:pt>
                <c:pt idx="3172">
                  <c:v>10.43</c:v>
                </c:pt>
                <c:pt idx="3173">
                  <c:v>10.4</c:v>
                </c:pt>
                <c:pt idx="3174">
                  <c:v>10.368759788999141</c:v>
                </c:pt>
                <c:pt idx="3175">
                  <c:v>10.36</c:v>
                </c:pt>
                <c:pt idx="3176">
                  <c:v>10.3</c:v>
                </c:pt>
                <c:pt idx="3177">
                  <c:v>10.230108901232359</c:v>
                </c:pt>
                <c:pt idx="3178">
                  <c:v>10.220000000000001</c:v>
                </c:pt>
                <c:pt idx="3179">
                  <c:v>10.02144930025675</c:v>
                </c:pt>
                <c:pt idx="3180">
                  <c:v>10.01</c:v>
                </c:pt>
                <c:pt idx="3181">
                  <c:v>9.92</c:v>
                </c:pt>
                <c:pt idx="3182">
                  <c:v>9.82</c:v>
                </c:pt>
                <c:pt idx="3183">
                  <c:v>9.7341814656052268</c:v>
                </c:pt>
                <c:pt idx="3184">
                  <c:v>9.7200000000000006</c:v>
                </c:pt>
                <c:pt idx="3185">
                  <c:v>9.61</c:v>
                </c:pt>
                <c:pt idx="3186">
                  <c:v>9.5549560019307158</c:v>
                </c:pt>
                <c:pt idx="3187">
                  <c:v>9.51</c:v>
                </c:pt>
                <c:pt idx="3188">
                  <c:v>9.39</c:v>
                </c:pt>
                <c:pt idx="3189">
                  <c:v>9.27</c:v>
                </c:pt>
                <c:pt idx="3190">
                  <c:v>9.2120561871254036</c:v>
                </c:pt>
                <c:pt idx="3191">
                  <c:v>9.19</c:v>
                </c:pt>
                <c:pt idx="3192">
                  <c:v>9.14</c:v>
                </c:pt>
                <c:pt idx="3193">
                  <c:v>9.1144746664881229</c:v>
                </c:pt>
                <c:pt idx="3194">
                  <c:v>9.11</c:v>
                </c:pt>
                <c:pt idx="3195">
                  <c:v>9.14</c:v>
                </c:pt>
                <c:pt idx="3196">
                  <c:v>9.1539481004774768</c:v>
                </c:pt>
                <c:pt idx="3197">
                  <c:v>9.16</c:v>
                </c:pt>
                <c:pt idx="3198">
                  <c:v>9.19</c:v>
                </c:pt>
                <c:pt idx="3199">
                  <c:v>9.2321911617007029</c:v>
                </c:pt>
                <c:pt idx="3200">
                  <c:v>9.25</c:v>
                </c:pt>
                <c:pt idx="3201">
                  <c:v>9.31</c:v>
                </c:pt>
                <c:pt idx="3202">
                  <c:v>9.3724027093596067</c:v>
                </c:pt>
                <c:pt idx="3203">
                  <c:v>9.3800000000000008</c:v>
                </c:pt>
                <c:pt idx="3204">
                  <c:v>9.49</c:v>
                </c:pt>
                <c:pt idx="3205">
                  <c:v>9.49</c:v>
                </c:pt>
                <c:pt idx="3206">
                  <c:v>9.49</c:v>
                </c:pt>
                <c:pt idx="3207">
                  <c:v>9.4700000000000006</c:v>
                </c:pt>
                <c:pt idx="3208">
                  <c:v>9.43</c:v>
                </c:pt>
                <c:pt idx="3209">
                  <c:v>9.3699999999999992</c:v>
                </c:pt>
                <c:pt idx="3210">
                  <c:v>9.32</c:v>
                </c:pt>
                <c:pt idx="3211">
                  <c:v>9.2799999999999994</c:v>
                </c:pt>
                <c:pt idx="3212">
                  <c:v>9.2623995672053336</c:v>
                </c:pt>
                <c:pt idx="3213">
                  <c:v>9.25</c:v>
                </c:pt>
                <c:pt idx="3214">
                  <c:v>9.23</c:v>
                </c:pt>
                <c:pt idx="3215">
                  <c:v>9.2059755981317313</c:v>
                </c:pt>
                <c:pt idx="3216">
                  <c:v>9.1999999999999993</c:v>
                </c:pt>
                <c:pt idx="3217">
                  <c:v>9.18</c:v>
                </c:pt>
                <c:pt idx="3218">
                  <c:v>9.1624733427902019</c:v>
                </c:pt>
                <c:pt idx="3219">
                  <c:v>9.16</c:v>
                </c:pt>
                <c:pt idx="3220">
                  <c:v>9.17</c:v>
                </c:pt>
                <c:pt idx="3221">
                  <c:v>9.1870157326681312</c:v>
                </c:pt>
                <c:pt idx="3222">
                  <c:v>9.19</c:v>
                </c:pt>
                <c:pt idx="3223">
                  <c:v>9.2200000000000006</c:v>
                </c:pt>
                <c:pt idx="3224">
                  <c:v>9.2200000000000006</c:v>
                </c:pt>
                <c:pt idx="3225">
                  <c:v>9.2043973079600843</c:v>
                </c:pt>
                <c:pt idx="3226">
                  <c:v>9.18</c:v>
                </c:pt>
                <c:pt idx="3227">
                  <c:v>9.11</c:v>
                </c:pt>
                <c:pt idx="3228">
                  <c:v>9.02</c:v>
                </c:pt>
                <c:pt idx="3229">
                  <c:v>8.9499999999999993</c:v>
                </c:pt>
                <c:pt idx="3230">
                  <c:v>8.89</c:v>
                </c:pt>
                <c:pt idx="3231">
                  <c:v>8.8468091851597972</c:v>
                </c:pt>
                <c:pt idx="3232">
                  <c:v>8.83</c:v>
                </c:pt>
                <c:pt idx="3233">
                  <c:v>8.77</c:v>
                </c:pt>
                <c:pt idx="3234">
                  <c:v>8.7271284300724279</c:v>
                </c:pt>
                <c:pt idx="3235">
                  <c:v>8.7200000000000006</c:v>
                </c:pt>
                <c:pt idx="3236">
                  <c:v>8.69</c:v>
                </c:pt>
                <c:pt idx="3237">
                  <c:v>8.69</c:v>
                </c:pt>
                <c:pt idx="3238">
                  <c:v>8.6999999999999993</c:v>
                </c:pt>
                <c:pt idx="3239">
                  <c:v>8.7181821882754349</c:v>
                </c:pt>
                <c:pt idx="3240">
                  <c:v>8.7200000000000006</c:v>
                </c:pt>
                <c:pt idx="3241">
                  <c:v>8.7799999999999994</c:v>
                </c:pt>
                <c:pt idx="3242">
                  <c:v>8.7899999999999991</c:v>
                </c:pt>
                <c:pt idx="3243">
                  <c:v>8.77</c:v>
                </c:pt>
                <c:pt idx="3244">
                  <c:v>8.7200000000000006</c:v>
                </c:pt>
                <c:pt idx="3245">
                  <c:v>8.64</c:v>
                </c:pt>
                <c:pt idx="3246">
                  <c:v>8.570370411291881</c:v>
                </c:pt>
                <c:pt idx="3247">
                  <c:v>8.5399999999999991</c:v>
                </c:pt>
                <c:pt idx="3248">
                  <c:v>8.4499999999999993</c:v>
                </c:pt>
                <c:pt idx="3249">
                  <c:v>8.3769295808917441</c:v>
                </c:pt>
                <c:pt idx="3250">
                  <c:v>8.3699999999999992</c:v>
                </c:pt>
                <c:pt idx="3251">
                  <c:v>8.3000000000000007</c:v>
                </c:pt>
                <c:pt idx="3252">
                  <c:v>8.24</c:v>
                </c:pt>
                <c:pt idx="3253">
                  <c:v>8.2348047725977818</c:v>
                </c:pt>
                <c:pt idx="3254">
                  <c:v>8.18</c:v>
                </c:pt>
                <c:pt idx="3255">
                  <c:v>8.1300000000000008</c:v>
                </c:pt>
                <c:pt idx="3256">
                  <c:v>8.1152348691714771</c:v>
                </c:pt>
                <c:pt idx="3257">
                  <c:v>8.1</c:v>
                </c:pt>
                <c:pt idx="3258">
                  <c:v>8.09</c:v>
                </c:pt>
                <c:pt idx="3259">
                  <c:v>8.09</c:v>
                </c:pt>
                <c:pt idx="3260">
                  <c:v>8.09</c:v>
                </c:pt>
                <c:pt idx="3261">
                  <c:v>8.11</c:v>
                </c:pt>
                <c:pt idx="3262">
                  <c:v>8.1222708523453182</c:v>
                </c:pt>
                <c:pt idx="3263">
                  <c:v>8.1300000000000008</c:v>
                </c:pt>
                <c:pt idx="3264">
                  <c:v>8.1300000000000008</c:v>
                </c:pt>
                <c:pt idx="3265">
                  <c:v>8.1147507823484055</c:v>
                </c:pt>
                <c:pt idx="3266">
                  <c:v>8.11</c:v>
                </c:pt>
                <c:pt idx="3267">
                  <c:v>8.07</c:v>
                </c:pt>
                <c:pt idx="3268">
                  <c:v>8.0299999999999994</c:v>
                </c:pt>
                <c:pt idx="3269">
                  <c:v>7.9901990521327013</c:v>
                </c:pt>
                <c:pt idx="3270">
                  <c:v>7.95</c:v>
                </c:pt>
                <c:pt idx="3271">
                  <c:v>7.77</c:v>
                </c:pt>
                <c:pt idx="3272">
                  <c:v>7.5183316209355739</c:v>
                </c:pt>
                <c:pt idx="3273">
                  <c:v>7.44</c:v>
                </c:pt>
                <c:pt idx="3274">
                  <c:v>6.96</c:v>
                </c:pt>
                <c:pt idx="3275">
                  <c:v>6.6882785026953497</c:v>
                </c:pt>
                <c:pt idx="3276">
                  <c:v>6.36</c:v>
                </c:pt>
                <c:pt idx="3277">
                  <c:v>5.66</c:v>
                </c:pt>
                <c:pt idx="3278">
                  <c:v>4.8499999999999996</c:v>
                </c:pt>
                <c:pt idx="3279">
                  <c:v>4.1838081483078247</c:v>
                </c:pt>
                <c:pt idx="3280">
                  <c:v>3.93</c:v>
                </c:pt>
                <c:pt idx="3281">
                  <c:v>2.95</c:v>
                </c:pt>
                <c:pt idx="3282">
                  <c:v>2.2142787228397069</c:v>
                </c:pt>
                <c:pt idx="3283">
                  <c:v>1.96</c:v>
                </c:pt>
                <c:pt idx="3284">
                  <c:v>1.06</c:v>
                </c:pt>
                <c:pt idx="3285">
                  <c:v>0.51730520046254502</c:v>
                </c:pt>
                <c:pt idx="3286">
                  <c:v>0.39</c:v>
                </c:pt>
                <c:pt idx="3287">
                  <c:v>-0.14000000000000001</c:v>
                </c:pt>
                <c:pt idx="3288">
                  <c:v>-0.16</c:v>
                </c:pt>
                <c:pt idx="3289">
                  <c:v>-0.12583207969099411</c:v>
                </c:pt>
                <c:pt idx="3290">
                  <c:v>-0.12</c:v>
                </c:pt>
                <c:pt idx="3291">
                  <c:v>-7.0000000000000007E-2</c:v>
                </c:pt>
                <c:pt idx="3292">
                  <c:v>-3.5404828817001383E-2</c:v>
                </c:pt>
                <c:pt idx="3293">
                  <c:v>-0.03</c:v>
                </c:pt>
                <c:pt idx="3294">
                  <c:v>0.01</c:v>
                </c:pt>
                <c:pt idx="3295">
                  <c:v>0.01</c:v>
                </c:pt>
                <c:pt idx="3296">
                  <c:v>0.01</c:v>
                </c:pt>
                <c:pt idx="3297">
                  <c:v>0.01</c:v>
                </c:pt>
                <c:pt idx="3298">
                  <c:v>2.3092410826641048E-3</c:v>
                </c:pt>
                <c:pt idx="3299">
                  <c:v>0</c:v>
                </c:pt>
                <c:pt idx="3300">
                  <c:v>0</c:v>
                </c:pt>
                <c:pt idx="3301">
                  <c:v>0</c:v>
                </c:pt>
                <c:pt idx="3302">
                  <c:v>0</c:v>
                </c:pt>
                <c:pt idx="3303">
                  <c:v>0</c:v>
                </c:pt>
                <c:pt idx="3304">
                  <c:v>0</c:v>
                </c:pt>
                <c:pt idx="3305">
                  <c:v>0</c:v>
                </c:pt>
                <c:pt idx="3306">
                  <c:v>0</c:v>
                </c:pt>
                <c:pt idx="3307">
                  <c:v>0</c:v>
                </c:pt>
                <c:pt idx="3308">
                  <c:v>0</c:v>
                </c:pt>
                <c:pt idx="3309">
                  <c:v>0</c:v>
                </c:pt>
                <c:pt idx="3310">
                  <c:v>0</c:v>
                </c:pt>
                <c:pt idx="3311">
                  <c:v>0</c:v>
                </c:pt>
                <c:pt idx="3312">
                  <c:v>0</c:v>
                </c:pt>
                <c:pt idx="3313">
                  <c:v>0</c:v>
                </c:pt>
                <c:pt idx="3314">
                  <c:v>0</c:v>
                </c:pt>
                <c:pt idx="3315">
                  <c:v>0</c:v>
                </c:pt>
                <c:pt idx="3316">
                  <c:v>0</c:v>
                </c:pt>
                <c:pt idx="3317">
                  <c:v>0</c:v>
                </c:pt>
                <c:pt idx="3318">
                  <c:v>0</c:v>
                </c:pt>
                <c:pt idx="3319">
                  <c:v>0</c:v>
                </c:pt>
                <c:pt idx="3320">
                  <c:v>0</c:v>
                </c:pt>
                <c:pt idx="3321">
                  <c:v>0</c:v>
                </c:pt>
                <c:pt idx="3322">
                  <c:v>0</c:v>
                </c:pt>
                <c:pt idx="3323">
                  <c:v>0</c:v>
                </c:pt>
                <c:pt idx="3324">
                  <c:v>0</c:v>
                </c:pt>
                <c:pt idx="3325">
                  <c:v>0</c:v>
                </c:pt>
                <c:pt idx="3326">
                  <c:v>0</c:v>
                </c:pt>
                <c:pt idx="3327">
                  <c:v>0</c:v>
                </c:pt>
                <c:pt idx="3328">
                  <c:v>0</c:v>
                </c:pt>
                <c:pt idx="3329">
                  <c:v>0</c:v>
                </c:pt>
                <c:pt idx="3330">
                  <c:v>0</c:v>
                </c:pt>
                <c:pt idx="3331">
                  <c:v>0</c:v>
                </c:pt>
                <c:pt idx="3332">
                  <c:v>0</c:v>
                </c:pt>
                <c:pt idx="3333">
                  <c:v>0</c:v>
                </c:pt>
                <c:pt idx="3334">
                  <c:v>0</c:v>
                </c:pt>
                <c:pt idx="3335">
                  <c:v>0</c:v>
                </c:pt>
                <c:pt idx="3336">
                  <c:v>0</c:v>
                </c:pt>
                <c:pt idx="3337">
                  <c:v>0</c:v>
                </c:pt>
                <c:pt idx="3338">
                  <c:v>0</c:v>
                </c:pt>
                <c:pt idx="3339">
                  <c:v>0</c:v>
                </c:pt>
                <c:pt idx="3340">
                  <c:v>0</c:v>
                </c:pt>
                <c:pt idx="3341">
                  <c:v>0</c:v>
                </c:pt>
                <c:pt idx="3342">
                  <c:v>0</c:v>
                </c:pt>
                <c:pt idx="3343">
                  <c:v>0</c:v>
                </c:pt>
                <c:pt idx="3344">
                  <c:v>0</c:v>
                </c:pt>
                <c:pt idx="3345">
                  <c:v>0</c:v>
                </c:pt>
                <c:pt idx="3346">
                  <c:v>0</c:v>
                </c:pt>
                <c:pt idx="3347">
                  <c:v>0</c:v>
                </c:pt>
                <c:pt idx="3348">
                  <c:v>0</c:v>
                </c:pt>
                <c:pt idx="3349">
                  <c:v>0</c:v>
                </c:pt>
                <c:pt idx="3350">
                  <c:v>0</c:v>
                </c:pt>
                <c:pt idx="3351">
                  <c:v>0</c:v>
                </c:pt>
                <c:pt idx="3352">
                  <c:v>0</c:v>
                </c:pt>
                <c:pt idx="3353">
                  <c:v>0</c:v>
                </c:pt>
                <c:pt idx="3354">
                  <c:v>0</c:v>
                </c:pt>
                <c:pt idx="3355">
                  <c:v>0</c:v>
                </c:pt>
                <c:pt idx="3356">
                  <c:v>0</c:v>
                </c:pt>
                <c:pt idx="3357">
                  <c:v>0</c:v>
                </c:pt>
                <c:pt idx="3358">
                  <c:v>0</c:v>
                </c:pt>
                <c:pt idx="3359">
                  <c:v>0</c:v>
                </c:pt>
                <c:pt idx="3360">
                  <c:v>0</c:v>
                </c:pt>
                <c:pt idx="3361">
                  <c:v>0</c:v>
                </c:pt>
                <c:pt idx="3362">
                  <c:v>0</c:v>
                </c:pt>
                <c:pt idx="3363">
                  <c:v>0</c:v>
                </c:pt>
                <c:pt idx="3364">
                  <c:v>0</c:v>
                </c:pt>
                <c:pt idx="3365">
                  <c:v>0</c:v>
                </c:pt>
                <c:pt idx="3366">
                  <c:v>0</c:v>
                </c:pt>
                <c:pt idx="3367">
                  <c:v>0</c:v>
                </c:pt>
                <c:pt idx="3368">
                  <c:v>0</c:v>
                </c:pt>
                <c:pt idx="3369">
                  <c:v>0</c:v>
                </c:pt>
                <c:pt idx="3370">
                  <c:v>0</c:v>
                </c:pt>
                <c:pt idx="3371">
                  <c:v>0</c:v>
                </c:pt>
                <c:pt idx="3372">
                  <c:v>0</c:v>
                </c:pt>
                <c:pt idx="3373">
                  <c:v>0</c:v>
                </c:pt>
                <c:pt idx="3374">
                  <c:v>0</c:v>
                </c:pt>
                <c:pt idx="3375">
                  <c:v>0</c:v>
                </c:pt>
                <c:pt idx="3376">
                  <c:v>0</c:v>
                </c:pt>
                <c:pt idx="3377">
                  <c:v>0</c:v>
                </c:pt>
                <c:pt idx="3378">
                  <c:v>0</c:v>
                </c:pt>
                <c:pt idx="3379">
                  <c:v>0</c:v>
                </c:pt>
                <c:pt idx="3380">
                  <c:v>0</c:v>
                </c:pt>
                <c:pt idx="3381">
                  <c:v>0</c:v>
                </c:pt>
                <c:pt idx="3382">
                  <c:v>0</c:v>
                </c:pt>
                <c:pt idx="3383">
                  <c:v>0</c:v>
                </c:pt>
                <c:pt idx="3384">
                  <c:v>0</c:v>
                </c:pt>
                <c:pt idx="3385">
                  <c:v>0</c:v>
                </c:pt>
                <c:pt idx="3386">
                  <c:v>0</c:v>
                </c:pt>
                <c:pt idx="3387">
                  <c:v>0</c:v>
                </c:pt>
                <c:pt idx="3388">
                  <c:v>0</c:v>
                </c:pt>
                <c:pt idx="3389">
                  <c:v>0</c:v>
                </c:pt>
                <c:pt idx="3390">
                  <c:v>0</c:v>
                </c:pt>
                <c:pt idx="3391">
                  <c:v>0</c:v>
                </c:pt>
                <c:pt idx="3392">
                  <c:v>0</c:v>
                </c:pt>
                <c:pt idx="3393">
                  <c:v>0</c:v>
                </c:pt>
                <c:pt idx="3394">
                  <c:v>0</c:v>
                </c:pt>
                <c:pt idx="3395">
                  <c:v>0</c:v>
                </c:pt>
                <c:pt idx="3396">
                  <c:v>0</c:v>
                </c:pt>
                <c:pt idx="3397">
                  <c:v>0</c:v>
                </c:pt>
                <c:pt idx="3398">
                  <c:v>0</c:v>
                </c:pt>
                <c:pt idx="3399">
                  <c:v>0</c:v>
                </c:pt>
                <c:pt idx="3400">
                  <c:v>0</c:v>
                </c:pt>
                <c:pt idx="3401">
                  <c:v>0</c:v>
                </c:pt>
                <c:pt idx="3402">
                  <c:v>0</c:v>
                </c:pt>
                <c:pt idx="3403">
                  <c:v>0</c:v>
                </c:pt>
                <c:pt idx="3404">
                  <c:v>0</c:v>
                </c:pt>
                <c:pt idx="3405">
                  <c:v>0</c:v>
                </c:pt>
                <c:pt idx="3406">
                  <c:v>0</c:v>
                </c:pt>
                <c:pt idx="3407">
                  <c:v>0</c:v>
                </c:pt>
                <c:pt idx="3408">
                  <c:v>0</c:v>
                </c:pt>
                <c:pt idx="3409">
                  <c:v>0</c:v>
                </c:pt>
                <c:pt idx="3410">
                  <c:v>0</c:v>
                </c:pt>
                <c:pt idx="3411">
                  <c:v>0</c:v>
                </c:pt>
                <c:pt idx="3412">
                  <c:v>0</c:v>
                </c:pt>
                <c:pt idx="3413">
                  <c:v>0</c:v>
                </c:pt>
                <c:pt idx="3414">
                  <c:v>0</c:v>
                </c:pt>
                <c:pt idx="3415">
                  <c:v>0</c:v>
                </c:pt>
                <c:pt idx="3416">
                  <c:v>0</c:v>
                </c:pt>
                <c:pt idx="3417">
                  <c:v>0</c:v>
                </c:pt>
                <c:pt idx="3418">
                  <c:v>0</c:v>
                </c:pt>
                <c:pt idx="3419">
                  <c:v>0</c:v>
                </c:pt>
                <c:pt idx="3420">
                  <c:v>0</c:v>
                </c:pt>
                <c:pt idx="3421">
                  <c:v>0</c:v>
                </c:pt>
                <c:pt idx="3422">
                  <c:v>0</c:v>
                </c:pt>
                <c:pt idx="3423">
                  <c:v>0</c:v>
                </c:pt>
                <c:pt idx="3424">
                  <c:v>0</c:v>
                </c:pt>
                <c:pt idx="3425">
                  <c:v>0</c:v>
                </c:pt>
                <c:pt idx="3426">
                  <c:v>0</c:v>
                </c:pt>
                <c:pt idx="3427">
                  <c:v>0</c:v>
                </c:pt>
                <c:pt idx="3428">
                  <c:v>0</c:v>
                </c:pt>
                <c:pt idx="3429">
                  <c:v>0</c:v>
                </c:pt>
                <c:pt idx="3430">
                  <c:v>0</c:v>
                </c:pt>
                <c:pt idx="3431">
                  <c:v>0</c:v>
                </c:pt>
                <c:pt idx="3432">
                  <c:v>0</c:v>
                </c:pt>
                <c:pt idx="3433">
                  <c:v>0</c:v>
                </c:pt>
                <c:pt idx="3434">
                  <c:v>0</c:v>
                </c:pt>
                <c:pt idx="3435">
                  <c:v>0</c:v>
                </c:pt>
                <c:pt idx="3436">
                  <c:v>0</c:v>
                </c:pt>
                <c:pt idx="3437">
                  <c:v>0</c:v>
                </c:pt>
                <c:pt idx="3438">
                  <c:v>0</c:v>
                </c:pt>
                <c:pt idx="3439">
                  <c:v>0</c:v>
                </c:pt>
                <c:pt idx="3440">
                  <c:v>0</c:v>
                </c:pt>
                <c:pt idx="3441">
                  <c:v>0</c:v>
                </c:pt>
                <c:pt idx="3442">
                  <c:v>0</c:v>
                </c:pt>
                <c:pt idx="3443">
                  <c:v>0</c:v>
                </c:pt>
                <c:pt idx="3444">
                  <c:v>0</c:v>
                </c:pt>
                <c:pt idx="3445">
                  <c:v>0</c:v>
                </c:pt>
                <c:pt idx="3446">
                  <c:v>0</c:v>
                </c:pt>
                <c:pt idx="3447">
                  <c:v>0</c:v>
                </c:pt>
                <c:pt idx="3448">
                  <c:v>0</c:v>
                </c:pt>
                <c:pt idx="3449">
                  <c:v>0</c:v>
                </c:pt>
                <c:pt idx="3450">
                  <c:v>0</c:v>
                </c:pt>
                <c:pt idx="3451">
                  <c:v>0</c:v>
                </c:pt>
                <c:pt idx="3452">
                  <c:v>0</c:v>
                </c:pt>
                <c:pt idx="3453">
                  <c:v>0</c:v>
                </c:pt>
                <c:pt idx="3454">
                  <c:v>0</c:v>
                </c:pt>
                <c:pt idx="3455">
                  <c:v>0</c:v>
                </c:pt>
                <c:pt idx="3456">
                  <c:v>0</c:v>
                </c:pt>
                <c:pt idx="3457">
                  <c:v>0</c:v>
                </c:pt>
                <c:pt idx="3458">
                  <c:v>0</c:v>
                </c:pt>
                <c:pt idx="3459">
                  <c:v>0</c:v>
                </c:pt>
                <c:pt idx="3460">
                  <c:v>0</c:v>
                </c:pt>
                <c:pt idx="3461">
                  <c:v>0</c:v>
                </c:pt>
                <c:pt idx="3462">
                  <c:v>0</c:v>
                </c:pt>
                <c:pt idx="3463">
                  <c:v>0</c:v>
                </c:pt>
                <c:pt idx="3464">
                  <c:v>0</c:v>
                </c:pt>
                <c:pt idx="3465">
                  <c:v>0</c:v>
                </c:pt>
                <c:pt idx="3466">
                  <c:v>0</c:v>
                </c:pt>
                <c:pt idx="3467">
                  <c:v>0</c:v>
                </c:pt>
                <c:pt idx="3468">
                  <c:v>0</c:v>
                </c:pt>
                <c:pt idx="3469">
                  <c:v>0</c:v>
                </c:pt>
                <c:pt idx="3470">
                  <c:v>0</c:v>
                </c:pt>
                <c:pt idx="3471">
                  <c:v>0</c:v>
                </c:pt>
                <c:pt idx="3472">
                  <c:v>0</c:v>
                </c:pt>
                <c:pt idx="3473">
                  <c:v>0</c:v>
                </c:pt>
                <c:pt idx="3474">
                  <c:v>0</c:v>
                </c:pt>
                <c:pt idx="3475">
                  <c:v>0</c:v>
                </c:pt>
                <c:pt idx="3476">
                  <c:v>0</c:v>
                </c:pt>
                <c:pt idx="3477">
                  <c:v>0</c:v>
                </c:pt>
                <c:pt idx="3478">
                  <c:v>0</c:v>
                </c:pt>
                <c:pt idx="3479">
                  <c:v>0</c:v>
                </c:pt>
                <c:pt idx="3480">
                  <c:v>0</c:v>
                </c:pt>
                <c:pt idx="3481">
                  <c:v>0</c:v>
                </c:pt>
                <c:pt idx="3482">
                  <c:v>0</c:v>
                </c:pt>
                <c:pt idx="3483">
                  <c:v>0</c:v>
                </c:pt>
                <c:pt idx="3484">
                  <c:v>0</c:v>
                </c:pt>
                <c:pt idx="3485">
                  <c:v>0</c:v>
                </c:pt>
                <c:pt idx="3486">
                  <c:v>0</c:v>
                </c:pt>
                <c:pt idx="3487">
                  <c:v>0</c:v>
                </c:pt>
                <c:pt idx="3488">
                  <c:v>0</c:v>
                </c:pt>
                <c:pt idx="3489">
                  <c:v>0</c:v>
                </c:pt>
                <c:pt idx="3490">
                  <c:v>0</c:v>
                </c:pt>
                <c:pt idx="3491">
                  <c:v>0</c:v>
                </c:pt>
                <c:pt idx="3492">
                  <c:v>0</c:v>
                </c:pt>
                <c:pt idx="3493">
                  <c:v>0</c:v>
                </c:pt>
                <c:pt idx="3494">
                  <c:v>0</c:v>
                </c:pt>
                <c:pt idx="3495">
                  <c:v>0</c:v>
                </c:pt>
                <c:pt idx="3496">
                  <c:v>0</c:v>
                </c:pt>
                <c:pt idx="3497">
                  <c:v>0</c:v>
                </c:pt>
                <c:pt idx="3498">
                  <c:v>0</c:v>
                </c:pt>
                <c:pt idx="3499">
                  <c:v>0</c:v>
                </c:pt>
                <c:pt idx="3500">
                  <c:v>0</c:v>
                </c:pt>
                <c:pt idx="3501">
                  <c:v>0</c:v>
                </c:pt>
                <c:pt idx="3502">
                  <c:v>0</c:v>
                </c:pt>
                <c:pt idx="3503">
                  <c:v>0</c:v>
                </c:pt>
                <c:pt idx="3504">
                  <c:v>0</c:v>
                </c:pt>
                <c:pt idx="3505">
                  <c:v>0</c:v>
                </c:pt>
                <c:pt idx="3506">
                  <c:v>0</c:v>
                </c:pt>
                <c:pt idx="3507">
                  <c:v>0</c:v>
                </c:pt>
                <c:pt idx="3508">
                  <c:v>0</c:v>
                </c:pt>
                <c:pt idx="3509">
                  <c:v>0</c:v>
                </c:pt>
                <c:pt idx="3510">
                  <c:v>0</c:v>
                </c:pt>
                <c:pt idx="3511">
                  <c:v>0</c:v>
                </c:pt>
                <c:pt idx="3512">
                  <c:v>0</c:v>
                </c:pt>
                <c:pt idx="3513">
                  <c:v>0</c:v>
                </c:pt>
                <c:pt idx="3514">
                  <c:v>0</c:v>
                </c:pt>
                <c:pt idx="3515">
                  <c:v>0</c:v>
                </c:pt>
                <c:pt idx="3516">
                  <c:v>0</c:v>
                </c:pt>
                <c:pt idx="3517">
                  <c:v>0</c:v>
                </c:pt>
                <c:pt idx="3518">
                  <c:v>0</c:v>
                </c:pt>
                <c:pt idx="3519">
                  <c:v>0</c:v>
                </c:pt>
                <c:pt idx="3520">
                  <c:v>0</c:v>
                </c:pt>
                <c:pt idx="3521">
                  <c:v>0</c:v>
                </c:pt>
                <c:pt idx="3522">
                  <c:v>0</c:v>
                </c:pt>
                <c:pt idx="3523">
                  <c:v>0</c:v>
                </c:pt>
                <c:pt idx="3524">
                  <c:v>0</c:v>
                </c:pt>
                <c:pt idx="3525">
                  <c:v>0</c:v>
                </c:pt>
                <c:pt idx="3526">
                  <c:v>0</c:v>
                </c:pt>
                <c:pt idx="3527">
                  <c:v>0</c:v>
                </c:pt>
                <c:pt idx="3528">
                  <c:v>0</c:v>
                </c:pt>
                <c:pt idx="3529">
                  <c:v>0</c:v>
                </c:pt>
                <c:pt idx="3530">
                  <c:v>0</c:v>
                </c:pt>
                <c:pt idx="3531">
                  <c:v>0</c:v>
                </c:pt>
                <c:pt idx="3532">
                  <c:v>0</c:v>
                </c:pt>
                <c:pt idx="3533">
                  <c:v>0</c:v>
                </c:pt>
                <c:pt idx="3534">
                  <c:v>0</c:v>
                </c:pt>
                <c:pt idx="3535">
                  <c:v>0</c:v>
                </c:pt>
                <c:pt idx="3536">
                  <c:v>0</c:v>
                </c:pt>
                <c:pt idx="3537">
                  <c:v>0</c:v>
                </c:pt>
                <c:pt idx="3538">
                  <c:v>0</c:v>
                </c:pt>
                <c:pt idx="3539">
                  <c:v>0</c:v>
                </c:pt>
                <c:pt idx="3540">
                  <c:v>0</c:v>
                </c:pt>
                <c:pt idx="3541">
                  <c:v>0</c:v>
                </c:pt>
                <c:pt idx="3542">
                  <c:v>0</c:v>
                </c:pt>
                <c:pt idx="3543">
                  <c:v>0</c:v>
                </c:pt>
                <c:pt idx="3544">
                  <c:v>0</c:v>
                </c:pt>
                <c:pt idx="3545">
                  <c:v>0</c:v>
                </c:pt>
                <c:pt idx="3546">
                  <c:v>0</c:v>
                </c:pt>
                <c:pt idx="3547">
                  <c:v>0</c:v>
                </c:pt>
                <c:pt idx="3548">
                  <c:v>0</c:v>
                </c:pt>
                <c:pt idx="3549">
                  <c:v>0</c:v>
                </c:pt>
                <c:pt idx="3550">
                  <c:v>0</c:v>
                </c:pt>
                <c:pt idx="3551">
                  <c:v>0</c:v>
                </c:pt>
                <c:pt idx="3552">
                  <c:v>0</c:v>
                </c:pt>
                <c:pt idx="3553">
                  <c:v>0</c:v>
                </c:pt>
                <c:pt idx="3554">
                  <c:v>0</c:v>
                </c:pt>
                <c:pt idx="3555">
                  <c:v>0</c:v>
                </c:pt>
                <c:pt idx="3556">
                  <c:v>0</c:v>
                </c:pt>
                <c:pt idx="3557">
                  <c:v>0</c:v>
                </c:pt>
                <c:pt idx="3558">
                  <c:v>0</c:v>
                </c:pt>
                <c:pt idx="3559">
                  <c:v>0</c:v>
                </c:pt>
                <c:pt idx="3560">
                  <c:v>0</c:v>
                </c:pt>
                <c:pt idx="3561">
                  <c:v>0</c:v>
                </c:pt>
                <c:pt idx="3562">
                  <c:v>0</c:v>
                </c:pt>
                <c:pt idx="3563">
                  <c:v>0</c:v>
                </c:pt>
                <c:pt idx="3564">
                  <c:v>0</c:v>
                </c:pt>
                <c:pt idx="3565">
                  <c:v>0</c:v>
                </c:pt>
                <c:pt idx="3566">
                  <c:v>0</c:v>
                </c:pt>
                <c:pt idx="3567">
                  <c:v>0</c:v>
                </c:pt>
                <c:pt idx="3568">
                  <c:v>0</c:v>
                </c:pt>
                <c:pt idx="3569">
                  <c:v>0</c:v>
                </c:pt>
                <c:pt idx="3570">
                  <c:v>0</c:v>
                </c:pt>
                <c:pt idx="3571">
                  <c:v>0</c:v>
                </c:pt>
                <c:pt idx="3572">
                  <c:v>0</c:v>
                </c:pt>
                <c:pt idx="3573">
                  <c:v>0</c:v>
                </c:pt>
                <c:pt idx="3574">
                  <c:v>0</c:v>
                </c:pt>
                <c:pt idx="3575">
                  <c:v>0</c:v>
                </c:pt>
                <c:pt idx="3576">
                  <c:v>0</c:v>
                </c:pt>
                <c:pt idx="3577">
                  <c:v>0</c:v>
                </c:pt>
                <c:pt idx="3578">
                  <c:v>0</c:v>
                </c:pt>
                <c:pt idx="3579">
                  <c:v>0</c:v>
                </c:pt>
                <c:pt idx="3580">
                  <c:v>0</c:v>
                </c:pt>
                <c:pt idx="3581">
                  <c:v>0</c:v>
                </c:pt>
                <c:pt idx="3582">
                  <c:v>0</c:v>
                </c:pt>
                <c:pt idx="3583">
                  <c:v>0</c:v>
                </c:pt>
                <c:pt idx="3584">
                  <c:v>0</c:v>
                </c:pt>
                <c:pt idx="3585">
                  <c:v>0</c:v>
                </c:pt>
                <c:pt idx="3586">
                  <c:v>0</c:v>
                </c:pt>
                <c:pt idx="3587">
                  <c:v>0</c:v>
                </c:pt>
                <c:pt idx="3588">
                  <c:v>0</c:v>
                </c:pt>
                <c:pt idx="3589">
                  <c:v>0</c:v>
                </c:pt>
                <c:pt idx="3590">
                  <c:v>0</c:v>
                </c:pt>
                <c:pt idx="3591">
                  <c:v>0</c:v>
                </c:pt>
                <c:pt idx="3592">
                  <c:v>0</c:v>
                </c:pt>
                <c:pt idx="3593">
                  <c:v>0</c:v>
                </c:pt>
                <c:pt idx="3594">
                  <c:v>0</c:v>
                </c:pt>
                <c:pt idx="3595">
                  <c:v>0</c:v>
                </c:pt>
                <c:pt idx="3596">
                  <c:v>0</c:v>
                </c:pt>
                <c:pt idx="3597">
                  <c:v>0</c:v>
                </c:pt>
                <c:pt idx="3598">
                  <c:v>0</c:v>
                </c:pt>
                <c:pt idx="3599">
                  <c:v>0</c:v>
                </c:pt>
                <c:pt idx="3600">
                  <c:v>0</c:v>
                </c:pt>
                <c:pt idx="3601">
                  <c:v>0</c:v>
                </c:pt>
                <c:pt idx="3602">
                  <c:v>0</c:v>
                </c:pt>
                <c:pt idx="3603">
                  <c:v>0</c:v>
                </c:pt>
                <c:pt idx="3604">
                  <c:v>0</c:v>
                </c:pt>
                <c:pt idx="3605">
                  <c:v>0</c:v>
                </c:pt>
                <c:pt idx="3606">
                  <c:v>0</c:v>
                </c:pt>
                <c:pt idx="3607">
                  <c:v>0</c:v>
                </c:pt>
                <c:pt idx="3608">
                  <c:v>0</c:v>
                </c:pt>
                <c:pt idx="3609">
                  <c:v>0</c:v>
                </c:pt>
                <c:pt idx="3610">
                  <c:v>0</c:v>
                </c:pt>
                <c:pt idx="3611">
                  <c:v>0</c:v>
                </c:pt>
                <c:pt idx="3612">
                  <c:v>0</c:v>
                </c:pt>
                <c:pt idx="3613">
                  <c:v>0</c:v>
                </c:pt>
                <c:pt idx="3614">
                  <c:v>0</c:v>
                </c:pt>
                <c:pt idx="3615">
                  <c:v>0</c:v>
                </c:pt>
                <c:pt idx="3616">
                  <c:v>0</c:v>
                </c:pt>
                <c:pt idx="3617">
                  <c:v>0</c:v>
                </c:pt>
                <c:pt idx="3618">
                  <c:v>0</c:v>
                </c:pt>
                <c:pt idx="3619">
                  <c:v>0</c:v>
                </c:pt>
                <c:pt idx="3620">
                  <c:v>0</c:v>
                </c:pt>
                <c:pt idx="3621">
                  <c:v>0</c:v>
                </c:pt>
                <c:pt idx="3622">
                  <c:v>0</c:v>
                </c:pt>
                <c:pt idx="3623">
                  <c:v>0</c:v>
                </c:pt>
                <c:pt idx="3624">
                  <c:v>0</c:v>
                </c:pt>
                <c:pt idx="3625">
                  <c:v>0</c:v>
                </c:pt>
                <c:pt idx="3626">
                  <c:v>0</c:v>
                </c:pt>
                <c:pt idx="3627">
                  <c:v>0</c:v>
                </c:pt>
                <c:pt idx="3628">
                  <c:v>0</c:v>
                </c:pt>
                <c:pt idx="3629">
                  <c:v>0</c:v>
                </c:pt>
                <c:pt idx="3630">
                  <c:v>0</c:v>
                </c:pt>
                <c:pt idx="3631">
                  <c:v>0</c:v>
                </c:pt>
                <c:pt idx="3632">
                  <c:v>0</c:v>
                </c:pt>
                <c:pt idx="3633">
                  <c:v>0</c:v>
                </c:pt>
                <c:pt idx="3634">
                  <c:v>0</c:v>
                </c:pt>
                <c:pt idx="3635">
                  <c:v>0</c:v>
                </c:pt>
                <c:pt idx="3636">
                  <c:v>0</c:v>
                </c:pt>
                <c:pt idx="3637">
                  <c:v>0</c:v>
                </c:pt>
                <c:pt idx="3638">
                  <c:v>0</c:v>
                </c:pt>
                <c:pt idx="3639">
                  <c:v>0</c:v>
                </c:pt>
                <c:pt idx="3640">
                  <c:v>0</c:v>
                </c:pt>
                <c:pt idx="3641">
                  <c:v>0</c:v>
                </c:pt>
                <c:pt idx="3642">
                  <c:v>0</c:v>
                </c:pt>
                <c:pt idx="3643">
                  <c:v>0</c:v>
                </c:pt>
                <c:pt idx="3644">
                  <c:v>0</c:v>
                </c:pt>
                <c:pt idx="3645">
                  <c:v>0</c:v>
                </c:pt>
                <c:pt idx="3646">
                  <c:v>0</c:v>
                </c:pt>
                <c:pt idx="3647">
                  <c:v>0</c:v>
                </c:pt>
                <c:pt idx="3648">
                  <c:v>0</c:v>
                </c:pt>
                <c:pt idx="3649">
                  <c:v>0</c:v>
                </c:pt>
                <c:pt idx="3650">
                  <c:v>0</c:v>
                </c:pt>
                <c:pt idx="3651">
                  <c:v>0</c:v>
                </c:pt>
                <c:pt idx="3652">
                  <c:v>0</c:v>
                </c:pt>
                <c:pt idx="3653">
                  <c:v>0</c:v>
                </c:pt>
                <c:pt idx="3654">
                  <c:v>0</c:v>
                </c:pt>
                <c:pt idx="3655">
                  <c:v>0</c:v>
                </c:pt>
                <c:pt idx="3656">
                  <c:v>0</c:v>
                </c:pt>
                <c:pt idx="3657">
                  <c:v>0</c:v>
                </c:pt>
                <c:pt idx="3658">
                  <c:v>0</c:v>
                </c:pt>
                <c:pt idx="3659">
                  <c:v>0</c:v>
                </c:pt>
                <c:pt idx="3660">
                  <c:v>0</c:v>
                </c:pt>
                <c:pt idx="3661">
                  <c:v>0</c:v>
                </c:pt>
                <c:pt idx="3662">
                  <c:v>0</c:v>
                </c:pt>
                <c:pt idx="3663">
                  <c:v>0</c:v>
                </c:pt>
                <c:pt idx="3664">
                  <c:v>0</c:v>
                </c:pt>
                <c:pt idx="3665">
                  <c:v>0</c:v>
                </c:pt>
                <c:pt idx="3666">
                  <c:v>0</c:v>
                </c:pt>
                <c:pt idx="3667">
                  <c:v>0</c:v>
                </c:pt>
                <c:pt idx="3668">
                  <c:v>0</c:v>
                </c:pt>
                <c:pt idx="3669">
                  <c:v>0</c:v>
                </c:pt>
                <c:pt idx="3670">
                  <c:v>0</c:v>
                </c:pt>
                <c:pt idx="3671">
                  <c:v>0</c:v>
                </c:pt>
                <c:pt idx="3672">
                  <c:v>0</c:v>
                </c:pt>
                <c:pt idx="3673">
                  <c:v>0</c:v>
                </c:pt>
                <c:pt idx="3674">
                  <c:v>0</c:v>
                </c:pt>
                <c:pt idx="3675">
                  <c:v>0</c:v>
                </c:pt>
                <c:pt idx="3676">
                  <c:v>0</c:v>
                </c:pt>
                <c:pt idx="3677">
                  <c:v>0</c:v>
                </c:pt>
                <c:pt idx="3678">
                  <c:v>0</c:v>
                </c:pt>
                <c:pt idx="3679">
                  <c:v>0</c:v>
                </c:pt>
                <c:pt idx="3680">
                  <c:v>0</c:v>
                </c:pt>
                <c:pt idx="3681">
                  <c:v>0</c:v>
                </c:pt>
                <c:pt idx="3682">
                  <c:v>0</c:v>
                </c:pt>
                <c:pt idx="3683">
                  <c:v>0</c:v>
                </c:pt>
                <c:pt idx="3684">
                  <c:v>0</c:v>
                </c:pt>
                <c:pt idx="3685">
                  <c:v>0</c:v>
                </c:pt>
                <c:pt idx="3686">
                  <c:v>0</c:v>
                </c:pt>
                <c:pt idx="3687">
                  <c:v>0</c:v>
                </c:pt>
                <c:pt idx="3688">
                  <c:v>0</c:v>
                </c:pt>
                <c:pt idx="3689">
                  <c:v>0</c:v>
                </c:pt>
                <c:pt idx="3690">
                  <c:v>0</c:v>
                </c:pt>
                <c:pt idx="3691">
                  <c:v>0</c:v>
                </c:pt>
                <c:pt idx="3692">
                  <c:v>0</c:v>
                </c:pt>
                <c:pt idx="3693">
                  <c:v>0</c:v>
                </c:pt>
                <c:pt idx="3694">
                  <c:v>0</c:v>
                </c:pt>
                <c:pt idx="3695">
                  <c:v>0</c:v>
                </c:pt>
                <c:pt idx="3696">
                  <c:v>0</c:v>
                </c:pt>
                <c:pt idx="3697">
                  <c:v>0</c:v>
                </c:pt>
                <c:pt idx="3698">
                  <c:v>0</c:v>
                </c:pt>
                <c:pt idx="3699">
                  <c:v>0</c:v>
                </c:pt>
                <c:pt idx="3700">
                  <c:v>0</c:v>
                </c:pt>
                <c:pt idx="3701">
                  <c:v>0</c:v>
                </c:pt>
                <c:pt idx="3702">
                  <c:v>0</c:v>
                </c:pt>
                <c:pt idx="3703">
                  <c:v>0</c:v>
                </c:pt>
                <c:pt idx="3704">
                  <c:v>0</c:v>
                </c:pt>
                <c:pt idx="3705">
                  <c:v>0</c:v>
                </c:pt>
                <c:pt idx="3706">
                  <c:v>0</c:v>
                </c:pt>
                <c:pt idx="3707">
                  <c:v>0</c:v>
                </c:pt>
                <c:pt idx="3708">
                  <c:v>0</c:v>
                </c:pt>
                <c:pt idx="3709">
                  <c:v>0</c:v>
                </c:pt>
                <c:pt idx="3710">
                  <c:v>0</c:v>
                </c:pt>
                <c:pt idx="3711">
                  <c:v>0</c:v>
                </c:pt>
                <c:pt idx="3712">
                  <c:v>0</c:v>
                </c:pt>
                <c:pt idx="3713">
                  <c:v>0</c:v>
                </c:pt>
                <c:pt idx="3714">
                  <c:v>0</c:v>
                </c:pt>
                <c:pt idx="3715">
                  <c:v>0</c:v>
                </c:pt>
                <c:pt idx="3716">
                  <c:v>0</c:v>
                </c:pt>
                <c:pt idx="3717">
                  <c:v>0</c:v>
                </c:pt>
                <c:pt idx="3718">
                  <c:v>0</c:v>
                </c:pt>
                <c:pt idx="3719">
                  <c:v>0</c:v>
                </c:pt>
                <c:pt idx="3720">
                  <c:v>0</c:v>
                </c:pt>
                <c:pt idx="3721">
                  <c:v>0</c:v>
                </c:pt>
                <c:pt idx="3722">
                  <c:v>0</c:v>
                </c:pt>
                <c:pt idx="3723">
                  <c:v>0</c:v>
                </c:pt>
                <c:pt idx="3724">
                  <c:v>0</c:v>
                </c:pt>
                <c:pt idx="3725">
                  <c:v>0</c:v>
                </c:pt>
                <c:pt idx="3726">
                  <c:v>0</c:v>
                </c:pt>
                <c:pt idx="3727">
                  <c:v>0</c:v>
                </c:pt>
                <c:pt idx="3728">
                  <c:v>0</c:v>
                </c:pt>
                <c:pt idx="3729">
                  <c:v>0</c:v>
                </c:pt>
                <c:pt idx="3730">
                  <c:v>0</c:v>
                </c:pt>
                <c:pt idx="3731">
                  <c:v>0</c:v>
                </c:pt>
                <c:pt idx="3732">
                  <c:v>0</c:v>
                </c:pt>
                <c:pt idx="3733">
                  <c:v>0</c:v>
                </c:pt>
                <c:pt idx="3734">
                  <c:v>0</c:v>
                </c:pt>
                <c:pt idx="3735">
                  <c:v>0</c:v>
                </c:pt>
                <c:pt idx="3736">
                  <c:v>0</c:v>
                </c:pt>
                <c:pt idx="3737">
                  <c:v>0</c:v>
                </c:pt>
                <c:pt idx="3738">
                  <c:v>0</c:v>
                </c:pt>
                <c:pt idx="3739">
                  <c:v>0</c:v>
                </c:pt>
                <c:pt idx="3740">
                  <c:v>0</c:v>
                </c:pt>
                <c:pt idx="3741">
                  <c:v>0</c:v>
                </c:pt>
                <c:pt idx="3742">
                  <c:v>0</c:v>
                </c:pt>
                <c:pt idx="3743">
                  <c:v>0</c:v>
                </c:pt>
                <c:pt idx="3744">
                  <c:v>0</c:v>
                </c:pt>
                <c:pt idx="3745">
                  <c:v>0</c:v>
                </c:pt>
                <c:pt idx="3746">
                  <c:v>0</c:v>
                </c:pt>
                <c:pt idx="3747">
                  <c:v>0</c:v>
                </c:pt>
                <c:pt idx="3748">
                  <c:v>0</c:v>
                </c:pt>
                <c:pt idx="3749">
                  <c:v>0</c:v>
                </c:pt>
                <c:pt idx="3750">
                  <c:v>0</c:v>
                </c:pt>
                <c:pt idx="3751">
                  <c:v>0</c:v>
                </c:pt>
                <c:pt idx="3752">
                  <c:v>0</c:v>
                </c:pt>
                <c:pt idx="3753">
                  <c:v>0</c:v>
                </c:pt>
                <c:pt idx="3754">
                  <c:v>0</c:v>
                </c:pt>
                <c:pt idx="3755">
                  <c:v>0</c:v>
                </c:pt>
                <c:pt idx="3756">
                  <c:v>0</c:v>
                </c:pt>
                <c:pt idx="3757">
                  <c:v>0</c:v>
                </c:pt>
                <c:pt idx="3758">
                  <c:v>0</c:v>
                </c:pt>
                <c:pt idx="3759">
                  <c:v>0</c:v>
                </c:pt>
                <c:pt idx="3760">
                  <c:v>0</c:v>
                </c:pt>
                <c:pt idx="3761">
                  <c:v>0</c:v>
                </c:pt>
                <c:pt idx="3762">
                  <c:v>0</c:v>
                </c:pt>
                <c:pt idx="3763">
                  <c:v>0</c:v>
                </c:pt>
                <c:pt idx="3764">
                  <c:v>0</c:v>
                </c:pt>
                <c:pt idx="3765">
                  <c:v>0</c:v>
                </c:pt>
                <c:pt idx="3766">
                  <c:v>0</c:v>
                </c:pt>
                <c:pt idx="3767">
                  <c:v>0</c:v>
                </c:pt>
                <c:pt idx="3768">
                  <c:v>0</c:v>
                </c:pt>
                <c:pt idx="3769">
                  <c:v>0</c:v>
                </c:pt>
                <c:pt idx="3770">
                  <c:v>0</c:v>
                </c:pt>
                <c:pt idx="3771">
                  <c:v>0</c:v>
                </c:pt>
                <c:pt idx="3772">
                  <c:v>0</c:v>
                </c:pt>
                <c:pt idx="3773">
                  <c:v>0</c:v>
                </c:pt>
                <c:pt idx="3774">
                  <c:v>0</c:v>
                </c:pt>
                <c:pt idx="3775">
                  <c:v>0</c:v>
                </c:pt>
                <c:pt idx="3776">
                  <c:v>0</c:v>
                </c:pt>
                <c:pt idx="3777">
                  <c:v>0</c:v>
                </c:pt>
                <c:pt idx="3778">
                  <c:v>0</c:v>
                </c:pt>
                <c:pt idx="3779">
                  <c:v>0</c:v>
                </c:pt>
                <c:pt idx="3780">
                  <c:v>0</c:v>
                </c:pt>
                <c:pt idx="3781">
                  <c:v>0</c:v>
                </c:pt>
                <c:pt idx="3782">
                  <c:v>0</c:v>
                </c:pt>
                <c:pt idx="3783">
                  <c:v>0</c:v>
                </c:pt>
                <c:pt idx="3784">
                  <c:v>0</c:v>
                </c:pt>
                <c:pt idx="3785">
                  <c:v>0</c:v>
                </c:pt>
                <c:pt idx="3786">
                  <c:v>0</c:v>
                </c:pt>
                <c:pt idx="3787">
                  <c:v>0</c:v>
                </c:pt>
                <c:pt idx="3788">
                  <c:v>0</c:v>
                </c:pt>
                <c:pt idx="3789">
                  <c:v>0</c:v>
                </c:pt>
                <c:pt idx="3790">
                  <c:v>0</c:v>
                </c:pt>
                <c:pt idx="3791">
                  <c:v>0</c:v>
                </c:pt>
                <c:pt idx="3792">
                  <c:v>0</c:v>
                </c:pt>
                <c:pt idx="3793">
                  <c:v>0</c:v>
                </c:pt>
                <c:pt idx="3794">
                  <c:v>0</c:v>
                </c:pt>
                <c:pt idx="3795">
                  <c:v>0</c:v>
                </c:pt>
                <c:pt idx="3796">
                  <c:v>0</c:v>
                </c:pt>
                <c:pt idx="3797">
                  <c:v>0</c:v>
                </c:pt>
                <c:pt idx="3798">
                  <c:v>0</c:v>
                </c:pt>
                <c:pt idx="3799">
                  <c:v>0</c:v>
                </c:pt>
                <c:pt idx="3800">
                  <c:v>0</c:v>
                </c:pt>
                <c:pt idx="3801">
                  <c:v>0</c:v>
                </c:pt>
                <c:pt idx="3802">
                  <c:v>0</c:v>
                </c:pt>
                <c:pt idx="3803">
                  <c:v>0</c:v>
                </c:pt>
                <c:pt idx="3804">
                  <c:v>0</c:v>
                </c:pt>
                <c:pt idx="3805">
                  <c:v>0</c:v>
                </c:pt>
                <c:pt idx="3806">
                  <c:v>0</c:v>
                </c:pt>
                <c:pt idx="3807">
                  <c:v>0</c:v>
                </c:pt>
                <c:pt idx="3808">
                  <c:v>0</c:v>
                </c:pt>
                <c:pt idx="3809">
                  <c:v>0</c:v>
                </c:pt>
                <c:pt idx="3810">
                  <c:v>0</c:v>
                </c:pt>
                <c:pt idx="3811">
                  <c:v>0</c:v>
                </c:pt>
                <c:pt idx="3812">
                  <c:v>0</c:v>
                </c:pt>
                <c:pt idx="3813">
                  <c:v>0</c:v>
                </c:pt>
                <c:pt idx="3814">
                  <c:v>0</c:v>
                </c:pt>
                <c:pt idx="3815">
                  <c:v>0</c:v>
                </c:pt>
                <c:pt idx="3816">
                  <c:v>0</c:v>
                </c:pt>
                <c:pt idx="3817">
                  <c:v>0</c:v>
                </c:pt>
                <c:pt idx="3818">
                  <c:v>0</c:v>
                </c:pt>
                <c:pt idx="3819">
                  <c:v>0</c:v>
                </c:pt>
                <c:pt idx="3820">
                  <c:v>0</c:v>
                </c:pt>
                <c:pt idx="3821">
                  <c:v>0</c:v>
                </c:pt>
                <c:pt idx="3822">
                  <c:v>0</c:v>
                </c:pt>
                <c:pt idx="3823">
                  <c:v>0</c:v>
                </c:pt>
                <c:pt idx="3824">
                  <c:v>0</c:v>
                </c:pt>
                <c:pt idx="3825">
                  <c:v>0</c:v>
                </c:pt>
                <c:pt idx="3826">
                  <c:v>0</c:v>
                </c:pt>
                <c:pt idx="3827">
                  <c:v>0</c:v>
                </c:pt>
                <c:pt idx="3828">
                  <c:v>0</c:v>
                </c:pt>
                <c:pt idx="3829">
                  <c:v>0</c:v>
                </c:pt>
                <c:pt idx="3830">
                  <c:v>0</c:v>
                </c:pt>
                <c:pt idx="3831">
                  <c:v>0</c:v>
                </c:pt>
                <c:pt idx="3832">
                  <c:v>0</c:v>
                </c:pt>
                <c:pt idx="3833">
                  <c:v>0</c:v>
                </c:pt>
                <c:pt idx="3834">
                  <c:v>0</c:v>
                </c:pt>
                <c:pt idx="3835">
                  <c:v>0</c:v>
                </c:pt>
                <c:pt idx="3836">
                  <c:v>0</c:v>
                </c:pt>
                <c:pt idx="3837">
                  <c:v>0</c:v>
                </c:pt>
                <c:pt idx="3838">
                  <c:v>0</c:v>
                </c:pt>
                <c:pt idx="3839">
                  <c:v>0</c:v>
                </c:pt>
                <c:pt idx="3840">
                  <c:v>0</c:v>
                </c:pt>
                <c:pt idx="3841">
                  <c:v>0</c:v>
                </c:pt>
                <c:pt idx="3842">
                  <c:v>0</c:v>
                </c:pt>
                <c:pt idx="3843">
                  <c:v>0</c:v>
                </c:pt>
                <c:pt idx="3844">
                  <c:v>0</c:v>
                </c:pt>
                <c:pt idx="3845">
                  <c:v>0</c:v>
                </c:pt>
                <c:pt idx="3846">
                  <c:v>0</c:v>
                </c:pt>
                <c:pt idx="3847">
                  <c:v>0</c:v>
                </c:pt>
                <c:pt idx="3848">
                  <c:v>0</c:v>
                </c:pt>
                <c:pt idx="3849">
                  <c:v>0</c:v>
                </c:pt>
                <c:pt idx="3850">
                  <c:v>0</c:v>
                </c:pt>
                <c:pt idx="3851">
                  <c:v>0</c:v>
                </c:pt>
                <c:pt idx="3852">
                  <c:v>0</c:v>
                </c:pt>
                <c:pt idx="3853">
                  <c:v>0</c:v>
                </c:pt>
                <c:pt idx="3854">
                  <c:v>0</c:v>
                </c:pt>
                <c:pt idx="3855">
                  <c:v>0</c:v>
                </c:pt>
                <c:pt idx="3856">
                  <c:v>0</c:v>
                </c:pt>
                <c:pt idx="3857">
                  <c:v>0</c:v>
                </c:pt>
                <c:pt idx="3858">
                  <c:v>0</c:v>
                </c:pt>
                <c:pt idx="3859">
                  <c:v>0</c:v>
                </c:pt>
                <c:pt idx="3860">
                  <c:v>0</c:v>
                </c:pt>
                <c:pt idx="3861">
                  <c:v>0</c:v>
                </c:pt>
                <c:pt idx="3862">
                  <c:v>0</c:v>
                </c:pt>
                <c:pt idx="3863">
                  <c:v>0</c:v>
                </c:pt>
                <c:pt idx="3864">
                  <c:v>0</c:v>
                </c:pt>
                <c:pt idx="3865">
                  <c:v>0</c:v>
                </c:pt>
                <c:pt idx="3866">
                  <c:v>0</c:v>
                </c:pt>
                <c:pt idx="3867">
                  <c:v>0</c:v>
                </c:pt>
                <c:pt idx="3868">
                  <c:v>0</c:v>
                </c:pt>
                <c:pt idx="3869">
                  <c:v>0</c:v>
                </c:pt>
                <c:pt idx="3870">
                  <c:v>0</c:v>
                </c:pt>
                <c:pt idx="3871">
                  <c:v>0</c:v>
                </c:pt>
                <c:pt idx="3872">
                  <c:v>0</c:v>
                </c:pt>
                <c:pt idx="3873">
                  <c:v>0</c:v>
                </c:pt>
                <c:pt idx="3874">
                  <c:v>0</c:v>
                </c:pt>
                <c:pt idx="3875">
                  <c:v>0</c:v>
                </c:pt>
                <c:pt idx="3876">
                  <c:v>0</c:v>
                </c:pt>
                <c:pt idx="3877">
                  <c:v>0</c:v>
                </c:pt>
                <c:pt idx="3878">
                  <c:v>0</c:v>
                </c:pt>
                <c:pt idx="3879">
                  <c:v>0</c:v>
                </c:pt>
                <c:pt idx="3880">
                  <c:v>0</c:v>
                </c:pt>
                <c:pt idx="3881">
                  <c:v>0</c:v>
                </c:pt>
                <c:pt idx="3882">
                  <c:v>0</c:v>
                </c:pt>
                <c:pt idx="3883">
                  <c:v>0</c:v>
                </c:pt>
                <c:pt idx="3884">
                  <c:v>0</c:v>
                </c:pt>
                <c:pt idx="3885">
                  <c:v>0</c:v>
                </c:pt>
                <c:pt idx="3886">
                  <c:v>0</c:v>
                </c:pt>
                <c:pt idx="3887">
                  <c:v>0</c:v>
                </c:pt>
                <c:pt idx="3888">
                  <c:v>0</c:v>
                </c:pt>
                <c:pt idx="3889">
                  <c:v>0</c:v>
                </c:pt>
                <c:pt idx="389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C5E-4341-BB7A-F6D9829A62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24392367"/>
        <c:axId val="1824403599"/>
      </c:lineChart>
      <c:catAx>
        <c:axId val="1824392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4403599"/>
        <c:crosses val="autoZero"/>
        <c:auto val="1"/>
        <c:lblAlgn val="ctr"/>
        <c:lblOffset val="100"/>
        <c:noMultiLvlLbl val="0"/>
      </c:catAx>
      <c:valAx>
        <c:axId val="1824403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43923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Slip</a:t>
            </a:r>
            <a:r>
              <a:rPr lang="en-IN" baseline="0" dirty="0" smtClean="0"/>
              <a:t> </a:t>
            </a:r>
            <a:r>
              <a:rPr lang="en-IN" dirty="0" smtClean="0"/>
              <a:t>ratio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Sheet1!$E$1</c:f>
              <c:strCache>
                <c:ptCount val="1"/>
                <c:pt idx="0">
                  <c:v>slip_ratio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Sheet1!$E$2:$E$3892</c:f>
              <c:numCache>
                <c:formatCode>General</c:formatCode>
                <c:ptCount val="3891"/>
                <c:pt idx="0">
                  <c:v>-1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  <c:pt idx="4">
                  <c:v>-1</c:v>
                </c:pt>
                <c:pt idx="5">
                  <c:v>-1</c:v>
                </c:pt>
                <c:pt idx="6">
                  <c:v>-1</c:v>
                </c:pt>
                <c:pt idx="7">
                  <c:v>-1</c:v>
                </c:pt>
                <c:pt idx="8">
                  <c:v>-1</c:v>
                </c:pt>
                <c:pt idx="9">
                  <c:v>-1</c:v>
                </c:pt>
                <c:pt idx="10">
                  <c:v>-1</c:v>
                </c:pt>
                <c:pt idx="11">
                  <c:v>-1</c:v>
                </c:pt>
                <c:pt idx="12">
                  <c:v>-1</c:v>
                </c:pt>
                <c:pt idx="13">
                  <c:v>-1</c:v>
                </c:pt>
                <c:pt idx="14">
                  <c:v>-1</c:v>
                </c:pt>
                <c:pt idx="15">
                  <c:v>-1</c:v>
                </c:pt>
                <c:pt idx="16">
                  <c:v>-1</c:v>
                </c:pt>
                <c:pt idx="17">
                  <c:v>-1</c:v>
                </c:pt>
                <c:pt idx="18">
                  <c:v>-1</c:v>
                </c:pt>
                <c:pt idx="19">
                  <c:v>-1</c:v>
                </c:pt>
                <c:pt idx="20">
                  <c:v>-1</c:v>
                </c:pt>
                <c:pt idx="21">
                  <c:v>-1</c:v>
                </c:pt>
                <c:pt idx="22">
                  <c:v>-1</c:v>
                </c:pt>
                <c:pt idx="23">
                  <c:v>-1</c:v>
                </c:pt>
                <c:pt idx="24">
                  <c:v>-1</c:v>
                </c:pt>
                <c:pt idx="25">
                  <c:v>-1</c:v>
                </c:pt>
                <c:pt idx="26">
                  <c:v>-1</c:v>
                </c:pt>
                <c:pt idx="27">
                  <c:v>-1</c:v>
                </c:pt>
                <c:pt idx="28">
                  <c:v>-1</c:v>
                </c:pt>
                <c:pt idx="29">
                  <c:v>-1</c:v>
                </c:pt>
                <c:pt idx="30">
                  <c:v>-1</c:v>
                </c:pt>
                <c:pt idx="31">
                  <c:v>-1</c:v>
                </c:pt>
                <c:pt idx="32">
                  <c:v>-1</c:v>
                </c:pt>
                <c:pt idx="33">
                  <c:v>-1</c:v>
                </c:pt>
                <c:pt idx="34">
                  <c:v>-1</c:v>
                </c:pt>
                <c:pt idx="35">
                  <c:v>-1</c:v>
                </c:pt>
                <c:pt idx="36">
                  <c:v>-1</c:v>
                </c:pt>
                <c:pt idx="37">
                  <c:v>-1</c:v>
                </c:pt>
                <c:pt idx="38">
                  <c:v>-1</c:v>
                </c:pt>
                <c:pt idx="39">
                  <c:v>-1</c:v>
                </c:pt>
                <c:pt idx="40">
                  <c:v>-1</c:v>
                </c:pt>
                <c:pt idx="41">
                  <c:v>-1</c:v>
                </c:pt>
                <c:pt idx="42">
                  <c:v>-1</c:v>
                </c:pt>
                <c:pt idx="43">
                  <c:v>-1</c:v>
                </c:pt>
                <c:pt idx="44">
                  <c:v>-1</c:v>
                </c:pt>
                <c:pt idx="45">
                  <c:v>-1</c:v>
                </c:pt>
                <c:pt idx="46">
                  <c:v>-1</c:v>
                </c:pt>
                <c:pt idx="47">
                  <c:v>-1</c:v>
                </c:pt>
                <c:pt idx="48">
                  <c:v>-1</c:v>
                </c:pt>
                <c:pt idx="49">
                  <c:v>-1</c:v>
                </c:pt>
                <c:pt idx="50">
                  <c:v>-1</c:v>
                </c:pt>
                <c:pt idx="51">
                  <c:v>-1</c:v>
                </c:pt>
                <c:pt idx="52">
                  <c:v>-1</c:v>
                </c:pt>
                <c:pt idx="53">
                  <c:v>-1</c:v>
                </c:pt>
                <c:pt idx="54">
                  <c:v>-1</c:v>
                </c:pt>
                <c:pt idx="55">
                  <c:v>-1</c:v>
                </c:pt>
                <c:pt idx="56">
                  <c:v>-1</c:v>
                </c:pt>
                <c:pt idx="57">
                  <c:v>-1</c:v>
                </c:pt>
                <c:pt idx="58">
                  <c:v>-1</c:v>
                </c:pt>
                <c:pt idx="59">
                  <c:v>-1</c:v>
                </c:pt>
                <c:pt idx="60">
                  <c:v>-1</c:v>
                </c:pt>
                <c:pt idx="61">
                  <c:v>-1</c:v>
                </c:pt>
                <c:pt idx="62">
                  <c:v>-1</c:v>
                </c:pt>
                <c:pt idx="63">
                  <c:v>-1</c:v>
                </c:pt>
                <c:pt idx="64">
                  <c:v>-1</c:v>
                </c:pt>
                <c:pt idx="65">
                  <c:v>-1</c:v>
                </c:pt>
                <c:pt idx="66">
                  <c:v>-1</c:v>
                </c:pt>
                <c:pt idx="67">
                  <c:v>-1</c:v>
                </c:pt>
                <c:pt idx="68">
                  <c:v>-1</c:v>
                </c:pt>
                <c:pt idx="69">
                  <c:v>-1</c:v>
                </c:pt>
                <c:pt idx="70">
                  <c:v>-1</c:v>
                </c:pt>
                <c:pt idx="71">
                  <c:v>-1</c:v>
                </c:pt>
                <c:pt idx="72">
                  <c:v>-1</c:v>
                </c:pt>
                <c:pt idx="73">
                  <c:v>-1</c:v>
                </c:pt>
                <c:pt idx="74">
                  <c:v>-1</c:v>
                </c:pt>
                <c:pt idx="75">
                  <c:v>-1</c:v>
                </c:pt>
                <c:pt idx="76">
                  <c:v>-1</c:v>
                </c:pt>
                <c:pt idx="77">
                  <c:v>-1</c:v>
                </c:pt>
                <c:pt idx="78">
                  <c:v>-1</c:v>
                </c:pt>
                <c:pt idx="79">
                  <c:v>-1</c:v>
                </c:pt>
                <c:pt idx="80">
                  <c:v>-1</c:v>
                </c:pt>
                <c:pt idx="81">
                  <c:v>-1</c:v>
                </c:pt>
                <c:pt idx="82">
                  <c:v>-1</c:v>
                </c:pt>
                <c:pt idx="83">
                  <c:v>-1</c:v>
                </c:pt>
                <c:pt idx="84">
                  <c:v>-1</c:v>
                </c:pt>
                <c:pt idx="85">
                  <c:v>0.74388076269030423</c:v>
                </c:pt>
                <c:pt idx="86">
                  <c:v>0.95811627853974257</c:v>
                </c:pt>
                <c:pt idx="87">
                  <c:v>0.95565119933133713</c:v>
                </c:pt>
                <c:pt idx="88">
                  <c:v>0.98383110745862723</c:v>
                </c:pt>
                <c:pt idx="89">
                  <c:v>0.97359024566302854</c:v>
                </c:pt>
                <c:pt idx="90">
                  <c:v>0.97514649701311018</c:v>
                </c:pt>
                <c:pt idx="91">
                  <c:v>0.98137012341491026</c:v>
                </c:pt>
                <c:pt idx="92">
                  <c:v>0.98607342543918375</c:v>
                </c:pt>
                <c:pt idx="93">
                  <c:v>0.98852166949418474</c:v>
                </c:pt>
                <c:pt idx="94">
                  <c:v>0.98051424135177678</c:v>
                </c:pt>
                <c:pt idx="95">
                  <c:v>0.91236244674026357</c:v>
                </c:pt>
                <c:pt idx="96">
                  <c:v>0.90795194438788096</c:v>
                </c:pt>
                <c:pt idx="97">
                  <c:v>0.91474664779903136</c:v>
                </c:pt>
                <c:pt idx="98">
                  <c:v>0.842177116093344</c:v>
                </c:pt>
                <c:pt idx="99">
                  <c:v>0.8277003695385533</c:v>
                </c:pt>
                <c:pt idx="100">
                  <c:v>0.81930474283218269</c:v>
                </c:pt>
                <c:pt idx="101">
                  <c:v>0.75282486651189684</c:v>
                </c:pt>
                <c:pt idx="102">
                  <c:v>0.70186170536691428</c:v>
                </c:pt>
                <c:pt idx="103">
                  <c:v>0.69897067505898913</c:v>
                </c:pt>
                <c:pt idx="104">
                  <c:v>0.66557150257871545</c:v>
                </c:pt>
                <c:pt idx="105">
                  <c:v>0.63333581755416823</c:v>
                </c:pt>
                <c:pt idx="106">
                  <c:v>0.62726349142145588</c:v>
                </c:pt>
                <c:pt idx="107">
                  <c:v>0.62244097638482332</c:v>
                </c:pt>
                <c:pt idx="108">
                  <c:v>0.56155115683734058</c:v>
                </c:pt>
                <c:pt idx="109">
                  <c:v>0.53663513000251473</c:v>
                </c:pt>
                <c:pt idx="110">
                  <c:v>0.53410332642879599</c:v>
                </c:pt>
                <c:pt idx="111">
                  <c:v>0.50901833406833108</c:v>
                </c:pt>
                <c:pt idx="112">
                  <c:v>0.50652758341497772</c:v>
                </c:pt>
                <c:pt idx="113">
                  <c:v>0.53769199403401313</c:v>
                </c:pt>
                <c:pt idx="114">
                  <c:v>0.72875395812290589</c:v>
                </c:pt>
                <c:pt idx="115">
                  <c:v>0.69673016787368458</c:v>
                </c:pt>
                <c:pt idx="116">
                  <c:v>0.60782683389599168</c:v>
                </c:pt>
                <c:pt idx="117">
                  <c:v>0.5143090390602425</c:v>
                </c:pt>
                <c:pt idx="118">
                  <c:v>0.39491134083940821</c:v>
                </c:pt>
                <c:pt idx="119">
                  <c:v>0.37152134394510589</c:v>
                </c:pt>
                <c:pt idx="120">
                  <c:v>0.34959239467583342</c:v>
                </c:pt>
                <c:pt idx="121">
                  <c:v>0.11594741535785071</c:v>
                </c:pt>
                <c:pt idx="122">
                  <c:v>-2.147915976897239E-2</c:v>
                </c:pt>
                <c:pt idx="123">
                  <c:v>-1.235771504057665E-2</c:v>
                </c:pt>
                <c:pt idx="124">
                  <c:v>7.5459647711633672E-3</c:v>
                </c:pt>
                <c:pt idx="125">
                  <c:v>1.3638143934356511E-2</c:v>
                </c:pt>
                <c:pt idx="126">
                  <c:v>5.7888508479906023E-2</c:v>
                </c:pt>
                <c:pt idx="127">
                  <c:v>0.1225795222999443</c:v>
                </c:pt>
                <c:pt idx="128">
                  <c:v>0.16566268820529861</c:v>
                </c:pt>
                <c:pt idx="129">
                  <c:v>0.39082274659098559</c:v>
                </c:pt>
                <c:pt idx="130">
                  <c:v>0.45533202608465762</c:v>
                </c:pt>
                <c:pt idx="131">
                  <c:v>0.4565296610017443</c:v>
                </c:pt>
                <c:pt idx="132">
                  <c:v>0.46447862019148239</c:v>
                </c:pt>
                <c:pt idx="133">
                  <c:v>0.471606631262661</c:v>
                </c:pt>
                <c:pt idx="134">
                  <c:v>0.47194453535496511</c:v>
                </c:pt>
                <c:pt idx="135">
                  <c:v>0.4846057816271469</c:v>
                </c:pt>
                <c:pt idx="136">
                  <c:v>0.62560119162420935</c:v>
                </c:pt>
                <c:pt idx="137">
                  <c:v>0.62525136068803844</c:v>
                </c:pt>
                <c:pt idx="138">
                  <c:v>0.62321025463287361</c:v>
                </c:pt>
                <c:pt idx="139">
                  <c:v>0.60415576769739554</c:v>
                </c:pt>
                <c:pt idx="140">
                  <c:v>0.5940996121968809</c:v>
                </c:pt>
                <c:pt idx="141">
                  <c:v>0.59001803777072159</c:v>
                </c:pt>
                <c:pt idx="142">
                  <c:v>0.56804633076331523</c:v>
                </c:pt>
                <c:pt idx="143">
                  <c:v>0.56406965199702952</c:v>
                </c:pt>
                <c:pt idx="144">
                  <c:v>0.58651807716237991</c:v>
                </c:pt>
                <c:pt idx="145">
                  <c:v>0.74090495676085977</c:v>
                </c:pt>
                <c:pt idx="146">
                  <c:v>0.81753833078990601</c:v>
                </c:pt>
                <c:pt idx="147">
                  <c:v>0.80895506519765259</c:v>
                </c:pt>
                <c:pt idx="148">
                  <c:v>0.75134677112699966</c:v>
                </c:pt>
                <c:pt idx="149">
                  <c:v>0.71022131577302738</c:v>
                </c:pt>
                <c:pt idx="150">
                  <c:v>0.68415060451883847</c:v>
                </c:pt>
                <c:pt idx="151">
                  <c:v>0.69792994672649622</c:v>
                </c:pt>
                <c:pt idx="152">
                  <c:v>0.73523878815389199</c:v>
                </c:pt>
                <c:pt idx="153">
                  <c:v>0.75442245300062061</c:v>
                </c:pt>
                <c:pt idx="154">
                  <c:v>0.75180558541881459</c:v>
                </c:pt>
                <c:pt idx="155">
                  <c:v>0.71969882750824787</c:v>
                </c:pt>
                <c:pt idx="156">
                  <c:v>0.67747924505661139</c:v>
                </c:pt>
                <c:pt idx="157">
                  <c:v>0.67856950112426651</c:v>
                </c:pt>
                <c:pt idx="158">
                  <c:v>0.68675467693072256</c:v>
                </c:pt>
                <c:pt idx="159">
                  <c:v>0.69378153727252478</c:v>
                </c:pt>
                <c:pt idx="160">
                  <c:v>0.69824958790254243</c:v>
                </c:pt>
                <c:pt idx="161">
                  <c:v>0.72014139998529769</c:v>
                </c:pt>
                <c:pt idx="162">
                  <c:v>0.89959638076244508</c:v>
                </c:pt>
                <c:pt idx="163">
                  <c:v>0.99835801804882551</c:v>
                </c:pt>
                <c:pt idx="164">
                  <c:v>0.94580882494911123</c:v>
                </c:pt>
                <c:pt idx="165">
                  <c:v>0.46186922336137959</c:v>
                </c:pt>
                <c:pt idx="166">
                  <c:v>0.47006310474715779</c:v>
                </c:pt>
                <c:pt idx="167">
                  <c:v>0.52885378485450485</c:v>
                </c:pt>
                <c:pt idx="168">
                  <c:v>0.56856641370225558</c:v>
                </c:pt>
                <c:pt idx="169">
                  <c:v>0.59880836541190097</c:v>
                </c:pt>
                <c:pt idx="170">
                  <c:v>0.60075724261029406</c:v>
                </c:pt>
                <c:pt idx="171">
                  <c:v>0.61769116818557568</c:v>
                </c:pt>
                <c:pt idx="172">
                  <c:v>0.6236615643996728</c:v>
                </c:pt>
                <c:pt idx="173">
                  <c:v>0.61700205615318504</c:v>
                </c:pt>
                <c:pt idx="174">
                  <c:v>0.60354737871385422</c:v>
                </c:pt>
                <c:pt idx="175">
                  <c:v>0.59215671299788752</c:v>
                </c:pt>
                <c:pt idx="176">
                  <c:v>0.58269308530894015</c:v>
                </c:pt>
                <c:pt idx="177">
                  <c:v>0.59198213436369462</c:v>
                </c:pt>
                <c:pt idx="178">
                  <c:v>0.68723360127166111</c:v>
                </c:pt>
                <c:pt idx="179">
                  <c:v>0.75614843908738616</c:v>
                </c:pt>
                <c:pt idx="180">
                  <c:v>0.74476987645745807</c:v>
                </c:pt>
                <c:pt idx="181">
                  <c:v>0.59705127831875993</c:v>
                </c:pt>
                <c:pt idx="182">
                  <c:v>0.58512896241435097</c:v>
                </c:pt>
                <c:pt idx="183">
                  <c:v>0.5845548245577018</c:v>
                </c:pt>
                <c:pt idx="184">
                  <c:v>0.58022390721395056</c:v>
                </c:pt>
                <c:pt idx="185">
                  <c:v>0.57797217673442203</c:v>
                </c:pt>
                <c:pt idx="186">
                  <c:v>0.58451536479008481</c:v>
                </c:pt>
                <c:pt idx="187">
                  <c:v>0.66059946254773338</c:v>
                </c:pt>
                <c:pt idx="188">
                  <c:v>0.66975726286096571</c:v>
                </c:pt>
                <c:pt idx="189">
                  <c:v>0.67805910787948498</c:v>
                </c:pt>
                <c:pt idx="190">
                  <c:v>0.7286125990598028</c:v>
                </c:pt>
                <c:pt idx="191">
                  <c:v>0.78839955760913405</c:v>
                </c:pt>
                <c:pt idx="192">
                  <c:v>0.80747820809862636</c:v>
                </c:pt>
                <c:pt idx="193">
                  <c:v>0.79885102541084374</c:v>
                </c:pt>
                <c:pt idx="194">
                  <c:v>0.73461357835743102</c:v>
                </c:pt>
                <c:pt idx="195">
                  <c:v>0.61425789871492731</c:v>
                </c:pt>
                <c:pt idx="196">
                  <c:v>0.59792603928499677</c:v>
                </c:pt>
                <c:pt idx="197">
                  <c:v>0.58335303905680969</c:v>
                </c:pt>
                <c:pt idx="198">
                  <c:v>0.56022729057033294</c:v>
                </c:pt>
                <c:pt idx="199">
                  <c:v>0.62135438160346224</c:v>
                </c:pt>
                <c:pt idx="200">
                  <c:v>0.7074436699732839</c:v>
                </c:pt>
                <c:pt idx="201">
                  <c:v>0.72235038614268032</c:v>
                </c:pt>
                <c:pt idx="202">
                  <c:v>0.74611158602168426</c:v>
                </c:pt>
                <c:pt idx="203">
                  <c:v>0.75552144787022535</c:v>
                </c:pt>
                <c:pt idx="204">
                  <c:v>0.80527943100330435</c:v>
                </c:pt>
                <c:pt idx="205">
                  <c:v>0.74717674104798004</c:v>
                </c:pt>
                <c:pt idx="206">
                  <c:v>0.68497915548868604</c:v>
                </c:pt>
                <c:pt idx="207">
                  <c:v>0.69016314861482597</c:v>
                </c:pt>
                <c:pt idx="208">
                  <c:v>0.70510622564063385</c:v>
                </c:pt>
                <c:pt idx="209">
                  <c:v>0.71570773125756126</c:v>
                </c:pt>
                <c:pt idx="210">
                  <c:v>0.71321331543353172</c:v>
                </c:pt>
                <c:pt idx="211">
                  <c:v>0.6906616933528914</c:v>
                </c:pt>
                <c:pt idx="212">
                  <c:v>0.68128232279745427</c:v>
                </c:pt>
                <c:pt idx="213">
                  <c:v>0.68644956704467808</c:v>
                </c:pt>
                <c:pt idx="214">
                  <c:v>0.71542226997599168</c:v>
                </c:pt>
                <c:pt idx="215">
                  <c:v>0.7363400053413095</c:v>
                </c:pt>
                <c:pt idx="216">
                  <c:v>0.73824447282037642</c:v>
                </c:pt>
                <c:pt idx="217">
                  <c:v>0.74387378495236833</c:v>
                </c:pt>
                <c:pt idx="218">
                  <c:v>0.80559543234910957</c:v>
                </c:pt>
                <c:pt idx="219">
                  <c:v>0.81060077294276145</c:v>
                </c:pt>
                <c:pt idx="220">
                  <c:v>0.81267774798934411</c:v>
                </c:pt>
                <c:pt idx="221">
                  <c:v>0.83259513442898025</c:v>
                </c:pt>
                <c:pt idx="222">
                  <c:v>0.84474900964443955</c:v>
                </c:pt>
                <c:pt idx="223">
                  <c:v>0.8205287084316315</c:v>
                </c:pt>
                <c:pt idx="224">
                  <c:v>0.66757924325115803</c:v>
                </c:pt>
                <c:pt idx="225">
                  <c:v>0.68961659511953322</c:v>
                </c:pt>
                <c:pt idx="226">
                  <c:v>0.71350102542722338</c:v>
                </c:pt>
                <c:pt idx="227">
                  <c:v>0.72032703342530957</c:v>
                </c:pt>
                <c:pt idx="228">
                  <c:v>0.71792055192896143</c:v>
                </c:pt>
                <c:pt idx="229">
                  <c:v>0.70194330250937809</c:v>
                </c:pt>
                <c:pt idx="230">
                  <c:v>0.69201057575060276</c:v>
                </c:pt>
                <c:pt idx="231">
                  <c:v>0.69542941327940622</c:v>
                </c:pt>
                <c:pt idx="232">
                  <c:v>0.72323199342233402</c:v>
                </c:pt>
                <c:pt idx="233">
                  <c:v>0.73229199768667663</c:v>
                </c:pt>
                <c:pt idx="234">
                  <c:v>0.76847105669630766</c:v>
                </c:pt>
                <c:pt idx="235">
                  <c:v>0.78269713071115554</c:v>
                </c:pt>
                <c:pt idx="236">
                  <c:v>0.78683539266244407</c:v>
                </c:pt>
                <c:pt idx="237">
                  <c:v>0.8306978596840231</c:v>
                </c:pt>
                <c:pt idx="238">
                  <c:v>0.84990939861761761</c:v>
                </c:pt>
                <c:pt idx="239">
                  <c:v>0.85226324651546914</c:v>
                </c:pt>
                <c:pt idx="240">
                  <c:v>0.87883583025517087</c:v>
                </c:pt>
                <c:pt idx="241">
                  <c:v>0.89808039623821667</c:v>
                </c:pt>
                <c:pt idx="242">
                  <c:v>0.80608424337573004</c:v>
                </c:pt>
                <c:pt idx="243">
                  <c:v>0.68174822130494828</c:v>
                </c:pt>
                <c:pt idx="244">
                  <c:v>0.63079553146962819</c:v>
                </c:pt>
                <c:pt idx="245">
                  <c:v>0.70948305732651484</c:v>
                </c:pt>
                <c:pt idx="246">
                  <c:v>0.81105579554564489</c:v>
                </c:pt>
                <c:pt idx="247">
                  <c:v>0.85603943543720851</c:v>
                </c:pt>
                <c:pt idx="248">
                  <c:v>0.83060687843389236</c:v>
                </c:pt>
                <c:pt idx="249">
                  <c:v>0.80217182723476632</c:v>
                </c:pt>
                <c:pt idx="250">
                  <c:v>0.72811207232540076</c:v>
                </c:pt>
                <c:pt idx="251">
                  <c:v>0.71377173566970042</c:v>
                </c:pt>
                <c:pt idx="252">
                  <c:v>0.71885406452916645</c:v>
                </c:pt>
                <c:pt idx="253">
                  <c:v>0.75881657419233606</c:v>
                </c:pt>
                <c:pt idx="254">
                  <c:v>0.7713863404273732</c:v>
                </c:pt>
                <c:pt idx="255">
                  <c:v>0.78011924545813671</c:v>
                </c:pt>
                <c:pt idx="256">
                  <c:v>0.80129087788857045</c:v>
                </c:pt>
                <c:pt idx="257">
                  <c:v>0.81674059951483791</c:v>
                </c:pt>
                <c:pt idx="258">
                  <c:v>0.8143057245413533</c:v>
                </c:pt>
                <c:pt idx="259">
                  <c:v>0.79456922880261061</c:v>
                </c:pt>
                <c:pt idx="260">
                  <c:v>0.7918215700814768</c:v>
                </c:pt>
                <c:pt idx="261">
                  <c:v>0.78669650362265953</c:v>
                </c:pt>
                <c:pt idx="262">
                  <c:v>0.72364063581657423</c:v>
                </c:pt>
                <c:pt idx="263">
                  <c:v>0.68320906637222978</c:v>
                </c:pt>
                <c:pt idx="264">
                  <c:v>0.6891487741144775</c:v>
                </c:pt>
                <c:pt idx="265">
                  <c:v>0.7006714155695285</c:v>
                </c:pt>
                <c:pt idx="266">
                  <c:v>0.75075578682902933</c:v>
                </c:pt>
                <c:pt idx="267">
                  <c:v>0.75896511614105899</c:v>
                </c:pt>
                <c:pt idx="268">
                  <c:v>0.82487288075879095</c:v>
                </c:pt>
                <c:pt idx="269">
                  <c:v>0.84112822905332418</c:v>
                </c:pt>
                <c:pt idx="270">
                  <c:v>0.83987274842761261</c:v>
                </c:pt>
                <c:pt idx="271">
                  <c:v>0.82376669623720611</c:v>
                </c:pt>
                <c:pt idx="272">
                  <c:v>0.81052921747291862</c:v>
                </c:pt>
                <c:pt idx="273">
                  <c:v>0.80020258158085011</c:v>
                </c:pt>
                <c:pt idx="274">
                  <c:v>0.79626453755879956</c:v>
                </c:pt>
                <c:pt idx="275">
                  <c:v>0.7965827753337551</c:v>
                </c:pt>
                <c:pt idx="276">
                  <c:v>0.79990215808443421</c:v>
                </c:pt>
                <c:pt idx="277">
                  <c:v>0.8007878724395443</c:v>
                </c:pt>
                <c:pt idx="278">
                  <c:v>0.79894428687149888</c:v>
                </c:pt>
                <c:pt idx="279">
                  <c:v>0.78728956651000948</c:v>
                </c:pt>
                <c:pt idx="280">
                  <c:v>0.78477897337602587</c:v>
                </c:pt>
                <c:pt idx="281">
                  <c:v>0.78306583549420328</c:v>
                </c:pt>
                <c:pt idx="282">
                  <c:v>0.74515077916653105</c:v>
                </c:pt>
                <c:pt idx="283">
                  <c:v>0.71956575649303245</c:v>
                </c:pt>
                <c:pt idx="284">
                  <c:v>0.71620600850910277</c:v>
                </c:pt>
                <c:pt idx="285">
                  <c:v>0.74205513692812464</c:v>
                </c:pt>
                <c:pt idx="286">
                  <c:v>0.93045062467185313</c:v>
                </c:pt>
                <c:pt idx="287">
                  <c:v>0.96309741530210213</c:v>
                </c:pt>
                <c:pt idx="288">
                  <c:v>0.95178058971470247</c:v>
                </c:pt>
                <c:pt idx="289">
                  <c:v>0.82638836579217967</c:v>
                </c:pt>
                <c:pt idx="290">
                  <c:v>0.80623165196073643</c:v>
                </c:pt>
                <c:pt idx="291">
                  <c:v>0.80586349637303423</c:v>
                </c:pt>
                <c:pt idx="292">
                  <c:v>0.80313503794399077</c:v>
                </c:pt>
                <c:pt idx="293">
                  <c:v>0.80151734664163021</c:v>
                </c:pt>
                <c:pt idx="294">
                  <c:v>0.80090547295276349</c:v>
                </c:pt>
                <c:pt idx="295">
                  <c:v>0.78558507105880782</c:v>
                </c:pt>
                <c:pt idx="296">
                  <c:v>0.76194392294636937</c:v>
                </c:pt>
                <c:pt idx="297">
                  <c:v>0.76442695034273311</c:v>
                </c:pt>
                <c:pt idx="298">
                  <c:v>0.79062372506447931</c:v>
                </c:pt>
                <c:pt idx="299">
                  <c:v>0.82829591395806179</c:v>
                </c:pt>
                <c:pt idx="300">
                  <c:v>0.85548082505355261</c:v>
                </c:pt>
                <c:pt idx="301">
                  <c:v>0.86938660896903008</c:v>
                </c:pt>
                <c:pt idx="302">
                  <c:v>0.86348755326614812</c:v>
                </c:pt>
                <c:pt idx="303">
                  <c:v>0.81854538565088464</c:v>
                </c:pt>
                <c:pt idx="304">
                  <c:v>0.80915029945475636</c:v>
                </c:pt>
                <c:pt idx="305">
                  <c:v>0.82109934755179625</c:v>
                </c:pt>
                <c:pt idx="306">
                  <c:v>0.89734228506098124</c:v>
                </c:pt>
                <c:pt idx="307">
                  <c:v>0.89155602064023254</c:v>
                </c:pt>
                <c:pt idx="308">
                  <c:v>0.8749444837896071</c:v>
                </c:pt>
                <c:pt idx="309">
                  <c:v>0.85064082679754927</c:v>
                </c:pt>
                <c:pt idx="310">
                  <c:v>0.84855684163040301</c:v>
                </c:pt>
                <c:pt idx="311">
                  <c:v>0.85167316085151945</c:v>
                </c:pt>
                <c:pt idx="312">
                  <c:v>0.8692564562508529</c:v>
                </c:pt>
                <c:pt idx="313">
                  <c:v>0.88716760652373738</c:v>
                </c:pt>
                <c:pt idx="314">
                  <c:v>0.88957126470759895</c:v>
                </c:pt>
                <c:pt idx="315">
                  <c:v>0.89913794939276692</c:v>
                </c:pt>
                <c:pt idx="316">
                  <c:v>0.92044389116905823</c:v>
                </c:pt>
                <c:pt idx="317">
                  <c:v>0.93278563017663108</c:v>
                </c:pt>
                <c:pt idx="318">
                  <c:v>0.93501955620983956</c:v>
                </c:pt>
                <c:pt idx="319">
                  <c:v>0.93412588871920754</c:v>
                </c:pt>
                <c:pt idx="320">
                  <c:v>0.92694608388471955</c:v>
                </c:pt>
                <c:pt idx="321">
                  <c:v>0.92498617616403345</c:v>
                </c:pt>
                <c:pt idx="322">
                  <c:v>0.92214106591090761</c:v>
                </c:pt>
                <c:pt idx="323">
                  <c:v>0.89130860568842685</c:v>
                </c:pt>
                <c:pt idx="324">
                  <c:v>0.88434317190347433</c:v>
                </c:pt>
                <c:pt idx="325">
                  <c:v>0.82994323895422117</c:v>
                </c:pt>
                <c:pt idx="326">
                  <c:v>0.77120223265054655</c:v>
                </c:pt>
                <c:pt idx="327">
                  <c:v>0.72890906725558002</c:v>
                </c:pt>
                <c:pt idx="328">
                  <c:v>0.72911604035356914</c:v>
                </c:pt>
                <c:pt idx="329">
                  <c:v>0.72868388066611911</c:v>
                </c:pt>
                <c:pt idx="330">
                  <c:v>0.73090978062526279</c:v>
                </c:pt>
                <c:pt idx="331">
                  <c:v>0.73172001506309325</c:v>
                </c:pt>
                <c:pt idx="332">
                  <c:v>0.73622755514895832</c:v>
                </c:pt>
                <c:pt idx="333">
                  <c:v>0.78848663705539102</c:v>
                </c:pt>
                <c:pt idx="334">
                  <c:v>0.82703707476337296</c:v>
                </c:pt>
                <c:pt idx="335">
                  <c:v>0.8178641587153177</c:v>
                </c:pt>
                <c:pt idx="336">
                  <c:v>0.79776106835619698</c:v>
                </c:pt>
                <c:pt idx="337">
                  <c:v>0.73990993342237599</c:v>
                </c:pt>
                <c:pt idx="338">
                  <c:v>0.72762287149768856</c:v>
                </c:pt>
                <c:pt idx="339">
                  <c:v>0.73516580105710061</c:v>
                </c:pt>
                <c:pt idx="340">
                  <c:v>0.80381617894945034</c:v>
                </c:pt>
                <c:pt idx="341">
                  <c:v>0.83803827065573266</c:v>
                </c:pt>
                <c:pt idx="342">
                  <c:v>0.84417685049039781</c:v>
                </c:pt>
                <c:pt idx="343">
                  <c:v>0.90953970581860766</c:v>
                </c:pt>
                <c:pt idx="344">
                  <c:v>0.90902933153834387</c:v>
                </c:pt>
                <c:pt idx="345">
                  <c:v>0.90452167810024764</c:v>
                </c:pt>
                <c:pt idx="346">
                  <c:v>0.90133651849028662</c:v>
                </c:pt>
                <c:pt idx="347">
                  <c:v>0.89933440277806109</c:v>
                </c:pt>
                <c:pt idx="348">
                  <c:v>0.9007635567560055</c:v>
                </c:pt>
                <c:pt idx="349">
                  <c:v>0.91680740946549089</c:v>
                </c:pt>
                <c:pt idx="350">
                  <c:v>0.92539024742994358</c:v>
                </c:pt>
                <c:pt idx="351">
                  <c:v>0.92510882539707107</c:v>
                </c:pt>
                <c:pt idx="352">
                  <c:v>0.92349317154922339</c:v>
                </c:pt>
                <c:pt idx="353">
                  <c:v>0.92240087492446521</c:v>
                </c:pt>
                <c:pt idx="354">
                  <c:v>0.92096388588194955</c:v>
                </c:pt>
                <c:pt idx="355">
                  <c:v>0.92022408722036864</c:v>
                </c:pt>
                <c:pt idx="356">
                  <c:v>0.90986168796878264</c:v>
                </c:pt>
                <c:pt idx="357">
                  <c:v>0.84106972065998631</c:v>
                </c:pt>
                <c:pt idx="358">
                  <c:v>0.81195560725965454</c:v>
                </c:pt>
                <c:pt idx="359">
                  <c:v>0.82394883909890582</c:v>
                </c:pt>
                <c:pt idx="360">
                  <c:v>0.92526690634736275</c:v>
                </c:pt>
                <c:pt idx="361">
                  <c:v>0.92372205804227048</c:v>
                </c:pt>
                <c:pt idx="362">
                  <c:v>0.92270488494378067</c:v>
                </c:pt>
                <c:pt idx="363">
                  <c:v>0.90082448000866633</c:v>
                </c:pt>
                <c:pt idx="364">
                  <c:v>0.91393453995537965</c:v>
                </c:pt>
                <c:pt idx="365">
                  <c:v>0.93065235641227506</c:v>
                </c:pt>
                <c:pt idx="366">
                  <c:v>0.9438248926525924</c:v>
                </c:pt>
                <c:pt idx="367">
                  <c:v>0.94603832461693704</c:v>
                </c:pt>
                <c:pt idx="368">
                  <c:v>0.94853342576921251</c:v>
                </c:pt>
                <c:pt idx="369">
                  <c:v>0.9876541283372573</c:v>
                </c:pt>
                <c:pt idx="370">
                  <c:v>0.99070635451181066</c:v>
                </c:pt>
                <c:pt idx="371">
                  <c:v>0.98828299150926935</c:v>
                </c:pt>
                <c:pt idx="372">
                  <c:v>0.95579440894426193</c:v>
                </c:pt>
                <c:pt idx="373">
                  <c:v>0.94433565583991164</c:v>
                </c:pt>
                <c:pt idx="374">
                  <c:v>0.94531895848897041</c:v>
                </c:pt>
                <c:pt idx="375">
                  <c:v>0.95706527200703051</c:v>
                </c:pt>
                <c:pt idx="376">
                  <c:v>0.96444212689447606</c:v>
                </c:pt>
                <c:pt idx="377">
                  <c:v>0.96574525468457528</c:v>
                </c:pt>
                <c:pt idx="378">
                  <c:v>0.94610082361776116</c:v>
                </c:pt>
                <c:pt idx="379">
                  <c:v>0.92316690067533413</c:v>
                </c:pt>
                <c:pt idx="380">
                  <c:v>0.91758745878190473</c:v>
                </c:pt>
                <c:pt idx="381">
                  <c:v>0.90680519664736825</c:v>
                </c:pt>
                <c:pt idx="382">
                  <c:v>0.8576155305172144</c:v>
                </c:pt>
                <c:pt idx="383">
                  <c:v>0.83978129301946169</c:v>
                </c:pt>
                <c:pt idx="384">
                  <c:v>0.83853903368311189</c:v>
                </c:pt>
                <c:pt idx="385">
                  <c:v>0.82144975508743301</c:v>
                </c:pt>
                <c:pt idx="386">
                  <c:v>0.80556463292428615</c:v>
                </c:pt>
                <c:pt idx="387">
                  <c:v>0.80355103784953374</c:v>
                </c:pt>
                <c:pt idx="388">
                  <c:v>0.80175536177240814</c:v>
                </c:pt>
                <c:pt idx="389">
                  <c:v>0.77738214309762954</c:v>
                </c:pt>
                <c:pt idx="390">
                  <c:v>0.77143588409400932</c:v>
                </c:pt>
                <c:pt idx="391">
                  <c:v>0.78236868532958592</c:v>
                </c:pt>
                <c:pt idx="392">
                  <c:v>0.8833802996783785</c:v>
                </c:pt>
                <c:pt idx="393">
                  <c:v>0.89471068061192505</c:v>
                </c:pt>
                <c:pt idx="394">
                  <c:v>0.88489035984188436</c:v>
                </c:pt>
                <c:pt idx="395">
                  <c:v>0.85513995047519886</c:v>
                </c:pt>
                <c:pt idx="396">
                  <c:v>0.83490958761639922</c:v>
                </c:pt>
                <c:pt idx="397">
                  <c:v>0.82103834226241601</c:v>
                </c:pt>
                <c:pt idx="398">
                  <c:v>0.81897888169169397</c:v>
                </c:pt>
                <c:pt idx="399">
                  <c:v>0.8166417210446687</c:v>
                </c:pt>
                <c:pt idx="400">
                  <c:v>0.81503639722957055</c:v>
                </c:pt>
                <c:pt idx="401">
                  <c:v>0.8785748495050274</c:v>
                </c:pt>
                <c:pt idx="402">
                  <c:v>0.89862020338745674</c:v>
                </c:pt>
                <c:pt idx="403">
                  <c:v>0.89887886215448098</c:v>
                </c:pt>
                <c:pt idx="404">
                  <c:v>0.90177472849766482</c:v>
                </c:pt>
                <c:pt idx="405">
                  <c:v>0.90462712087880126</c:v>
                </c:pt>
                <c:pt idx="406">
                  <c:v>0.90575923766028643</c:v>
                </c:pt>
                <c:pt idx="407">
                  <c:v>0.90627085340173541</c:v>
                </c:pt>
                <c:pt idx="408">
                  <c:v>0.90996653720135656</c:v>
                </c:pt>
                <c:pt idx="409">
                  <c:v>0.9122849005544319</c:v>
                </c:pt>
                <c:pt idx="410">
                  <c:v>0.9125855838376119</c:v>
                </c:pt>
                <c:pt idx="411">
                  <c:v>0.91688749037348871</c:v>
                </c:pt>
                <c:pt idx="412">
                  <c:v>0.91752069365792277</c:v>
                </c:pt>
                <c:pt idx="413">
                  <c:v>0.91616657864366491</c:v>
                </c:pt>
                <c:pt idx="414">
                  <c:v>0.90237042084045971</c:v>
                </c:pt>
                <c:pt idx="415">
                  <c:v>0.89702540330760006</c:v>
                </c:pt>
                <c:pt idx="416">
                  <c:v>0.89754493811320069</c:v>
                </c:pt>
                <c:pt idx="417">
                  <c:v>0.90043907498921083</c:v>
                </c:pt>
                <c:pt idx="418">
                  <c:v>0.90291387845800719</c:v>
                </c:pt>
                <c:pt idx="419">
                  <c:v>0.90323034299978899</c:v>
                </c:pt>
                <c:pt idx="420">
                  <c:v>0.90185731938509428</c:v>
                </c:pt>
                <c:pt idx="421">
                  <c:v>0.88732221569043601</c:v>
                </c:pt>
                <c:pt idx="422">
                  <c:v>0.88493328372447622</c:v>
                </c:pt>
                <c:pt idx="423">
                  <c:v>0.88530422625184668</c:v>
                </c:pt>
                <c:pt idx="424">
                  <c:v>0.8875961068832372</c:v>
                </c:pt>
                <c:pt idx="425">
                  <c:v>0.88863218092907126</c:v>
                </c:pt>
                <c:pt idx="426">
                  <c:v>0.88542475848415669</c:v>
                </c:pt>
                <c:pt idx="427">
                  <c:v>0.85093898049049443</c:v>
                </c:pt>
                <c:pt idx="428">
                  <c:v>0.84524612080203676</c:v>
                </c:pt>
                <c:pt idx="429">
                  <c:v>0.84727338497039473</c:v>
                </c:pt>
                <c:pt idx="430">
                  <c:v>0.87618814476195117</c:v>
                </c:pt>
                <c:pt idx="431">
                  <c:v>0.876837655804941</c:v>
                </c:pt>
                <c:pt idx="432">
                  <c:v>0.88352485960960414</c:v>
                </c:pt>
                <c:pt idx="433">
                  <c:v>0.89226707803515526</c:v>
                </c:pt>
                <c:pt idx="434">
                  <c:v>0.89905010865235802</c:v>
                </c:pt>
                <c:pt idx="435">
                  <c:v>0.90015496795042849</c:v>
                </c:pt>
                <c:pt idx="436">
                  <c:v>0.90084474275711846</c:v>
                </c:pt>
                <c:pt idx="437">
                  <c:v>0.90464113174698557</c:v>
                </c:pt>
                <c:pt idx="438">
                  <c:v>0.90942089588482156</c:v>
                </c:pt>
                <c:pt idx="439">
                  <c:v>0.91140678934295805</c:v>
                </c:pt>
                <c:pt idx="440">
                  <c:v>0.90580105080145756</c:v>
                </c:pt>
                <c:pt idx="441">
                  <c:v>0.86602734955981808</c:v>
                </c:pt>
                <c:pt idx="442">
                  <c:v>0.85638801757462801</c:v>
                </c:pt>
                <c:pt idx="443">
                  <c:v>0.86862730590943227</c:v>
                </c:pt>
                <c:pt idx="444">
                  <c:v>0.88895595354826062</c:v>
                </c:pt>
                <c:pt idx="445">
                  <c:v>0.90687027489272298</c:v>
                </c:pt>
                <c:pt idx="446">
                  <c:v>0.91739791147153815</c:v>
                </c:pt>
                <c:pt idx="447">
                  <c:v>0.92100897985103458</c:v>
                </c:pt>
                <c:pt idx="448">
                  <c:v>0.93385814593130489</c:v>
                </c:pt>
                <c:pt idx="449">
                  <c:v>0.93847057379500531</c:v>
                </c:pt>
                <c:pt idx="450">
                  <c:v>0.93441170441340471</c:v>
                </c:pt>
                <c:pt idx="451">
                  <c:v>0.91014123119327384</c:v>
                </c:pt>
                <c:pt idx="452">
                  <c:v>0.89366428712815116</c:v>
                </c:pt>
                <c:pt idx="453">
                  <c:v>0.87598639226005404</c:v>
                </c:pt>
                <c:pt idx="454">
                  <c:v>0.79484770092585222</c:v>
                </c:pt>
                <c:pt idx="455">
                  <c:v>0.69987547483986401</c:v>
                </c:pt>
                <c:pt idx="456">
                  <c:v>0.71046350960945481</c:v>
                </c:pt>
                <c:pt idx="457">
                  <c:v>0.76494422688050889</c:v>
                </c:pt>
                <c:pt idx="458">
                  <c:v>0.79293763903811043</c:v>
                </c:pt>
                <c:pt idx="459">
                  <c:v>0.79632916309637736</c:v>
                </c:pt>
                <c:pt idx="460">
                  <c:v>0.79960340979020694</c:v>
                </c:pt>
                <c:pt idx="461">
                  <c:v>0.8962973578040424</c:v>
                </c:pt>
                <c:pt idx="462">
                  <c:v>0.89679752241502397</c:v>
                </c:pt>
                <c:pt idx="463">
                  <c:v>0.90191304473400657</c:v>
                </c:pt>
                <c:pt idx="464">
                  <c:v>0.90278499757056752</c:v>
                </c:pt>
                <c:pt idx="465">
                  <c:v>0.89645902403245148</c:v>
                </c:pt>
                <c:pt idx="466">
                  <c:v>0.85704575922751658</c:v>
                </c:pt>
                <c:pt idx="467">
                  <c:v>0.83687421792989503</c:v>
                </c:pt>
                <c:pt idx="468">
                  <c:v>0.84005126340425951</c:v>
                </c:pt>
                <c:pt idx="469">
                  <c:v>0.87108417479421796</c:v>
                </c:pt>
                <c:pt idx="470">
                  <c:v>0.87321632252973169</c:v>
                </c:pt>
                <c:pt idx="471">
                  <c:v>0.87185370899454162</c:v>
                </c:pt>
                <c:pt idx="472">
                  <c:v>0.86320898716978689</c:v>
                </c:pt>
                <c:pt idx="473">
                  <c:v>0.85666780479797811</c:v>
                </c:pt>
                <c:pt idx="474">
                  <c:v>0.85983036420955405</c:v>
                </c:pt>
                <c:pt idx="475">
                  <c:v>0.86824838252533942</c:v>
                </c:pt>
                <c:pt idx="476">
                  <c:v>0.87895493290517801</c:v>
                </c:pt>
                <c:pt idx="477">
                  <c:v>0.88110360318744219</c:v>
                </c:pt>
                <c:pt idx="478">
                  <c:v>0.88456430041208944</c:v>
                </c:pt>
                <c:pt idx="479">
                  <c:v>0.90581091357421528</c:v>
                </c:pt>
                <c:pt idx="480">
                  <c:v>0.91461629667219535</c:v>
                </c:pt>
                <c:pt idx="481">
                  <c:v>0.9138557916013651</c:v>
                </c:pt>
                <c:pt idx="482">
                  <c:v>0.90464459399911423</c:v>
                </c:pt>
                <c:pt idx="483">
                  <c:v>0.90190337224569284</c:v>
                </c:pt>
                <c:pt idx="484">
                  <c:v>0.90117422307755624</c:v>
                </c:pt>
                <c:pt idx="485">
                  <c:v>0.90018689520939776</c:v>
                </c:pt>
                <c:pt idx="486">
                  <c:v>0.89819866825865846</c:v>
                </c:pt>
                <c:pt idx="487">
                  <c:v>0.89739202442385657</c:v>
                </c:pt>
                <c:pt idx="488">
                  <c:v>0.89500779320661761</c:v>
                </c:pt>
                <c:pt idx="489">
                  <c:v>0.86885753783394759</c:v>
                </c:pt>
                <c:pt idx="490">
                  <c:v>0.85717930090849559</c:v>
                </c:pt>
                <c:pt idx="491">
                  <c:v>0.86176653046214391</c:v>
                </c:pt>
                <c:pt idx="492">
                  <c:v>0.88100470426083777</c:v>
                </c:pt>
                <c:pt idx="493">
                  <c:v>0.89533220152028825</c:v>
                </c:pt>
                <c:pt idx="494">
                  <c:v>0.89416898632365249</c:v>
                </c:pt>
                <c:pt idx="495">
                  <c:v>0.89364591956661565</c:v>
                </c:pt>
                <c:pt idx="496">
                  <c:v>0.87925334589508342</c:v>
                </c:pt>
                <c:pt idx="497">
                  <c:v>0.87438695834331837</c:v>
                </c:pt>
                <c:pt idx="498">
                  <c:v>0.87462407563760203</c:v>
                </c:pt>
                <c:pt idx="499">
                  <c:v>0.87598818667778666</c:v>
                </c:pt>
                <c:pt idx="500">
                  <c:v>0.87669269730784105</c:v>
                </c:pt>
                <c:pt idx="501">
                  <c:v>0.87774211424514381</c:v>
                </c:pt>
                <c:pt idx="502">
                  <c:v>0.8866926942938812</c:v>
                </c:pt>
                <c:pt idx="503">
                  <c:v>0.8930066848416448</c:v>
                </c:pt>
                <c:pt idx="504">
                  <c:v>0.89368105112189855</c:v>
                </c:pt>
                <c:pt idx="505">
                  <c:v>0.89799922242675179</c:v>
                </c:pt>
                <c:pt idx="506">
                  <c:v>0.89904865890754482</c:v>
                </c:pt>
                <c:pt idx="507">
                  <c:v>0.90007840772742553</c:v>
                </c:pt>
                <c:pt idx="508">
                  <c:v>0.91436897033928566</c:v>
                </c:pt>
                <c:pt idx="509">
                  <c:v>0.92202193837563917</c:v>
                </c:pt>
                <c:pt idx="510">
                  <c:v>0.92350377750767154</c:v>
                </c:pt>
                <c:pt idx="511">
                  <c:v>0.92444123691937508</c:v>
                </c:pt>
                <c:pt idx="512">
                  <c:v>0.94338218113442573</c:v>
                </c:pt>
                <c:pt idx="513">
                  <c:v>0.94637710285498344</c:v>
                </c:pt>
                <c:pt idx="514">
                  <c:v>0.94465753852413847</c:v>
                </c:pt>
                <c:pt idx="515">
                  <c:v>0.9315098965345896</c:v>
                </c:pt>
                <c:pt idx="516">
                  <c:v>0.91621476101592214</c:v>
                </c:pt>
                <c:pt idx="517">
                  <c:v>0.90453562084830497</c:v>
                </c:pt>
                <c:pt idx="518">
                  <c:v>0.90420190314871873</c:v>
                </c:pt>
                <c:pt idx="519">
                  <c:v>0.89725495196924243</c:v>
                </c:pt>
                <c:pt idx="520">
                  <c:v>0.89564164644984345</c:v>
                </c:pt>
                <c:pt idx="521">
                  <c:v>0.89240480698667735</c:v>
                </c:pt>
                <c:pt idx="522">
                  <c:v>0.85218242870299632</c:v>
                </c:pt>
                <c:pt idx="523">
                  <c:v>0.83907352468046303</c:v>
                </c:pt>
                <c:pt idx="524">
                  <c:v>0.84203676777032765</c:v>
                </c:pt>
                <c:pt idx="525">
                  <c:v>0.87789645986323961</c:v>
                </c:pt>
                <c:pt idx="526">
                  <c:v>0.90175322166544869</c:v>
                </c:pt>
                <c:pt idx="527">
                  <c:v>0.90535373311159928</c:v>
                </c:pt>
                <c:pt idx="528">
                  <c:v>0.90656871076349377</c:v>
                </c:pt>
                <c:pt idx="529">
                  <c:v>0.91533781123550972</c:v>
                </c:pt>
                <c:pt idx="530">
                  <c:v>0.91698463259690299</c:v>
                </c:pt>
                <c:pt idx="531">
                  <c:v>0.90896281527575828</c:v>
                </c:pt>
                <c:pt idx="532">
                  <c:v>0.83817673382934343</c:v>
                </c:pt>
                <c:pt idx="533">
                  <c:v>0.83050455106467524</c:v>
                </c:pt>
                <c:pt idx="534">
                  <c:v>0.8327042687167362</c:v>
                </c:pt>
                <c:pt idx="535">
                  <c:v>0.85389381023606648</c:v>
                </c:pt>
                <c:pt idx="536">
                  <c:v>0.86067328116250652</c:v>
                </c:pt>
                <c:pt idx="537">
                  <c:v>0.85940865014689583</c:v>
                </c:pt>
                <c:pt idx="538">
                  <c:v>0.85585620418121222</c:v>
                </c:pt>
                <c:pt idx="539">
                  <c:v>0.85194527332697523</c:v>
                </c:pt>
                <c:pt idx="540">
                  <c:v>0.85016942885908586</c:v>
                </c:pt>
                <c:pt idx="541">
                  <c:v>0.86199812969617762</c:v>
                </c:pt>
                <c:pt idx="542">
                  <c:v>0.88756296294057346</c:v>
                </c:pt>
                <c:pt idx="543">
                  <c:v>0.91156090834603554</c:v>
                </c:pt>
                <c:pt idx="544">
                  <c:v>0.90760598485033028</c:v>
                </c:pt>
                <c:pt idx="545">
                  <c:v>0.87481959412168209</c:v>
                </c:pt>
                <c:pt idx="546">
                  <c:v>0.87908093363294093</c:v>
                </c:pt>
                <c:pt idx="547">
                  <c:v>0.90243871616652116</c:v>
                </c:pt>
                <c:pt idx="548">
                  <c:v>0.9263006228338575</c:v>
                </c:pt>
                <c:pt idx="549">
                  <c:v>0.94255014443873242</c:v>
                </c:pt>
                <c:pt idx="550">
                  <c:v>0.9396524576147729</c:v>
                </c:pt>
                <c:pt idx="551">
                  <c:v>0.91904715965015238</c:v>
                </c:pt>
                <c:pt idx="552">
                  <c:v>0.90049684598816904</c:v>
                </c:pt>
                <c:pt idx="553">
                  <c:v>0.90176923890338134</c:v>
                </c:pt>
                <c:pt idx="554">
                  <c:v>0.90467097276795638</c:v>
                </c:pt>
                <c:pt idx="555">
                  <c:v>0.91381786538287291</c:v>
                </c:pt>
                <c:pt idx="556">
                  <c:v>0.92596902134320536</c:v>
                </c:pt>
                <c:pt idx="557">
                  <c:v>0.9223330308044122</c:v>
                </c:pt>
                <c:pt idx="558">
                  <c:v>0.90154935109190271</c:v>
                </c:pt>
                <c:pt idx="559">
                  <c:v>0.88368858741507483</c:v>
                </c:pt>
                <c:pt idx="560">
                  <c:v>0.86298427401743327</c:v>
                </c:pt>
                <c:pt idx="561">
                  <c:v>0.86397247097292662</c:v>
                </c:pt>
                <c:pt idx="562">
                  <c:v>0.86566013050282953</c:v>
                </c:pt>
                <c:pt idx="563">
                  <c:v>0.8660567950394169</c:v>
                </c:pt>
                <c:pt idx="564">
                  <c:v>0.86471153381326571</c:v>
                </c:pt>
                <c:pt idx="565">
                  <c:v>0.85644615934384005</c:v>
                </c:pt>
                <c:pt idx="566">
                  <c:v>0.85220790115210043</c:v>
                </c:pt>
                <c:pt idx="567">
                  <c:v>0.8552778757291839</c:v>
                </c:pt>
                <c:pt idx="568">
                  <c:v>0.87022642951133999</c:v>
                </c:pt>
                <c:pt idx="569">
                  <c:v>0.88177873040474675</c:v>
                </c:pt>
                <c:pt idx="570">
                  <c:v>0.8860981611666795</c:v>
                </c:pt>
                <c:pt idx="571">
                  <c:v>0.88845208959391564</c:v>
                </c:pt>
                <c:pt idx="572">
                  <c:v>0.92177426423230191</c:v>
                </c:pt>
                <c:pt idx="573">
                  <c:v>0.93049397397877087</c:v>
                </c:pt>
                <c:pt idx="574">
                  <c:v>0.92861309488788024</c:v>
                </c:pt>
                <c:pt idx="575">
                  <c:v>0.90902858672984177</c:v>
                </c:pt>
                <c:pt idx="576">
                  <c:v>0.90117103412844868</c:v>
                </c:pt>
                <c:pt idx="577">
                  <c:v>0.89849399991487866</c:v>
                </c:pt>
                <c:pt idx="578">
                  <c:v>0.88517893033452866</c:v>
                </c:pt>
                <c:pt idx="579">
                  <c:v>0.87687960691290323</c:v>
                </c:pt>
                <c:pt idx="580">
                  <c:v>0.87353783778116989</c:v>
                </c:pt>
                <c:pt idx="581">
                  <c:v>0.86873774940214887</c:v>
                </c:pt>
                <c:pt idx="582">
                  <c:v>0.83443880344180676</c:v>
                </c:pt>
                <c:pt idx="583">
                  <c:v>0.83600547766236322</c:v>
                </c:pt>
                <c:pt idx="584">
                  <c:v>0.85015872842115836</c:v>
                </c:pt>
                <c:pt idx="585">
                  <c:v>0.85691680924313574</c:v>
                </c:pt>
                <c:pt idx="586">
                  <c:v>0.85946024800294618</c:v>
                </c:pt>
                <c:pt idx="587">
                  <c:v>0.90318822553304512</c:v>
                </c:pt>
                <c:pt idx="588">
                  <c:v>0.90951136353605055</c:v>
                </c:pt>
                <c:pt idx="589">
                  <c:v>0.91612319066286529</c:v>
                </c:pt>
                <c:pt idx="590">
                  <c:v>0.92419013201978406</c:v>
                </c:pt>
                <c:pt idx="591">
                  <c:v>0.930153944031191</c:v>
                </c:pt>
                <c:pt idx="592">
                  <c:v>0.92689118439113982</c:v>
                </c:pt>
                <c:pt idx="593">
                  <c:v>0.92330862260470381</c:v>
                </c:pt>
                <c:pt idx="594">
                  <c:v>0.89810679736840315</c:v>
                </c:pt>
                <c:pt idx="595">
                  <c:v>0.86144801815244576</c:v>
                </c:pt>
                <c:pt idx="596">
                  <c:v>0.85225809408983089</c:v>
                </c:pt>
                <c:pt idx="597">
                  <c:v>0.85786608195800695</c:v>
                </c:pt>
                <c:pt idx="598">
                  <c:v>0.92290134493377263</c:v>
                </c:pt>
                <c:pt idx="599">
                  <c:v>0.92035114733153678</c:v>
                </c:pt>
                <c:pt idx="600">
                  <c:v>0.91975585679115468</c:v>
                </c:pt>
                <c:pt idx="601">
                  <c:v>0.90829796816490216</c:v>
                </c:pt>
                <c:pt idx="602">
                  <c:v>0.89871794676884043</c:v>
                </c:pt>
                <c:pt idx="603">
                  <c:v>0.9016974335805602</c:v>
                </c:pt>
                <c:pt idx="604">
                  <c:v>0.90368048193684181</c:v>
                </c:pt>
                <c:pt idx="605">
                  <c:v>0.93780295235744238</c:v>
                </c:pt>
                <c:pt idx="606">
                  <c:v>0.94669376531454841</c:v>
                </c:pt>
                <c:pt idx="607">
                  <c:v>0.94687666885905786</c:v>
                </c:pt>
                <c:pt idx="608">
                  <c:v>0.94867239320787478</c:v>
                </c:pt>
                <c:pt idx="609">
                  <c:v>0.94907267745544022</c:v>
                </c:pt>
                <c:pt idx="610">
                  <c:v>0.94777553454725549</c:v>
                </c:pt>
                <c:pt idx="611">
                  <c:v>0.93774236513755438</c:v>
                </c:pt>
                <c:pt idx="612">
                  <c:v>0.92674759170393217</c:v>
                </c:pt>
                <c:pt idx="613">
                  <c:v>0.91850348414028959</c:v>
                </c:pt>
                <c:pt idx="614">
                  <c:v>0.81856354273593346</c:v>
                </c:pt>
                <c:pt idx="615">
                  <c:v>0.8018918358845748</c:v>
                </c:pt>
                <c:pt idx="616">
                  <c:v>0.80757799082726223</c:v>
                </c:pt>
                <c:pt idx="617">
                  <c:v>0.84690665349256278</c:v>
                </c:pt>
                <c:pt idx="618">
                  <c:v>0.86945215780507878</c:v>
                </c:pt>
                <c:pt idx="619">
                  <c:v>0.87065196257959199</c:v>
                </c:pt>
                <c:pt idx="620">
                  <c:v>0.87219746173124335</c:v>
                </c:pt>
                <c:pt idx="621">
                  <c:v>0.91543201650346684</c:v>
                </c:pt>
                <c:pt idx="622">
                  <c:v>0.92197090048235864</c:v>
                </c:pt>
                <c:pt idx="623">
                  <c:v>0.91075473935332996</c:v>
                </c:pt>
                <c:pt idx="624">
                  <c:v>0.7618958457959164</c:v>
                </c:pt>
                <c:pt idx="625">
                  <c:v>0.70556055143252216</c:v>
                </c:pt>
                <c:pt idx="626">
                  <c:v>0.71179690366212967</c:v>
                </c:pt>
                <c:pt idx="627">
                  <c:v>0.77016838799780496</c:v>
                </c:pt>
                <c:pt idx="628">
                  <c:v>0.81255861414442199</c:v>
                </c:pt>
                <c:pt idx="629">
                  <c:v>0.81067952434601331</c:v>
                </c:pt>
                <c:pt idx="630">
                  <c:v>0.79503759294385679</c:v>
                </c:pt>
                <c:pt idx="631">
                  <c:v>0.79238022510348682</c:v>
                </c:pt>
                <c:pt idx="632">
                  <c:v>0.8032507490774955</c:v>
                </c:pt>
                <c:pt idx="633">
                  <c:v>0.87443677646539553</c:v>
                </c:pt>
                <c:pt idx="634">
                  <c:v>0.96001791410845516</c:v>
                </c:pt>
                <c:pt idx="635">
                  <c:v>0.9546246367907496</c:v>
                </c:pt>
                <c:pt idx="636">
                  <c:v>0.91178524141007899</c:v>
                </c:pt>
                <c:pt idx="637">
                  <c:v>0.89132221595008954</c:v>
                </c:pt>
                <c:pt idx="638">
                  <c:v>0.89913261466579963</c:v>
                </c:pt>
                <c:pt idx="639">
                  <c:v>0.92844802468348386</c:v>
                </c:pt>
                <c:pt idx="640">
                  <c:v>0.95598137624036272</c:v>
                </c:pt>
                <c:pt idx="641">
                  <c:v>0.96332807923840136</c:v>
                </c:pt>
                <c:pt idx="642">
                  <c:v>0.94650311527864073</c:v>
                </c:pt>
                <c:pt idx="643">
                  <c:v>0.89375701237914573</c:v>
                </c:pt>
                <c:pt idx="644">
                  <c:v>0.85973490488492121</c:v>
                </c:pt>
                <c:pt idx="645">
                  <c:v>0.85412363261270341</c:v>
                </c:pt>
                <c:pt idx="646">
                  <c:v>0.85731709031891867</c:v>
                </c:pt>
                <c:pt idx="647">
                  <c:v>0.89446344686235657</c:v>
                </c:pt>
                <c:pt idx="648">
                  <c:v>0.90746096936913001</c:v>
                </c:pt>
                <c:pt idx="649">
                  <c:v>0.90854746332236602</c:v>
                </c:pt>
                <c:pt idx="650">
                  <c:v>0.91639227750639829</c:v>
                </c:pt>
                <c:pt idx="651">
                  <c:v>0.92181867829395603</c:v>
                </c:pt>
                <c:pt idx="652">
                  <c:v>0.92212603806893723</c:v>
                </c:pt>
                <c:pt idx="653">
                  <c:v>0.91860824893221893</c:v>
                </c:pt>
                <c:pt idx="654">
                  <c:v>0.88120204396362678</c:v>
                </c:pt>
                <c:pt idx="655">
                  <c:v>0.88315817924282602</c:v>
                </c:pt>
                <c:pt idx="656">
                  <c:v>0.89991597687081748</c:v>
                </c:pt>
                <c:pt idx="657">
                  <c:v>0.90613241549805623</c:v>
                </c:pt>
                <c:pt idx="658">
                  <c:v>0.90775710164003875</c:v>
                </c:pt>
                <c:pt idx="659">
                  <c:v>0.91633981600853498</c:v>
                </c:pt>
                <c:pt idx="660">
                  <c:v>0.92328099436489186</c:v>
                </c:pt>
                <c:pt idx="661">
                  <c:v>0.92105112959358471</c:v>
                </c:pt>
                <c:pt idx="662">
                  <c:v>0.89805032563530984</c:v>
                </c:pt>
                <c:pt idx="663">
                  <c:v>0.89629292388922588</c:v>
                </c:pt>
                <c:pt idx="664">
                  <c:v>0.8874241312905069</c:v>
                </c:pt>
                <c:pt idx="665">
                  <c:v>0.82241089618597785</c:v>
                </c:pt>
                <c:pt idx="666">
                  <c:v>0.7996649561413951</c:v>
                </c:pt>
                <c:pt idx="667">
                  <c:v>0.7989309997323466</c:v>
                </c:pt>
                <c:pt idx="668">
                  <c:v>0.79430214161613011</c:v>
                </c:pt>
                <c:pt idx="669">
                  <c:v>0.79028882710211856</c:v>
                </c:pt>
                <c:pt idx="670">
                  <c:v>0.79210028264127885</c:v>
                </c:pt>
                <c:pt idx="671">
                  <c:v>0.80888067893776283</c:v>
                </c:pt>
                <c:pt idx="672">
                  <c:v>0.82753648522023671</c:v>
                </c:pt>
                <c:pt idx="673">
                  <c:v>0.86197596630112039</c:v>
                </c:pt>
                <c:pt idx="674">
                  <c:v>0.89869052194337851</c:v>
                </c:pt>
                <c:pt idx="675">
                  <c:v>0.92492689977823039</c:v>
                </c:pt>
                <c:pt idx="676">
                  <c:v>0.92921627307941557</c:v>
                </c:pt>
                <c:pt idx="677">
                  <c:v>0.92967086973963953</c:v>
                </c:pt>
                <c:pt idx="678">
                  <c:v>0.93672392298243368</c:v>
                </c:pt>
                <c:pt idx="679">
                  <c:v>0.93720467817146735</c:v>
                </c:pt>
                <c:pt idx="680">
                  <c:v>0.9401322714275806</c:v>
                </c:pt>
                <c:pt idx="681">
                  <c:v>0.94273489481704409</c:v>
                </c:pt>
                <c:pt idx="682">
                  <c:v>0.94417893007064335</c:v>
                </c:pt>
                <c:pt idx="683">
                  <c:v>0.94481738985209307</c:v>
                </c:pt>
                <c:pt idx="684">
                  <c:v>0.94867159574873339</c:v>
                </c:pt>
                <c:pt idx="685">
                  <c:v>0.95120827966538779</c:v>
                </c:pt>
                <c:pt idx="686">
                  <c:v>0.95210394533756482</c:v>
                </c:pt>
                <c:pt idx="687">
                  <c:v>0.95534457801067629</c:v>
                </c:pt>
                <c:pt idx="688">
                  <c:v>0.95906286067920621</c:v>
                </c:pt>
                <c:pt idx="689">
                  <c:v>0.96088433153549802</c:v>
                </c:pt>
                <c:pt idx="690">
                  <c:v>0.94151221645423921</c:v>
                </c:pt>
                <c:pt idx="691">
                  <c:v>0.89967268244817578</c:v>
                </c:pt>
                <c:pt idx="692">
                  <c:v>0.86135719814088396</c:v>
                </c:pt>
                <c:pt idx="693">
                  <c:v>0.8651139159114879</c:v>
                </c:pt>
                <c:pt idx="694">
                  <c:v>0.89090883283443068</c:v>
                </c:pt>
                <c:pt idx="695">
                  <c:v>0.91080687018356599</c:v>
                </c:pt>
                <c:pt idx="696">
                  <c:v>0.90819641139507323</c:v>
                </c:pt>
                <c:pt idx="697">
                  <c:v>0.88220570924762076</c:v>
                </c:pt>
                <c:pt idx="698">
                  <c:v>0.8759575105433447</c:v>
                </c:pt>
                <c:pt idx="699">
                  <c:v>0.87197051372229073</c:v>
                </c:pt>
                <c:pt idx="700">
                  <c:v>0.8439237426646613</c:v>
                </c:pt>
                <c:pt idx="701">
                  <c:v>0.82075590663244979</c:v>
                </c:pt>
                <c:pt idx="702">
                  <c:v>0.82182679571060369</c:v>
                </c:pt>
                <c:pt idx="703">
                  <c:v>0.82232016600405822</c:v>
                </c:pt>
                <c:pt idx="704">
                  <c:v>0.8461669970735608</c:v>
                </c:pt>
                <c:pt idx="705">
                  <c:v>0.85210747688514754</c:v>
                </c:pt>
                <c:pt idx="706">
                  <c:v>0.85845886842732511</c:v>
                </c:pt>
                <c:pt idx="707">
                  <c:v>0.90814248523763241</c:v>
                </c:pt>
                <c:pt idx="708">
                  <c:v>0.92969709882428619</c:v>
                </c:pt>
                <c:pt idx="709">
                  <c:v>0.93232978875238814</c:v>
                </c:pt>
                <c:pt idx="710">
                  <c:v>0.9474851551540675</c:v>
                </c:pt>
                <c:pt idx="711">
                  <c:v>0.95896980131604814</c:v>
                </c:pt>
                <c:pt idx="712">
                  <c:v>0.95728611463286362</c:v>
                </c:pt>
                <c:pt idx="713">
                  <c:v>0.94621146495689967</c:v>
                </c:pt>
                <c:pt idx="714">
                  <c:v>0.93106040649104493</c:v>
                </c:pt>
                <c:pt idx="715">
                  <c:v>0.92558799581142259</c:v>
                </c:pt>
                <c:pt idx="716">
                  <c:v>0.93346987209553622</c:v>
                </c:pt>
                <c:pt idx="717">
                  <c:v>0.9730760390374974</c:v>
                </c:pt>
                <c:pt idx="718">
                  <c:v>0.9745379884886084</c:v>
                </c:pt>
                <c:pt idx="719">
                  <c:v>0.97238238036168079</c:v>
                </c:pt>
                <c:pt idx="720">
                  <c:v>0.96306378053363928</c:v>
                </c:pt>
                <c:pt idx="721">
                  <c:v>0.95130708415625165</c:v>
                </c:pt>
                <c:pt idx="722">
                  <c:v>0.94791462291197326</c:v>
                </c:pt>
                <c:pt idx="723">
                  <c:v>0.94844391659476268</c:v>
                </c:pt>
                <c:pt idx="724">
                  <c:v>0.95408708221704519</c:v>
                </c:pt>
                <c:pt idx="725">
                  <c:v>0.956841460730815</c:v>
                </c:pt>
                <c:pt idx="726">
                  <c:v>0.95639090391588277</c:v>
                </c:pt>
                <c:pt idx="727">
                  <c:v>0.95196960056981073</c:v>
                </c:pt>
                <c:pt idx="728">
                  <c:v>0.95133833378911747</c:v>
                </c:pt>
                <c:pt idx="729">
                  <c:v>0.94377076111668745</c:v>
                </c:pt>
                <c:pt idx="730">
                  <c:v>0.94178045634066354</c:v>
                </c:pt>
                <c:pt idx="731">
                  <c:v>0.9407388189806607</c:v>
                </c:pt>
                <c:pt idx="732">
                  <c:v>0.93451978692347759</c:v>
                </c:pt>
                <c:pt idx="733">
                  <c:v>0.93043440787251219</c:v>
                </c:pt>
                <c:pt idx="734">
                  <c:v>0.93011326832802554</c:v>
                </c:pt>
                <c:pt idx="735">
                  <c:v>0.93574177586094653</c:v>
                </c:pt>
                <c:pt idx="736">
                  <c:v>0.94248973556069093</c:v>
                </c:pt>
                <c:pt idx="737">
                  <c:v>0.94155490093075689</c:v>
                </c:pt>
                <c:pt idx="738">
                  <c:v>0.93758168303502742</c:v>
                </c:pt>
                <c:pt idx="739">
                  <c:v>0.91854818639696945</c:v>
                </c:pt>
                <c:pt idx="740">
                  <c:v>0.90945120700145909</c:v>
                </c:pt>
                <c:pt idx="741">
                  <c:v>0.90974170793904885</c:v>
                </c:pt>
                <c:pt idx="742">
                  <c:v>0.91164234039692649</c:v>
                </c:pt>
                <c:pt idx="743">
                  <c:v>0.91338913112627496</c:v>
                </c:pt>
                <c:pt idx="744">
                  <c:v>0.92046509752374184</c:v>
                </c:pt>
                <c:pt idx="745">
                  <c:v>0.98235274090699254</c:v>
                </c:pt>
                <c:pt idx="746">
                  <c:v>0.97902665235983022</c:v>
                </c:pt>
                <c:pt idx="747">
                  <c:v>0.96105933538227473</c:v>
                </c:pt>
                <c:pt idx="748">
                  <c:v>0.94705866707253761</c:v>
                </c:pt>
                <c:pt idx="749">
                  <c:v>0.93107772485501983</c:v>
                </c:pt>
                <c:pt idx="750">
                  <c:v>0.92718348511428095</c:v>
                </c:pt>
                <c:pt idx="751">
                  <c:v>0.87579061987636952</c:v>
                </c:pt>
                <c:pt idx="752">
                  <c:v>0.8563031046211258</c:v>
                </c:pt>
                <c:pt idx="753">
                  <c:v>0.85251011982019842</c:v>
                </c:pt>
                <c:pt idx="754">
                  <c:v>0.85268941640514939</c:v>
                </c:pt>
                <c:pt idx="755">
                  <c:v>0.85496078541729936</c:v>
                </c:pt>
                <c:pt idx="756">
                  <c:v>0.85566453937580933</c:v>
                </c:pt>
                <c:pt idx="757">
                  <c:v>0.86482875072616605</c:v>
                </c:pt>
                <c:pt idx="758">
                  <c:v>0.9312288239152976</c:v>
                </c:pt>
                <c:pt idx="759">
                  <c:v>0.92232348209669512</c:v>
                </c:pt>
                <c:pt idx="760">
                  <c:v>0.90319936606640605</c:v>
                </c:pt>
                <c:pt idx="761">
                  <c:v>0.90041509966766686</c:v>
                </c:pt>
                <c:pt idx="762">
                  <c:v>0.90288726258821184</c:v>
                </c:pt>
                <c:pt idx="763">
                  <c:v>0.93341795480508272</c:v>
                </c:pt>
                <c:pt idx="764">
                  <c:v>0.9484542755979446</c:v>
                </c:pt>
                <c:pt idx="765">
                  <c:v>0.94246443188150142</c:v>
                </c:pt>
                <c:pt idx="766">
                  <c:v>0.87315861107232295</c:v>
                </c:pt>
                <c:pt idx="767">
                  <c:v>0.81680468680558371</c:v>
                </c:pt>
                <c:pt idx="768">
                  <c:v>0.82426787506044119</c:v>
                </c:pt>
                <c:pt idx="769">
                  <c:v>0.89083190164761716</c:v>
                </c:pt>
                <c:pt idx="770">
                  <c:v>0.89600305431360927</c:v>
                </c:pt>
                <c:pt idx="771">
                  <c:v>0.90130249393268058</c:v>
                </c:pt>
                <c:pt idx="772">
                  <c:v>0.93052556181131363</c:v>
                </c:pt>
                <c:pt idx="773">
                  <c:v>0.94454135155049179</c:v>
                </c:pt>
                <c:pt idx="774">
                  <c:v>0.94614636463048563</c:v>
                </c:pt>
                <c:pt idx="775">
                  <c:v>0.95372317612190682</c:v>
                </c:pt>
                <c:pt idx="776">
                  <c:v>0.95430525802729904</c:v>
                </c:pt>
                <c:pt idx="777">
                  <c:v>0.95489610689898785</c:v>
                </c:pt>
                <c:pt idx="778">
                  <c:v>0.95966077121730586</c:v>
                </c:pt>
                <c:pt idx="779">
                  <c:v>0.96496296635063539</c:v>
                </c:pt>
                <c:pt idx="780">
                  <c:v>0.97012728836199469</c:v>
                </c:pt>
                <c:pt idx="781">
                  <c:v>0.97242445499420738</c:v>
                </c:pt>
                <c:pt idx="782">
                  <c:v>0.9730702536743332</c:v>
                </c:pt>
                <c:pt idx="783">
                  <c:v>0.97337517370768756</c:v>
                </c:pt>
                <c:pt idx="784">
                  <c:v>0.97469960676211131</c:v>
                </c:pt>
                <c:pt idx="785">
                  <c:v>0.97509735687053112</c:v>
                </c:pt>
                <c:pt idx="786">
                  <c:v>0.97417470450096177</c:v>
                </c:pt>
                <c:pt idx="787">
                  <c:v>0.96423416553781316</c:v>
                </c:pt>
                <c:pt idx="788">
                  <c:v>0.95757354723732147</c:v>
                </c:pt>
                <c:pt idx="789">
                  <c:v>0.95579351782496924</c:v>
                </c:pt>
                <c:pt idx="790">
                  <c:v>0.95658418645610999</c:v>
                </c:pt>
                <c:pt idx="791">
                  <c:v>0.95727855307467424</c:v>
                </c:pt>
                <c:pt idx="792">
                  <c:v>0.95888446805366045</c:v>
                </c:pt>
                <c:pt idx="793">
                  <c:v>0.95905665556018282</c:v>
                </c:pt>
                <c:pt idx="794">
                  <c:v>0.95921563107510799</c:v>
                </c:pt>
                <c:pt idx="795">
                  <c:v>0.96077404679382528</c:v>
                </c:pt>
                <c:pt idx="796">
                  <c:v>0.96141165712728094</c:v>
                </c:pt>
                <c:pt idx="797">
                  <c:v>0.96048523145209153</c:v>
                </c:pt>
                <c:pt idx="798">
                  <c:v>0.95369076541518183</c:v>
                </c:pt>
                <c:pt idx="799">
                  <c:v>0.94862971353061842</c:v>
                </c:pt>
                <c:pt idx="800">
                  <c:v>0.93845877130468502</c:v>
                </c:pt>
                <c:pt idx="801">
                  <c:v>0.93160658755776327</c:v>
                </c:pt>
                <c:pt idx="802">
                  <c:v>0.92712381708072555</c:v>
                </c:pt>
                <c:pt idx="803">
                  <c:v>0.92792099648904447</c:v>
                </c:pt>
                <c:pt idx="804">
                  <c:v>0.93288686242627683</c:v>
                </c:pt>
                <c:pt idx="805">
                  <c:v>0.93565788219539414</c:v>
                </c:pt>
                <c:pt idx="806">
                  <c:v>0.93673289829044926</c:v>
                </c:pt>
                <c:pt idx="807">
                  <c:v>0.94826095635081875</c:v>
                </c:pt>
                <c:pt idx="808">
                  <c:v>0.94988977900917126</c:v>
                </c:pt>
                <c:pt idx="809">
                  <c:v>0.94947423071018211</c:v>
                </c:pt>
                <c:pt idx="810">
                  <c:v>0.94404924782081345</c:v>
                </c:pt>
                <c:pt idx="811">
                  <c:v>0.94258062313033575</c:v>
                </c:pt>
                <c:pt idx="812">
                  <c:v>0.94156575003176668</c:v>
                </c:pt>
                <c:pt idx="813">
                  <c:v>0.93127063841006585</c:v>
                </c:pt>
                <c:pt idx="814">
                  <c:v>0.92455764593541079</c:v>
                </c:pt>
                <c:pt idx="815">
                  <c:v>0.92447871476634658</c:v>
                </c:pt>
                <c:pt idx="816">
                  <c:v>0.92416571994660968</c:v>
                </c:pt>
                <c:pt idx="817">
                  <c:v>0.92013137495984576</c:v>
                </c:pt>
                <c:pt idx="818">
                  <c:v>0.9191559927293248</c:v>
                </c:pt>
                <c:pt idx="819">
                  <c:v>0.9186225951950211</c:v>
                </c:pt>
                <c:pt idx="820">
                  <c:v>0.91298019612145365</c:v>
                </c:pt>
                <c:pt idx="821">
                  <c:v>0.90933074228809985</c:v>
                </c:pt>
                <c:pt idx="822">
                  <c:v>0.90703781481329371</c:v>
                </c:pt>
                <c:pt idx="823">
                  <c:v>0.88161274467270423</c:v>
                </c:pt>
                <c:pt idx="824">
                  <c:v>0.88722819593141589</c:v>
                </c:pt>
                <c:pt idx="825">
                  <c:v>0.90474834267213611</c:v>
                </c:pt>
                <c:pt idx="826">
                  <c:v>0.92575628291697509</c:v>
                </c:pt>
                <c:pt idx="827">
                  <c:v>0.93269697347711777</c:v>
                </c:pt>
                <c:pt idx="828">
                  <c:v>0.93689311046967017</c:v>
                </c:pt>
                <c:pt idx="829">
                  <c:v>0.94605950319492105</c:v>
                </c:pt>
                <c:pt idx="830">
                  <c:v>0.95584004127572053</c:v>
                </c:pt>
                <c:pt idx="831">
                  <c:v>0.95945466070669483</c:v>
                </c:pt>
                <c:pt idx="832">
                  <c:v>0.96878445106078415</c:v>
                </c:pt>
                <c:pt idx="833">
                  <c:v>0.98487066513831278</c:v>
                </c:pt>
                <c:pt idx="834">
                  <c:v>0.98809832896240302</c:v>
                </c:pt>
                <c:pt idx="835">
                  <c:v>0.98553715126714769</c:v>
                </c:pt>
                <c:pt idx="836">
                  <c:v>0.96507897686698296</c:v>
                </c:pt>
                <c:pt idx="837">
                  <c:v>0.95859457653106539</c:v>
                </c:pt>
                <c:pt idx="838">
                  <c:v>0.95959733152542581</c:v>
                </c:pt>
                <c:pt idx="839">
                  <c:v>0.96241956421995523</c:v>
                </c:pt>
                <c:pt idx="840">
                  <c:v>0.96433814397397721</c:v>
                </c:pt>
                <c:pt idx="841">
                  <c:v>0.96457048629884456</c:v>
                </c:pt>
                <c:pt idx="842">
                  <c:v>0.96475308689404227</c:v>
                </c:pt>
                <c:pt idx="843">
                  <c:v>0.96735337082875095</c:v>
                </c:pt>
                <c:pt idx="844">
                  <c:v>0.96777726546899967</c:v>
                </c:pt>
                <c:pt idx="845">
                  <c:v>0.96688482789534491</c:v>
                </c:pt>
                <c:pt idx="846">
                  <c:v>0.96102292401710443</c:v>
                </c:pt>
                <c:pt idx="847">
                  <c:v>0.95887068967049605</c:v>
                </c:pt>
                <c:pt idx="848">
                  <c:v>0.95729724668609451</c:v>
                </c:pt>
                <c:pt idx="849">
                  <c:v>0.94990442586674739</c:v>
                </c:pt>
                <c:pt idx="850">
                  <c:v>0.94481621215093103</c:v>
                </c:pt>
                <c:pt idx="851">
                  <c:v>0.94155596243766126</c:v>
                </c:pt>
                <c:pt idx="852">
                  <c:v>0.93941734110137842</c:v>
                </c:pt>
                <c:pt idx="853">
                  <c:v>0.88617114130261398</c:v>
                </c:pt>
                <c:pt idx="854">
                  <c:v>0.87303074154210381</c:v>
                </c:pt>
                <c:pt idx="855">
                  <c:v>0.87385318013990798</c:v>
                </c:pt>
                <c:pt idx="856">
                  <c:v>0.88145796263148102</c:v>
                </c:pt>
                <c:pt idx="857">
                  <c:v>0.887041757373771</c:v>
                </c:pt>
                <c:pt idx="858">
                  <c:v>0.88719543457101735</c:v>
                </c:pt>
                <c:pt idx="859">
                  <c:v>0.88835994255365947</c:v>
                </c:pt>
                <c:pt idx="860">
                  <c:v>0.89622423466931345</c:v>
                </c:pt>
                <c:pt idx="861">
                  <c:v>0.897540918801915</c:v>
                </c:pt>
                <c:pt idx="862">
                  <c:v>0.90281431806515988</c:v>
                </c:pt>
                <c:pt idx="863">
                  <c:v>0.92904726077039645</c:v>
                </c:pt>
                <c:pt idx="864">
                  <c:v>0.93659964161894416</c:v>
                </c:pt>
                <c:pt idx="865">
                  <c:v>0.93666033379862601</c:v>
                </c:pt>
                <c:pt idx="866">
                  <c:v>0.93726053677827337</c:v>
                </c:pt>
                <c:pt idx="867">
                  <c:v>0.93766647657159707</c:v>
                </c:pt>
                <c:pt idx="868">
                  <c:v>0.93822029050941458</c:v>
                </c:pt>
                <c:pt idx="869">
                  <c:v>0.9396739256491492</c:v>
                </c:pt>
                <c:pt idx="870">
                  <c:v>0.94167009461336781</c:v>
                </c:pt>
                <c:pt idx="871">
                  <c:v>0.94685029012831035</c:v>
                </c:pt>
                <c:pt idx="872">
                  <c:v>0.94811132590451841</c:v>
                </c:pt>
                <c:pt idx="873">
                  <c:v>0.94820791166254681</c:v>
                </c:pt>
                <c:pt idx="874">
                  <c:v>0.94899148982774595</c:v>
                </c:pt>
                <c:pt idx="875">
                  <c:v>0.94958524317123438</c:v>
                </c:pt>
                <c:pt idx="876">
                  <c:v>0.9519514428553828</c:v>
                </c:pt>
                <c:pt idx="877">
                  <c:v>0.95319984008151804</c:v>
                </c:pt>
                <c:pt idx="878">
                  <c:v>0.95331883038346166</c:v>
                </c:pt>
                <c:pt idx="879">
                  <c:v>0.95692717279533657</c:v>
                </c:pt>
                <c:pt idx="880">
                  <c:v>0.96098351563136652</c:v>
                </c:pt>
                <c:pt idx="881">
                  <c:v>0.96100349982586031</c:v>
                </c:pt>
                <c:pt idx="882">
                  <c:v>0.96104800057711148</c:v>
                </c:pt>
                <c:pt idx="883">
                  <c:v>0.96146148315102797</c:v>
                </c:pt>
                <c:pt idx="884">
                  <c:v>0.96180202061424502</c:v>
                </c:pt>
                <c:pt idx="885">
                  <c:v>0.9618407996992655</c:v>
                </c:pt>
                <c:pt idx="886">
                  <c:v>0.9615985630057613</c:v>
                </c:pt>
                <c:pt idx="887">
                  <c:v>0.9588252537822437</c:v>
                </c:pt>
                <c:pt idx="888">
                  <c:v>0.9585490752157958</c:v>
                </c:pt>
                <c:pt idx="889">
                  <c:v>0.95651034880631902</c:v>
                </c:pt>
                <c:pt idx="890">
                  <c:v>0.94779482462599551</c:v>
                </c:pt>
                <c:pt idx="891">
                  <c:v>0.94452376702294405</c:v>
                </c:pt>
                <c:pt idx="892">
                  <c:v>0.94437785477237324</c:v>
                </c:pt>
                <c:pt idx="893">
                  <c:v>0.94353215148161595</c:v>
                </c:pt>
                <c:pt idx="894">
                  <c:v>0.9427409817248007</c:v>
                </c:pt>
                <c:pt idx="895">
                  <c:v>0.94263710824788105</c:v>
                </c:pt>
                <c:pt idx="896">
                  <c:v>0.93597139841300658</c:v>
                </c:pt>
                <c:pt idx="897">
                  <c:v>0.92804720355111292</c:v>
                </c:pt>
                <c:pt idx="898">
                  <c:v>0.92291830394143648</c:v>
                </c:pt>
                <c:pt idx="899">
                  <c:v>0.92218605018952693</c:v>
                </c:pt>
                <c:pt idx="900">
                  <c:v>0.91774450201906521</c:v>
                </c:pt>
                <c:pt idx="901">
                  <c:v>0.91562968095267216</c:v>
                </c:pt>
                <c:pt idx="902">
                  <c:v>0.91448589940439118</c:v>
                </c:pt>
                <c:pt idx="903">
                  <c:v>0.90475737873590611</c:v>
                </c:pt>
                <c:pt idx="904">
                  <c:v>0.89904331825567796</c:v>
                </c:pt>
                <c:pt idx="905">
                  <c:v>0.89636587960669356</c:v>
                </c:pt>
                <c:pt idx="906">
                  <c:v>0.89631575468704239</c:v>
                </c:pt>
                <c:pt idx="907">
                  <c:v>0.89600813965021797</c:v>
                </c:pt>
                <c:pt idx="908">
                  <c:v>0.89579343314109039</c:v>
                </c:pt>
                <c:pt idx="909">
                  <c:v>0.89432960650258642</c:v>
                </c:pt>
                <c:pt idx="910">
                  <c:v>0.88283065170929764</c:v>
                </c:pt>
                <c:pt idx="911">
                  <c:v>0.8713592381367834</c:v>
                </c:pt>
                <c:pt idx="912">
                  <c:v>0.8609707169005365</c:v>
                </c:pt>
                <c:pt idx="913">
                  <c:v>0.85946565314048495</c:v>
                </c:pt>
                <c:pt idx="914">
                  <c:v>0.86034111254840773</c:v>
                </c:pt>
                <c:pt idx="915">
                  <c:v>0.87402649225578866</c:v>
                </c:pt>
                <c:pt idx="916">
                  <c:v>0.87772150311259589</c:v>
                </c:pt>
                <c:pt idx="917">
                  <c:v>0.87825113471162308</c:v>
                </c:pt>
                <c:pt idx="918">
                  <c:v>0.88543714035126331</c:v>
                </c:pt>
                <c:pt idx="919">
                  <c:v>0.8883264176615111</c:v>
                </c:pt>
                <c:pt idx="920">
                  <c:v>0.89209119432894324</c:v>
                </c:pt>
                <c:pt idx="921">
                  <c:v>0.91091237251224999</c:v>
                </c:pt>
                <c:pt idx="922">
                  <c:v>0.92600264123984211</c:v>
                </c:pt>
                <c:pt idx="923">
                  <c:v>0.92558863317660056</c:v>
                </c:pt>
                <c:pt idx="924">
                  <c:v>0.92428065061075504</c:v>
                </c:pt>
                <c:pt idx="925">
                  <c:v>0.89944622218981007</c:v>
                </c:pt>
                <c:pt idx="926">
                  <c:v>0.89318174833901653</c:v>
                </c:pt>
                <c:pt idx="927">
                  <c:v>0.89501544600878447</c:v>
                </c:pt>
                <c:pt idx="928">
                  <c:v>0.91159772736198119</c:v>
                </c:pt>
                <c:pt idx="929">
                  <c:v>0.9132941742735694</c:v>
                </c:pt>
                <c:pt idx="930">
                  <c:v>0.91918533228481825</c:v>
                </c:pt>
                <c:pt idx="931">
                  <c:v>0.92841708889130514</c:v>
                </c:pt>
                <c:pt idx="932">
                  <c:v>0.93524051527904861</c:v>
                </c:pt>
                <c:pt idx="933">
                  <c:v>0.93696790063614888</c:v>
                </c:pt>
                <c:pt idx="934">
                  <c:v>0.93645813513905707</c:v>
                </c:pt>
                <c:pt idx="935">
                  <c:v>0.93206821412223473</c:v>
                </c:pt>
                <c:pt idx="936">
                  <c:v>0.92890098516191155</c:v>
                </c:pt>
                <c:pt idx="937">
                  <c:v>0.92886418238356627</c:v>
                </c:pt>
                <c:pt idx="938">
                  <c:v>0.92851975251925056</c:v>
                </c:pt>
                <c:pt idx="939">
                  <c:v>0.92805316323251574</c:v>
                </c:pt>
                <c:pt idx="940">
                  <c:v>0.93234993809359468</c:v>
                </c:pt>
                <c:pt idx="941">
                  <c:v>0.95928377928798025</c:v>
                </c:pt>
                <c:pt idx="942">
                  <c:v>0.96997213663088833</c:v>
                </c:pt>
                <c:pt idx="943">
                  <c:v>0.96662351007312297</c:v>
                </c:pt>
                <c:pt idx="944">
                  <c:v>0.9575223910370686</c:v>
                </c:pt>
                <c:pt idx="945">
                  <c:v>0.94977740602965133</c:v>
                </c:pt>
                <c:pt idx="946">
                  <c:v>0.94951531861743255</c:v>
                </c:pt>
                <c:pt idx="947">
                  <c:v>0.94760492423072762</c:v>
                </c:pt>
                <c:pt idx="948">
                  <c:v>0.94637372205499104</c:v>
                </c:pt>
                <c:pt idx="949">
                  <c:v>0.94589801737779144</c:v>
                </c:pt>
                <c:pt idx="950">
                  <c:v>0.9422143506282612</c:v>
                </c:pt>
                <c:pt idx="951">
                  <c:v>0.93684175496000055</c:v>
                </c:pt>
                <c:pt idx="952">
                  <c:v>0.93372827174871997</c:v>
                </c:pt>
                <c:pt idx="953">
                  <c:v>0.93355151175972351</c:v>
                </c:pt>
                <c:pt idx="954">
                  <c:v>0.93310101975989779</c:v>
                </c:pt>
                <c:pt idx="955">
                  <c:v>0.93197075011097608</c:v>
                </c:pt>
                <c:pt idx="956">
                  <c:v>0.93134748735060535</c:v>
                </c:pt>
                <c:pt idx="957">
                  <c:v>0.93115132340190798</c:v>
                </c:pt>
                <c:pt idx="958">
                  <c:v>0.93708601070262343</c:v>
                </c:pt>
                <c:pt idx="959">
                  <c:v>0.94641469376713816</c:v>
                </c:pt>
                <c:pt idx="960">
                  <c:v>0.94669978763649398</c:v>
                </c:pt>
                <c:pt idx="961">
                  <c:v>0.9476476489092569</c:v>
                </c:pt>
                <c:pt idx="962">
                  <c:v>0.95137377769135267</c:v>
                </c:pt>
                <c:pt idx="963">
                  <c:v>0.95347486943082904</c:v>
                </c:pt>
                <c:pt idx="964">
                  <c:v>0.95244996215580202</c:v>
                </c:pt>
                <c:pt idx="965">
                  <c:v>0.93990201754586766</c:v>
                </c:pt>
                <c:pt idx="966">
                  <c:v>0.93920843676647314</c:v>
                </c:pt>
                <c:pt idx="967">
                  <c:v>0.93105821616266926</c:v>
                </c:pt>
                <c:pt idx="968">
                  <c:v>0.92846369832470443</c:v>
                </c:pt>
                <c:pt idx="969">
                  <c:v>0.91038799177970209</c:v>
                </c:pt>
                <c:pt idx="970">
                  <c:v>0.82211845742375289</c:v>
                </c:pt>
                <c:pt idx="971">
                  <c:v>0.79052743981853302</c:v>
                </c:pt>
                <c:pt idx="972">
                  <c:v>0.79500898450578461</c:v>
                </c:pt>
                <c:pt idx="973">
                  <c:v>0.83485954212525793</c:v>
                </c:pt>
                <c:pt idx="974">
                  <c:v>0.88126218776632959</c:v>
                </c:pt>
                <c:pt idx="975">
                  <c:v>0.89652878794049695</c:v>
                </c:pt>
                <c:pt idx="976">
                  <c:v>0.89269868749454784</c:v>
                </c:pt>
                <c:pt idx="977">
                  <c:v>0.86656095265363142</c:v>
                </c:pt>
                <c:pt idx="978">
                  <c:v>0.88560927679752055</c:v>
                </c:pt>
                <c:pt idx="979">
                  <c:v>0.90461896573614664</c:v>
                </c:pt>
                <c:pt idx="980">
                  <c:v>0.92623133516745826</c:v>
                </c:pt>
                <c:pt idx="981">
                  <c:v>0.92957678035457225</c:v>
                </c:pt>
                <c:pt idx="982">
                  <c:v>0.91919372535921418</c:v>
                </c:pt>
                <c:pt idx="983">
                  <c:v>0.89121444867903343</c:v>
                </c:pt>
                <c:pt idx="984">
                  <c:v>0.88155427199791714</c:v>
                </c:pt>
                <c:pt idx="985">
                  <c:v>0.8876235734886484</c:v>
                </c:pt>
                <c:pt idx="986">
                  <c:v>0.93125008679839016</c:v>
                </c:pt>
                <c:pt idx="987">
                  <c:v>0.95388112112076817</c:v>
                </c:pt>
                <c:pt idx="988">
                  <c:v>0.94424145374278801</c:v>
                </c:pt>
                <c:pt idx="989">
                  <c:v>0.9040619422171341</c:v>
                </c:pt>
                <c:pt idx="990">
                  <c:v>0.82048300402682783</c:v>
                </c:pt>
                <c:pt idx="991">
                  <c:v>0.82284400768996591</c:v>
                </c:pt>
                <c:pt idx="992">
                  <c:v>0.84591167679662982</c:v>
                </c:pt>
                <c:pt idx="993">
                  <c:v>0.8752904394590878</c:v>
                </c:pt>
                <c:pt idx="994">
                  <c:v>0.89570414505176577</c:v>
                </c:pt>
                <c:pt idx="995">
                  <c:v>0.89796439346269685</c:v>
                </c:pt>
                <c:pt idx="996">
                  <c:v>0.93596137685104541</c:v>
                </c:pt>
                <c:pt idx="997">
                  <c:v>0.94150536570954646</c:v>
                </c:pt>
                <c:pt idx="998">
                  <c:v>0.94002193519811539</c:v>
                </c:pt>
                <c:pt idx="999">
                  <c:v>0.91697627097688816</c:v>
                </c:pt>
                <c:pt idx="1000">
                  <c:v>0.90838242254498547</c:v>
                </c:pt>
                <c:pt idx="1001">
                  <c:v>0.89102426623980036</c:v>
                </c:pt>
                <c:pt idx="1002">
                  <c:v>0.8401849794215277</c:v>
                </c:pt>
                <c:pt idx="1003">
                  <c:v>0.84057240620280038</c:v>
                </c:pt>
                <c:pt idx="1004">
                  <c:v>0.84038097459447203</c:v>
                </c:pt>
                <c:pt idx="1005">
                  <c:v>0.84401423490648231</c:v>
                </c:pt>
                <c:pt idx="1006">
                  <c:v>0.84916516288893562</c:v>
                </c:pt>
                <c:pt idx="1007">
                  <c:v>0.85101686202980076</c:v>
                </c:pt>
                <c:pt idx="1008">
                  <c:v>0.85711827161065035</c:v>
                </c:pt>
                <c:pt idx="1009">
                  <c:v>0.89911785227583219</c:v>
                </c:pt>
                <c:pt idx="1010">
                  <c:v>0.8980831785249449</c:v>
                </c:pt>
                <c:pt idx="1011">
                  <c:v>0.89231800850909138</c:v>
                </c:pt>
                <c:pt idx="1012">
                  <c:v>0.8895292976769964</c:v>
                </c:pt>
                <c:pt idx="1013">
                  <c:v>0.89480900159348997</c:v>
                </c:pt>
                <c:pt idx="1014">
                  <c:v>0.94168608108256169</c:v>
                </c:pt>
                <c:pt idx="1015">
                  <c:v>0.94906136339022529</c:v>
                </c:pt>
                <c:pt idx="1016">
                  <c:v>0.92790692942085273</c:v>
                </c:pt>
                <c:pt idx="1017">
                  <c:v>0.88537523068898716</c:v>
                </c:pt>
                <c:pt idx="1018">
                  <c:v>0.86154588637298835</c:v>
                </c:pt>
                <c:pt idx="1019">
                  <c:v>0.86094000329955567</c:v>
                </c:pt>
                <c:pt idx="1020">
                  <c:v>0.8574605948833649</c:v>
                </c:pt>
                <c:pt idx="1021">
                  <c:v>0.85530662459200146</c:v>
                </c:pt>
                <c:pt idx="1022">
                  <c:v>0.8549246336621702</c:v>
                </c:pt>
                <c:pt idx="1023">
                  <c:v>0.85827653831162587</c:v>
                </c:pt>
                <c:pt idx="1024">
                  <c:v>0.91433434814933445</c:v>
                </c:pt>
                <c:pt idx="1025">
                  <c:v>0.90929890850187245</c:v>
                </c:pt>
                <c:pt idx="1026">
                  <c:v>0.90518018336008532</c:v>
                </c:pt>
                <c:pt idx="1027">
                  <c:v>0.89999586167470247</c:v>
                </c:pt>
                <c:pt idx="1028">
                  <c:v>0.89967998437885843</c:v>
                </c:pt>
                <c:pt idx="1029">
                  <c:v>0.89936324782274102</c:v>
                </c:pt>
                <c:pt idx="1030">
                  <c:v>0.89882949226611453</c:v>
                </c:pt>
                <c:pt idx="1031">
                  <c:v>0.89868127491579042</c:v>
                </c:pt>
                <c:pt idx="1032">
                  <c:v>0.89946722880077801</c:v>
                </c:pt>
                <c:pt idx="1033">
                  <c:v>0.90400251720285796</c:v>
                </c:pt>
                <c:pt idx="1034">
                  <c:v>0.90612261964975815</c:v>
                </c:pt>
                <c:pt idx="1035">
                  <c:v>0.90477309745204637</c:v>
                </c:pt>
                <c:pt idx="1036">
                  <c:v>0.89723500717806226</c:v>
                </c:pt>
                <c:pt idx="1037">
                  <c:v>0.89015002570595936</c:v>
                </c:pt>
                <c:pt idx="1038">
                  <c:v>0.90196949121686221</c:v>
                </c:pt>
                <c:pt idx="1039">
                  <c:v>0.95195758451306844</c:v>
                </c:pt>
                <c:pt idx="1040">
                  <c:v>0.96656810319444197</c:v>
                </c:pt>
                <c:pt idx="1041">
                  <c:v>0.96512277046651118</c:v>
                </c:pt>
                <c:pt idx="1042">
                  <c:v>0.95579529623774251</c:v>
                </c:pt>
                <c:pt idx="1043">
                  <c:v>0.95094699289731821</c:v>
                </c:pt>
                <c:pt idx="1044">
                  <c:v>0.95028260959564215</c:v>
                </c:pt>
                <c:pt idx="1045">
                  <c:v>0.94651622430577953</c:v>
                </c:pt>
                <c:pt idx="1046">
                  <c:v>0.94342020643934432</c:v>
                </c:pt>
                <c:pt idx="1047">
                  <c:v>0.94293102564029319</c:v>
                </c:pt>
                <c:pt idx="1048">
                  <c:v>0.93912054358202901</c:v>
                </c:pt>
                <c:pt idx="1049">
                  <c:v>0.93494768896547509</c:v>
                </c:pt>
                <c:pt idx="1050">
                  <c:v>0.93166529188809655</c:v>
                </c:pt>
                <c:pt idx="1051">
                  <c:v>0.93298119235902355</c:v>
                </c:pt>
                <c:pt idx="1052">
                  <c:v>0.93767118056268617</c:v>
                </c:pt>
                <c:pt idx="1053">
                  <c:v>0.94065498054901975</c:v>
                </c:pt>
                <c:pt idx="1054">
                  <c:v>0.94081821994186043</c:v>
                </c:pt>
                <c:pt idx="1055">
                  <c:v>0.94191641124445957</c:v>
                </c:pt>
                <c:pt idx="1056">
                  <c:v>0.94220627522503764</c:v>
                </c:pt>
                <c:pt idx="1057">
                  <c:v>0.94519324181783015</c:v>
                </c:pt>
                <c:pt idx="1058">
                  <c:v>0.96326194402173981</c:v>
                </c:pt>
                <c:pt idx="1059">
                  <c:v>0.98268728430542929</c:v>
                </c:pt>
                <c:pt idx="1060">
                  <c:v>0.99401740825208174</c:v>
                </c:pt>
                <c:pt idx="1061">
                  <c:v>0.99201600754291708</c:v>
                </c:pt>
                <c:pt idx="1062">
                  <c:v>0.95703030105830766</c:v>
                </c:pt>
                <c:pt idx="1063">
                  <c:v>0.95437281620281522</c:v>
                </c:pt>
                <c:pt idx="1064">
                  <c:v>0.95756129936509204</c:v>
                </c:pt>
                <c:pt idx="1065">
                  <c:v>0.96064017142083757</c:v>
                </c:pt>
                <c:pt idx="1066">
                  <c:v>0.96160485251084871</c:v>
                </c:pt>
                <c:pt idx="1067">
                  <c:v>0.95623655925775031</c:v>
                </c:pt>
                <c:pt idx="1068">
                  <c:v>0.92969785124955862</c:v>
                </c:pt>
                <c:pt idx="1069">
                  <c:v>0.89632695761308212</c:v>
                </c:pt>
                <c:pt idx="1070">
                  <c:v>0.8765312337790514</c:v>
                </c:pt>
                <c:pt idx="1071">
                  <c:v>0.8729310104007636</c:v>
                </c:pt>
                <c:pt idx="1072">
                  <c:v>0.86625942956412783</c:v>
                </c:pt>
                <c:pt idx="1073">
                  <c:v>0.82031175974768455</c:v>
                </c:pt>
                <c:pt idx="1074">
                  <c:v>0.81091356112985891</c:v>
                </c:pt>
                <c:pt idx="1075">
                  <c:v>0.84898231263180357</c:v>
                </c:pt>
                <c:pt idx="1076">
                  <c:v>0.90362570197073722</c:v>
                </c:pt>
                <c:pt idx="1077">
                  <c:v>0.94515054447572666</c:v>
                </c:pt>
                <c:pt idx="1078">
                  <c:v>0.95217472270158243</c:v>
                </c:pt>
                <c:pt idx="1079">
                  <c:v>0.95304616048007751</c:v>
                </c:pt>
                <c:pt idx="1080">
                  <c:v>0.98622081246714355</c:v>
                </c:pt>
                <c:pt idx="1081">
                  <c:v>0.99181050456186715</c:v>
                </c:pt>
                <c:pt idx="1082">
                  <c:v>0.98623232095031033</c:v>
                </c:pt>
                <c:pt idx="1083">
                  <c:v>0.91501221574473546</c:v>
                </c:pt>
                <c:pt idx="1084">
                  <c:v>0.90264379350107848</c:v>
                </c:pt>
                <c:pt idx="1085">
                  <c:v>0.91584815826446808</c:v>
                </c:pt>
                <c:pt idx="1086">
                  <c:v>0.93872363712773266</c:v>
                </c:pt>
                <c:pt idx="1087">
                  <c:v>0.96180363085043241</c:v>
                </c:pt>
                <c:pt idx="1088">
                  <c:v>0.96464127453470128</c:v>
                </c:pt>
                <c:pt idx="1089">
                  <c:v>0.96192338374568387</c:v>
                </c:pt>
                <c:pt idx="1090">
                  <c:v>0.95166423936305666</c:v>
                </c:pt>
                <c:pt idx="1091">
                  <c:v>0.94858098862557727</c:v>
                </c:pt>
                <c:pt idx="1092">
                  <c:v>0.94810662284046554</c:v>
                </c:pt>
                <c:pt idx="1093">
                  <c:v>0.94554769851635589</c:v>
                </c:pt>
                <c:pt idx="1094">
                  <c:v>0.94268842786550944</c:v>
                </c:pt>
                <c:pt idx="1095">
                  <c:v>0.94079202810358409</c:v>
                </c:pt>
                <c:pt idx="1096">
                  <c:v>0.9301484844397786</c:v>
                </c:pt>
                <c:pt idx="1097">
                  <c:v>0.88360589117013855</c:v>
                </c:pt>
                <c:pt idx="1098">
                  <c:v>0.87953412673468945</c:v>
                </c:pt>
                <c:pt idx="1099">
                  <c:v>0.89332586764837552</c:v>
                </c:pt>
                <c:pt idx="1100">
                  <c:v>0.90878078088750636</c:v>
                </c:pt>
                <c:pt idx="1101">
                  <c:v>0.91650150257005647</c:v>
                </c:pt>
                <c:pt idx="1102">
                  <c:v>0.92608906181873241</c:v>
                </c:pt>
                <c:pt idx="1103">
                  <c:v>0.93764794353963532</c:v>
                </c:pt>
                <c:pt idx="1104">
                  <c:v>0.93955277000013815</c:v>
                </c:pt>
                <c:pt idx="1105">
                  <c:v>0.93340708322099997</c:v>
                </c:pt>
                <c:pt idx="1106">
                  <c:v>0.9085136501991784</c:v>
                </c:pt>
                <c:pt idx="1107">
                  <c:v>0.88733372430195701</c:v>
                </c:pt>
                <c:pt idx="1108">
                  <c:v>0.88998762915330165</c:v>
                </c:pt>
                <c:pt idx="1109">
                  <c:v>0.89767145457059472</c:v>
                </c:pt>
                <c:pt idx="1110">
                  <c:v>0.93072965160201249</c:v>
                </c:pt>
                <c:pt idx="1111">
                  <c:v>0.94404351600322578</c:v>
                </c:pt>
                <c:pt idx="1112">
                  <c:v>0.94309222326274811</c:v>
                </c:pt>
                <c:pt idx="1113">
                  <c:v>0.93796995728904142</c:v>
                </c:pt>
                <c:pt idx="1114">
                  <c:v>0.9297785369919378</c:v>
                </c:pt>
                <c:pt idx="1115">
                  <c:v>0.92757630289757942</c:v>
                </c:pt>
                <c:pt idx="1116">
                  <c:v>0.92884334940897062</c:v>
                </c:pt>
                <c:pt idx="1117">
                  <c:v>0.94552626341135337</c:v>
                </c:pt>
                <c:pt idx="1118">
                  <c:v>0.94892745343969509</c:v>
                </c:pt>
                <c:pt idx="1119">
                  <c:v>0.95380716381737107</c:v>
                </c:pt>
                <c:pt idx="1120">
                  <c:v>0.96133675963706555</c:v>
                </c:pt>
                <c:pt idx="1121">
                  <c:v>0.9667449335298367</c:v>
                </c:pt>
                <c:pt idx="1122">
                  <c:v>0.96554317174639304</c:v>
                </c:pt>
                <c:pt idx="1123">
                  <c:v>0.9566182058191699</c:v>
                </c:pt>
                <c:pt idx="1124">
                  <c:v>0.95375643747850825</c:v>
                </c:pt>
                <c:pt idx="1125">
                  <c:v>0.95348068983704881</c:v>
                </c:pt>
                <c:pt idx="1126">
                  <c:v>0.95319585677911767</c:v>
                </c:pt>
                <c:pt idx="1127">
                  <c:v>0.9529913378601832</c:v>
                </c:pt>
                <c:pt idx="1128">
                  <c:v>0.95151429191699188</c:v>
                </c:pt>
                <c:pt idx="1129">
                  <c:v>0.94008251993447245</c:v>
                </c:pt>
                <c:pt idx="1130">
                  <c:v>0.93304079815639285</c:v>
                </c:pt>
                <c:pt idx="1131">
                  <c:v>0.93372911689361227</c:v>
                </c:pt>
                <c:pt idx="1132">
                  <c:v>0.93874868023107738</c:v>
                </c:pt>
                <c:pt idx="1133">
                  <c:v>0.93866881336862151</c:v>
                </c:pt>
                <c:pt idx="1134">
                  <c:v>0.93797060033879287</c:v>
                </c:pt>
                <c:pt idx="1135">
                  <c:v>0.93730858091314684</c:v>
                </c:pt>
                <c:pt idx="1136">
                  <c:v>0.93678385072539783</c:v>
                </c:pt>
                <c:pt idx="1137">
                  <c:v>0.9260135303744782</c:v>
                </c:pt>
                <c:pt idx="1138">
                  <c:v>0.9186973852992607</c:v>
                </c:pt>
                <c:pt idx="1139">
                  <c:v>0.9174241476594992</c:v>
                </c:pt>
                <c:pt idx="1140">
                  <c:v>0.91514745021481136</c:v>
                </c:pt>
                <c:pt idx="1141">
                  <c:v>0.87638157647481962</c:v>
                </c:pt>
                <c:pt idx="1142">
                  <c:v>0.86661240198124512</c:v>
                </c:pt>
                <c:pt idx="1143">
                  <c:v>0.86965651880825212</c:v>
                </c:pt>
                <c:pt idx="1144">
                  <c:v>0.90930202866311161</c:v>
                </c:pt>
                <c:pt idx="1145">
                  <c:v>0.93532075421026528</c:v>
                </c:pt>
                <c:pt idx="1146">
                  <c:v>0.93607178026721527</c:v>
                </c:pt>
                <c:pt idx="1147">
                  <c:v>0.95249831727767076</c:v>
                </c:pt>
                <c:pt idx="1148">
                  <c:v>0.96446685138146138</c:v>
                </c:pt>
                <c:pt idx="1149">
                  <c:v>0.96641869498776289</c:v>
                </c:pt>
                <c:pt idx="1150">
                  <c:v>0.96637990784686001</c:v>
                </c:pt>
                <c:pt idx="1151">
                  <c:v>0.9661615937711554</c:v>
                </c:pt>
                <c:pt idx="1152">
                  <c:v>0.96591749699815854</c:v>
                </c:pt>
                <c:pt idx="1153">
                  <c:v>0.96580496572203911</c:v>
                </c:pt>
                <c:pt idx="1154">
                  <c:v>0.96181669200673681</c:v>
                </c:pt>
                <c:pt idx="1155">
                  <c:v>0.95495577483487237</c:v>
                </c:pt>
                <c:pt idx="1156">
                  <c:v>0.94243657697756056</c:v>
                </c:pt>
                <c:pt idx="1157">
                  <c:v>0.94266251488488928</c:v>
                </c:pt>
                <c:pt idx="1158">
                  <c:v>0.94527962897811424</c:v>
                </c:pt>
                <c:pt idx="1159">
                  <c:v>0.94945141105272035</c:v>
                </c:pt>
                <c:pt idx="1160">
                  <c:v>0.95058163853676259</c:v>
                </c:pt>
                <c:pt idx="1161">
                  <c:v>0.95086452741673333</c:v>
                </c:pt>
                <c:pt idx="1162">
                  <c:v>0.95271436556539546</c:v>
                </c:pt>
                <c:pt idx="1163">
                  <c:v>0.9536978214628633</c:v>
                </c:pt>
                <c:pt idx="1164">
                  <c:v>0.95300235568844749</c:v>
                </c:pt>
                <c:pt idx="1165">
                  <c:v>0.94576606829235688</c:v>
                </c:pt>
                <c:pt idx="1166">
                  <c:v>0.92923501200697822</c:v>
                </c:pt>
                <c:pt idx="1167">
                  <c:v>0.92745347172673309</c:v>
                </c:pt>
                <c:pt idx="1168">
                  <c:v>0.92478696539189265</c:v>
                </c:pt>
                <c:pt idx="1169">
                  <c:v>0.90376287776236852</c:v>
                </c:pt>
                <c:pt idx="1170">
                  <c:v>0.90113831774921582</c:v>
                </c:pt>
                <c:pt idx="1171">
                  <c:v>0.87701966748381044</c:v>
                </c:pt>
                <c:pt idx="1172">
                  <c:v>0.87504178160468993</c:v>
                </c:pt>
                <c:pt idx="1173">
                  <c:v>0.87410897499627216</c:v>
                </c:pt>
                <c:pt idx="1174">
                  <c:v>0.86593996219415093</c:v>
                </c:pt>
                <c:pt idx="1175">
                  <c:v>0.86200615170149408</c:v>
                </c:pt>
                <c:pt idx="1176">
                  <c:v>0.85918583154838868</c:v>
                </c:pt>
                <c:pt idx="1177">
                  <c:v>0.85967416058228041</c:v>
                </c:pt>
                <c:pt idx="1178">
                  <c:v>0.86137138659222867</c:v>
                </c:pt>
                <c:pt idx="1179">
                  <c:v>0.86147752677938172</c:v>
                </c:pt>
                <c:pt idx="1180">
                  <c:v>0.86544971531926851</c:v>
                </c:pt>
                <c:pt idx="1181">
                  <c:v>0.88387854475925509</c:v>
                </c:pt>
                <c:pt idx="1182">
                  <c:v>0.90670788851458528</c:v>
                </c:pt>
                <c:pt idx="1183">
                  <c:v>0.91132944127331816</c:v>
                </c:pt>
                <c:pt idx="1184">
                  <c:v>0.91432229424623068</c:v>
                </c:pt>
                <c:pt idx="1185">
                  <c:v>0.93714327267313102</c:v>
                </c:pt>
                <c:pt idx="1186">
                  <c:v>0.94362999904592582</c:v>
                </c:pt>
                <c:pt idx="1187">
                  <c:v>0.94549433534971983</c:v>
                </c:pt>
                <c:pt idx="1188">
                  <c:v>0.96352562914714057</c:v>
                </c:pt>
                <c:pt idx="1189">
                  <c:v>0.97351953280291614</c:v>
                </c:pt>
                <c:pt idx="1190">
                  <c:v>0.97199922731602628</c:v>
                </c:pt>
                <c:pt idx="1191">
                  <c:v>0.96067691435558011</c:v>
                </c:pt>
                <c:pt idx="1192">
                  <c:v>0.94018038602566956</c:v>
                </c:pt>
                <c:pt idx="1193">
                  <c:v>0.93583951241928565</c:v>
                </c:pt>
                <c:pt idx="1194">
                  <c:v>0.93479976822148547</c:v>
                </c:pt>
                <c:pt idx="1195">
                  <c:v>0.93175890645240189</c:v>
                </c:pt>
                <c:pt idx="1196">
                  <c:v>0.92901434742329059</c:v>
                </c:pt>
                <c:pt idx="1197">
                  <c:v>0.92896614511701081</c:v>
                </c:pt>
                <c:pt idx="1198">
                  <c:v>0.92781423232131965</c:v>
                </c:pt>
                <c:pt idx="1199">
                  <c:v>0.92752975525057957</c:v>
                </c:pt>
                <c:pt idx="1200">
                  <c:v>0.92620017816538824</c:v>
                </c:pt>
                <c:pt idx="1201">
                  <c:v>0.91805243622242561</c:v>
                </c:pt>
                <c:pt idx="1202">
                  <c:v>0.90956480834939257</c:v>
                </c:pt>
                <c:pt idx="1203">
                  <c:v>0.90675272216672631</c:v>
                </c:pt>
                <c:pt idx="1204">
                  <c:v>0.90821005224910578</c:v>
                </c:pt>
                <c:pt idx="1205">
                  <c:v>0.91434356973342235</c:v>
                </c:pt>
                <c:pt idx="1206">
                  <c:v>0.91556672091045144</c:v>
                </c:pt>
                <c:pt idx="1207">
                  <c:v>0.91755907729350528</c:v>
                </c:pt>
                <c:pt idx="1208">
                  <c:v>0.93339715158752234</c:v>
                </c:pt>
                <c:pt idx="1209">
                  <c:v>0.93844451524783312</c:v>
                </c:pt>
                <c:pt idx="1210">
                  <c:v>0.93662626931079918</c:v>
                </c:pt>
                <c:pt idx="1211">
                  <c:v>0.93315831893570211</c:v>
                </c:pt>
                <c:pt idx="1212">
                  <c:v>0.92686274338161367</c:v>
                </c:pt>
                <c:pt idx="1213">
                  <c:v>0.92383391920494851</c:v>
                </c:pt>
                <c:pt idx="1214">
                  <c:v>0.92185891193859393</c:v>
                </c:pt>
                <c:pt idx="1215">
                  <c:v>0.91909292733270087</c:v>
                </c:pt>
                <c:pt idx="1216">
                  <c:v>0.9184994188380099</c:v>
                </c:pt>
                <c:pt idx="1217">
                  <c:v>0.91660299897961117</c:v>
                </c:pt>
                <c:pt idx="1218">
                  <c:v>0.90260238736882303</c:v>
                </c:pt>
                <c:pt idx="1219">
                  <c:v>0.89872025607596429</c:v>
                </c:pt>
                <c:pt idx="1220">
                  <c:v>0.90024428938749057</c:v>
                </c:pt>
                <c:pt idx="1221">
                  <c:v>0.91254183056772742</c:v>
                </c:pt>
                <c:pt idx="1222">
                  <c:v>0.91559122699819739</c:v>
                </c:pt>
                <c:pt idx="1223">
                  <c:v>0.94244800928194372</c:v>
                </c:pt>
                <c:pt idx="1224">
                  <c:v>0.95780984344381681</c:v>
                </c:pt>
                <c:pt idx="1225">
                  <c:v>0.96356897864102353</c:v>
                </c:pt>
                <c:pt idx="1226">
                  <c:v>0.9406488797543644</c:v>
                </c:pt>
                <c:pt idx="1227">
                  <c:v>0.91190597319116173</c:v>
                </c:pt>
                <c:pt idx="1228">
                  <c:v>0.88932539155772472</c:v>
                </c:pt>
                <c:pt idx="1229">
                  <c:v>0.89019695081365025</c:v>
                </c:pt>
                <c:pt idx="1230">
                  <c:v>0.89707227088459307</c:v>
                </c:pt>
                <c:pt idx="1231">
                  <c:v>0.90847087970461793</c:v>
                </c:pt>
                <c:pt idx="1232">
                  <c:v>0.90930833781564824</c:v>
                </c:pt>
                <c:pt idx="1233">
                  <c:v>0.91092786683421589</c:v>
                </c:pt>
                <c:pt idx="1234">
                  <c:v>0.91458414531248822</c:v>
                </c:pt>
                <c:pt idx="1235">
                  <c:v>0.91751114302468451</c:v>
                </c:pt>
                <c:pt idx="1236">
                  <c:v>0.93972034065675381</c:v>
                </c:pt>
                <c:pt idx="1237">
                  <c:v>0.95266805825280609</c:v>
                </c:pt>
                <c:pt idx="1238">
                  <c:v>0.95344641973677968</c:v>
                </c:pt>
                <c:pt idx="1239">
                  <c:v>0.96356497311901856</c:v>
                </c:pt>
                <c:pt idx="1240">
                  <c:v>0.96443486736148198</c:v>
                </c:pt>
                <c:pt idx="1241">
                  <c:v>0.95438789142407721</c:v>
                </c:pt>
                <c:pt idx="1242">
                  <c:v>0.94654713778797461</c:v>
                </c:pt>
                <c:pt idx="1243">
                  <c:v>0.93976354030645926</c:v>
                </c:pt>
                <c:pt idx="1244">
                  <c:v>0.8769932911583288</c:v>
                </c:pt>
                <c:pt idx="1245">
                  <c:v>0.83464113341728097</c:v>
                </c:pt>
                <c:pt idx="1246">
                  <c:v>0.83967132064932437</c:v>
                </c:pt>
                <c:pt idx="1247">
                  <c:v>0.88456160289770147</c:v>
                </c:pt>
                <c:pt idx="1248">
                  <c:v>0.89332843339414791</c:v>
                </c:pt>
                <c:pt idx="1249">
                  <c:v>0.94993079276344783</c:v>
                </c:pt>
                <c:pt idx="1250">
                  <c:v>0.97240732941264318</c:v>
                </c:pt>
                <c:pt idx="1251">
                  <c:v>0.96760947899590055</c:v>
                </c:pt>
                <c:pt idx="1252">
                  <c:v>0.95039562731335281</c:v>
                </c:pt>
                <c:pt idx="1253">
                  <c:v>0.94924307715806189</c:v>
                </c:pt>
                <c:pt idx="1254">
                  <c:v>0.93354993097295147</c:v>
                </c:pt>
                <c:pt idx="1255">
                  <c:v>0.92505546108475312</c:v>
                </c:pt>
                <c:pt idx="1256">
                  <c:v>0.92214674132887153</c:v>
                </c:pt>
                <c:pt idx="1257">
                  <c:v>0.90955601491962046</c:v>
                </c:pt>
                <c:pt idx="1258">
                  <c:v>0.8837304081228774</c:v>
                </c:pt>
                <c:pt idx="1259">
                  <c:v>0.88007019632850125</c:v>
                </c:pt>
                <c:pt idx="1260">
                  <c:v>0.87748362346513287</c:v>
                </c:pt>
                <c:pt idx="1261">
                  <c:v>0.86369249595091013</c:v>
                </c:pt>
                <c:pt idx="1262">
                  <c:v>0.84790035160897992</c:v>
                </c:pt>
                <c:pt idx="1263">
                  <c:v>0.84199382467187134</c:v>
                </c:pt>
                <c:pt idx="1264">
                  <c:v>0.83089691079012873</c:v>
                </c:pt>
                <c:pt idx="1265">
                  <c:v>0.73739768690576535</c:v>
                </c:pt>
                <c:pt idx="1266">
                  <c:v>0.68142321169792097</c:v>
                </c:pt>
                <c:pt idx="1267">
                  <c:v>0.69277365850301142</c:v>
                </c:pt>
                <c:pt idx="1268">
                  <c:v>0.7661968717116695</c:v>
                </c:pt>
                <c:pt idx="1269">
                  <c:v>0.82984813477622532</c:v>
                </c:pt>
                <c:pt idx="1270">
                  <c:v>0.88630582376691314</c:v>
                </c:pt>
                <c:pt idx="1271">
                  <c:v>0.89591522476091789</c:v>
                </c:pt>
                <c:pt idx="1272">
                  <c:v>0.88431794442785916</c:v>
                </c:pt>
                <c:pt idx="1273">
                  <c:v>0.86221160603638558</c:v>
                </c:pt>
                <c:pt idx="1274">
                  <c:v>0.85117585493944392</c:v>
                </c:pt>
                <c:pt idx="1275">
                  <c:v>0.85791894001339164</c:v>
                </c:pt>
                <c:pt idx="1276">
                  <c:v>0.92210196803145206</c:v>
                </c:pt>
                <c:pt idx="1277">
                  <c:v>0.9223681389077184</c:v>
                </c:pt>
                <c:pt idx="1278">
                  <c:v>0.93068829364018535</c:v>
                </c:pt>
                <c:pt idx="1279">
                  <c:v>0.9381990175077628</c:v>
                </c:pt>
                <c:pt idx="1280">
                  <c:v>0.9421010708641071</c:v>
                </c:pt>
                <c:pt idx="1281">
                  <c:v>0.93691414934762041</c:v>
                </c:pt>
                <c:pt idx="1282">
                  <c:v>0.85583958092636692</c:v>
                </c:pt>
                <c:pt idx="1283">
                  <c:v>0.8592691909180511</c:v>
                </c:pt>
                <c:pt idx="1284">
                  <c:v>0.87908135242194085</c:v>
                </c:pt>
                <c:pt idx="1285">
                  <c:v>0.89507034344104119</c:v>
                </c:pt>
                <c:pt idx="1286">
                  <c:v>0.89750821028754912</c:v>
                </c:pt>
                <c:pt idx="1287">
                  <c:v>0.91155178208289633</c:v>
                </c:pt>
                <c:pt idx="1288">
                  <c:v>0.92642446070086892</c:v>
                </c:pt>
                <c:pt idx="1289">
                  <c:v>0.93353311006831041</c:v>
                </c:pt>
                <c:pt idx="1290">
                  <c:v>0.92742797157772272</c:v>
                </c:pt>
                <c:pt idx="1291">
                  <c:v>0.89410722364242234</c:v>
                </c:pt>
                <c:pt idx="1292">
                  <c:v>0.8740166901090235</c:v>
                </c:pt>
                <c:pt idx="1293">
                  <c:v>0.87117196482763493</c:v>
                </c:pt>
                <c:pt idx="1294">
                  <c:v>0.83618566501195324</c:v>
                </c:pt>
                <c:pt idx="1295">
                  <c:v>0.82852721704620602</c:v>
                </c:pt>
                <c:pt idx="1296">
                  <c:v>0.77762993865425656</c:v>
                </c:pt>
                <c:pt idx="1297">
                  <c:v>0.75352349769792348</c:v>
                </c:pt>
                <c:pt idx="1298">
                  <c:v>0.74783296083591244</c:v>
                </c:pt>
                <c:pt idx="1299">
                  <c:v>0.70226268931895375</c:v>
                </c:pt>
                <c:pt idx="1300">
                  <c:v>0.66473895281335971</c:v>
                </c:pt>
                <c:pt idx="1301">
                  <c:v>0.65844392864911594</c:v>
                </c:pt>
                <c:pt idx="1302">
                  <c:v>0.66626726940867032</c:v>
                </c:pt>
                <c:pt idx="1303">
                  <c:v>0.77093673819923469</c:v>
                </c:pt>
                <c:pt idx="1304">
                  <c:v>0.7951791809906501</c:v>
                </c:pt>
                <c:pt idx="1305">
                  <c:v>0.82729349217123027</c:v>
                </c:pt>
                <c:pt idx="1306">
                  <c:v>0.87214497321065487</c:v>
                </c:pt>
                <c:pt idx="1307">
                  <c:v>0.93325722284416246</c:v>
                </c:pt>
                <c:pt idx="1308">
                  <c:v>0.9396033664453074</c:v>
                </c:pt>
                <c:pt idx="1309">
                  <c:v>0.94839634386058225</c:v>
                </c:pt>
                <c:pt idx="1310">
                  <c:v>0.9524253238484498</c:v>
                </c:pt>
                <c:pt idx="1311">
                  <c:v>0.95093119745397281</c:v>
                </c:pt>
                <c:pt idx="1312">
                  <c:v>0.93633221020937951</c:v>
                </c:pt>
                <c:pt idx="1313">
                  <c:v>0.92624933552092403</c:v>
                </c:pt>
                <c:pt idx="1314">
                  <c:v>0.92536419570367179</c:v>
                </c:pt>
                <c:pt idx="1315">
                  <c:v>0.91229621736022914</c:v>
                </c:pt>
                <c:pt idx="1316">
                  <c:v>0.89953678579272667</c:v>
                </c:pt>
                <c:pt idx="1317">
                  <c:v>0.89863772519720575</c:v>
                </c:pt>
                <c:pt idx="1318">
                  <c:v>0.8969021593565224</c:v>
                </c:pt>
                <c:pt idx="1319">
                  <c:v>0.88491032459528673</c:v>
                </c:pt>
                <c:pt idx="1320">
                  <c:v>0.87925355705212682</c:v>
                </c:pt>
                <c:pt idx="1321">
                  <c:v>0.87564319662348322</c:v>
                </c:pt>
                <c:pt idx="1322">
                  <c:v>0.85141200879580647</c:v>
                </c:pt>
                <c:pt idx="1323">
                  <c:v>0.83227269663334469</c:v>
                </c:pt>
                <c:pt idx="1324">
                  <c:v>0.82659905782221499</c:v>
                </c:pt>
                <c:pt idx="1325">
                  <c:v>0.82828920237232206</c:v>
                </c:pt>
                <c:pt idx="1326">
                  <c:v>0.84125646698345657</c:v>
                </c:pt>
                <c:pt idx="1327">
                  <c:v>0.84192263575022863</c:v>
                </c:pt>
                <c:pt idx="1328">
                  <c:v>0.84531944539988013</c:v>
                </c:pt>
                <c:pt idx="1329">
                  <c:v>0.84820720513967296</c:v>
                </c:pt>
                <c:pt idx="1330">
                  <c:v>0.85035749323617327</c:v>
                </c:pt>
                <c:pt idx="1331">
                  <c:v>0.84897350980719577</c:v>
                </c:pt>
                <c:pt idx="1332">
                  <c:v>0.84114976960371113</c:v>
                </c:pt>
                <c:pt idx="1333">
                  <c:v>0.83444047238920416</c:v>
                </c:pt>
                <c:pt idx="1334">
                  <c:v>0.83779806225659326</c:v>
                </c:pt>
                <c:pt idx="1335">
                  <c:v>0.86878431877162132</c:v>
                </c:pt>
                <c:pt idx="1336">
                  <c:v>0.87362097806893069</c:v>
                </c:pt>
                <c:pt idx="1337">
                  <c:v>0.87853725119436732</c:v>
                </c:pt>
                <c:pt idx="1338">
                  <c:v>0.90785726359375374</c:v>
                </c:pt>
                <c:pt idx="1339">
                  <c:v>0.92722317220318706</c:v>
                </c:pt>
                <c:pt idx="1340">
                  <c:v>0.92261044560130712</c:v>
                </c:pt>
                <c:pt idx="1341">
                  <c:v>0.87505042304466651</c:v>
                </c:pt>
                <c:pt idx="1342">
                  <c:v>0.86835017284120919</c:v>
                </c:pt>
                <c:pt idx="1343">
                  <c:v>0.87172055563033801</c:v>
                </c:pt>
                <c:pt idx="1344">
                  <c:v>0.89630554262853035</c:v>
                </c:pt>
                <c:pt idx="1345">
                  <c:v>0.92404664714454199</c:v>
                </c:pt>
                <c:pt idx="1346">
                  <c:v>0.94182648270199665</c:v>
                </c:pt>
                <c:pt idx="1347">
                  <c:v>0.94106961123867849</c:v>
                </c:pt>
                <c:pt idx="1348">
                  <c:v>0.92660218720526788</c:v>
                </c:pt>
                <c:pt idx="1349">
                  <c:v>0.9115369072304228</c:v>
                </c:pt>
                <c:pt idx="1350">
                  <c:v>0.91098138053439914</c:v>
                </c:pt>
                <c:pt idx="1351">
                  <c:v>0.9034385765068178</c:v>
                </c:pt>
                <c:pt idx="1352">
                  <c:v>0.90082719178361259</c:v>
                </c:pt>
                <c:pt idx="1353">
                  <c:v>0.89220437240098782</c:v>
                </c:pt>
                <c:pt idx="1354">
                  <c:v>0.86812745260689317</c:v>
                </c:pt>
                <c:pt idx="1355">
                  <c:v>0.86170994984443827</c:v>
                </c:pt>
                <c:pt idx="1356">
                  <c:v>0.86816371519032975</c:v>
                </c:pt>
                <c:pt idx="1357">
                  <c:v>0.88022576351758131</c:v>
                </c:pt>
                <c:pt idx="1358">
                  <c:v>0.88518984329571004</c:v>
                </c:pt>
                <c:pt idx="1359">
                  <c:v>0.88326483265726874</c:v>
                </c:pt>
                <c:pt idx="1360">
                  <c:v>0.87140510687239126</c:v>
                </c:pt>
                <c:pt idx="1361">
                  <c:v>0.86210210521193187</c:v>
                </c:pt>
                <c:pt idx="1362">
                  <c:v>0.85396470013544223</c:v>
                </c:pt>
                <c:pt idx="1363">
                  <c:v>0.85530896865766792</c:v>
                </c:pt>
                <c:pt idx="1364">
                  <c:v>0.86099556070930827</c:v>
                </c:pt>
                <c:pt idx="1365">
                  <c:v>0.86568212364441599</c:v>
                </c:pt>
                <c:pt idx="1366">
                  <c:v>0.86616874674143907</c:v>
                </c:pt>
                <c:pt idx="1367">
                  <c:v>0.86137964226413821</c:v>
                </c:pt>
                <c:pt idx="1368">
                  <c:v>0.8472379726654673</c:v>
                </c:pt>
                <c:pt idx="1369">
                  <c:v>0.83998790182098237</c:v>
                </c:pt>
                <c:pt idx="1370">
                  <c:v>0.83793573006437938</c:v>
                </c:pt>
                <c:pt idx="1371">
                  <c:v>0.81834626238824371</c:v>
                </c:pt>
                <c:pt idx="1372">
                  <c:v>0.79869429217886245</c:v>
                </c:pt>
                <c:pt idx="1373">
                  <c:v>0.80437279506735437</c:v>
                </c:pt>
                <c:pt idx="1374">
                  <c:v>0.80857868109921527</c:v>
                </c:pt>
                <c:pt idx="1375">
                  <c:v>0.88479669173165132</c:v>
                </c:pt>
                <c:pt idx="1376">
                  <c:v>0.897957035039603</c:v>
                </c:pt>
                <c:pt idx="1377">
                  <c:v>0.90358155753013891</c:v>
                </c:pt>
                <c:pt idx="1378">
                  <c:v>0.94697121241365478</c:v>
                </c:pt>
                <c:pt idx="1379">
                  <c:v>0.94832689627514999</c:v>
                </c:pt>
                <c:pt idx="1380">
                  <c:v>0.94977171103740299</c:v>
                </c:pt>
                <c:pt idx="1381">
                  <c:v>0.95660933455031183</c:v>
                </c:pt>
                <c:pt idx="1382">
                  <c:v>0.96167526643844037</c:v>
                </c:pt>
                <c:pt idx="1383">
                  <c:v>0.96227917622181203</c:v>
                </c:pt>
                <c:pt idx="1384">
                  <c:v>0.95804057832480094</c:v>
                </c:pt>
                <c:pt idx="1385">
                  <c:v>0.91168490603723573</c:v>
                </c:pt>
                <c:pt idx="1386">
                  <c:v>0.89975719257574371</c:v>
                </c:pt>
                <c:pt idx="1387">
                  <c:v>0.89293251804502161</c:v>
                </c:pt>
                <c:pt idx="1388">
                  <c:v>0.86186623311098209</c:v>
                </c:pt>
                <c:pt idx="1389">
                  <c:v>0.83401496966154887</c:v>
                </c:pt>
                <c:pt idx="1390">
                  <c:v>0.80219196000951987</c:v>
                </c:pt>
                <c:pt idx="1391">
                  <c:v>0.81249113048833732</c:v>
                </c:pt>
                <c:pt idx="1392">
                  <c:v>0.92575920800128286</c:v>
                </c:pt>
                <c:pt idx="1393">
                  <c:v>0.92340809926099399</c:v>
                </c:pt>
                <c:pt idx="1394">
                  <c:v>0.89868181688635296</c:v>
                </c:pt>
                <c:pt idx="1395">
                  <c:v>0.89075161225004085</c:v>
                </c:pt>
                <c:pt idx="1396">
                  <c:v>0.89328430632381628</c:v>
                </c:pt>
                <c:pt idx="1397">
                  <c:v>0.91332856335562662</c:v>
                </c:pt>
                <c:pt idx="1398">
                  <c:v>0.92514193962331215</c:v>
                </c:pt>
                <c:pt idx="1399">
                  <c:v>0.93627902930344731</c:v>
                </c:pt>
                <c:pt idx="1400">
                  <c:v>0.99511453468578204</c:v>
                </c:pt>
                <c:pt idx="1401">
                  <c:v>0.98047713837832129</c:v>
                </c:pt>
                <c:pt idx="1402">
                  <c:v>0.82058621388149799</c:v>
                </c:pt>
                <c:pt idx="1403">
                  <c:v>0.76748044517773184</c:v>
                </c:pt>
                <c:pt idx="1404">
                  <c:v>0.77709926506106963</c:v>
                </c:pt>
                <c:pt idx="1405">
                  <c:v>0.86400610946036727</c:v>
                </c:pt>
                <c:pt idx="1406">
                  <c:v>0.89182341547804866</c:v>
                </c:pt>
                <c:pt idx="1407">
                  <c:v>0.93588237162926857</c:v>
                </c:pt>
                <c:pt idx="1408">
                  <c:v>0.97735969810009116</c:v>
                </c:pt>
                <c:pt idx="1409">
                  <c:v>0.9900147705864899</c:v>
                </c:pt>
                <c:pt idx="1410">
                  <c:v>0.9419107011982556</c:v>
                </c:pt>
                <c:pt idx="1411">
                  <c:v>0.88505766523289586</c:v>
                </c:pt>
                <c:pt idx="1412">
                  <c:v>0.87455514263508816</c:v>
                </c:pt>
                <c:pt idx="1413">
                  <c:v>0.88461471389522273</c:v>
                </c:pt>
                <c:pt idx="1414">
                  <c:v>0.89246693589590309</c:v>
                </c:pt>
                <c:pt idx="1415">
                  <c:v>0.91156821916419628</c:v>
                </c:pt>
                <c:pt idx="1416">
                  <c:v>0.91549685018510507</c:v>
                </c:pt>
                <c:pt idx="1417">
                  <c:v>0.91604412554918713</c:v>
                </c:pt>
                <c:pt idx="1418">
                  <c:v>0.92040695532731398</c:v>
                </c:pt>
                <c:pt idx="1419">
                  <c:v>0.9221228688197014</c:v>
                </c:pt>
                <c:pt idx="1420">
                  <c:v>0.90787397875299847</c:v>
                </c:pt>
                <c:pt idx="1421">
                  <c:v>0.77948429522438134</c:v>
                </c:pt>
                <c:pt idx="1422">
                  <c:v>0.69179744130259468</c:v>
                </c:pt>
                <c:pt idx="1423">
                  <c:v>0.69654278740961229</c:v>
                </c:pt>
                <c:pt idx="1424">
                  <c:v>0.69989602265875162</c:v>
                </c:pt>
                <c:pt idx="1425">
                  <c:v>0.75743107500231055</c:v>
                </c:pt>
                <c:pt idx="1426">
                  <c:v>0.82201626134394556</c:v>
                </c:pt>
                <c:pt idx="1427">
                  <c:v>0.87155385262570262</c:v>
                </c:pt>
                <c:pt idx="1428">
                  <c:v>0.94923452358301197</c:v>
                </c:pt>
                <c:pt idx="1429">
                  <c:v>0.99297421580766054</c:v>
                </c:pt>
                <c:pt idx="1430">
                  <c:v>0.99930058843625003</c:v>
                </c:pt>
                <c:pt idx="1431">
                  <c:v>0.75021915089391089</c:v>
                </c:pt>
                <c:pt idx="1432">
                  <c:v>0.84463405792382951</c:v>
                </c:pt>
                <c:pt idx="1433">
                  <c:v>0.91028182553347547</c:v>
                </c:pt>
                <c:pt idx="1434">
                  <c:v>0.90335101328787515</c:v>
                </c:pt>
                <c:pt idx="1435">
                  <c:v>0.84662064454502661</c:v>
                </c:pt>
                <c:pt idx="1436">
                  <c:v>0.79552102703468008</c:v>
                </c:pt>
                <c:pt idx="1437">
                  <c:v>0.79808181064533956</c:v>
                </c:pt>
                <c:pt idx="1438">
                  <c:v>0.79950802425768264</c:v>
                </c:pt>
                <c:pt idx="1439">
                  <c:v>0.84650119288797931</c:v>
                </c:pt>
                <c:pt idx="1440">
                  <c:v>0.86663996257538334</c:v>
                </c:pt>
                <c:pt idx="1441">
                  <c:v>0.86965689527882062</c:v>
                </c:pt>
                <c:pt idx="1442">
                  <c:v>0.86765903677631517</c:v>
                </c:pt>
                <c:pt idx="1443">
                  <c:v>0.83625313239034194</c:v>
                </c:pt>
                <c:pt idx="1444">
                  <c:v>0.83359207458273188</c:v>
                </c:pt>
                <c:pt idx="1445">
                  <c:v>0.82978758253262164</c:v>
                </c:pt>
                <c:pt idx="1446">
                  <c:v>0.78977482506011099</c:v>
                </c:pt>
                <c:pt idx="1447">
                  <c:v>0.7793665114424837</c:v>
                </c:pt>
                <c:pt idx="1448">
                  <c:v>0.78428630454971193</c:v>
                </c:pt>
                <c:pt idx="1449">
                  <c:v>0.81238099261134067</c:v>
                </c:pt>
                <c:pt idx="1450">
                  <c:v>0.83029652302206547</c:v>
                </c:pt>
                <c:pt idx="1451">
                  <c:v>0.83339341879945006</c:v>
                </c:pt>
                <c:pt idx="1452">
                  <c:v>0.83515648831940181</c:v>
                </c:pt>
                <c:pt idx="1453">
                  <c:v>0.86434941278665334</c:v>
                </c:pt>
                <c:pt idx="1454">
                  <c:v>0.88411861478498943</c:v>
                </c:pt>
                <c:pt idx="1455">
                  <c:v>0.90840767367071085</c:v>
                </c:pt>
                <c:pt idx="1456">
                  <c:v>0.92145051732891359</c:v>
                </c:pt>
                <c:pt idx="1457">
                  <c:v>0.92284197266910195</c:v>
                </c:pt>
                <c:pt idx="1458">
                  <c:v>0.93633192948538957</c:v>
                </c:pt>
                <c:pt idx="1459">
                  <c:v>0.9262461085107957</c:v>
                </c:pt>
                <c:pt idx="1460">
                  <c:v>0.90947745881340636</c:v>
                </c:pt>
                <c:pt idx="1461">
                  <c:v>0.89416964146969902</c:v>
                </c:pt>
                <c:pt idx="1462">
                  <c:v>0.88342351342504777</c:v>
                </c:pt>
                <c:pt idx="1463">
                  <c:v>0.89459899158852796</c:v>
                </c:pt>
                <c:pt idx="1464">
                  <c:v>0.90287120144104849</c:v>
                </c:pt>
                <c:pt idx="1465">
                  <c:v>0.9303910538634379</c:v>
                </c:pt>
                <c:pt idx="1466">
                  <c:v>0.95778619923490238</c:v>
                </c:pt>
                <c:pt idx="1467">
                  <c:v>0.98465447182936461</c:v>
                </c:pt>
                <c:pt idx="1468">
                  <c:v>0.99895931412165606</c:v>
                </c:pt>
                <c:pt idx="1469">
                  <c:v>0.84770157506075916</c:v>
                </c:pt>
                <c:pt idx="1470">
                  <c:v>0.83652837092322507</c:v>
                </c:pt>
                <c:pt idx="1471">
                  <c:v>0.83475257575861406</c:v>
                </c:pt>
                <c:pt idx="1472">
                  <c:v>0.83770619122510348</c:v>
                </c:pt>
                <c:pt idx="1473">
                  <c:v>0.85705939214966487</c:v>
                </c:pt>
                <c:pt idx="1474">
                  <c:v>0.87354921077366277</c:v>
                </c:pt>
                <c:pt idx="1475">
                  <c:v>0.87876051752163475</c:v>
                </c:pt>
                <c:pt idx="1476">
                  <c:v>0.90725944013792126</c:v>
                </c:pt>
                <c:pt idx="1477">
                  <c:v>0.92811193980653139</c:v>
                </c:pt>
                <c:pt idx="1478">
                  <c:v>0.93885090714114272</c:v>
                </c:pt>
                <c:pt idx="1479">
                  <c:v>0.94026228139986678</c:v>
                </c:pt>
                <c:pt idx="1480">
                  <c:v>0.95199200404692752</c:v>
                </c:pt>
                <c:pt idx="1481">
                  <c:v>0.95806309979012805</c:v>
                </c:pt>
                <c:pt idx="1482">
                  <c:v>0.95920921560915617</c:v>
                </c:pt>
                <c:pt idx="1483">
                  <c:v>0.98068710282310501</c:v>
                </c:pt>
                <c:pt idx="1484">
                  <c:v>0.9788759042219517</c:v>
                </c:pt>
                <c:pt idx="1485">
                  <c:v>0.97672043817309273</c:v>
                </c:pt>
                <c:pt idx="1486">
                  <c:v>0.92995499111830238</c:v>
                </c:pt>
                <c:pt idx="1487">
                  <c:v>0.91467821567921703</c:v>
                </c:pt>
                <c:pt idx="1488">
                  <c:v>0.91147252387750788</c:v>
                </c:pt>
                <c:pt idx="1489">
                  <c:v>0.88684056431279856</c:v>
                </c:pt>
                <c:pt idx="1490">
                  <c:v>0.87191939127925477</c:v>
                </c:pt>
                <c:pt idx="1491">
                  <c:v>0.87526925715747894</c:v>
                </c:pt>
                <c:pt idx="1492">
                  <c:v>0.87769441522560276</c:v>
                </c:pt>
                <c:pt idx="1493">
                  <c:v>0.92608914895470174</c:v>
                </c:pt>
                <c:pt idx="1494">
                  <c:v>0.92998719303077182</c:v>
                </c:pt>
                <c:pt idx="1495">
                  <c:v>0.93446174889193256</c:v>
                </c:pt>
                <c:pt idx="1496">
                  <c:v>0.95489003236699022</c:v>
                </c:pt>
                <c:pt idx="1497">
                  <c:v>0.96306822343857412</c:v>
                </c:pt>
                <c:pt idx="1498">
                  <c:v>0.96149317306074433</c:v>
                </c:pt>
                <c:pt idx="1499">
                  <c:v>0.95137897504345748</c:v>
                </c:pt>
                <c:pt idx="1500">
                  <c:v>0.94498375297154291</c:v>
                </c:pt>
                <c:pt idx="1501">
                  <c:v>0.9438646122853539</c:v>
                </c:pt>
                <c:pt idx="1502">
                  <c:v>0.94570929475941312</c:v>
                </c:pt>
                <c:pt idx="1503">
                  <c:v>0.96002218574809062</c:v>
                </c:pt>
                <c:pt idx="1504">
                  <c:v>0.96953901201711334</c:v>
                </c:pt>
                <c:pt idx="1505">
                  <c:v>0.97716986175051812</c:v>
                </c:pt>
                <c:pt idx="1506">
                  <c:v>0.98932951639395239</c:v>
                </c:pt>
                <c:pt idx="1507">
                  <c:v>0.99824563431858393</c:v>
                </c:pt>
                <c:pt idx="1508">
                  <c:v>0.99957726059408969</c:v>
                </c:pt>
                <c:pt idx="1509">
                  <c:v>0.89301940405050362</c:v>
                </c:pt>
                <c:pt idx="1510">
                  <c:v>0.88515413803799037</c:v>
                </c:pt>
                <c:pt idx="1511">
                  <c:v>0.85378517159871636</c:v>
                </c:pt>
                <c:pt idx="1512">
                  <c:v>0.86544707963633583</c:v>
                </c:pt>
                <c:pt idx="1513">
                  <c:v>0.87532301698312842</c:v>
                </c:pt>
                <c:pt idx="1514">
                  <c:v>0.92186460126529168</c:v>
                </c:pt>
                <c:pt idx="1515">
                  <c:v>0.93820394899698589</c:v>
                </c:pt>
                <c:pt idx="1516">
                  <c:v>0.93723508442025816</c:v>
                </c:pt>
                <c:pt idx="1517">
                  <c:v>0.93103740588989392</c:v>
                </c:pt>
                <c:pt idx="1518">
                  <c:v>0.92646200335917128</c:v>
                </c:pt>
                <c:pt idx="1519">
                  <c:v>0.91294628799845678</c:v>
                </c:pt>
                <c:pt idx="1520">
                  <c:v>0.8966263337937298</c:v>
                </c:pt>
                <c:pt idx="1521">
                  <c:v>0.89134166926650071</c:v>
                </c:pt>
                <c:pt idx="1522">
                  <c:v>0.88603348876748289</c:v>
                </c:pt>
                <c:pt idx="1523">
                  <c:v>0.83809086187852688</c:v>
                </c:pt>
                <c:pt idx="1524">
                  <c:v>0.81767090992102465</c:v>
                </c:pt>
                <c:pt idx="1525">
                  <c:v>0.81207548936796758</c:v>
                </c:pt>
                <c:pt idx="1526">
                  <c:v>0.76231446858176299</c:v>
                </c:pt>
                <c:pt idx="1527">
                  <c:v>0.72522397114338299</c:v>
                </c:pt>
                <c:pt idx="1528">
                  <c:v>0.71115066288049522</c:v>
                </c:pt>
                <c:pt idx="1529">
                  <c:v>0.71446031713023661</c:v>
                </c:pt>
                <c:pt idx="1530">
                  <c:v>0.75937358011702194</c:v>
                </c:pt>
                <c:pt idx="1531">
                  <c:v>0.77372606526995369</c:v>
                </c:pt>
                <c:pt idx="1532">
                  <c:v>0.77585391712985297</c:v>
                </c:pt>
                <c:pt idx="1533">
                  <c:v>0.79472130446767819</c:v>
                </c:pt>
                <c:pt idx="1534">
                  <c:v>0.79659754567406393</c:v>
                </c:pt>
                <c:pt idx="1535">
                  <c:v>0.80619554027554485</c:v>
                </c:pt>
                <c:pt idx="1536">
                  <c:v>0.88230050784035374</c:v>
                </c:pt>
                <c:pt idx="1537">
                  <c:v>0.94143073736338745</c:v>
                </c:pt>
                <c:pt idx="1538">
                  <c:v>0.93773704083993625</c:v>
                </c:pt>
                <c:pt idx="1539">
                  <c:v>0.9132768594969225</c:v>
                </c:pt>
                <c:pt idx="1540">
                  <c:v>0.89273226949631679</c:v>
                </c:pt>
                <c:pt idx="1541">
                  <c:v>0.89058047200252777</c:v>
                </c:pt>
                <c:pt idx="1542">
                  <c:v>0.88582889792251307</c:v>
                </c:pt>
                <c:pt idx="1543">
                  <c:v>0.87782537033484409</c:v>
                </c:pt>
                <c:pt idx="1544">
                  <c:v>0.86510443493227762</c:v>
                </c:pt>
                <c:pt idx="1545">
                  <c:v>0.85265653235955874</c:v>
                </c:pt>
                <c:pt idx="1546">
                  <c:v>0.83971405957876155</c:v>
                </c:pt>
                <c:pt idx="1547">
                  <c:v>0.82623833485811871</c:v>
                </c:pt>
                <c:pt idx="1548">
                  <c:v>0.81820389062907195</c:v>
                </c:pt>
                <c:pt idx="1549">
                  <c:v>0.83543440960902327</c:v>
                </c:pt>
                <c:pt idx="1550">
                  <c:v>0.9459565375610387</c:v>
                </c:pt>
                <c:pt idx="1551">
                  <c:v>0.99977985724714746</c:v>
                </c:pt>
                <c:pt idx="1552">
                  <c:v>0.90865744327739839</c:v>
                </c:pt>
                <c:pt idx="1553">
                  <c:v>0.81247966473977928</c:v>
                </c:pt>
                <c:pt idx="1554">
                  <c:v>0.80792891087228635</c:v>
                </c:pt>
                <c:pt idx="1555">
                  <c:v>0.78729811251411363</c:v>
                </c:pt>
                <c:pt idx="1556">
                  <c:v>0.79357423548748818</c:v>
                </c:pt>
                <c:pt idx="1557">
                  <c:v>0.85919706751367786</c:v>
                </c:pt>
                <c:pt idx="1558">
                  <c:v>0.90043426940136151</c:v>
                </c:pt>
                <c:pt idx="1559">
                  <c:v>0.90215288180459041</c:v>
                </c:pt>
                <c:pt idx="1560">
                  <c:v>0.92062121499550031</c:v>
                </c:pt>
                <c:pt idx="1561">
                  <c:v>0.92529372383708763</c:v>
                </c:pt>
                <c:pt idx="1562">
                  <c:v>0.92000878481291704</c:v>
                </c:pt>
                <c:pt idx="1563">
                  <c:v>0.9053127629085983</c:v>
                </c:pt>
                <c:pt idx="1564">
                  <c:v>0.88694055095189928</c:v>
                </c:pt>
                <c:pt idx="1565">
                  <c:v>0.88198935903134124</c:v>
                </c:pt>
                <c:pt idx="1566">
                  <c:v>0.86794092729011052</c:v>
                </c:pt>
                <c:pt idx="1567">
                  <c:v>0.84533502825056039</c:v>
                </c:pt>
                <c:pt idx="1568">
                  <c:v>0.80665537992280223</c:v>
                </c:pt>
                <c:pt idx="1569">
                  <c:v>0.79004750469281393</c:v>
                </c:pt>
                <c:pt idx="1570">
                  <c:v>0.78453858591159487</c:v>
                </c:pt>
                <c:pt idx="1571">
                  <c:v>0.78784584551529002</c:v>
                </c:pt>
                <c:pt idx="1572">
                  <c:v>0.81721981988199133</c:v>
                </c:pt>
                <c:pt idx="1573">
                  <c:v>0.82235708062210855</c:v>
                </c:pt>
                <c:pt idx="1574">
                  <c:v>0.83933445768818715</c:v>
                </c:pt>
                <c:pt idx="1575">
                  <c:v>0.87893088200824965</c:v>
                </c:pt>
                <c:pt idx="1576">
                  <c:v>0.90183120598076205</c:v>
                </c:pt>
                <c:pt idx="1577">
                  <c:v>0.89725720959215916</c:v>
                </c:pt>
                <c:pt idx="1578">
                  <c:v>0.8569154634741335</c:v>
                </c:pt>
                <c:pt idx="1579">
                  <c:v>0.83058572765660565</c:v>
                </c:pt>
                <c:pt idx="1580">
                  <c:v>0.82376153088590032</c:v>
                </c:pt>
                <c:pt idx="1581">
                  <c:v>0.82317071983416756</c:v>
                </c:pt>
                <c:pt idx="1582">
                  <c:v>0.81965947728300315</c:v>
                </c:pt>
                <c:pt idx="1583">
                  <c:v>0.81566979672321349</c:v>
                </c:pt>
                <c:pt idx="1584">
                  <c:v>0.81213410725751889</c:v>
                </c:pt>
                <c:pt idx="1585">
                  <c:v>0.80839690757258842</c:v>
                </c:pt>
                <c:pt idx="1586">
                  <c:v>0.80526349621869231</c:v>
                </c:pt>
                <c:pt idx="1587">
                  <c:v>0.80456600211899487</c:v>
                </c:pt>
                <c:pt idx="1588">
                  <c:v>0.8199089080548595</c:v>
                </c:pt>
                <c:pt idx="1589">
                  <c:v>0.95880658942793451</c:v>
                </c:pt>
                <c:pt idx="1590">
                  <c:v>0.99928585212528076</c:v>
                </c:pt>
                <c:pt idx="1591">
                  <c:v>0.82704653089279434</c:v>
                </c:pt>
                <c:pt idx="1592">
                  <c:v>0.8172588823423107</c:v>
                </c:pt>
                <c:pt idx="1593">
                  <c:v>0.79847556676307663</c:v>
                </c:pt>
                <c:pt idx="1594">
                  <c:v>0.78632464944398972</c:v>
                </c:pt>
                <c:pt idx="1595">
                  <c:v>0.78213126391353882</c:v>
                </c:pt>
                <c:pt idx="1596">
                  <c:v>0.73941586593353026</c:v>
                </c:pt>
                <c:pt idx="1597">
                  <c:v>0.72935943208205578</c:v>
                </c:pt>
                <c:pt idx="1598">
                  <c:v>0.74185061419744691</c:v>
                </c:pt>
                <c:pt idx="1599">
                  <c:v>0.80926139536539599</c:v>
                </c:pt>
                <c:pt idx="1600">
                  <c:v>0.85747107702593595</c:v>
                </c:pt>
                <c:pt idx="1601">
                  <c:v>0.85914472125628538</c:v>
                </c:pt>
                <c:pt idx="1602">
                  <c:v>0.86591459464001774</c:v>
                </c:pt>
                <c:pt idx="1603">
                  <c:v>0.87196175797535813</c:v>
                </c:pt>
                <c:pt idx="1604">
                  <c:v>0.87718525996496111</c:v>
                </c:pt>
                <c:pt idx="1605">
                  <c:v>0.87786153843568737</c:v>
                </c:pt>
                <c:pt idx="1606">
                  <c:v>0.87665872418181956</c:v>
                </c:pt>
                <c:pt idx="1607">
                  <c:v>0.8680449000777446</c:v>
                </c:pt>
                <c:pt idx="1608">
                  <c:v>0.85116511878966661</c:v>
                </c:pt>
                <c:pt idx="1609">
                  <c:v>0.75690170340538598</c:v>
                </c:pt>
                <c:pt idx="1610">
                  <c:v>0.71255195167304874</c:v>
                </c:pt>
                <c:pt idx="1611">
                  <c:v>0.71848755171002288</c:v>
                </c:pt>
                <c:pt idx="1612">
                  <c:v>0.79503858624847756</c:v>
                </c:pt>
                <c:pt idx="1613">
                  <c:v>0.84815986391427101</c:v>
                </c:pt>
                <c:pt idx="1614">
                  <c:v>0.84514680501608774</c:v>
                </c:pt>
                <c:pt idx="1615">
                  <c:v>0.82444761760026031</c:v>
                </c:pt>
                <c:pt idx="1616">
                  <c:v>0.80871977371031423</c:v>
                </c:pt>
                <c:pt idx="1617">
                  <c:v>0.79543747184418989</c:v>
                </c:pt>
                <c:pt idx="1618">
                  <c:v>0.78493023373582482</c:v>
                </c:pt>
                <c:pt idx="1619">
                  <c:v>0.72380684214381696</c:v>
                </c:pt>
                <c:pt idx="1620">
                  <c:v>0.74313821912559208</c:v>
                </c:pt>
                <c:pt idx="1621">
                  <c:v>0.76758919139621562</c:v>
                </c:pt>
                <c:pt idx="1622">
                  <c:v>0.81413235699058739</c:v>
                </c:pt>
                <c:pt idx="1623">
                  <c:v>0.81762950378469001</c:v>
                </c:pt>
                <c:pt idx="1624">
                  <c:v>0.85383369000875853</c:v>
                </c:pt>
                <c:pt idx="1625">
                  <c:v>0.87514993477207259</c:v>
                </c:pt>
                <c:pt idx="1626">
                  <c:v>0.897612262774932</c:v>
                </c:pt>
                <c:pt idx="1627">
                  <c:v>0.99986222256569623</c:v>
                </c:pt>
                <c:pt idx="1628">
                  <c:v>0.90219840118241623</c:v>
                </c:pt>
                <c:pt idx="1629">
                  <c:v>0.84866424878141988</c:v>
                </c:pt>
                <c:pt idx="1630">
                  <c:v>0.83569978010090007</c:v>
                </c:pt>
                <c:pt idx="1631">
                  <c:v>0.75541934588635795</c:v>
                </c:pt>
                <c:pt idx="1632">
                  <c:v>0.73642144203591597</c:v>
                </c:pt>
                <c:pt idx="1633">
                  <c:v>0.75284172606184796</c:v>
                </c:pt>
                <c:pt idx="1634">
                  <c:v>0.82146820028380974</c:v>
                </c:pt>
                <c:pt idx="1635">
                  <c:v>0.84146563169905209</c:v>
                </c:pt>
                <c:pt idx="1636">
                  <c:v>0.84143832472247304</c:v>
                </c:pt>
                <c:pt idx="1637">
                  <c:v>0.84123239539493222</c:v>
                </c:pt>
                <c:pt idx="1638">
                  <c:v>0.84105965446244657</c:v>
                </c:pt>
                <c:pt idx="1639">
                  <c:v>0.84083314696796485</c:v>
                </c:pt>
                <c:pt idx="1640">
                  <c:v>0.84986055664535132</c:v>
                </c:pt>
                <c:pt idx="1641">
                  <c:v>0.91029366471082374</c:v>
                </c:pt>
                <c:pt idx="1642">
                  <c:v>0.90535792683868499</c:v>
                </c:pt>
                <c:pt idx="1643">
                  <c:v>0.89415177766135345</c:v>
                </c:pt>
                <c:pt idx="1644">
                  <c:v>0.88275589306911961</c:v>
                </c:pt>
                <c:pt idx="1645">
                  <c:v>0.86962831871551571</c:v>
                </c:pt>
                <c:pt idx="1646">
                  <c:v>0.86865870346580398</c:v>
                </c:pt>
                <c:pt idx="1647">
                  <c:v>0.85532319393483558</c:v>
                </c:pt>
                <c:pt idx="1648">
                  <c:v>0.85156719469902586</c:v>
                </c:pt>
                <c:pt idx="1649">
                  <c:v>0.84896075483365974</c:v>
                </c:pt>
                <c:pt idx="1650">
                  <c:v>0.82844958863981133</c:v>
                </c:pt>
                <c:pt idx="1651">
                  <c:v>0.81680470852348563</c:v>
                </c:pt>
                <c:pt idx="1652">
                  <c:v>0.81390181909967463</c:v>
                </c:pt>
                <c:pt idx="1653">
                  <c:v>0.80166750436935186</c:v>
                </c:pt>
                <c:pt idx="1654">
                  <c:v>0.77030752912369749</c:v>
                </c:pt>
                <c:pt idx="1655">
                  <c:v>0.73921355846436998</c:v>
                </c:pt>
                <c:pt idx="1656">
                  <c:v>0.7083091793097831</c:v>
                </c:pt>
                <c:pt idx="1657">
                  <c:v>0.69629986576365566</c:v>
                </c:pt>
                <c:pt idx="1658">
                  <c:v>0.71868157812662714</c:v>
                </c:pt>
                <c:pt idx="1659">
                  <c:v>0.73093528290395771</c:v>
                </c:pt>
                <c:pt idx="1660">
                  <c:v>0.76384099636871372</c:v>
                </c:pt>
                <c:pt idx="1661">
                  <c:v>0.79534388090868446</c:v>
                </c:pt>
                <c:pt idx="1662">
                  <c:v>0.82839917353613091</c:v>
                </c:pt>
                <c:pt idx="1663">
                  <c:v>0.85097499977567392</c:v>
                </c:pt>
                <c:pt idx="1664">
                  <c:v>0.85625080081051219</c:v>
                </c:pt>
                <c:pt idx="1665">
                  <c:v>0.95862873439242291</c:v>
                </c:pt>
                <c:pt idx="1666">
                  <c:v>0.99868300313429847</c:v>
                </c:pt>
                <c:pt idx="1667">
                  <c:v>0.9549506365736159</c:v>
                </c:pt>
                <c:pt idx="1668">
                  <c:v>0.82787569789119475</c:v>
                </c:pt>
                <c:pt idx="1669">
                  <c:v>0.835103399525711</c:v>
                </c:pt>
                <c:pt idx="1670">
                  <c:v>0.8889140152199525</c:v>
                </c:pt>
                <c:pt idx="1671">
                  <c:v>0.88820791013909361</c:v>
                </c:pt>
                <c:pt idx="1672">
                  <c:v>0.88039435767519281</c:v>
                </c:pt>
                <c:pt idx="1673">
                  <c:v>0.87556103492654824</c:v>
                </c:pt>
                <c:pt idx="1674">
                  <c:v>0.86811967438135462</c:v>
                </c:pt>
                <c:pt idx="1675">
                  <c:v>0.82852404833506099</c:v>
                </c:pt>
                <c:pt idx="1676">
                  <c:v>0.81030883938429521</c:v>
                </c:pt>
                <c:pt idx="1677">
                  <c:v>0.80753167737574483</c:v>
                </c:pt>
                <c:pt idx="1678">
                  <c:v>0.81006472688471742</c:v>
                </c:pt>
                <c:pt idx="1679">
                  <c:v>0.83081674854882481</c:v>
                </c:pt>
                <c:pt idx="1680">
                  <c:v>0.83503762144048943</c:v>
                </c:pt>
                <c:pt idx="1681">
                  <c:v>0.81004964697970605</c:v>
                </c:pt>
                <c:pt idx="1682">
                  <c:v>0.76584717905462518</c:v>
                </c:pt>
                <c:pt idx="1683">
                  <c:v>0.74998472282541784</c:v>
                </c:pt>
                <c:pt idx="1684">
                  <c:v>0.75561016074204834</c:v>
                </c:pt>
                <c:pt idx="1685">
                  <c:v>0.78259826745649164</c:v>
                </c:pt>
                <c:pt idx="1686">
                  <c:v>0.80668746188868634</c:v>
                </c:pt>
                <c:pt idx="1687">
                  <c:v>0.80964139802602919</c:v>
                </c:pt>
                <c:pt idx="1688">
                  <c:v>0.81365945646259663</c:v>
                </c:pt>
                <c:pt idx="1689">
                  <c:v>0.85134524091747732</c:v>
                </c:pt>
                <c:pt idx="1690">
                  <c:v>0.86584115870960521</c:v>
                </c:pt>
                <c:pt idx="1691">
                  <c:v>0.86631623240776101</c:v>
                </c:pt>
                <c:pt idx="1692">
                  <c:v>0.87131599760600242</c:v>
                </c:pt>
                <c:pt idx="1693">
                  <c:v>0.87475004628660891</c:v>
                </c:pt>
                <c:pt idx="1694">
                  <c:v>0.87185162372876823</c:v>
                </c:pt>
                <c:pt idx="1695">
                  <c:v>0.86566825770078382</c:v>
                </c:pt>
                <c:pt idx="1696">
                  <c:v>0.70643267635251861</c:v>
                </c:pt>
                <c:pt idx="1697">
                  <c:v>0.70872768548719556</c:v>
                </c:pt>
                <c:pt idx="1698">
                  <c:v>0.72047395466871822</c:v>
                </c:pt>
                <c:pt idx="1699">
                  <c:v>0.73191706351368513</c:v>
                </c:pt>
                <c:pt idx="1700">
                  <c:v>0.74558506831019766</c:v>
                </c:pt>
                <c:pt idx="1701">
                  <c:v>0.75401089712392455</c:v>
                </c:pt>
                <c:pt idx="1702">
                  <c:v>0.75697460142303108</c:v>
                </c:pt>
                <c:pt idx="1703">
                  <c:v>0.76356879442034364</c:v>
                </c:pt>
                <c:pt idx="1704">
                  <c:v>0.78465579069021829</c:v>
                </c:pt>
                <c:pt idx="1705">
                  <c:v>0.80059430777506635</c:v>
                </c:pt>
                <c:pt idx="1706">
                  <c:v>0.81163727147196185</c:v>
                </c:pt>
                <c:pt idx="1707">
                  <c:v>0.82629663292465982</c:v>
                </c:pt>
                <c:pt idx="1708">
                  <c:v>0.92439087133874809</c:v>
                </c:pt>
                <c:pt idx="1709">
                  <c:v>0.99951663200373775</c:v>
                </c:pt>
                <c:pt idx="1710">
                  <c:v>0.98157164726377233</c:v>
                </c:pt>
                <c:pt idx="1711">
                  <c:v>0.78900615636315041</c:v>
                </c:pt>
                <c:pt idx="1712">
                  <c:v>0.78645159620113414</c:v>
                </c:pt>
                <c:pt idx="1713">
                  <c:v>0.77418560945905512</c:v>
                </c:pt>
                <c:pt idx="1714">
                  <c:v>0.7711621725517338</c:v>
                </c:pt>
                <c:pt idx="1715">
                  <c:v>0.73956260177644895</c:v>
                </c:pt>
                <c:pt idx="1716">
                  <c:v>0.71042102561744214</c:v>
                </c:pt>
                <c:pt idx="1717">
                  <c:v>0.77068627719771388</c:v>
                </c:pt>
                <c:pt idx="1718">
                  <c:v>0.8563257333673322</c:v>
                </c:pt>
                <c:pt idx="1719">
                  <c:v>0.87299898055826408</c:v>
                </c:pt>
                <c:pt idx="1720">
                  <c:v>0.84324382739582049</c:v>
                </c:pt>
                <c:pt idx="1721">
                  <c:v>0.81303939099893929</c:v>
                </c:pt>
                <c:pt idx="1722">
                  <c:v>0.80683781455935089</c:v>
                </c:pt>
                <c:pt idx="1723">
                  <c:v>0.80948355927809601</c:v>
                </c:pt>
                <c:pt idx="1724">
                  <c:v>0.83975759271199679</c:v>
                </c:pt>
                <c:pt idx="1725">
                  <c:v>0.85697546824326543</c:v>
                </c:pt>
                <c:pt idx="1726">
                  <c:v>0.8562268469961688</c:v>
                </c:pt>
                <c:pt idx="1727">
                  <c:v>0.84906608468279332</c:v>
                </c:pt>
                <c:pt idx="1728">
                  <c:v>0.84268100477801933</c:v>
                </c:pt>
                <c:pt idx="1729">
                  <c:v>0.84162639324646982</c:v>
                </c:pt>
                <c:pt idx="1730">
                  <c:v>0.84543712510927971</c:v>
                </c:pt>
                <c:pt idx="1731">
                  <c:v>0.88767204200618899</c:v>
                </c:pt>
                <c:pt idx="1732">
                  <c:v>0.89900062518915969</c:v>
                </c:pt>
                <c:pt idx="1733">
                  <c:v>0.883079179221813</c:v>
                </c:pt>
                <c:pt idx="1734">
                  <c:v>0.74638281752078006</c:v>
                </c:pt>
                <c:pt idx="1735">
                  <c:v>0.75434120557229356</c:v>
                </c:pt>
                <c:pt idx="1736">
                  <c:v>0.7725258819572115</c:v>
                </c:pt>
                <c:pt idx="1737">
                  <c:v>0.79027334021187112</c:v>
                </c:pt>
                <c:pt idx="1738">
                  <c:v>0.80680872521068903</c:v>
                </c:pt>
                <c:pt idx="1739">
                  <c:v>0.82104553855183127</c:v>
                </c:pt>
                <c:pt idx="1740">
                  <c:v>0.83095728532943025</c:v>
                </c:pt>
                <c:pt idx="1741">
                  <c:v>0.83296889978976052</c:v>
                </c:pt>
                <c:pt idx="1742">
                  <c:v>0.84345816714286548</c:v>
                </c:pt>
                <c:pt idx="1743">
                  <c:v>0.8599250758435163</c:v>
                </c:pt>
                <c:pt idx="1744">
                  <c:v>0.86259671329872467</c:v>
                </c:pt>
                <c:pt idx="1745">
                  <c:v>0.874602644822432</c:v>
                </c:pt>
                <c:pt idx="1746">
                  <c:v>0.96661628480530282</c:v>
                </c:pt>
                <c:pt idx="1747">
                  <c:v>0.99935303567805811</c:v>
                </c:pt>
                <c:pt idx="1748">
                  <c:v>0.78466237309976328</c:v>
                </c:pt>
                <c:pt idx="1749">
                  <c:v>0.74939279020724414</c:v>
                </c:pt>
                <c:pt idx="1750">
                  <c:v>0.68736915673589127</c:v>
                </c:pt>
                <c:pt idx="1751">
                  <c:v>0.67680085709880766</c:v>
                </c:pt>
                <c:pt idx="1752">
                  <c:v>0.6814533748868904</c:v>
                </c:pt>
                <c:pt idx="1753">
                  <c:v>0.70934901228083924</c:v>
                </c:pt>
                <c:pt idx="1754">
                  <c:v>0.73457497594145837</c:v>
                </c:pt>
                <c:pt idx="1755">
                  <c:v>0.74471274694170786</c:v>
                </c:pt>
                <c:pt idx="1756">
                  <c:v>0.76451827568089015</c:v>
                </c:pt>
                <c:pt idx="1757">
                  <c:v>0.85473995114439216</c:v>
                </c:pt>
                <c:pt idx="1758">
                  <c:v>0.91606413793750585</c:v>
                </c:pt>
                <c:pt idx="1759">
                  <c:v>0.91468893943367224</c:v>
                </c:pt>
                <c:pt idx="1760">
                  <c:v>0.91055970121567109</c:v>
                </c:pt>
                <c:pt idx="1761">
                  <c:v>0.90154214747877459</c:v>
                </c:pt>
                <c:pt idx="1762">
                  <c:v>0.90094301483099748</c:v>
                </c:pt>
                <c:pt idx="1763">
                  <c:v>0.89218495757158989</c:v>
                </c:pt>
                <c:pt idx="1764">
                  <c:v>0.80812880453753677</c:v>
                </c:pt>
                <c:pt idx="1765">
                  <c:v>0.78743046544407314</c:v>
                </c:pt>
                <c:pt idx="1766">
                  <c:v>0.78608920918124792</c:v>
                </c:pt>
                <c:pt idx="1767">
                  <c:v>0.76818607927170024</c:v>
                </c:pt>
                <c:pt idx="1768">
                  <c:v>0.75562004347886258</c:v>
                </c:pt>
                <c:pt idx="1769">
                  <c:v>0.76054609650459593</c:v>
                </c:pt>
                <c:pt idx="1770">
                  <c:v>0.80320241078732169</c:v>
                </c:pt>
                <c:pt idx="1771">
                  <c:v>0.8467222620411804</c:v>
                </c:pt>
                <c:pt idx="1772">
                  <c:v>0.85086528109970405</c:v>
                </c:pt>
                <c:pt idx="1773">
                  <c:v>0.87095728086277746</c:v>
                </c:pt>
                <c:pt idx="1774">
                  <c:v>0.8791450250947207</c:v>
                </c:pt>
                <c:pt idx="1775">
                  <c:v>0.87925480175283555</c:v>
                </c:pt>
                <c:pt idx="1776">
                  <c:v>0.88042452579727215</c:v>
                </c:pt>
                <c:pt idx="1777">
                  <c:v>0.88094607261206981</c:v>
                </c:pt>
                <c:pt idx="1778">
                  <c:v>0.88171038970262805</c:v>
                </c:pt>
                <c:pt idx="1779">
                  <c:v>0.87838365423524956</c:v>
                </c:pt>
                <c:pt idx="1780">
                  <c:v>0.85774665314091036</c:v>
                </c:pt>
                <c:pt idx="1781">
                  <c:v>0.82095010359488074</c:v>
                </c:pt>
                <c:pt idx="1782">
                  <c:v>0.82033552644270691</c:v>
                </c:pt>
                <c:pt idx="1783">
                  <c:v>0.91726954850003728</c:v>
                </c:pt>
                <c:pt idx="1784">
                  <c:v>0.97460507935235341</c:v>
                </c:pt>
                <c:pt idx="1785">
                  <c:v>0.9984454885547025</c:v>
                </c:pt>
                <c:pt idx="1786">
                  <c:v>0.85790498719961206</c:v>
                </c:pt>
                <c:pt idx="1787">
                  <c:v>0.75798436168569017</c:v>
                </c:pt>
                <c:pt idx="1788">
                  <c:v>0.79904971244376388</c:v>
                </c:pt>
                <c:pt idx="1789">
                  <c:v>0.79992460244933605</c:v>
                </c:pt>
                <c:pt idx="1790">
                  <c:v>0.80044468888010212</c:v>
                </c:pt>
                <c:pt idx="1791">
                  <c:v>0.81219207659034776</c:v>
                </c:pt>
                <c:pt idx="1792">
                  <c:v>0.8179092523942646</c:v>
                </c:pt>
                <c:pt idx="1793">
                  <c:v>0.81913973009240315</c:v>
                </c:pt>
                <c:pt idx="1794">
                  <c:v>0.82411001674989071</c:v>
                </c:pt>
                <c:pt idx="1795">
                  <c:v>0.8775136816741107</c:v>
                </c:pt>
                <c:pt idx="1796">
                  <c:v>0.88670336738521582</c:v>
                </c:pt>
                <c:pt idx="1797">
                  <c:v>0.88650251712300809</c:v>
                </c:pt>
                <c:pt idx="1798">
                  <c:v>0.88352045763944309</c:v>
                </c:pt>
                <c:pt idx="1799">
                  <c:v>0.88245477474786826</c:v>
                </c:pt>
                <c:pt idx="1800">
                  <c:v>0.8820645495338848</c:v>
                </c:pt>
                <c:pt idx="1801">
                  <c:v>0.87707361560664943</c:v>
                </c:pt>
                <c:pt idx="1802">
                  <c:v>0.87343410878237027</c:v>
                </c:pt>
                <c:pt idx="1803">
                  <c:v>0.8710053581119207</c:v>
                </c:pt>
                <c:pt idx="1804">
                  <c:v>0.86947206645626041</c:v>
                </c:pt>
                <c:pt idx="1805">
                  <c:v>0.86779780774125392</c:v>
                </c:pt>
                <c:pt idx="1806">
                  <c:v>0.86216048574589466</c:v>
                </c:pt>
                <c:pt idx="1807">
                  <c:v>0.84845330188287948</c:v>
                </c:pt>
                <c:pt idx="1808">
                  <c:v>0.77466455898351905</c:v>
                </c:pt>
                <c:pt idx="1809">
                  <c:v>0.73764090439247321</c:v>
                </c:pt>
                <c:pt idx="1810">
                  <c:v>0.72663163632312688</c:v>
                </c:pt>
                <c:pt idx="1811">
                  <c:v>0.71989779341456106</c:v>
                </c:pt>
                <c:pt idx="1812">
                  <c:v>0.61842310051933147</c:v>
                </c:pt>
                <c:pt idx="1813">
                  <c:v>0.61024467003110783</c:v>
                </c:pt>
                <c:pt idx="1814">
                  <c:v>0.61922113453975092</c:v>
                </c:pt>
                <c:pt idx="1815">
                  <c:v>0.67258303012516918</c:v>
                </c:pt>
                <c:pt idx="1816">
                  <c:v>0.72605265267667818</c:v>
                </c:pt>
                <c:pt idx="1817">
                  <c:v>0.78247367534150969</c:v>
                </c:pt>
                <c:pt idx="1818">
                  <c:v>0.82592990388042531</c:v>
                </c:pt>
                <c:pt idx="1819">
                  <c:v>0.84529876948034688</c:v>
                </c:pt>
                <c:pt idx="1820">
                  <c:v>0.87034018857311346</c:v>
                </c:pt>
                <c:pt idx="1821">
                  <c:v>0.87783293985989319</c:v>
                </c:pt>
                <c:pt idx="1822">
                  <c:v>0.89664273090006896</c:v>
                </c:pt>
                <c:pt idx="1823">
                  <c:v>0.93768205319933207</c:v>
                </c:pt>
                <c:pt idx="1824">
                  <c:v>0.99192883731331649</c:v>
                </c:pt>
                <c:pt idx="1825">
                  <c:v>0.99901968536312225</c:v>
                </c:pt>
                <c:pt idx="1826">
                  <c:v>0.88835418246411868</c:v>
                </c:pt>
                <c:pt idx="1827">
                  <c:v>0.82732088000591575</c:v>
                </c:pt>
                <c:pt idx="1828">
                  <c:v>0.8219314856769494</c:v>
                </c:pt>
                <c:pt idx="1829">
                  <c:v>0.80362529613384137</c:v>
                </c:pt>
                <c:pt idx="1830">
                  <c:v>0.80131732072071538</c:v>
                </c:pt>
                <c:pt idx="1831">
                  <c:v>0.78920335626163118</c:v>
                </c:pt>
                <c:pt idx="1832">
                  <c:v>0.77699460150156174</c:v>
                </c:pt>
                <c:pt idx="1833">
                  <c:v>0.76988377677709641</c:v>
                </c:pt>
                <c:pt idx="1834">
                  <c:v>0.78020908493372876</c:v>
                </c:pt>
                <c:pt idx="1835">
                  <c:v>0.87732047833787907</c:v>
                </c:pt>
                <c:pt idx="1836">
                  <c:v>0.9202478737570825</c:v>
                </c:pt>
                <c:pt idx="1837">
                  <c:v>0.92017275776995</c:v>
                </c:pt>
                <c:pt idx="1838">
                  <c:v>0.92003010540208463</c:v>
                </c:pt>
                <c:pt idx="1839">
                  <c:v>0.9201767572384858</c:v>
                </c:pt>
                <c:pt idx="1840">
                  <c:v>0.91923919617939642</c:v>
                </c:pt>
                <c:pt idx="1841">
                  <c:v>0.91360202336942431</c:v>
                </c:pt>
                <c:pt idx="1842">
                  <c:v>0.91053292396805119</c:v>
                </c:pt>
                <c:pt idx="1843">
                  <c:v>0.90946962848986745</c:v>
                </c:pt>
                <c:pt idx="1844">
                  <c:v>0.89754174424560473</c:v>
                </c:pt>
                <c:pt idx="1845">
                  <c:v>0.88747000868434756</c:v>
                </c:pt>
                <c:pt idx="1846">
                  <c:v>0.88624744374304798</c:v>
                </c:pt>
                <c:pt idx="1847">
                  <c:v>0.88604519857311914</c:v>
                </c:pt>
                <c:pt idx="1848">
                  <c:v>0.88072675913924381</c:v>
                </c:pt>
                <c:pt idx="1849">
                  <c:v>0.87957208629884531</c:v>
                </c:pt>
                <c:pt idx="1850">
                  <c:v>0.84013787212458146</c:v>
                </c:pt>
                <c:pt idx="1851">
                  <c:v>0.72771317894030918</c:v>
                </c:pt>
                <c:pt idx="1852">
                  <c:v>0.63660971008327405</c:v>
                </c:pt>
                <c:pt idx="1853">
                  <c:v>0.64437989042523236</c:v>
                </c:pt>
                <c:pt idx="1854">
                  <c:v>0.68631224996898577</c:v>
                </c:pt>
                <c:pt idx="1855">
                  <c:v>0.78523905002402972</c:v>
                </c:pt>
                <c:pt idx="1856">
                  <c:v>0.84066438908260277</c:v>
                </c:pt>
                <c:pt idx="1857">
                  <c:v>0.86975547630468131</c:v>
                </c:pt>
                <c:pt idx="1858">
                  <c:v>0.87537096720537255</c:v>
                </c:pt>
                <c:pt idx="1859">
                  <c:v>0.91246327898507551</c:v>
                </c:pt>
                <c:pt idx="1860">
                  <c:v>0.93814647901768355</c:v>
                </c:pt>
                <c:pt idx="1861">
                  <c:v>0.94240645184666672</c:v>
                </c:pt>
                <c:pt idx="1862">
                  <c:v>0.93631307460996349</c:v>
                </c:pt>
                <c:pt idx="1863">
                  <c:v>0.91302840120845852</c:v>
                </c:pt>
                <c:pt idx="1864">
                  <c:v>0.88813247394223194</c:v>
                </c:pt>
                <c:pt idx="1865">
                  <c:v>0.8996267370414347</c:v>
                </c:pt>
                <c:pt idx="1866">
                  <c:v>0.96307641126873089</c:v>
                </c:pt>
                <c:pt idx="1867">
                  <c:v>0.99954833660481102</c:v>
                </c:pt>
                <c:pt idx="1868">
                  <c:v>0.96423304610692384</c:v>
                </c:pt>
                <c:pt idx="1869">
                  <c:v>0.94094323309396533</c:v>
                </c:pt>
                <c:pt idx="1870">
                  <c:v>0.86616775683891167</c:v>
                </c:pt>
                <c:pt idx="1871">
                  <c:v>0.85905356068645145</c:v>
                </c:pt>
                <c:pt idx="1872">
                  <c:v>0.83781886777027004</c:v>
                </c:pt>
                <c:pt idx="1873">
                  <c:v>0.80708210321087381</c:v>
                </c:pt>
                <c:pt idx="1874">
                  <c:v>0.81320833329005948</c:v>
                </c:pt>
                <c:pt idx="1875">
                  <c:v>0.84289791019190585</c:v>
                </c:pt>
                <c:pt idx="1876">
                  <c:v>0.85848822446664941</c:v>
                </c:pt>
                <c:pt idx="1877">
                  <c:v>0.86032225424620856</c:v>
                </c:pt>
                <c:pt idx="1878">
                  <c:v>0.87552697719112105</c:v>
                </c:pt>
                <c:pt idx="1879">
                  <c:v>0.87696177420533439</c:v>
                </c:pt>
                <c:pt idx="1880">
                  <c:v>0.88112536530271246</c:v>
                </c:pt>
                <c:pt idx="1881">
                  <c:v>0.93477373292192034</c:v>
                </c:pt>
                <c:pt idx="1882">
                  <c:v>0.94882397713201061</c:v>
                </c:pt>
                <c:pt idx="1883">
                  <c:v>0.9484134351929232</c:v>
                </c:pt>
                <c:pt idx="1884">
                  <c:v>0.94521071979429683</c:v>
                </c:pt>
                <c:pt idx="1885">
                  <c:v>0.94323025076807343</c:v>
                </c:pt>
                <c:pt idx="1886">
                  <c:v>0.94288187151015079</c:v>
                </c:pt>
                <c:pt idx="1887">
                  <c:v>0.93331801764313105</c:v>
                </c:pt>
                <c:pt idx="1888">
                  <c:v>0.85787707196256657</c:v>
                </c:pt>
                <c:pt idx="1889">
                  <c:v>0.85133949019787991</c:v>
                </c:pt>
                <c:pt idx="1890">
                  <c:v>0.85778790129967442</c:v>
                </c:pt>
                <c:pt idx="1891">
                  <c:v>0.87016600408372169</c:v>
                </c:pt>
                <c:pt idx="1892">
                  <c:v>0.88581532119670414</c:v>
                </c:pt>
                <c:pt idx="1893">
                  <c:v>0.90173876418954735</c:v>
                </c:pt>
                <c:pt idx="1894">
                  <c:v>0.91919812815781154</c:v>
                </c:pt>
                <c:pt idx="1895">
                  <c:v>0.91874336562356929</c:v>
                </c:pt>
                <c:pt idx="1896">
                  <c:v>0.91731532217321976</c:v>
                </c:pt>
                <c:pt idx="1897">
                  <c:v>0.90748646945794664</c:v>
                </c:pt>
                <c:pt idx="1898">
                  <c:v>0.9061864416513804</c:v>
                </c:pt>
                <c:pt idx="1899">
                  <c:v>0.89973284555140864</c:v>
                </c:pt>
                <c:pt idx="1900">
                  <c:v>0.89585364225527941</c:v>
                </c:pt>
                <c:pt idx="1901">
                  <c:v>0.88653835678611237</c:v>
                </c:pt>
                <c:pt idx="1902">
                  <c:v>0.87996995694041724</c:v>
                </c:pt>
                <c:pt idx="1903">
                  <c:v>0.87894408170158156</c:v>
                </c:pt>
                <c:pt idx="1904">
                  <c:v>0.92898434139342023</c:v>
                </c:pt>
                <c:pt idx="1905">
                  <c:v>0.99682592147993421</c:v>
                </c:pt>
                <c:pt idx="1906">
                  <c:v>0.96588182745111961</c:v>
                </c:pt>
                <c:pt idx="1907">
                  <c:v>0.96790152248000505</c:v>
                </c:pt>
                <c:pt idx="1908">
                  <c:v>0.97741882823781345</c:v>
                </c:pt>
                <c:pt idx="1909">
                  <c:v>0.98115538218201115</c:v>
                </c:pt>
                <c:pt idx="1910">
                  <c:v>0.9808956796488093</c:v>
                </c:pt>
                <c:pt idx="1911">
                  <c:v>0.97834692520223954</c:v>
                </c:pt>
                <c:pt idx="1912">
                  <c:v>0.97653655892985469</c:v>
                </c:pt>
                <c:pt idx="1913">
                  <c:v>0.97427649505572245</c:v>
                </c:pt>
                <c:pt idx="1914">
                  <c:v>0.95677228416094806</c:v>
                </c:pt>
                <c:pt idx="1915">
                  <c:v>0.95490129780792077</c:v>
                </c:pt>
                <c:pt idx="1916">
                  <c:v>0.949016568705637</c:v>
                </c:pt>
                <c:pt idx="1917">
                  <c:v>0.92602790707528926</c:v>
                </c:pt>
                <c:pt idx="1918">
                  <c:v>0.94420746487267437</c:v>
                </c:pt>
                <c:pt idx="1919">
                  <c:v>0.97295609046772358</c:v>
                </c:pt>
                <c:pt idx="1920">
                  <c:v>0.9828908508512556</c:v>
                </c:pt>
                <c:pt idx="1921">
                  <c:v>0.95224940960782389</c:v>
                </c:pt>
                <c:pt idx="1922">
                  <c:v>0.89777342909609703</c:v>
                </c:pt>
                <c:pt idx="1923">
                  <c:v>0.80585867869904837</c:v>
                </c:pt>
                <c:pt idx="1924">
                  <c:v>0.79562886317601067</c:v>
                </c:pt>
                <c:pt idx="1925">
                  <c:v>0.76861078542524408</c:v>
                </c:pt>
                <c:pt idx="1926">
                  <c:v>0.59819863628809256</c:v>
                </c:pt>
                <c:pt idx="1927">
                  <c:v>0.51299356921834982</c:v>
                </c:pt>
                <c:pt idx="1928">
                  <c:v>0.53877061268585635</c:v>
                </c:pt>
                <c:pt idx="1929">
                  <c:v>0.63306969289755088</c:v>
                </c:pt>
                <c:pt idx="1930">
                  <c:v>0.72779202360310347</c:v>
                </c:pt>
                <c:pt idx="1931">
                  <c:v>0.85885328931936022</c:v>
                </c:pt>
                <c:pt idx="1932">
                  <c:v>0.91164382690691792</c:v>
                </c:pt>
                <c:pt idx="1933">
                  <c:v>0.91013391244551034</c:v>
                </c:pt>
                <c:pt idx="1934">
                  <c:v>0.89533767116479324</c:v>
                </c:pt>
                <c:pt idx="1935">
                  <c:v>0.89022701338942123</c:v>
                </c:pt>
                <c:pt idx="1936">
                  <c:v>0.88315824219427541</c:v>
                </c:pt>
                <c:pt idx="1937">
                  <c:v>0.83700504881686744</c:v>
                </c:pt>
                <c:pt idx="1938">
                  <c:v>0.79129611302614211</c:v>
                </c:pt>
                <c:pt idx="1939">
                  <c:v>0.75529258352784212</c:v>
                </c:pt>
                <c:pt idx="1940">
                  <c:v>0.74344884354013308</c:v>
                </c:pt>
                <c:pt idx="1941">
                  <c:v>0.76815451457108974</c:v>
                </c:pt>
                <c:pt idx="1942">
                  <c:v>0.99893044221144289</c:v>
                </c:pt>
                <c:pt idx="1943">
                  <c:v>0.94979917327483654</c:v>
                </c:pt>
                <c:pt idx="1944">
                  <c:v>0.92707761595929428</c:v>
                </c:pt>
                <c:pt idx="1945">
                  <c:v>0.91499608052334325</c:v>
                </c:pt>
                <c:pt idx="1946">
                  <c:v>0.90001263492094663</c:v>
                </c:pt>
                <c:pt idx="1947">
                  <c:v>0.8848362911429013</c:v>
                </c:pt>
                <c:pt idx="1948">
                  <c:v>0.88653141230600496</c:v>
                </c:pt>
                <c:pt idx="1949">
                  <c:v>0.8934813228204902</c:v>
                </c:pt>
                <c:pt idx="1950">
                  <c:v>0.92885046114157854</c:v>
                </c:pt>
                <c:pt idx="1951">
                  <c:v>0.93539951188375448</c:v>
                </c:pt>
                <c:pt idx="1952">
                  <c:v>0.92411507472318266</c:v>
                </c:pt>
                <c:pt idx="1953">
                  <c:v>0.72698621096620619</c:v>
                </c:pt>
                <c:pt idx="1954">
                  <c:v>0.72164932000037774</c:v>
                </c:pt>
                <c:pt idx="1955">
                  <c:v>0.72339292994924953</c:v>
                </c:pt>
                <c:pt idx="1956">
                  <c:v>0.74867248885312865</c:v>
                </c:pt>
                <c:pt idx="1957">
                  <c:v>0.78433577230927298</c:v>
                </c:pt>
                <c:pt idx="1958">
                  <c:v>0.78729925200832018</c:v>
                </c:pt>
                <c:pt idx="1959">
                  <c:v>0.77650610138572584</c:v>
                </c:pt>
                <c:pt idx="1960">
                  <c:v>0.70696876299024669</c:v>
                </c:pt>
                <c:pt idx="1961">
                  <c:v>0.6857918921586017</c:v>
                </c:pt>
                <c:pt idx="1962">
                  <c:v>0.69254337545464106</c:v>
                </c:pt>
                <c:pt idx="1963">
                  <c:v>0.79235133331345375</c:v>
                </c:pt>
                <c:pt idx="1964">
                  <c:v>0.82861524092694416</c:v>
                </c:pt>
                <c:pt idx="1965">
                  <c:v>0.83098719107380192</c:v>
                </c:pt>
                <c:pt idx="1966">
                  <c:v>0.8468729057799218</c:v>
                </c:pt>
                <c:pt idx="1967">
                  <c:v>0.85705820661526411</c:v>
                </c:pt>
                <c:pt idx="1968">
                  <c:v>0.85572043919269802</c:v>
                </c:pt>
                <c:pt idx="1969">
                  <c:v>0.85218399101244802</c:v>
                </c:pt>
                <c:pt idx="1970">
                  <c:v>0.843732398531432</c:v>
                </c:pt>
                <c:pt idx="1971">
                  <c:v>0.83163867554582938</c:v>
                </c:pt>
                <c:pt idx="1972">
                  <c:v>0.81598272295773511</c:v>
                </c:pt>
                <c:pt idx="1973">
                  <c:v>0.81303223744412711</c:v>
                </c:pt>
                <c:pt idx="1974">
                  <c:v>0.84346522274676305</c:v>
                </c:pt>
                <c:pt idx="1975">
                  <c:v>0.8756102410283555</c:v>
                </c:pt>
                <c:pt idx="1976">
                  <c:v>0.90663316076864275</c:v>
                </c:pt>
                <c:pt idx="1977">
                  <c:v>0.91168504873331391</c:v>
                </c:pt>
                <c:pt idx="1978">
                  <c:v>0.8598015928147893</c:v>
                </c:pt>
                <c:pt idx="1979">
                  <c:v>0.74985197674777027</c:v>
                </c:pt>
                <c:pt idx="1980">
                  <c:v>0.7114022174909872</c:v>
                </c:pt>
                <c:pt idx="1981">
                  <c:v>0.71388253638661192</c:v>
                </c:pt>
                <c:pt idx="1982">
                  <c:v>0.72690610043196857</c:v>
                </c:pt>
                <c:pt idx="1983">
                  <c:v>0.74068968544131863</c:v>
                </c:pt>
                <c:pt idx="1984">
                  <c:v>0.74986209944925419</c:v>
                </c:pt>
                <c:pt idx="1985">
                  <c:v>0.75064122599599681</c:v>
                </c:pt>
                <c:pt idx="1986">
                  <c:v>0.76597661302576336</c:v>
                </c:pt>
                <c:pt idx="1987">
                  <c:v>0.99926918817190868</c:v>
                </c:pt>
                <c:pt idx="1988">
                  <c:v>0.97230135306925347</c:v>
                </c:pt>
                <c:pt idx="1989">
                  <c:v>0.80300052835942626</c:v>
                </c:pt>
                <c:pt idx="1990">
                  <c:v>0.80310194188920692</c:v>
                </c:pt>
                <c:pt idx="1991">
                  <c:v>0.80533489708627082</c:v>
                </c:pt>
                <c:pt idx="1992">
                  <c:v>0.80658847606943385</c:v>
                </c:pt>
                <c:pt idx="1993">
                  <c:v>0.80853661778390429</c:v>
                </c:pt>
                <c:pt idx="1994">
                  <c:v>0.83797119079272897</c:v>
                </c:pt>
                <c:pt idx="1995">
                  <c:v>0.8506646729812013</c:v>
                </c:pt>
                <c:pt idx="1996">
                  <c:v>0.8289717595568411</c:v>
                </c:pt>
                <c:pt idx="1997">
                  <c:v>0.72561835750017567</c:v>
                </c:pt>
                <c:pt idx="1998">
                  <c:v>0.64763782207442555</c:v>
                </c:pt>
                <c:pt idx="1999">
                  <c:v>0.59411700488963082</c:v>
                </c:pt>
                <c:pt idx="2000">
                  <c:v>0.62511012339151684</c:v>
                </c:pt>
                <c:pt idx="2001">
                  <c:v>0.80059118158288056</c:v>
                </c:pt>
                <c:pt idx="2002">
                  <c:v>0.83499898723443722</c:v>
                </c:pt>
                <c:pt idx="2003">
                  <c:v>0.89658881211299957</c:v>
                </c:pt>
                <c:pt idx="2004">
                  <c:v>0.90653165155702753</c:v>
                </c:pt>
                <c:pt idx="2005">
                  <c:v>0.88734394601746469</c:v>
                </c:pt>
                <c:pt idx="2006">
                  <c:v>0.85465063744921521</c:v>
                </c:pt>
                <c:pt idx="2007">
                  <c:v>0.83684878102145843</c:v>
                </c:pt>
                <c:pt idx="2008">
                  <c:v>0.83771008389082591</c:v>
                </c:pt>
                <c:pt idx="2009">
                  <c:v>0.84024423403673754</c:v>
                </c:pt>
                <c:pt idx="2010">
                  <c:v>0.84361573980595028</c:v>
                </c:pt>
                <c:pt idx="2011">
                  <c:v>0.84873024124925234</c:v>
                </c:pt>
                <c:pt idx="2012">
                  <c:v>0.82249657396147768</c:v>
                </c:pt>
                <c:pt idx="2013">
                  <c:v>0.77590324992340332</c:v>
                </c:pt>
                <c:pt idx="2014">
                  <c:v>0.71455239548704141</c:v>
                </c:pt>
                <c:pt idx="2015">
                  <c:v>0.68258759445616923</c:v>
                </c:pt>
                <c:pt idx="2016">
                  <c:v>0.69006873900029631</c:v>
                </c:pt>
                <c:pt idx="2017">
                  <c:v>0.77152050036390196</c:v>
                </c:pt>
                <c:pt idx="2018">
                  <c:v>0.83228247397285171</c:v>
                </c:pt>
                <c:pt idx="2019">
                  <c:v>0.83665830666531604</c:v>
                </c:pt>
                <c:pt idx="2020">
                  <c:v>0.86366944916982447</c:v>
                </c:pt>
                <c:pt idx="2021">
                  <c:v>0.9002194747867015</c:v>
                </c:pt>
                <c:pt idx="2022">
                  <c:v>0.91415460304047447</c:v>
                </c:pt>
                <c:pt idx="2023">
                  <c:v>0.93189202195655185</c:v>
                </c:pt>
                <c:pt idx="2024">
                  <c:v>0.98838553770445425</c:v>
                </c:pt>
                <c:pt idx="2025">
                  <c:v>0.99992553978784482</c:v>
                </c:pt>
                <c:pt idx="2026">
                  <c:v>0.96502546241155829</c:v>
                </c:pt>
                <c:pt idx="2027">
                  <c:v>0.95083666287844726</c:v>
                </c:pt>
                <c:pt idx="2028">
                  <c:v>0.94991112747288686</c:v>
                </c:pt>
                <c:pt idx="2029">
                  <c:v>0.94497834392137248</c:v>
                </c:pt>
                <c:pt idx="2030">
                  <c:v>0.94379763515272885</c:v>
                </c:pt>
                <c:pt idx="2031">
                  <c:v>0.94171691720201467</c:v>
                </c:pt>
                <c:pt idx="2032">
                  <c:v>0.90702673270952106</c:v>
                </c:pt>
                <c:pt idx="2033">
                  <c:v>0.89619278140448011</c:v>
                </c:pt>
                <c:pt idx="2034">
                  <c:v>0.8968935504135036</c:v>
                </c:pt>
                <c:pt idx="2035">
                  <c:v>0.90220450920356088</c:v>
                </c:pt>
                <c:pt idx="2036">
                  <c:v>0.90527717650284889</c:v>
                </c:pt>
                <c:pt idx="2037">
                  <c:v>0.89917938911827977</c:v>
                </c:pt>
                <c:pt idx="2038">
                  <c:v>0.8925782180971511</c:v>
                </c:pt>
                <c:pt idx="2039">
                  <c:v>0.82608015204310226</c:v>
                </c:pt>
                <c:pt idx="2040">
                  <c:v>0.82074617317492304</c:v>
                </c:pt>
                <c:pt idx="2041">
                  <c:v>0.77394708356734498</c:v>
                </c:pt>
                <c:pt idx="2042">
                  <c:v>0.73436210248781986</c:v>
                </c:pt>
                <c:pt idx="2043">
                  <c:v>0.71645105175641044</c:v>
                </c:pt>
                <c:pt idx="2044">
                  <c:v>0.69407002410794327</c:v>
                </c:pt>
                <c:pt idx="2045">
                  <c:v>0.60202506921018173</c:v>
                </c:pt>
                <c:pt idx="2046">
                  <c:v>0.5330504834729658</c:v>
                </c:pt>
                <c:pt idx="2047">
                  <c:v>0.50389133762653882</c:v>
                </c:pt>
                <c:pt idx="2048">
                  <c:v>0.55962304469419388</c:v>
                </c:pt>
                <c:pt idx="2049">
                  <c:v>0.57304988851369176</c:v>
                </c:pt>
                <c:pt idx="2050">
                  <c:v>0.67860822677638366</c:v>
                </c:pt>
                <c:pt idx="2051">
                  <c:v>0.82493856482851224</c:v>
                </c:pt>
                <c:pt idx="2052">
                  <c:v>0.90388258244884812</c:v>
                </c:pt>
                <c:pt idx="2053">
                  <c:v>0.91765178515052892</c:v>
                </c:pt>
                <c:pt idx="2054">
                  <c:v>0.90866108503112308</c:v>
                </c:pt>
                <c:pt idx="2055">
                  <c:v>0.83966545147610239</c:v>
                </c:pt>
                <c:pt idx="2056">
                  <c:v>0.83383039368421108</c:v>
                </c:pt>
                <c:pt idx="2057">
                  <c:v>0.83550170709703697</c:v>
                </c:pt>
                <c:pt idx="2058">
                  <c:v>0.85314217712824958</c:v>
                </c:pt>
                <c:pt idx="2059">
                  <c:v>0.8576666898126093</c:v>
                </c:pt>
                <c:pt idx="2060">
                  <c:v>0.85923484570866748</c:v>
                </c:pt>
                <c:pt idx="2061">
                  <c:v>0.8767751282020384</c:v>
                </c:pt>
                <c:pt idx="2062">
                  <c:v>0.89375981156979378</c:v>
                </c:pt>
                <c:pt idx="2063">
                  <c:v>0.90991975728714747</c:v>
                </c:pt>
                <c:pt idx="2064">
                  <c:v>0.91439964495909321</c:v>
                </c:pt>
                <c:pt idx="2065">
                  <c:v>0.92150530068747571</c:v>
                </c:pt>
                <c:pt idx="2066">
                  <c:v>0.98672517676506233</c:v>
                </c:pt>
                <c:pt idx="2067">
                  <c:v>0.99986501153286411</c:v>
                </c:pt>
                <c:pt idx="2068">
                  <c:v>0.9210930803919275</c:v>
                </c:pt>
                <c:pt idx="2069">
                  <c:v>0.91427174703968961</c:v>
                </c:pt>
                <c:pt idx="2070">
                  <c:v>0.84310997236684493</c:v>
                </c:pt>
                <c:pt idx="2071">
                  <c:v>0.83252230028788088</c:v>
                </c:pt>
                <c:pt idx="2072">
                  <c:v>0.83168609951805861</c:v>
                </c:pt>
                <c:pt idx="2073">
                  <c:v>0.82397272085304429</c:v>
                </c:pt>
                <c:pt idx="2074">
                  <c:v>0.81431826883186686</c:v>
                </c:pt>
                <c:pt idx="2075">
                  <c:v>0.8122038521840268</c:v>
                </c:pt>
                <c:pt idx="2076">
                  <c:v>0.81097548703300648</c:v>
                </c:pt>
                <c:pt idx="2077">
                  <c:v>0.80294204360938737</c:v>
                </c:pt>
                <c:pt idx="2078">
                  <c:v>0.8006102169604784</c:v>
                </c:pt>
                <c:pt idx="2079">
                  <c:v>0.78417242671034415</c:v>
                </c:pt>
                <c:pt idx="2080">
                  <c:v>0.75490905337745262</c:v>
                </c:pt>
                <c:pt idx="2081">
                  <c:v>0.73336736358713461</c:v>
                </c:pt>
                <c:pt idx="2082">
                  <c:v>0.72569700434980045</c:v>
                </c:pt>
                <c:pt idx="2083">
                  <c:v>0.7067513786547075</c:v>
                </c:pt>
                <c:pt idx="2084">
                  <c:v>0.70340726662062258</c:v>
                </c:pt>
                <c:pt idx="2085">
                  <c:v>0.7104240068398735</c:v>
                </c:pt>
                <c:pt idx="2086">
                  <c:v>0.78002993070492133</c:v>
                </c:pt>
                <c:pt idx="2087">
                  <c:v>0.81281889406039365</c:v>
                </c:pt>
                <c:pt idx="2088">
                  <c:v>0.81127463238450115</c:v>
                </c:pt>
                <c:pt idx="2089">
                  <c:v>0.8097998439669879</c:v>
                </c:pt>
                <c:pt idx="2090">
                  <c:v>0.79922253885088423</c:v>
                </c:pt>
                <c:pt idx="2091">
                  <c:v>0.78577216983625442</c:v>
                </c:pt>
                <c:pt idx="2092">
                  <c:v>0.77017722219807172</c:v>
                </c:pt>
                <c:pt idx="2093">
                  <c:v>0.75510926897733321</c:v>
                </c:pt>
                <c:pt idx="2094">
                  <c:v>0.78795122572567189</c:v>
                </c:pt>
                <c:pt idx="2095">
                  <c:v>0.80424589381354072</c:v>
                </c:pt>
                <c:pt idx="2096">
                  <c:v>0.79469674813637836</c:v>
                </c:pt>
                <c:pt idx="2097">
                  <c:v>0.76513759332012199</c:v>
                </c:pt>
                <c:pt idx="2098">
                  <c:v>0.73589544983928823</c:v>
                </c:pt>
                <c:pt idx="2099">
                  <c:v>0.73113294686657704</c:v>
                </c:pt>
                <c:pt idx="2100">
                  <c:v>0.73778433102626295</c:v>
                </c:pt>
                <c:pt idx="2101">
                  <c:v>0.77830027460946205</c:v>
                </c:pt>
                <c:pt idx="2102">
                  <c:v>0.82316836151212669</c:v>
                </c:pt>
                <c:pt idx="2103">
                  <c:v>0.84199704105511708</c:v>
                </c:pt>
                <c:pt idx="2104">
                  <c:v>0.85052163792126922</c:v>
                </c:pt>
                <c:pt idx="2105">
                  <c:v>0.91526537749613179</c:v>
                </c:pt>
                <c:pt idx="2106">
                  <c:v>0.98368726210157953</c:v>
                </c:pt>
                <c:pt idx="2107">
                  <c:v>0.99724444460700634</c:v>
                </c:pt>
                <c:pt idx="2108">
                  <c:v>0.89046256530065526</c:v>
                </c:pt>
                <c:pt idx="2109">
                  <c:v>0.86636957198547293</c:v>
                </c:pt>
                <c:pt idx="2110">
                  <c:v>0.75637813985102609</c:v>
                </c:pt>
                <c:pt idx="2111">
                  <c:v>0.75945063520939338</c:v>
                </c:pt>
                <c:pt idx="2112">
                  <c:v>0.79219974685108263</c:v>
                </c:pt>
                <c:pt idx="2113">
                  <c:v>0.80886523411070743</c:v>
                </c:pt>
                <c:pt idx="2114">
                  <c:v>0.78979758942798006</c:v>
                </c:pt>
                <c:pt idx="2115">
                  <c:v>0.64608887232277212</c:v>
                </c:pt>
                <c:pt idx="2116">
                  <c:v>0.63309422015736205</c:v>
                </c:pt>
                <c:pt idx="2117">
                  <c:v>0.66797187539583425</c:v>
                </c:pt>
                <c:pt idx="2118">
                  <c:v>0.79655111946234791</c:v>
                </c:pt>
                <c:pt idx="2119">
                  <c:v>0.79857739875057709</c:v>
                </c:pt>
                <c:pt idx="2120">
                  <c:v>0.81958565976096809</c:v>
                </c:pt>
                <c:pt idx="2121">
                  <c:v>0.83986847797547948</c:v>
                </c:pt>
                <c:pt idx="2122">
                  <c:v>0.81445230675591951</c:v>
                </c:pt>
                <c:pt idx="2123">
                  <c:v>0.73891573790068643</c:v>
                </c:pt>
                <c:pt idx="2124">
                  <c:v>0.66969035010796019</c:v>
                </c:pt>
                <c:pt idx="2125">
                  <c:v>0.62711399436267656</c:v>
                </c:pt>
                <c:pt idx="2126">
                  <c:v>0.65099611348614705</c:v>
                </c:pt>
                <c:pt idx="2127">
                  <c:v>0.69734494031155647</c:v>
                </c:pt>
                <c:pt idx="2128">
                  <c:v>0.73733914021925662</c:v>
                </c:pt>
                <c:pt idx="2129">
                  <c:v>0.74242575144483525</c:v>
                </c:pt>
                <c:pt idx="2130">
                  <c:v>0.83231963622872907</c:v>
                </c:pt>
                <c:pt idx="2131">
                  <c:v>0.83892730473764565</c:v>
                </c:pt>
                <c:pt idx="2132">
                  <c:v>0.81370634523206797</c:v>
                </c:pt>
                <c:pt idx="2133">
                  <c:v>0.78837845966063436</c:v>
                </c:pt>
                <c:pt idx="2134">
                  <c:v>0.76747577699228664</c:v>
                </c:pt>
                <c:pt idx="2135">
                  <c:v>0.77315641096093191</c:v>
                </c:pt>
                <c:pt idx="2136">
                  <c:v>0.82710070566241656</c:v>
                </c:pt>
                <c:pt idx="2137">
                  <c:v>0.86132550195774094</c:v>
                </c:pt>
                <c:pt idx="2138">
                  <c:v>0.85389230849141673</c:v>
                </c:pt>
                <c:pt idx="2139">
                  <c:v>0.80147568484401444</c:v>
                </c:pt>
                <c:pt idx="2140">
                  <c:v>0.76240037178544584</c:v>
                </c:pt>
                <c:pt idx="2141">
                  <c:v>0.74651688990865617</c:v>
                </c:pt>
                <c:pt idx="2142">
                  <c:v>0.76716809818151388</c:v>
                </c:pt>
                <c:pt idx="2143">
                  <c:v>0.82170413321236013</c:v>
                </c:pt>
                <c:pt idx="2144">
                  <c:v>0.88025318045383194</c:v>
                </c:pt>
                <c:pt idx="2145">
                  <c:v>0.91726294900306071</c:v>
                </c:pt>
                <c:pt idx="2146">
                  <c:v>0.92655532280494113</c:v>
                </c:pt>
                <c:pt idx="2147">
                  <c:v>0.98923730693532497</c:v>
                </c:pt>
                <c:pt idx="2148">
                  <c:v>0.99989572156888418</c:v>
                </c:pt>
                <c:pt idx="2149">
                  <c:v>0.92600763417637422</c:v>
                </c:pt>
                <c:pt idx="2150">
                  <c:v>0.87425021642409584</c:v>
                </c:pt>
                <c:pt idx="2151">
                  <c:v>0.86134350273006288</c:v>
                </c:pt>
                <c:pt idx="2152">
                  <c:v>0.85715876588890216</c:v>
                </c:pt>
                <c:pt idx="2153">
                  <c:v>0.86187297508051952</c:v>
                </c:pt>
                <c:pt idx="2154">
                  <c:v>0.89536088974430228</c:v>
                </c:pt>
                <c:pt idx="2155">
                  <c:v>0.91010725096370337</c:v>
                </c:pt>
                <c:pt idx="2156">
                  <c:v>0.90734715525197951</c:v>
                </c:pt>
                <c:pt idx="2157">
                  <c:v>0.89653950681419026</c:v>
                </c:pt>
                <c:pt idx="2158">
                  <c:v>0.86157594458728082</c:v>
                </c:pt>
                <c:pt idx="2159">
                  <c:v>0.85497262782187766</c:v>
                </c:pt>
                <c:pt idx="2160">
                  <c:v>0.84631465963211794</c:v>
                </c:pt>
                <c:pt idx="2161">
                  <c:v>0.74665164183332278</c:v>
                </c:pt>
                <c:pt idx="2162">
                  <c:v>0.69708463319063241</c:v>
                </c:pt>
                <c:pt idx="2163">
                  <c:v>0.67791276263888622</c:v>
                </c:pt>
                <c:pt idx="2164">
                  <c:v>0.45399008436972599</c:v>
                </c:pt>
                <c:pt idx="2165">
                  <c:v>0.30170562764629583</c:v>
                </c:pt>
                <c:pt idx="2166">
                  <c:v>0.39952837223222948</c:v>
                </c:pt>
                <c:pt idx="2167">
                  <c:v>0.44777088840522739</c:v>
                </c:pt>
                <c:pt idx="2168">
                  <c:v>0.56807567820768401</c:v>
                </c:pt>
                <c:pt idx="2169">
                  <c:v>0.72732502396865029</c:v>
                </c:pt>
                <c:pt idx="2170">
                  <c:v>0.84059785419980126</c:v>
                </c:pt>
                <c:pt idx="2171">
                  <c:v>0.85231829311167884</c:v>
                </c:pt>
                <c:pt idx="2172">
                  <c:v>0.85352048533581104</c:v>
                </c:pt>
                <c:pt idx="2173">
                  <c:v>0.86801825918473408</c:v>
                </c:pt>
                <c:pt idx="2174">
                  <c:v>0.87118454849978877</c:v>
                </c:pt>
                <c:pt idx="2175">
                  <c:v>0.87252424660297723</c:v>
                </c:pt>
                <c:pt idx="2176">
                  <c:v>0.89405349848121929</c:v>
                </c:pt>
                <c:pt idx="2177">
                  <c:v>0.90142164453474782</c:v>
                </c:pt>
                <c:pt idx="2178">
                  <c:v>0.88869501947924001</c:v>
                </c:pt>
                <c:pt idx="2179">
                  <c:v>0.81478006683460247</c:v>
                </c:pt>
                <c:pt idx="2180">
                  <c:v>0.81247174913151488</c:v>
                </c:pt>
                <c:pt idx="2181">
                  <c:v>0.81219496860618812</c:v>
                </c:pt>
                <c:pt idx="2182">
                  <c:v>0.8104080154765706</c:v>
                </c:pt>
                <c:pt idx="2183">
                  <c:v>0.81048332618152863</c:v>
                </c:pt>
                <c:pt idx="2184">
                  <c:v>0.81027959286680162</c:v>
                </c:pt>
                <c:pt idx="2185">
                  <c:v>0.83256174523146631</c:v>
                </c:pt>
                <c:pt idx="2186">
                  <c:v>0.91668759841462721</c:v>
                </c:pt>
                <c:pt idx="2187">
                  <c:v>0.98966813399442033</c:v>
                </c:pt>
                <c:pt idx="2188">
                  <c:v>0.78954887259773998</c:v>
                </c:pt>
                <c:pt idx="2189">
                  <c:v>0.77571979743190045</c:v>
                </c:pt>
                <c:pt idx="2190">
                  <c:v>0.68467100242578349</c:v>
                </c:pt>
                <c:pt idx="2191">
                  <c:v>0.69008444287627058</c:v>
                </c:pt>
                <c:pt idx="2192">
                  <c:v>0.7245127372705068</c:v>
                </c:pt>
                <c:pt idx="2193">
                  <c:v>0.75346962892714375</c:v>
                </c:pt>
                <c:pt idx="2194">
                  <c:v>0.78605719860696133</c:v>
                </c:pt>
                <c:pt idx="2195">
                  <c:v>0.79261709876059749</c:v>
                </c:pt>
                <c:pt idx="2196">
                  <c:v>0.83213949274311538</c:v>
                </c:pt>
                <c:pt idx="2197">
                  <c:v>0.86751095659233535</c:v>
                </c:pt>
                <c:pt idx="2198">
                  <c:v>0.88011125197911388</c:v>
                </c:pt>
                <c:pt idx="2199">
                  <c:v>0.88258779002731824</c:v>
                </c:pt>
                <c:pt idx="2200">
                  <c:v>0.91095517389914216</c:v>
                </c:pt>
                <c:pt idx="2201">
                  <c:v>0.87235796304634705</c:v>
                </c:pt>
                <c:pt idx="2202">
                  <c:v>0.74592459034167091</c:v>
                </c:pt>
                <c:pt idx="2203">
                  <c:v>0.67714841101705137</c:v>
                </c:pt>
                <c:pt idx="2204">
                  <c:v>0.6777675523398321</c:v>
                </c:pt>
                <c:pt idx="2205">
                  <c:v>0.68209569464782838</c:v>
                </c:pt>
                <c:pt idx="2206">
                  <c:v>0.68759028921204535</c:v>
                </c:pt>
                <c:pt idx="2207">
                  <c:v>0.69644221375376136</c:v>
                </c:pt>
                <c:pt idx="2208">
                  <c:v>0.70364297678623644</c:v>
                </c:pt>
                <c:pt idx="2209">
                  <c:v>0.70897611164339158</c:v>
                </c:pt>
                <c:pt idx="2210">
                  <c:v>0.71021009087898368</c:v>
                </c:pt>
                <c:pt idx="2211">
                  <c:v>0.73020284668236157</c:v>
                </c:pt>
                <c:pt idx="2212">
                  <c:v>0.74734772398160076</c:v>
                </c:pt>
                <c:pt idx="2213">
                  <c:v>0.75168641944657688</c:v>
                </c:pt>
                <c:pt idx="2214">
                  <c:v>0.79268498268116361</c:v>
                </c:pt>
                <c:pt idx="2215">
                  <c:v>0.83725851013395325</c:v>
                </c:pt>
                <c:pt idx="2216">
                  <c:v>0.84313266179377078</c:v>
                </c:pt>
                <c:pt idx="2217">
                  <c:v>0.85004543236558006</c:v>
                </c:pt>
                <c:pt idx="2218">
                  <c:v>0.92537828310380676</c:v>
                </c:pt>
                <c:pt idx="2219">
                  <c:v>0.94568881226250989</c:v>
                </c:pt>
                <c:pt idx="2220">
                  <c:v>0.94706441456443446</c:v>
                </c:pt>
                <c:pt idx="2221">
                  <c:v>0.95448073025073821</c:v>
                </c:pt>
                <c:pt idx="2222">
                  <c:v>0.96197327560125723</c:v>
                </c:pt>
                <c:pt idx="2223">
                  <c:v>0.96723382812155456</c:v>
                </c:pt>
                <c:pt idx="2224">
                  <c:v>0.97057741786371021</c:v>
                </c:pt>
                <c:pt idx="2225">
                  <c:v>0.9723543010134138</c:v>
                </c:pt>
                <c:pt idx="2226">
                  <c:v>0.99330084607154501</c:v>
                </c:pt>
                <c:pt idx="2227">
                  <c:v>0.99945682686878445</c:v>
                </c:pt>
                <c:pt idx="2228">
                  <c:v>0.88544590525431999</c:v>
                </c:pt>
                <c:pt idx="2229">
                  <c:v>0.85000519492367921</c:v>
                </c:pt>
                <c:pt idx="2230">
                  <c:v>0.74432597119870691</c:v>
                </c:pt>
                <c:pt idx="2231">
                  <c:v>0.74557141520957293</c:v>
                </c:pt>
                <c:pt idx="2232">
                  <c:v>0.74863538190112933</c:v>
                </c:pt>
                <c:pt idx="2233">
                  <c:v>0.75194609384937494</c:v>
                </c:pt>
                <c:pt idx="2234">
                  <c:v>0.75743813112910818</c:v>
                </c:pt>
                <c:pt idx="2235">
                  <c:v>0.75824193776935722</c:v>
                </c:pt>
                <c:pt idx="2236">
                  <c:v>0.81664313966177349</c:v>
                </c:pt>
                <c:pt idx="2237">
                  <c:v>0.89361166726238772</c:v>
                </c:pt>
                <c:pt idx="2238">
                  <c:v>0.91869706445401222</c:v>
                </c:pt>
                <c:pt idx="2239">
                  <c:v>0.92691158083172598</c:v>
                </c:pt>
                <c:pt idx="2240">
                  <c:v>0.94159993447019652</c:v>
                </c:pt>
                <c:pt idx="2241">
                  <c:v>0.9554144144757738</c:v>
                </c:pt>
                <c:pt idx="2242">
                  <c:v>0.91043664193435048</c:v>
                </c:pt>
                <c:pt idx="2243">
                  <c:v>0.854351158509562</c:v>
                </c:pt>
                <c:pt idx="2244">
                  <c:v>0.84464296111895021</c:v>
                </c:pt>
                <c:pt idx="2245">
                  <c:v>0.85246273896795055</c:v>
                </c:pt>
                <c:pt idx="2246">
                  <c:v>0.8565221306844758</c:v>
                </c:pt>
                <c:pt idx="2247">
                  <c:v>0.8673000067852501</c:v>
                </c:pt>
                <c:pt idx="2248">
                  <c:v>0.87741919926866396</c:v>
                </c:pt>
                <c:pt idx="2249">
                  <c:v>0.88757534098079827</c:v>
                </c:pt>
                <c:pt idx="2250">
                  <c:v>0.89127490396531517</c:v>
                </c:pt>
                <c:pt idx="2251">
                  <c:v>0.88716323601387459</c:v>
                </c:pt>
                <c:pt idx="2252">
                  <c:v>0.85431716354554599</c:v>
                </c:pt>
                <c:pt idx="2253">
                  <c:v>0.84439850125624194</c:v>
                </c:pt>
                <c:pt idx="2254">
                  <c:v>0.84331080293579075</c:v>
                </c:pt>
                <c:pt idx="2255">
                  <c:v>0.83196305649572311</c:v>
                </c:pt>
                <c:pt idx="2256">
                  <c:v>0.82774641655696934</c:v>
                </c:pt>
                <c:pt idx="2257">
                  <c:v>0.83061160836431458</c:v>
                </c:pt>
                <c:pt idx="2258">
                  <c:v>0.87250826638162471</c:v>
                </c:pt>
                <c:pt idx="2259">
                  <c:v>0.87379503137017456</c:v>
                </c:pt>
                <c:pt idx="2260">
                  <c:v>0.88082652649884974</c:v>
                </c:pt>
                <c:pt idx="2261">
                  <c:v>0.88992053255624171</c:v>
                </c:pt>
                <c:pt idx="2262">
                  <c:v>0.89377042235914783</c:v>
                </c:pt>
                <c:pt idx="2263">
                  <c:v>0.89976327785481947</c:v>
                </c:pt>
                <c:pt idx="2264">
                  <c:v>0.93415309619490694</c:v>
                </c:pt>
                <c:pt idx="2265">
                  <c:v>0.97050787202733768</c:v>
                </c:pt>
                <c:pt idx="2266">
                  <c:v>0.99423345546027142</c:v>
                </c:pt>
                <c:pt idx="2267">
                  <c:v>0.99846655892782377</c:v>
                </c:pt>
                <c:pt idx="2268">
                  <c:v>0.92817744775814814</c:v>
                </c:pt>
                <c:pt idx="2269">
                  <c:v>0.9197640656164261</c:v>
                </c:pt>
                <c:pt idx="2270">
                  <c:v>0.86614350420392061</c:v>
                </c:pt>
                <c:pt idx="2271">
                  <c:v>0.86581159404933372</c:v>
                </c:pt>
                <c:pt idx="2272">
                  <c:v>0.86468926951559333</c:v>
                </c:pt>
                <c:pt idx="2273">
                  <c:v>0.86069604224366225</c:v>
                </c:pt>
                <c:pt idx="2274">
                  <c:v>0.86699223987034923</c:v>
                </c:pt>
                <c:pt idx="2275">
                  <c:v>0.8702035837450478</c:v>
                </c:pt>
                <c:pt idx="2276">
                  <c:v>0.87887340931679037</c:v>
                </c:pt>
                <c:pt idx="2277">
                  <c:v>0.8804990541182941</c:v>
                </c:pt>
                <c:pt idx="2278">
                  <c:v>0.88287430111479459</c:v>
                </c:pt>
                <c:pt idx="2279">
                  <c:v>0.92435980767882808</c:v>
                </c:pt>
                <c:pt idx="2280">
                  <c:v>0.93465758612897898</c:v>
                </c:pt>
                <c:pt idx="2281">
                  <c:v>0.93991398403930426</c:v>
                </c:pt>
                <c:pt idx="2282">
                  <c:v>0.95914945210628177</c:v>
                </c:pt>
                <c:pt idx="2283">
                  <c:v>0.97049482614090832</c:v>
                </c:pt>
                <c:pt idx="2284">
                  <c:v>0.97002429612005425</c:v>
                </c:pt>
                <c:pt idx="2285">
                  <c:v>0.96424194535688712</c:v>
                </c:pt>
                <c:pt idx="2286">
                  <c:v>0.95434891902186891</c:v>
                </c:pt>
                <c:pt idx="2287">
                  <c:v>0.94877757600991985</c:v>
                </c:pt>
                <c:pt idx="2288">
                  <c:v>0.94524818685259471</c:v>
                </c:pt>
                <c:pt idx="2289">
                  <c:v>0.94651966674259658</c:v>
                </c:pt>
                <c:pt idx="2290">
                  <c:v>0.95227240227042409</c:v>
                </c:pt>
                <c:pt idx="2291">
                  <c:v>0.95334206314161485</c:v>
                </c:pt>
                <c:pt idx="2292">
                  <c:v>0.93504088378259975</c:v>
                </c:pt>
                <c:pt idx="2293">
                  <c:v>0.9164972376442444</c:v>
                </c:pt>
                <c:pt idx="2294">
                  <c:v>0.90095159114981782</c:v>
                </c:pt>
                <c:pt idx="2295">
                  <c:v>0.89022083875144598</c:v>
                </c:pt>
                <c:pt idx="2296">
                  <c:v>0.88817437098154595</c:v>
                </c:pt>
                <c:pt idx="2297">
                  <c:v>0.87295157855542005</c:v>
                </c:pt>
                <c:pt idx="2298">
                  <c:v>0.86967625176306784</c:v>
                </c:pt>
                <c:pt idx="2299">
                  <c:v>0.87136805817534968</c:v>
                </c:pt>
                <c:pt idx="2300">
                  <c:v>0.89940235247171429</c:v>
                </c:pt>
                <c:pt idx="2301">
                  <c:v>0.91200053412265214</c:v>
                </c:pt>
                <c:pt idx="2302">
                  <c:v>0.90981161316222792</c:v>
                </c:pt>
                <c:pt idx="2303">
                  <c:v>0.89412136105555151</c:v>
                </c:pt>
                <c:pt idx="2304">
                  <c:v>0.87797959310672835</c:v>
                </c:pt>
                <c:pt idx="2305">
                  <c:v>0.876519661163353</c:v>
                </c:pt>
                <c:pt idx="2306">
                  <c:v>0.88490321623360702</c:v>
                </c:pt>
                <c:pt idx="2307">
                  <c:v>0.96601671426919955</c:v>
                </c:pt>
                <c:pt idx="2308">
                  <c:v>0.99977981319768139</c:v>
                </c:pt>
                <c:pt idx="2309">
                  <c:v>0.9697997620908243</c:v>
                </c:pt>
                <c:pt idx="2310">
                  <c:v>0.92619703534409248</c:v>
                </c:pt>
                <c:pt idx="2311">
                  <c:v>0.93859206582447408</c:v>
                </c:pt>
                <c:pt idx="2312">
                  <c:v>0.94494411140837298</c:v>
                </c:pt>
                <c:pt idx="2313">
                  <c:v>0.93981490178262705</c:v>
                </c:pt>
                <c:pt idx="2314">
                  <c:v>0.8993704305469068</c:v>
                </c:pt>
                <c:pt idx="2315">
                  <c:v>0.86294354730880851</c:v>
                </c:pt>
                <c:pt idx="2316">
                  <c:v>0.84938394728577571</c:v>
                </c:pt>
                <c:pt idx="2317">
                  <c:v>0.85357370510731534</c:v>
                </c:pt>
                <c:pt idx="2318">
                  <c:v>0.88266024868102611</c:v>
                </c:pt>
                <c:pt idx="2319">
                  <c:v>0.89815101151084153</c:v>
                </c:pt>
                <c:pt idx="2320">
                  <c:v>0.89086384076677139</c:v>
                </c:pt>
                <c:pt idx="2321">
                  <c:v>0.87046335667511965</c:v>
                </c:pt>
                <c:pt idx="2322">
                  <c:v>0.76360333767731059</c:v>
                </c:pt>
                <c:pt idx="2323">
                  <c:v>0.75841813380596146</c:v>
                </c:pt>
                <c:pt idx="2324">
                  <c:v>0.70844294731886293</c:v>
                </c:pt>
                <c:pt idx="2325">
                  <c:v>0.65669241063479089</c:v>
                </c:pt>
                <c:pt idx="2326">
                  <c:v>0.59345228753238843</c:v>
                </c:pt>
                <c:pt idx="2327">
                  <c:v>0.53950668637377186</c:v>
                </c:pt>
                <c:pt idx="2328">
                  <c:v>0.63863005570195996</c:v>
                </c:pt>
                <c:pt idx="2329">
                  <c:v>0.9190507577748398</c:v>
                </c:pt>
                <c:pt idx="2330">
                  <c:v>0.92123937668788503</c:v>
                </c:pt>
                <c:pt idx="2331">
                  <c:v>0.95759257037440249</c:v>
                </c:pt>
                <c:pt idx="2332">
                  <c:v>0.96268568642713004</c:v>
                </c:pt>
                <c:pt idx="2333">
                  <c:v>0.95554028336986663</c:v>
                </c:pt>
                <c:pt idx="2334">
                  <c:v>0.90988185448165038</c:v>
                </c:pt>
                <c:pt idx="2335">
                  <c:v>0.91587076843084825</c:v>
                </c:pt>
                <c:pt idx="2336">
                  <c:v>0.93990999570236111</c:v>
                </c:pt>
                <c:pt idx="2337">
                  <c:v>0.94668682331864284</c:v>
                </c:pt>
                <c:pt idx="2338">
                  <c:v>0.9086784918460814</c:v>
                </c:pt>
                <c:pt idx="2339">
                  <c:v>0.81408117118154333</c:v>
                </c:pt>
                <c:pt idx="2340">
                  <c:v>0.74880609729042924</c:v>
                </c:pt>
                <c:pt idx="2341">
                  <c:v>0.66749560068099434</c:v>
                </c:pt>
                <c:pt idx="2342">
                  <c:v>0.58804251671423702</c:v>
                </c:pt>
                <c:pt idx="2343">
                  <c:v>0.60910532947736151</c:v>
                </c:pt>
                <c:pt idx="2344">
                  <c:v>0.82386470166641979</c:v>
                </c:pt>
                <c:pt idx="2345">
                  <c:v>0.99630604414507795</c:v>
                </c:pt>
                <c:pt idx="2346">
                  <c:v>0.73405649255125371</c:v>
                </c:pt>
                <c:pt idx="2347">
                  <c:v>0.73801766686144665</c:v>
                </c:pt>
                <c:pt idx="2348">
                  <c:v>0.76539376427132289</c:v>
                </c:pt>
                <c:pt idx="2349">
                  <c:v>0.76027962611731359</c:v>
                </c:pt>
                <c:pt idx="2350">
                  <c:v>0.70552351999671947</c:v>
                </c:pt>
                <c:pt idx="2351">
                  <c:v>0.7745780339792061</c:v>
                </c:pt>
                <c:pt idx="2352">
                  <c:v>0.90677701521754095</c:v>
                </c:pt>
                <c:pt idx="2353">
                  <c:v>0.89175282888090168</c:v>
                </c:pt>
                <c:pt idx="2354">
                  <c:v>0.80174274947092861</c:v>
                </c:pt>
                <c:pt idx="2355">
                  <c:v>0.7051424093049331</c:v>
                </c:pt>
                <c:pt idx="2356">
                  <c:v>0.67416026348009517</c:v>
                </c:pt>
                <c:pt idx="2357">
                  <c:v>0.6831040537734443</c:v>
                </c:pt>
                <c:pt idx="2358">
                  <c:v>0.74590292671243996</c:v>
                </c:pt>
                <c:pt idx="2359">
                  <c:v>0.80919705638751971</c:v>
                </c:pt>
                <c:pt idx="2360">
                  <c:v>0.87440222212091179</c:v>
                </c:pt>
                <c:pt idx="2361">
                  <c:v>0.93658156118411173</c:v>
                </c:pt>
                <c:pt idx="2362">
                  <c:v>0.95278034682252688</c:v>
                </c:pt>
                <c:pt idx="2363">
                  <c:v>0.93477094867445709</c:v>
                </c:pt>
                <c:pt idx="2364">
                  <c:v>0.78108386972307409</c:v>
                </c:pt>
                <c:pt idx="2365">
                  <c:v>0.71813333273459767</c:v>
                </c:pt>
                <c:pt idx="2366">
                  <c:v>0.71786785496973349</c:v>
                </c:pt>
                <c:pt idx="2367">
                  <c:v>0.7170133897003117</c:v>
                </c:pt>
                <c:pt idx="2368">
                  <c:v>0.71642359497116193</c:v>
                </c:pt>
                <c:pt idx="2369">
                  <c:v>0.73104684296550304</c:v>
                </c:pt>
                <c:pt idx="2370">
                  <c:v>0.87151307217600238</c:v>
                </c:pt>
                <c:pt idx="2371">
                  <c:v>0.89393734298479521</c:v>
                </c:pt>
                <c:pt idx="2372">
                  <c:v>0.8904118007074362</c:v>
                </c:pt>
                <c:pt idx="2373">
                  <c:v>0.86076450878055843</c:v>
                </c:pt>
                <c:pt idx="2374">
                  <c:v>0.8495894249088487</c:v>
                </c:pt>
                <c:pt idx="2375">
                  <c:v>0.85202034350633804</c:v>
                </c:pt>
                <c:pt idx="2376">
                  <c:v>0.87712076830298014</c:v>
                </c:pt>
                <c:pt idx="2377">
                  <c:v>0.90236888328778786</c:v>
                </c:pt>
                <c:pt idx="2378">
                  <c:v>0.9126462914319855</c:v>
                </c:pt>
                <c:pt idx="2379">
                  <c:v>0.92537266060253931</c:v>
                </c:pt>
                <c:pt idx="2380">
                  <c:v>0.96346773568027533</c:v>
                </c:pt>
                <c:pt idx="2381">
                  <c:v>0.99943313307112724</c:v>
                </c:pt>
                <c:pt idx="2382">
                  <c:v>0.7247879692433371</c:v>
                </c:pt>
                <c:pt idx="2383">
                  <c:v>0.76308101628825131</c:v>
                </c:pt>
                <c:pt idx="2384">
                  <c:v>0.84316274558852167</c:v>
                </c:pt>
                <c:pt idx="2385">
                  <c:v>0.88103252943805443</c:v>
                </c:pt>
                <c:pt idx="2386">
                  <c:v>0.88915228037395444</c:v>
                </c:pt>
                <c:pt idx="2387">
                  <c:v>0.90780921266489345</c:v>
                </c:pt>
                <c:pt idx="2388">
                  <c:v>0.9358005838959198</c:v>
                </c:pt>
                <c:pt idx="2389">
                  <c:v>0.93679988470175835</c:v>
                </c:pt>
                <c:pt idx="2390">
                  <c:v>0.93701042918683408</c:v>
                </c:pt>
                <c:pt idx="2391">
                  <c:v>0.94783376155545951</c:v>
                </c:pt>
                <c:pt idx="2392">
                  <c:v>0.95178241593028468</c:v>
                </c:pt>
                <c:pt idx="2393">
                  <c:v>0.94507876026395443</c:v>
                </c:pt>
                <c:pt idx="2394">
                  <c:v>0.88425530856542955</c:v>
                </c:pt>
                <c:pt idx="2395">
                  <c:v>0.83689052527469843</c:v>
                </c:pt>
                <c:pt idx="2396">
                  <c:v>0.8319836113493152</c:v>
                </c:pt>
                <c:pt idx="2397">
                  <c:v>0.81208444349537456</c:v>
                </c:pt>
                <c:pt idx="2398">
                  <c:v>0.80595821351591435</c:v>
                </c:pt>
                <c:pt idx="2399">
                  <c:v>0.78528988768633401</c:v>
                </c:pt>
                <c:pt idx="2400">
                  <c:v>0.75314001760391769</c:v>
                </c:pt>
                <c:pt idx="2401">
                  <c:v>0.7327832145407599</c:v>
                </c:pt>
                <c:pt idx="2402">
                  <c:v>0.72858299448375108</c:v>
                </c:pt>
                <c:pt idx="2403">
                  <c:v>0.62129832540036445</c:v>
                </c:pt>
                <c:pt idx="2404">
                  <c:v>0.4335323228515795</c:v>
                </c:pt>
                <c:pt idx="2405">
                  <c:v>0.44756162220270712</c:v>
                </c:pt>
                <c:pt idx="2406">
                  <c:v>0.56615157086277013</c:v>
                </c:pt>
                <c:pt idx="2407">
                  <c:v>0.59908519643787017</c:v>
                </c:pt>
                <c:pt idx="2408">
                  <c:v>0.60614915827270066</c:v>
                </c:pt>
                <c:pt idx="2409">
                  <c:v>0.67970701498802055</c:v>
                </c:pt>
                <c:pt idx="2410">
                  <c:v>0.7165777790994855</c:v>
                </c:pt>
                <c:pt idx="2411">
                  <c:v>0.72732554768344204</c:v>
                </c:pt>
                <c:pt idx="2412">
                  <c:v>0.90114432032224034</c:v>
                </c:pt>
                <c:pt idx="2413">
                  <c:v>0.90175565797323176</c:v>
                </c:pt>
                <c:pt idx="2414">
                  <c:v>0.90869643899703012</c:v>
                </c:pt>
                <c:pt idx="2415">
                  <c:v>0.91122109644168303</c:v>
                </c:pt>
                <c:pt idx="2416">
                  <c:v>0.90182037124397829</c:v>
                </c:pt>
                <c:pt idx="2417">
                  <c:v>0.85293008846223395</c:v>
                </c:pt>
                <c:pt idx="2418">
                  <c:v>0.80415680681376389</c:v>
                </c:pt>
                <c:pt idx="2419">
                  <c:v>0.75934346244590856</c:v>
                </c:pt>
                <c:pt idx="2420">
                  <c:v>0.75280062182204821</c:v>
                </c:pt>
                <c:pt idx="2421">
                  <c:v>0.79038964456612315</c:v>
                </c:pt>
                <c:pt idx="2422">
                  <c:v>0.94765115565133573</c:v>
                </c:pt>
                <c:pt idx="2423">
                  <c:v>0.9992913986553269</c:v>
                </c:pt>
                <c:pt idx="2424">
                  <c:v>0.8764453130101777</c:v>
                </c:pt>
                <c:pt idx="2425">
                  <c:v>0.83445601432502481</c:v>
                </c:pt>
                <c:pt idx="2426">
                  <c:v>0.86621219094647983</c:v>
                </c:pt>
                <c:pt idx="2427">
                  <c:v>0.84724331268070685</c:v>
                </c:pt>
                <c:pt idx="2428">
                  <c:v>0.81563281760730943</c:v>
                </c:pt>
                <c:pt idx="2429">
                  <c:v>0.77868881883840502</c:v>
                </c:pt>
                <c:pt idx="2430">
                  <c:v>0.77120814804706395</c:v>
                </c:pt>
                <c:pt idx="2431">
                  <c:v>0.70444089757997574</c:v>
                </c:pt>
                <c:pt idx="2432">
                  <c:v>0.59951693769971082</c:v>
                </c:pt>
                <c:pt idx="2433">
                  <c:v>0.56602046325843014</c:v>
                </c:pt>
                <c:pt idx="2434">
                  <c:v>0.59939124440588842</c:v>
                </c:pt>
                <c:pt idx="2435">
                  <c:v>0.67760727714699764</c:v>
                </c:pt>
                <c:pt idx="2436">
                  <c:v>0.73855372671989394</c:v>
                </c:pt>
                <c:pt idx="2437">
                  <c:v>0.79960125689808548</c:v>
                </c:pt>
                <c:pt idx="2438">
                  <c:v>0.87183959697361424</c:v>
                </c:pt>
                <c:pt idx="2439">
                  <c:v>0.89132778417319702</c:v>
                </c:pt>
                <c:pt idx="2440">
                  <c:v>0.89006612485087733</c:v>
                </c:pt>
                <c:pt idx="2441">
                  <c:v>0.88364469010147617</c:v>
                </c:pt>
                <c:pt idx="2442">
                  <c:v>0.88026665589410213</c:v>
                </c:pt>
                <c:pt idx="2443">
                  <c:v>0.87644037521244922</c:v>
                </c:pt>
                <c:pt idx="2444">
                  <c:v>0.85345996675749825</c:v>
                </c:pt>
                <c:pt idx="2445">
                  <c:v>0.83610511678703636</c:v>
                </c:pt>
                <c:pt idx="2446">
                  <c:v>0.83315103428221304</c:v>
                </c:pt>
                <c:pt idx="2447">
                  <c:v>0.83013553381866023</c:v>
                </c:pt>
                <c:pt idx="2448">
                  <c:v>0.79752979617927766</c:v>
                </c:pt>
                <c:pt idx="2449">
                  <c:v>0.78909760687001673</c:v>
                </c:pt>
                <c:pt idx="2450">
                  <c:v>0.79326348998523466</c:v>
                </c:pt>
                <c:pt idx="2451">
                  <c:v>0.82849550538373828</c:v>
                </c:pt>
                <c:pt idx="2452">
                  <c:v>0.84899918135136176</c:v>
                </c:pt>
                <c:pt idx="2453">
                  <c:v>0.85101224990397717</c:v>
                </c:pt>
                <c:pt idx="2454">
                  <c:v>0.86894617385200223</c:v>
                </c:pt>
                <c:pt idx="2455">
                  <c:v>0.87335224695099034</c:v>
                </c:pt>
                <c:pt idx="2456">
                  <c:v>0.87331089175000876</c:v>
                </c:pt>
                <c:pt idx="2457">
                  <c:v>0.8734828701591888</c:v>
                </c:pt>
                <c:pt idx="2458">
                  <c:v>0.87332972066205694</c:v>
                </c:pt>
                <c:pt idx="2459">
                  <c:v>0.87324165496270845</c:v>
                </c:pt>
                <c:pt idx="2460">
                  <c:v>0.88070772813299492</c:v>
                </c:pt>
                <c:pt idx="2461">
                  <c:v>0.952060513867373</c:v>
                </c:pt>
                <c:pt idx="2462">
                  <c:v>0.99984635078586526</c:v>
                </c:pt>
                <c:pt idx="2463">
                  <c:v>0.85329149628236822</c:v>
                </c:pt>
                <c:pt idx="2464">
                  <c:v>0.85045213709993084</c:v>
                </c:pt>
                <c:pt idx="2465">
                  <c:v>0.82371046374555323</c:v>
                </c:pt>
                <c:pt idx="2466">
                  <c:v>0.82271768703983361</c:v>
                </c:pt>
                <c:pt idx="2467">
                  <c:v>0.80792130027367992</c:v>
                </c:pt>
                <c:pt idx="2468">
                  <c:v>0.72493889947996037</c:v>
                </c:pt>
                <c:pt idx="2469">
                  <c:v>0.66792242078614539</c:v>
                </c:pt>
                <c:pt idx="2470">
                  <c:v>0.64743882704110478</c:v>
                </c:pt>
                <c:pt idx="2471">
                  <c:v>0.65073048290485269</c:v>
                </c:pt>
                <c:pt idx="2472">
                  <c:v>0.68991373016121893</c:v>
                </c:pt>
                <c:pt idx="2473">
                  <c:v>0.72983927331050491</c:v>
                </c:pt>
                <c:pt idx="2474">
                  <c:v>0.76637645715779457</c:v>
                </c:pt>
                <c:pt idx="2475">
                  <c:v>0.79533337904314294</c:v>
                </c:pt>
                <c:pt idx="2476">
                  <c:v>0.81308361131408979</c:v>
                </c:pt>
                <c:pt idx="2477">
                  <c:v>0.81871925022894088</c:v>
                </c:pt>
                <c:pt idx="2478">
                  <c:v>0.84052704816400237</c:v>
                </c:pt>
                <c:pt idx="2479">
                  <c:v>0.85113725222253211</c:v>
                </c:pt>
                <c:pt idx="2480">
                  <c:v>0.846953795985387</c:v>
                </c:pt>
                <c:pt idx="2481">
                  <c:v>0.83015785671686815</c:v>
                </c:pt>
                <c:pt idx="2482">
                  <c:v>0.8297227475866662</c:v>
                </c:pt>
                <c:pt idx="2483">
                  <c:v>0.82689229572095357</c:v>
                </c:pt>
                <c:pt idx="2484">
                  <c:v>0.82267713794245589</c:v>
                </c:pt>
                <c:pt idx="2485">
                  <c:v>0.82178249971152428</c:v>
                </c:pt>
                <c:pt idx="2486">
                  <c:v>0.82622776575458723</c:v>
                </c:pt>
                <c:pt idx="2487">
                  <c:v>0.8304264168416724</c:v>
                </c:pt>
                <c:pt idx="2488">
                  <c:v>0.80517615084435146</c:v>
                </c:pt>
                <c:pt idx="2489">
                  <c:v>0.77315442690274605</c:v>
                </c:pt>
                <c:pt idx="2490">
                  <c:v>0.7536308348598284</c:v>
                </c:pt>
                <c:pt idx="2491">
                  <c:v>0.75538095427034746</c:v>
                </c:pt>
                <c:pt idx="2492">
                  <c:v>0.76654990949577939</c:v>
                </c:pt>
                <c:pt idx="2493">
                  <c:v>0.77901091321331817</c:v>
                </c:pt>
                <c:pt idx="2494">
                  <c:v>0.79706490032549926</c:v>
                </c:pt>
                <c:pt idx="2495">
                  <c:v>0.92792519906331261</c:v>
                </c:pt>
                <c:pt idx="2496">
                  <c:v>0.99989821101085474</c:v>
                </c:pt>
                <c:pt idx="2497">
                  <c:v>0.93469822882445741</c:v>
                </c:pt>
                <c:pt idx="2498">
                  <c:v>0.82591306995131708</c:v>
                </c:pt>
                <c:pt idx="2499">
                  <c:v>0.83944438918922737</c:v>
                </c:pt>
                <c:pt idx="2500">
                  <c:v>0.87173563219104844</c:v>
                </c:pt>
                <c:pt idx="2501">
                  <c:v>0.86963329481048601</c:v>
                </c:pt>
                <c:pt idx="2502">
                  <c:v>0.83886548898654456</c:v>
                </c:pt>
                <c:pt idx="2503">
                  <c:v>0.81805087084813377</c:v>
                </c:pt>
                <c:pt idx="2504">
                  <c:v>0.81194758623003838</c:v>
                </c:pt>
                <c:pt idx="2505">
                  <c:v>0.79694522794108191</c:v>
                </c:pt>
                <c:pt idx="2506">
                  <c:v>0.69829068314476339</c:v>
                </c:pt>
                <c:pt idx="2507">
                  <c:v>0.62712330301585029</c:v>
                </c:pt>
                <c:pt idx="2508">
                  <c:v>0.63206733861962128</c:v>
                </c:pt>
                <c:pt idx="2509">
                  <c:v>0.68350963224859462</c:v>
                </c:pt>
                <c:pt idx="2510">
                  <c:v>0.74093832294629547</c:v>
                </c:pt>
                <c:pt idx="2511">
                  <c:v>0.82765404971615419</c:v>
                </c:pt>
                <c:pt idx="2512">
                  <c:v>0.87232366322007149</c:v>
                </c:pt>
                <c:pt idx="2513">
                  <c:v>0.87171273140009475</c:v>
                </c:pt>
                <c:pt idx="2514">
                  <c:v>0.8688753215631404</c:v>
                </c:pt>
                <c:pt idx="2515">
                  <c:v>0.82830022589799734</c:v>
                </c:pt>
                <c:pt idx="2516">
                  <c:v>0.82574218803481925</c:v>
                </c:pt>
                <c:pt idx="2517">
                  <c:v>0.82255767246143086</c:v>
                </c:pt>
                <c:pt idx="2518">
                  <c:v>0.77706592420968523</c:v>
                </c:pt>
                <c:pt idx="2519">
                  <c:v>0.76507691918747189</c:v>
                </c:pt>
                <c:pt idx="2520">
                  <c:v>0.76073821235541805</c:v>
                </c:pt>
                <c:pt idx="2521">
                  <c:v>0.69875878288251492</c:v>
                </c:pt>
                <c:pt idx="2522">
                  <c:v>0.66865033156272069</c:v>
                </c:pt>
                <c:pt idx="2523">
                  <c:v>0.67681404599335715</c:v>
                </c:pt>
                <c:pt idx="2524">
                  <c:v>0.69082241896895824</c:v>
                </c:pt>
                <c:pt idx="2525">
                  <c:v>0.79364962652591031</c:v>
                </c:pt>
                <c:pt idx="2526">
                  <c:v>0.81181737775524843</c:v>
                </c:pt>
                <c:pt idx="2527">
                  <c:v>0.86728908296400942</c:v>
                </c:pt>
                <c:pt idx="2528">
                  <c:v>0.90908392091876322</c:v>
                </c:pt>
                <c:pt idx="2529">
                  <c:v>0.90789932707410259</c:v>
                </c:pt>
                <c:pt idx="2530">
                  <c:v>0.90147357152108354</c:v>
                </c:pt>
                <c:pt idx="2531">
                  <c:v>0.8953210249212934</c:v>
                </c:pt>
                <c:pt idx="2532">
                  <c:v>0.88597981539135184</c:v>
                </c:pt>
                <c:pt idx="2533">
                  <c:v>0.88361549893529412</c:v>
                </c:pt>
                <c:pt idx="2534">
                  <c:v>0.93360032708807195</c:v>
                </c:pt>
                <c:pt idx="2535">
                  <c:v>0.99989668715746172</c:v>
                </c:pt>
                <c:pt idx="2536">
                  <c:v>0.90934652123355408</c:v>
                </c:pt>
                <c:pt idx="2537">
                  <c:v>0.89334254108314493</c:v>
                </c:pt>
                <c:pt idx="2538">
                  <c:v>0.7918766242209988</c:v>
                </c:pt>
                <c:pt idx="2539">
                  <c:v>0.77777933642143404</c:v>
                </c:pt>
                <c:pt idx="2540">
                  <c:v>0.77372353036725372</c:v>
                </c:pt>
                <c:pt idx="2541">
                  <c:v>0.71434233463120411</c:v>
                </c:pt>
                <c:pt idx="2542">
                  <c:v>0.63792454291330114</c:v>
                </c:pt>
                <c:pt idx="2543">
                  <c:v>0.62662210408120589</c:v>
                </c:pt>
                <c:pt idx="2544">
                  <c:v>0.55045786186233991</c:v>
                </c:pt>
                <c:pt idx="2545">
                  <c:v>0.53165929828644143</c:v>
                </c:pt>
                <c:pt idx="2546">
                  <c:v>0.54758910053544452</c:v>
                </c:pt>
                <c:pt idx="2547">
                  <c:v>0.63526235419688226</c:v>
                </c:pt>
                <c:pt idx="2548">
                  <c:v>0.71630812949514722</c:v>
                </c:pt>
                <c:pt idx="2549">
                  <c:v>0.85283179113562724</c:v>
                </c:pt>
                <c:pt idx="2550">
                  <c:v>0.902171650622277</c:v>
                </c:pt>
                <c:pt idx="2551">
                  <c:v>0.90232178932491747</c:v>
                </c:pt>
                <c:pt idx="2552">
                  <c:v>0.90436585363761313</c:v>
                </c:pt>
                <c:pt idx="2553">
                  <c:v>0.90549623063888784</c:v>
                </c:pt>
                <c:pt idx="2554">
                  <c:v>0.90048439266151004</c:v>
                </c:pt>
                <c:pt idx="2555">
                  <c:v>0.86930429296198719</c:v>
                </c:pt>
                <c:pt idx="2556">
                  <c:v>0.84815411522128747</c:v>
                </c:pt>
                <c:pt idx="2557">
                  <c:v>0.84494555871827171</c:v>
                </c:pt>
                <c:pt idx="2558">
                  <c:v>0.84312160059350716</c:v>
                </c:pt>
                <c:pt idx="2559">
                  <c:v>0.80917163497780431</c:v>
                </c:pt>
                <c:pt idx="2560">
                  <c:v>0.79774852592431333</c:v>
                </c:pt>
                <c:pt idx="2561">
                  <c:v>0.79828411572514091</c:v>
                </c:pt>
                <c:pt idx="2562">
                  <c:v>0.79994012346391763</c:v>
                </c:pt>
                <c:pt idx="2563">
                  <c:v>0.77895781388621665</c:v>
                </c:pt>
                <c:pt idx="2564">
                  <c:v>0.71924236811610121</c:v>
                </c:pt>
                <c:pt idx="2565">
                  <c:v>0.65136600634341468</c:v>
                </c:pt>
                <c:pt idx="2566">
                  <c:v>0.6449428462843273</c:v>
                </c:pt>
                <c:pt idx="2567">
                  <c:v>0.6562844628050809</c:v>
                </c:pt>
                <c:pt idx="2568">
                  <c:v>0.73367549876629723</c:v>
                </c:pt>
                <c:pt idx="2569">
                  <c:v>0.76024201407873648</c:v>
                </c:pt>
                <c:pt idx="2570">
                  <c:v>0.76465534905235855</c:v>
                </c:pt>
                <c:pt idx="2571">
                  <c:v>0.78537955597468001</c:v>
                </c:pt>
                <c:pt idx="2572">
                  <c:v>0.79833279605760976</c:v>
                </c:pt>
                <c:pt idx="2573">
                  <c:v>0.81710922639252381</c:v>
                </c:pt>
                <c:pt idx="2574">
                  <c:v>0.83800152081516854</c:v>
                </c:pt>
                <c:pt idx="2575">
                  <c:v>0.91166577889110589</c:v>
                </c:pt>
                <c:pt idx="2576">
                  <c:v>0.98825394198949112</c:v>
                </c:pt>
                <c:pt idx="2577">
                  <c:v>0.99989805281047339</c:v>
                </c:pt>
                <c:pt idx="2578">
                  <c:v>0.8711088389371261</c:v>
                </c:pt>
                <c:pt idx="2579">
                  <c:v>0.83398551769948892</c:v>
                </c:pt>
                <c:pt idx="2580">
                  <c:v>0.74028522391629659</c:v>
                </c:pt>
                <c:pt idx="2581">
                  <c:v>0.70403487545084553</c:v>
                </c:pt>
                <c:pt idx="2582">
                  <c:v>0.69790635063986328</c:v>
                </c:pt>
                <c:pt idx="2583">
                  <c:v>0.65700770285908661</c:v>
                </c:pt>
                <c:pt idx="2584">
                  <c:v>0.60716405524654737</c:v>
                </c:pt>
                <c:pt idx="2585">
                  <c:v>0.60184405311018818</c:v>
                </c:pt>
                <c:pt idx="2586">
                  <c:v>0.60866925169664432</c:v>
                </c:pt>
                <c:pt idx="2587">
                  <c:v>0.67023598676475948</c:v>
                </c:pt>
                <c:pt idx="2588">
                  <c:v>0.71313115823947715</c:v>
                </c:pt>
                <c:pt idx="2589">
                  <c:v>0.75186824705985877</c:v>
                </c:pt>
                <c:pt idx="2590">
                  <c:v>0.78434324764160801</c:v>
                </c:pt>
                <c:pt idx="2591">
                  <c:v>0.8014446691124637</c:v>
                </c:pt>
                <c:pt idx="2592">
                  <c:v>0.78991127317275778</c:v>
                </c:pt>
                <c:pt idx="2593">
                  <c:v>0.6661967555919357</c:v>
                </c:pt>
                <c:pt idx="2594">
                  <c:v>0.64241378900680257</c:v>
                </c:pt>
                <c:pt idx="2595">
                  <c:v>0.64716262610872244</c:v>
                </c:pt>
                <c:pt idx="2596">
                  <c:v>0.67908376875797738</c:v>
                </c:pt>
                <c:pt idx="2597">
                  <c:v>0.70160863944665253</c:v>
                </c:pt>
                <c:pt idx="2598">
                  <c:v>0.70662472308718638</c:v>
                </c:pt>
                <c:pt idx="2599">
                  <c:v>0.80117373876885634</c:v>
                </c:pt>
                <c:pt idx="2600">
                  <c:v>0.80899704612287826</c:v>
                </c:pt>
                <c:pt idx="2601">
                  <c:v>0.81297251186765762</c:v>
                </c:pt>
                <c:pt idx="2602">
                  <c:v>0.87439045026485762</c:v>
                </c:pt>
                <c:pt idx="2603">
                  <c:v>0.89161288417650642</c:v>
                </c:pt>
                <c:pt idx="2604">
                  <c:v>0.88979437452899535</c:v>
                </c:pt>
                <c:pt idx="2605">
                  <c:v>0.87260558602557403</c:v>
                </c:pt>
                <c:pt idx="2606">
                  <c:v>0.86181971182081119</c:v>
                </c:pt>
                <c:pt idx="2607">
                  <c:v>0.86490007537170721</c:v>
                </c:pt>
                <c:pt idx="2608">
                  <c:v>0.89124103238897989</c:v>
                </c:pt>
                <c:pt idx="2609">
                  <c:v>0.89775984915308071</c:v>
                </c:pt>
                <c:pt idx="2610">
                  <c:v>0.89351216146316881</c:v>
                </c:pt>
                <c:pt idx="2611">
                  <c:v>0.84390380364667406</c:v>
                </c:pt>
                <c:pt idx="2612">
                  <c:v>0.79021147939346259</c:v>
                </c:pt>
                <c:pt idx="2613">
                  <c:v>0.81455804736067616</c:v>
                </c:pt>
                <c:pt idx="2614">
                  <c:v>0.90993097099409659</c:v>
                </c:pt>
                <c:pt idx="2615">
                  <c:v>0.97310124937860698</c:v>
                </c:pt>
                <c:pt idx="2616">
                  <c:v>0.99904315656417353</c:v>
                </c:pt>
                <c:pt idx="2617">
                  <c:v>0.80269733401185384</c:v>
                </c:pt>
                <c:pt idx="2618">
                  <c:v>0.68061747909579862</c:v>
                </c:pt>
                <c:pt idx="2619">
                  <c:v>0.72064810912044719</c:v>
                </c:pt>
                <c:pt idx="2620">
                  <c:v>0.7256242134566212</c:v>
                </c:pt>
                <c:pt idx="2621">
                  <c:v>0.7568769741020166</c:v>
                </c:pt>
                <c:pt idx="2622">
                  <c:v>0.78708763395049575</c:v>
                </c:pt>
                <c:pt idx="2623">
                  <c:v>0.81195905691555093</c:v>
                </c:pt>
                <c:pt idx="2624">
                  <c:v>0.81747196518932053</c:v>
                </c:pt>
                <c:pt idx="2625">
                  <c:v>0.84225999503917282</c:v>
                </c:pt>
                <c:pt idx="2626">
                  <c:v>0.86539950260307563</c:v>
                </c:pt>
                <c:pt idx="2627">
                  <c:v>0.89684302038857555</c:v>
                </c:pt>
                <c:pt idx="2628">
                  <c:v>0.9027676106598963</c:v>
                </c:pt>
                <c:pt idx="2629">
                  <c:v>0.89951563236273235</c:v>
                </c:pt>
                <c:pt idx="2630">
                  <c:v>0.87912063819419706</c:v>
                </c:pt>
                <c:pt idx="2631">
                  <c:v>0.85574991127295685</c:v>
                </c:pt>
                <c:pt idx="2632">
                  <c:v>0.8507760406285868</c:v>
                </c:pt>
                <c:pt idx="2633">
                  <c:v>0.84231680074221404</c:v>
                </c:pt>
                <c:pt idx="2634">
                  <c:v>0.76494911155076639</c:v>
                </c:pt>
                <c:pt idx="2635">
                  <c:v>0.74182062022503048</c:v>
                </c:pt>
                <c:pt idx="2636">
                  <c:v>0.74214590501476707</c:v>
                </c:pt>
                <c:pt idx="2637">
                  <c:v>0.74211545984507843</c:v>
                </c:pt>
                <c:pt idx="2638">
                  <c:v>0.74230802159940734</c:v>
                </c:pt>
                <c:pt idx="2639">
                  <c:v>0.74226123720390946</c:v>
                </c:pt>
                <c:pt idx="2640">
                  <c:v>0.78746214346589427</c:v>
                </c:pt>
                <c:pt idx="2641">
                  <c:v>0.82633458417645478</c:v>
                </c:pt>
                <c:pt idx="2642">
                  <c:v>0.83943028748548831</c:v>
                </c:pt>
                <c:pt idx="2643">
                  <c:v>0.84805380931515029</c:v>
                </c:pt>
                <c:pt idx="2644">
                  <c:v>0.9537832649787259</c:v>
                </c:pt>
                <c:pt idx="2645">
                  <c:v>0.9722265319149026</c:v>
                </c:pt>
                <c:pt idx="2646">
                  <c:v>0.9670051440701759</c:v>
                </c:pt>
                <c:pt idx="2647">
                  <c:v>0.92273791413000161</c:v>
                </c:pt>
                <c:pt idx="2648">
                  <c:v>0.89990386161154867</c:v>
                </c:pt>
                <c:pt idx="2649">
                  <c:v>0.89797400076054446</c:v>
                </c:pt>
                <c:pt idx="2650">
                  <c:v>0.88569089420318015</c:v>
                </c:pt>
                <c:pt idx="2651">
                  <c:v>0.86682213381787288</c:v>
                </c:pt>
                <c:pt idx="2652">
                  <c:v>0.86326774578548515</c:v>
                </c:pt>
                <c:pt idx="2653">
                  <c:v>0.87317508029988244</c:v>
                </c:pt>
                <c:pt idx="2654">
                  <c:v>0.96355419079849536</c:v>
                </c:pt>
                <c:pt idx="2655">
                  <c:v>0.9998394564652312</c:v>
                </c:pt>
                <c:pt idx="2656">
                  <c:v>0.82126234010992383</c:v>
                </c:pt>
                <c:pt idx="2657">
                  <c:v>0.82467243268564661</c:v>
                </c:pt>
                <c:pt idx="2658">
                  <c:v>0.81726769257603171</c:v>
                </c:pt>
                <c:pt idx="2659">
                  <c:v>0.79355169148891591</c:v>
                </c:pt>
                <c:pt idx="2660">
                  <c:v>0.7659204921623306</c:v>
                </c:pt>
                <c:pt idx="2661">
                  <c:v>0.75742932102493932</c:v>
                </c:pt>
                <c:pt idx="2662">
                  <c:v>0.75863697169784261</c:v>
                </c:pt>
                <c:pt idx="2663">
                  <c:v>0.76728383030183633</c:v>
                </c:pt>
                <c:pt idx="2664">
                  <c:v>0.77557067591111106</c:v>
                </c:pt>
                <c:pt idx="2665">
                  <c:v>0.78315875287053616</c:v>
                </c:pt>
                <c:pt idx="2666">
                  <c:v>0.78922390512475227</c:v>
                </c:pt>
                <c:pt idx="2667">
                  <c:v>0.79284096119365322</c:v>
                </c:pt>
                <c:pt idx="2668">
                  <c:v>0.79380247277315452</c:v>
                </c:pt>
                <c:pt idx="2669">
                  <c:v>0.79666846566263994</c:v>
                </c:pt>
                <c:pt idx="2670">
                  <c:v>0.7978440361938528</c:v>
                </c:pt>
                <c:pt idx="2671">
                  <c:v>0.8241732684441031</c:v>
                </c:pt>
                <c:pt idx="2672">
                  <c:v>0.90797144177578326</c:v>
                </c:pt>
                <c:pt idx="2673">
                  <c:v>0.9088987674773894</c:v>
                </c:pt>
                <c:pt idx="2674">
                  <c:v>0.91283815719473604</c:v>
                </c:pt>
                <c:pt idx="2675">
                  <c:v>0.91858751837812502</c:v>
                </c:pt>
                <c:pt idx="2676">
                  <c:v>0.91990271742166585</c:v>
                </c:pt>
                <c:pt idx="2677">
                  <c:v>0.92087356322706737</c:v>
                </c:pt>
                <c:pt idx="2678">
                  <c:v>0.92851643434473796</c:v>
                </c:pt>
                <c:pt idx="2679">
                  <c:v>0.92756647723446994</c:v>
                </c:pt>
                <c:pt idx="2680">
                  <c:v>0.92269363683266392</c:v>
                </c:pt>
                <c:pt idx="2681">
                  <c:v>0.92001440645063937</c:v>
                </c:pt>
                <c:pt idx="2682">
                  <c:v>0.92069785827158135</c:v>
                </c:pt>
                <c:pt idx="2683">
                  <c:v>0.92144840801907457</c:v>
                </c:pt>
                <c:pt idx="2684">
                  <c:v>0.93260818704434456</c:v>
                </c:pt>
                <c:pt idx="2685">
                  <c:v>0.92935729106890386</c:v>
                </c:pt>
                <c:pt idx="2686">
                  <c:v>0.90344015083877882</c:v>
                </c:pt>
                <c:pt idx="2687">
                  <c:v>0.92536188667373598</c:v>
                </c:pt>
                <c:pt idx="2688">
                  <c:v>0.93030587585699065</c:v>
                </c:pt>
                <c:pt idx="2689">
                  <c:v>0.96911624013314956</c:v>
                </c:pt>
                <c:pt idx="2690">
                  <c:v>0.9953822736805521</c:v>
                </c:pt>
                <c:pt idx="2691">
                  <c:v>0.99874521126060456</c:v>
                </c:pt>
                <c:pt idx="2692">
                  <c:v>0.8574841088649422</c:v>
                </c:pt>
                <c:pt idx="2693">
                  <c:v>0.85296498456951009</c:v>
                </c:pt>
                <c:pt idx="2694">
                  <c:v>0.78050015687551866</c:v>
                </c:pt>
                <c:pt idx="2695">
                  <c:v>0.77440968119596165</c:v>
                </c:pt>
                <c:pt idx="2696">
                  <c:v>0.7346942360237837</c:v>
                </c:pt>
                <c:pt idx="2697">
                  <c:v>0.69971186096283489</c:v>
                </c:pt>
                <c:pt idx="2698">
                  <c:v>0.67436315656736945</c:v>
                </c:pt>
                <c:pt idx="2699">
                  <c:v>0.67971122909216186</c:v>
                </c:pt>
                <c:pt idx="2700">
                  <c:v>0.74333726258532762</c:v>
                </c:pt>
                <c:pt idx="2701">
                  <c:v>0.78737048398441545</c:v>
                </c:pt>
                <c:pt idx="2702">
                  <c:v>0.80258687376394644</c:v>
                </c:pt>
                <c:pt idx="2703">
                  <c:v>0.90128181441807798</c:v>
                </c:pt>
                <c:pt idx="2704">
                  <c:v>0.93273742749777366</c:v>
                </c:pt>
                <c:pt idx="2705">
                  <c:v>0.93536001445802963</c:v>
                </c:pt>
                <c:pt idx="2706">
                  <c:v>0.94792781171622598</c:v>
                </c:pt>
                <c:pt idx="2707">
                  <c:v>0.95450590032442151</c:v>
                </c:pt>
                <c:pt idx="2708">
                  <c:v>0.95326401053465903</c:v>
                </c:pt>
                <c:pt idx="2709">
                  <c:v>0.94880910322717715</c:v>
                </c:pt>
                <c:pt idx="2710">
                  <c:v>0.94471901522593482</c:v>
                </c:pt>
                <c:pt idx="2711">
                  <c:v>0.94418021200511237</c:v>
                </c:pt>
                <c:pt idx="2712">
                  <c:v>0.94516588135388691</c:v>
                </c:pt>
                <c:pt idx="2713">
                  <c:v>0.95196549546385656</c:v>
                </c:pt>
                <c:pt idx="2714">
                  <c:v>0.95369816243756178</c:v>
                </c:pt>
                <c:pt idx="2715">
                  <c:v>0.94078500958067357</c:v>
                </c:pt>
                <c:pt idx="2716">
                  <c:v>0.90834702050829252</c:v>
                </c:pt>
                <c:pt idx="2717">
                  <c:v>0.88656543792065423</c:v>
                </c:pt>
                <c:pt idx="2718">
                  <c:v>0.88499684398252765</c:v>
                </c:pt>
                <c:pt idx="2719">
                  <c:v>0.87572673856990657</c:v>
                </c:pt>
                <c:pt idx="2720">
                  <c:v>0.87078403099112733</c:v>
                </c:pt>
                <c:pt idx="2721">
                  <c:v>0.87404728241818175</c:v>
                </c:pt>
                <c:pt idx="2722">
                  <c:v>0.87750045800679377</c:v>
                </c:pt>
                <c:pt idx="2723">
                  <c:v>0.88356215108903369</c:v>
                </c:pt>
                <c:pt idx="2724">
                  <c:v>0.88649201900429664</c:v>
                </c:pt>
                <c:pt idx="2725">
                  <c:v>0.88450504962492149</c:v>
                </c:pt>
                <c:pt idx="2726">
                  <c:v>0.87245414273882671</c:v>
                </c:pt>
                <c:pt idx="2727">
                  <c:v>0.86390086348847794</c:v>
                </c:pt>
                <c:pt idx="2728">
                  <c:v>0.84720990863136469</c:v>
                </c:pt>
                <c:pt idx="2729">
                  <c:v>0.78281071589185691</c:v>
                </c:pt>
                <c:pt idx="2730">
                  <c:v>0.6806755269712097</c:v>
                </c:pt>
                <c:pt idx="2731">
                  <c:v>0.64487863238464138</c:v>
                </c:pt>
                <c:pt idx="2732">
                  <c:v>0.67580422062773748</c:v>
                </c:pt>
                <c:pt idx="2733">
                  <c:v>0.8777023260044855</c:v>
                </c:pt>
                <c:pt idx="2734">
                  <c:v>0.99770917167977602</c:v>
                </c:pt>
                <c:pt idx="2735">
                  <c:v>0.9479482573344119</c:v>
                </c:pt>
                <c:pt idx="2736">
                  <c:v>0.71422889413631307</c:v>
                </c:pt>
                <c:pt idx="2737">
                  <c:v>0.65509253486139285</c:v>
                </c:pt>
                <c:pt idx="2738">
                  <c:v>0.62836948486688116</c:v>
                </c:pt>
                <c:pt idx="2739">
                  <c:v>0.6339916081194007</c:v>
                </c:pt>
                <c:pt idx="2740">
                  <c:v>0.67411835988175661</c:v>
                </c:pt>
                <c:pt idx="2741">
                  <c:v>0.70686580342679561</c:v>
                </c:pt>
                <c:pt idx="2742">
                  <c:v>0.73217226708250194</c:v>
                </c:pt>
                <c:pt idx="2743">
                  <c:v>0.75848113596127653</c:v>
                </c:pt>
                <c:pt idx="2744">
                  <c:v>0.7875957708012673</c:v>
                </c:pt>
                <c:pt idx="2745">
                  <c:v>0.78522723439407616</c:v>
                </c:pt>
                <c:pt idx="2746">
                  <c:v>0.78162994967927835</c:v>
                </c:pt>
                <c:pt idx="2747">
                  <c:v>0.74116609970503444</c:v>
                </c:pt>
                <c:pt idx="2748">
                  <c:v>0.75808543082898361</c:v>
                </c:pt>
                <c:pt idx="2749">
                  <c:v>0.84443807773859525</c:v>
                </c:pt>
                <c:pt idx="2750">
                  <c:v>0.90880505173464743</c:v>
                </c:pt>
                <c:pt idx="2751">
                  <c:v>0.97552199717730237</c:v>
                </c:pt>
                <c:pt idx="2752">
                  <c:v>0.9640794973664597</c:v>
                </c:pt>
                <c:pt idx="2753">
                  <c:v>0.86598787946422306</c:v>
                </c:pt>
                <c:pt idx="2754">
                  <c:v>0.81496254422045489</c:v>
                </c:pt>
                <c:pt idx="2755">
                  <c:v>0.82660633934823291</c:v>
                </c:pt>
                <c:pt idx="2756">
                  <c:v>0.92207725513401217</c:v>
                </c:pt>
                <c:pt idx="2757">
                  <c:v>0.94088263362132418</c:v>
                </c:pt>
                <c:pt idx="2758">
                  <c:v>0.94018551517713866</c:v>
                </c:pt>
                <c:pt idx="2759">
                  <c:v>0.93610024308945361</c:v>
                </c:pt>
                <c:pt idx="2760">
                  <c:v>0.93437453022990102</c:v>
                </c:pt>
                <c:pt idx="2761">
                  <c:v>0.92153173582929315</c:v>
                </c:pt>
                <c:pt idx="2762">
                  <c:v>0.80752044463052441</c:v>
                </c:pt>
                <c:pt idx="2763">
                  <c:v>0.74465879775593424</c:v>
                </c:pt>
                <c:pt idx="2764">
                  <c:v>0.73783993781061774</c:v>
                </c:pt>
                <c:pt idx="2765">
                  <c:v>0.70836789342265216</c:v>
                </c:pt>
                <c:pt idx="2766">
                  <c:v>0.66932647849786753</c:v>
                </c:pt>
                <c:pt idx="2767">
                  <c:v>0.664367451469693</c:v>
                </c:pt>
                <c:pt idx="2768">
                  <c:v>0.68325149772986349</c:v>
                </c:pt>
                <c:pt idx="2769">
                  <c:v>0.73465344981164127</c:v>
                </c:pt>
                <c:pt idx="2770">
                  <c:v>0.75615102266617351</c:v>
                </c:pt>
                <c:pt idx="2771">
                  <c:v>0.77733684225038913</c:v>
                </c:pt>
                <c:pt idx="2772">
                  <c:v>0.999794951976401</c:v>
                </c:pt>
                <c:pt idx="2773">
                  <c:v>0.95551810624948019</c:v>
                </c:pt>
                <c:pt idx="2774">
                  <c:v>0.88381819757324931</c:v>
                </c:pt>
                <c:pt idx="2775">
                  <c:v>0.85849219317672421</c:v>
                </c:pt>
                <c:pt idx="2776">
                  <c:v>0.72599179585044693</c:v>
                </c:pt>
                <c:pt idx="2777">
                  <c:v>0.72806489005453534</c:v>
                </c:pt>
                <c:pt idx="2778">
                  <c:v>0.72932438055008608</c:v>
                </c:pt>
                <c:pt idx="2779">
                  <c:v>0.75013881040681263</c:v>
                </c:pt>
                <c:pt idx="2780">
                  <c:v>0.77072100136738797</c:v>
                </c:pt>
                <c:pt idx="2781">
                  <c:v>0.7908943136081974</c:v>
                </c:pt>
                <c:pt idx="2782">
                  <c:v>0.8168068035206526</c:v>
                </c:pt>
                <c:pt idx="2783">
                  <c:v>0.82342400882580402</c:v>
                </c:pt>
                <c:pt idx="2784">
                  <c:v>0.81603762752584075</c:v>
                </c:pt>
                <c:pt idx="2785">
                  <c:v>0.73150396562879694</c:v>
                </c:pt>
                <c:pt idx="2786">
                  <c:v>0.70446367395624432</c:v>
                </c:pt>
                <c:pt idx="2787">
                  <c:v>0.7033509220028823</c:v>
                </c:pt>
                <c:pt idx="2788">
                  <c:v>0.69330232838084727</c:v>
                </c:pt>
                <c:pt idx="2789">
                  <c:v>0.68653699678894498</c:v>
                </c:pt>
                <c:pt idx="2790">
                  <c:v>0.68539639571329092</c:v>
                </c:pt>
                <c:pt idx="2791">
                  <c:v>0.73406138996897641</c:v>
                </c:pt>
                <c:pt idx="2792">
                  <c:v>0.77856216773040898</c:v>
                </c:pt>
                <c:pt idx="2793">
                  <c:v>0.79521845030637295</c:v>
                </c:pt>
                <c:pt idx="2794">
                  <c:v>0.79949290591123401</c:v>
                </c:pt>
                <c:pt idx="2795">
                  <c:v>0.83931598814031316</c:v>
                </c:pt>
                <c:pt idx="2796">
                  <c:v>0.85564914877034437</c:v>
                </c:pt>
                <c:pt idx="2797">
                  <c:v>0.85389722979574012</c:v>
                </c:pt>
                <c:pt idx="2798">
                  <c:v>0.84360409923147928</c:v>
                </c:pt>
                <c:pt idx="2799">
                  <c:v>0.8363471750631738</c:v>
                </c:pt>
                <c:pt idx="2800">
                  <c:v>0.84180837615519144</c:v>
                </c:pt>
                <c:pt idx="2801">
                  <c:v>0.87848196353097763</c:v>
                </c:pt>
                <c:pt idx="2802">
                  <c:v>0.88633194174770036</c:v>
                </c:pt>
                <c:pt idx="2803">
                  <c:v>0.88134286352722568</c:v>
                </c:pt>
                <c:pt idx="2804">
                  <c:v>0.85080582864483467</c:v>
                </c:pt>
                <c:pt idx="2805">
                  <c:v>0.83823306467657988</c:v>
                </c:pt>
                <c:pt idx="2806">
                  <c:v>0.83846025308063699</c:v>
                </c:pt>
                <c:pt idx="2807">
                  <c:v>0.84077560047797895</c:v>
                </c:pt>
                <c:pt idx="2808">
                  <c:v>0.84547289421563865</c:v>
                </c:pt>
                <c:pt idx="2809">
                  <c:v>0.86325825714797799</c:v>
                </c:pt>
                <c:pt idx="2810">
                  <c:v>0.96153177567327708</c:v>
                </c:pt>
                <c:pt idx="2811">
                  <c:v>0.9996153982519268</c:v>
                </c:pt>
                <c:pt idx="2812">
                  <c:v>0.94007926244693218</c:v>
                </c:pt>
                <c:pt idx="2813">
                  <c:v>0.86088708275546522</c:v>
                </c:pt>
                <c:pt idx="2814">
                  <c:v>0.833585027967368</c:v>
                </c:pt>
                <c:pt idx="2815">
                  <c:v>0.79954821504571938</c:v>
                </c:pt>
                <c:pt idx="2816">
                  <c:v>0.80602111271835519</c:v>
                </c:pt>
                <c:pt idx="2817">
                  <c:v>0.82348380481134675</c:v>
                </c:pt>
                <c:pt idx="2818">
                  <c:v>0.83557579766282775</c:v>
                </c:pt>
                <c:pt idx="2819">
                  <c:v>0.84282633592452472</c:v>
                </c:pt>
                <c:pt idx="2820">
                  <c:v>0.8671789048630073</c:v>
                </c:pt>
                <c:pt idx="2821">
                  <c:v>0.88035312573495694</c:v>
                </c:pt>
                <c:pt idx="2822">
                  <c:v>0.87664845396760371</c:v>
                </c:pt>
                <c:pt idx="2823">
                  <c:v>0.87394459494129106</c:v>
                </c:pt>
                <c:pt idx="2824">
                  <c:v>0.82028307402762157</c:v>
                </c:pt>
                <c:pt idx="2825">
                  <c:v>0.81050413801042065</c:v>
                </c:pt>
                <c:pt idx="2826">
                  <c:v>0.80345870317159329</c:v>
                </c:pt>
                <c:pt idx="2827">
                  <c:v>0.72818870391386481</c:v>
                </c:pt>
                <c:pt idx="2828">
                  <c:v>0.72017162373011279</c:v>
                </c:pt>
                <c:pt idx="2829">
                  <c:v>0.72197161567263768</c:v>
                </c:pt>
                <c:pt idx="2830">
                  <c:v>0.74458633639205096</c:v>
                </c:pt>
                <c:pt idx="2831">
                  <c:v>0.75532619584804184</c:v>
                </c:pt>
                <c:pt idx="2832">
                  <c:v>0.75816387751876435</c:v>
                </c:pt>
                <c:pt idx="2833">
                  <c:v>0.8074056161067541</c:v>
                </c:pt>
                <c:pt idx="2834">
                  <c:v>0.81503206993869826</c:v>
                </c:pt>
                <c:pt idx="2835">
                  <c:v>0.80943613779862833</c:v>
                </c:pt>
                <c:pt idx="2836">
                  <c:v>0.76760138478046558</c:v>
                </c:pt>
                <c:pt idx="2837">
                  <c:v>0.75052505696299909</c:v>
                </c:pt>
                <c:pt idx="2838">
                  <c:v>0.74796935505759787</c:v>
                </c:pt>
                <c:pt idx="2839">
                  <c:v>0.71534435018150622</c:v>
                </c:pt>
                <c:pt idx="2840">
                  <c:v>0.69012986196273207</c:v>
                </c:pt>
                <c:pt idx="2841">
                  <c:v>0.68248240964757811</c:v>
                </c:pt>
                <c:pt idx="2842">
                  <c:v>0.73674318315903076</c:v>
                </c:pt>
                <c:pt idx="2843">
                  <c:v>0.81329893167316158</c:v>
                </c:pt>
                <c:pt idx="2844">
                  <c:v>0.81890853155603005</c:v>
                </c:pt>
                <c:pt idx="2845">
                  <c:v>0.83526850669467467</c:v>
                </c:pt>
                <c:pt idx="2846">
                  <c:v>0.85766464929320396</c:v>
                </c:pt>
                <c:pt idx="2847">
                  <c:v>0.87287967988846082</c:v>
                </c:pt>
                <c:pt idx="2848">
                  <c:v>0.87873253136815699</c:v>
                </c:pt>
                <c:pt idx="2849">
                  <c:v>0.87945085778869658</c:v>
                </c:pt>
                <c:pt idx="2850">
                  <c:v>0.88576108519497254</c:v>
                </c:pt>
                <c:pt idx="2851">
                  <c:v>0.89416936470519481</c:v>
                </c:pt>
                <c:pt idx="2852">
                  <c:v>0.89704547250360345</c:v>
                </c:pt>
                <c:pt idx="2853">
                  <c:v>0.90410655515734895</c:v>
                </c:pt>
                <c:pt idx="2854">
                  <c:v>0.97261519166559951</c:v>
                </c:pt>
                <c:pt idx="2855">
                  <c:v>0.99629928692780056</c:v>
                </c:pt>
                <c:pt idx="2856">
                  <c:v>0.74930073399061747</c:v>
                </c:pt>
                <c:pt idx="2857">
                  <c:v>0.52974370965021356</c:v>
                </c:pt>
                <c:pt idx="2858">
                  <c:v>0.54344384325710304</c:v>
                </c:pt>
                <c:pt idx="2859">
                  <c:v>0.61763594893957052</c:v>
                </c:pt>
                <c:pt idx="2860">
                  <c:v>0.69605226262437148</c:v>
                </c:pt>
                <c:pt idx="2861">
                  <c:v>0.77428968762685668</c:v>
                </c:pt>
                <c:pt idx="2862">
                  <c:v>0.79116023317987449</c:v>
                </c:pt>
                <c:pt idx="2863">
                  <c:v>0.80532371549644122</c:v>
                </c:pt>
                <c:pt idx="2864">
                  <c:v>0.86710932325505252</c:v>
                </c:pt>
                <c:pt idx="2865">
                  <c:v>0.89960518524108035</c:v>
                </c:pt>
                <c:pt idx="2866">
                  <c:v>0.88414499126087842</c:v>
                </c:pt>
                <c:pt idx="2867">
                  <c:v>0.87209513008879269</c:v>
                </c:pt>
                <c:pt idx="2868">
                  <c:v>0.86804203706931904</c:v>
                </c:pt>
                <c:pt idx="2869">
                  <c:v>0.8568099438578477</c:v>
                </c:pt>
                <c:pt idx="2870">
                  <c:v>0.75565581173743257</c:v>
                </c:pt>
                <c:pt idx="2871">
                  <c:v>0.7256647431599661</c:v>
                </c:pt>
                <c:pt idx="2872">
                  <c:v>0.70069966632827452</c:v>
                </c:pt>
                <c:pt idx="2873">
                  <c:v>0.51908171525486801</c:v>
                </c:pt>
                <c:pt idx="2874">
                  <c:v>0.53801999833426173</c:v>
                </c:pt>
                <c:pt idx="2875">
                  <c:v>0.59641685384982723</c:v>
                </c:pt>
                <c:pt idx="2876">
                  <c:v>0.66355345605551463</c:v>
                </c:pt>
                <c:pt idx="2877">
                  <c:v>0.68597044591819867</c:v>
                </c:pt>
                <c:pt idx="2878">
                  <c:v>0.68938927553350482</c:v>
                </c:pt>
                <c:pt idx="2879">
                  <c:v>0.70911675654536688</c:v>
                </c:pt>
                <c:pt idx="2880">
                  <c:v>0.72277461236415186</c:v>
                </c:pt>
                <c:pt idx="2881">
                  <c:v>0.73168980537550976</c:v>
                </c:pt>
                <c:pt idx="2882">
                  <c:v>0.83367315857309521</c:v>
                </c:pt>
                <c:pt idx="2883">
                  <c:v>0.841889582201366</c:v>
                </c:pt>
                <c:pt idx="2884">
                  <c:v>0.85285778061368578</c:v>
                </c:pt>
                <c:pt idx="2885">
                  <c:v>0.85713740241983916</c:v>
                </c:pt>
                <c:pt idx="2886">
                  <c:v>0.86020639626172901</c:v>
                </c:pt>
                <c:pt idx="2887">
                  <c:v>0.86682590220196709</c:v>
                </c:pt>
                <c:pt idx="2888">
                  <c:v>0.87489725599663892</c:v>
                </c:pt>
                <c:pt idx="2889">
                  <c:v>0.88145358918112215</c:v>
                </c:pt>
                <c:pt idx="2890">
                  <c:v>0.88245471064410375</c:v>
                </c:pt>
                <c:pt idx="2891">
                  <c:v>0.89159874277381013</c:v>
                </c:pt>
                <c:pt idx="2892">
                  <c:v>0.97181434549073598</c:v>
                </c:pt>
                <c:pt idx="2893">
                  <c:v>0.99656757652981032</c:v>
                </c:pt>
                <c:pt idx="2894">
                  <c:v>0.79908028369579664</c:v>
                </c:pt>
                <c:pt idx="2895">
                  <c:v>0.64966037771814666</c:v>
                </c:pt>
                <c:pt idx="2896">
                  <c:v>0.65708555763659215</c:v>
                </c:pt>
                <c:pt idx="2897">
                  <c:v>0.66742125163203958</c:v>
                </c:pt>
                <c:pt idx="2898">
                  <c:v>0.6807224348257267</c:v>
                </c:pt>
                <c:pt idx="2899">
                  <c:v>0.72059144309289891</c:v>
                </c:pt>
                <c:pt idx="2900">
                  <c:v>0.72664150670186034</c:v>
                </c:pt>
                <c:pt idx="2901">
                  <c:v>0.72503712178887214</c:v>
                </c:pt>
                <c:pt idx="2902">
                  <c:v>0.71145166086617795</c:v>
                </c:pt>
                <c:pt idx="2903">
                  <c:v>0.70820116849648751</c:v>
                </c:pt>
                <c:pt idx="2904">
                  <c:v>0.72289505318922354</c:v>
                </c:pt>
                <c:pt idx="2905">
                  <c:v>0.79028326961243245</c:v>
                </c:pt>
                <c:pt idx="2906">
                  <c:v>0.80920295977236589</c:v>
                </c:pt>
                <c:pt idx="2907">
                  <c:v>0.8291187745027353</c:v>
                </c:pt>
                <c:pt idx="2908">
                  <c:v>0.86541292433704586</c:v>
                </c:pt>
                <c:pt idx="2909">
                  <c:v>0.87319263505080391</c:v>
                </c:pt>
                <c:pt idx="2910">
                  <c:v>0.88016512424960047</c:v>
                </c:pt>
                <c:pt idx="2911">
                  <c:v>0.93042802073971376</c:v>
                </c:pt>
                <c:pt idx="2912">
                  <c:v>0.95609862907890808</c:v>
                </c:pt>
                <c:pt idx="2913">
                  <c:v>0.94658639216512164</c:v>
                </c:pt>
                <c:pt idx="2914">
                  <c:v>0.94016353095356009</c:v>
                </c:pt>
                <c:pt idx="2915">
                  <c:v>0.83887856568659347</c:v>
                </c:pt>
                <c:pt idx="2916">
                  <c:v>0.82533882640189837</c:v>
                </c:pt>
                <c:pt idx="2917">
                  <c:v>0.76556274335521968</c:v>
                </c:pt>
                <c:pt idx="2918">
                  <c:v>0.71835924396516904</c:v>
                </c:pt>
                <c:pt idx="2919">
                  <c:v>0.69814933114003841</c:v>
                </c:pt>
                <c:pt idx="2920">
                  <c:v>0.632019178941437</c:v>
                </c:pt>
                <c:pt idx="2921">
                  <c:v>0.65134105365325623</c:v>
                </c:pt>
                <c:pt idx="2922">
                  <c:v>0.71679944850694355</c:v>
                </c:pt>
                <c:pt idx="2923">
                  <c:v>0.78480497903431146</c:v>
                </c:pt>
                <c:pt idx="2924">
                  <c:v>0.79181403543678364</c:v>
                </c:pt>
                <c:pt idx="2925">
                  <c:v>0.8018053518589553</c:v>
                </c:pt>
                <c:pt idx="2926">
                  <c:v>0.81922627982024065</c:v>
                </c:pt>
                <c:pt idx="2927">
                  <c:v>0.84350370116010831</c:v>
                </c:pt>
                <c:pt idx="2928">
                  <c:v>0.85947191313453775</c:v>
                </c:pt>
                <c:pt idx="2929">
                  <c:v>0.87034178481375524</c:v>
                </c:pt>
                <c:pt idx="2930">
                  <c:v>0.98657696552115981</c:v>
                </c:pt>
                <c:pt idx="2931">
                  <c:v>0.99610943826222487</c:v>
                </c:pt>
                <c:pt idx="2932">
                  <c:v>0.75476330975886397</c:v>
                </c:pt>
                <c:pt idx="2933">
                  <c:v>0.75213947369517564</c:v>
                </c:pt>
                <c:pt idx="2934">
                  <c:v>0.73240461477653662</c:v>
                </c:pt>
                <c:pt idx="2935">
                  <c:v>0.71346738821101485</c:v>
                </c:pt>
                <c:pt idx="2936">
                  <c:v>0.69567879114757691</c:v>
                </c:pt>
                <c:pt idx="2937">
                  <c:v>0.68161928514083525</c:v>
                </c:pt>
                <c:pt idx="2938">
                  <c:v>0.68032466205523923</c:v>
                </c:pt>
                <c:pt idx="2939">
                  <c:v>0.68578362903720025</c:v>
                </c:pt>
                <c:pt idx="2940">
                  <c:v>0.76173205716813686</c:v>
                </c:pt>
                <c:pt idx="2941">
                  <c:v>0.76844262869307023</c:v>
                </c:pt>
                <c:pt idx="2942">
                  <c:v>0.75332830438031673</c:v>
                </c:pt>
                <c:pt idx="2943">
                  <c:v>0.70731594858743796</c:v>
                </c:pt>
                <c:pt idx="2944">
                  <c:v>0.69234095830754117</c:v>
                </c:pt>
                <c:pt idx="2945">
                  <c:v>0.7059746395022487</c:v>
                </c:pt>
                <c:pt idx="2946">
                  <c:v>0.7492539423832516</c:v>
                </c:pt>
                <c:pt idx="2947">
                  <c:v>0.75531966805566531</c:v>
                </c:pt>
                <c:pt idx="2948">
                  <c:v>0.76068220471356407</c:v>
                </c:pt>
                <c:pt idx="2949">
                  <c:v>0.79068193053397684</c:v>
                </c:pt>
                <c:pt idx="2950">
                  <c:v>0.82247822682284399</c:v>
                </c:pt>
                <c:pt idx="2951">
                  <c:v>0.84082331200770821</c:v>
                </c:pt>
                <c:pt idx="2952">
                  <c:v>0.84851918335731547</c:v>
                </c:pt>
                <c:pt idx="2953">
                  <c:v>0.86307142034760942</c:v>
                </c:pt>
                <c:pt idx="2954">
                  <c:v>0.87576117378813356</c:v>
                </c:pt>
                <c:pt idx="2955">
                  <c:v>0.87089152975798556</c:v>
                </c:pt>
                <c:pt idx="2956">
                  <c:v>0.82546322446853881</c:v>
                </c:pt>
                <c:pt idx="2957">
                  <c:v>0.79698007549198213</c:v>
                </c:pt>
                <c:pt idx="2958">
                  <c:v>0.79190529119255382</c:v>
                </c:pt>
                <c:pt idx="2959">
                  <c:v>0.75054145797284599</c:v>
                </c:pt>
                <c:pt idx="2960">
                  <c:v>0.7069230966544594</c:v>
                </c:pt>
                <c:pt idx="2961">
                  <c:v>0.67691346154988652</c:v>
                </c:pt>
                <c:pt idx="2962">
                  <c:v>0.68631767427219592</c:v>
                </c:pt>
                <c:pt idx="2963">
                  <c:v>0.70654301643491657</c:v>
                </c:pt>
                <c:pt idx="2964">
                  <c:v>0.72182049779274038</c:v>
                </c:pt>
                <c:pt idx="2965">
                  <c:v>0.72162628999495748</c:v>
                </c:pt>
                <c:pt idx="2966">
                  <c:v>0.72099357722539203</c:v>
                </c:pt>
                <c:pt idx="2967">
                  <c:v>0.71887393747165151</c:v>
                </c:pt>
                <c:pt idx="2968">
                  <c:v>0.71159460576714906</c:v>
                </c:pt>
                <c:pt idx="2969">
                  <c:v>0.7094138316747971</c:v>
                </c:pt>
                <c:pt idx="2970">
                  <c:v>0.73017943021880405</c:v>
                </c:pt>
                <c:pt idx="2971">
                  <c:v>0.93247496709402378</c:v>
                </c:pt>
                <c:pt idx="2972">
                  <c:v>0.99823295717495397</c:v>
                </c:pt>
                <c:pt idx="2973">
                  <c:v>0.70740805119653483</c:v>
                </c:pt>
                <c:pt idx="2974">
                  <c:v>0.58887106943234568</c:v>
                </c:pt>
                <c:pt idx="2975">
                  <c:v>0.60345829969615461</c:v>
                </c:pt>
                <c:pt idx="2976">
                  <c:v>0.71989476939447838</c:v>
                </c:pt>
                <c:pt idx="2977">
                  <c:v>0.7702920682997817</c:v>
                </c:pt>
                <c:pt idx="2978">
                  <c:v>0.86494384908115896</c:v>
                </c:pt>
                <c:pt idx="2979">
                  <c:v>0.91717940700770806</c:v>
                </c:pt>
                <c:pt idx="2980">
                  <c:v>0.90603309453361913</c:v>
                </c:pt>
                <c:pt idx="2981">
                  <c:v>0.81755989688609521</c:v>
                </c:pt>
                <c:pt idx="2982">
                  <c:v>0.7611720610846846</c:v>
                </c:pt>
                <c:pt idx="2983">
                  <c:v>0.7437284354551027</c:v>
                </c:pt>
                <c:pt idx="2984">
                  <c:v>0.71662531394062068</c:v>
                </c:pt>
                <c:pt idx="2985">
                  <c:v>0.64026285502927183</c:v>
                </c:pt>
                <c:pt idx="2986">
                  <c:v>0.6399586718176502</c:v>
                </c:pt>
                <c:pt idx="2987">
                  <c:v>0.63844025055421871</c:v>
                </c:pt>
                <c:pt idx="2988">
                  <c:v>0.63638142449754276</c:v>
                </c:pt>
                <c:pt idx="2989">
                  <c:v>0.63433704633754173</c:v>
                </c:pt>
                <c:pt idx="2990">
                  <c:v>0.64148228174676714</c:v>
                </c:pt>
                <c:pt idx="2991">
                  <c:v>0.69285932986196574</c:v>
                </c:pt>
                <c:pt idx="2992">
                  <c:v>0.73413588546522979</c:v>
                </c:pt>
                <c:pt idx="2993">
                  <c:v>0.74136764204766847</c:v>
                </c:pt>
                <c:pt idx="2994">
                  <c:v>0.78032478490847534</c:v>
                </c:pt>
                <c:pt idx="2995">
                  <c:v>0.85502447468922294</c:v>
                </c:pt>
                <c:pt idx="2996">
                  <c:v>0.88038944916935347</c:v>
                </c:pt>
                <c:pt idx="2997">
                  <c:v>0.88265788323672878</c:v>
                </c:pt>
                <c:pt idx="2998">
                  <c:v>0.89968028335546868</c:v>
                </c:pt>
                <c:pt idx="2999">
                  <c:v>0.91127069346145173</c:v>
                </c:pt>
                <c:pt idx="3000">
                  <c:v>0.89819783880935256</c:v>
                </c:pt>
                <c:pt idx="3001">
                  <c:v>0.83922650433962342</c:v>
                </c:pt>
                <c:pt idx="3002">
                  <c:v>0.80895461801855939</c:v>
                </c:pt>
                <c:pt idx="3003">
                  <c:v>0.78418005392918122</c:v>
                </c:pt>
                <c:pt idx="3004">
                  <c:v>0.71243024156544565</c:v>
                </c:pt>
                <c:pt idx="3005">
                  <c:v>0.65349073973416461</c:v>
                </c:pt>
                <c:pt idx="3006">
                  <c:v>0.62101085900585351</c:v>
                </c:pt>
                <c:pt idx="3007">
                  <c:v>0.59300886421187549</c:v>
                </c:pt>
                <c:pt idx="3008">
                  <c:v>0.49237952919121791</c:v>
                </c:pt>
                <c:pt idx="3009">
                  <c:v>0.43359965635501579</c:v>
                </c:pt>
                <c:pt idx="3010">
                  <c:v>0.4495021210985769</c:v>
                </c:pt>
                <c:pt idx="3011">
                  <c:v>0.60648812117091111</c:v>
                </c:pt>
                <c:pt idx="3012">
                  <c:v>0.69232247851959616</c:v>
                </c:pt>
                <c:pt idx="3013">
                  <c:v>0.72375560647271642</c:v>
                </c:pt>
                <c:pt idx="3014">
                  <c:v>0.7428140648149435</c:v>
                </c:pt>
                <c:pt idx="3015">
                  <c:v>0.77095355240543406</c:v>
                </c:pt>
                <c:pt idx="3016">
                  <c:v>0.77612453241274137</c:v>
                </c:pt>
                <c:pt idx="3017">
                  <c:v>0.79687012299943749</c:v>
                </c:pt>
                <c:pt idx="3018">
                  <c:v>0.84314911577034546</c:v>
                </c:pt>
                <c:pt idx="3019">
                  <c:v>0.88891247714778232</c:v>
                </c:pt>
                <c:pt idx="3020">
                  <c:v>0.90522773313222871</c:v>
                </c:pt>
                <c:pt idx="3021">
                  <c:v>0.89723710485182395</c:v>
                </c:pt>
                <c:pt idx="3022">
                  <c:v>0.82703949133236931</c:v>
                </c:pt>
                <c:pt idx="3023">
                  <c:v>0.81187481272459228</c:v>
                </c:pt>
                <c:pt idx="3024">
                  <c:v>0.79405113246538539</c:v>
                </c:pt>
                <c:pt idx="3025">
                  <c:v>0.77502866723579966</c:v>
                </c:pt>
                <c:pt idx="3026">
                  <c:v>0.75295724476083914</c:v>
                </c:pt>
                <c:pt idx="3027">
                  <c:v>0.75088931056697972</c:v>
                </c:pt>
                <c:pt idx="3028">
                  <c:v>0.72667375220788755</c:v>
                </c:pt>
                <c:pt idx="3029">
                  <c:v>0.71040532561740033</c:v>
                </c:pt>
                <c:pt idx="3030">
                  <c:v>0.70407297526720636</c:v>
                </c:pt>
                <c:pt idx="3031">
                  <c:v>0.70645519329516304</c:v>
                </c:pt>
                <c:pt idx="3032">
                  <c:v>0.74032029819226808</c:v>
                </c:pt>
                <c:pt idx="3033">
                  <c:v>0.75261872227867188</c:v>
                </c:pt>
                <c:pt idx="3034">
                  <c:v>0.75908579266369736</c:v>
                </c:pt>
                <c:pt idx="3035">
                  <c:v>0.80828157511172105</c:v>
                </c:pt>
                <c:pt idx="3036">
                  <c:v>0.84077668785093995</c:v>
                </c:pt>
                <c:pt idx="3037">
                  <c:v>0.84604326893740822</c:v>
                </c:pt>
                <c:pt idx="3038">
                  <c:v>0.8613249585476257</c:v>
                </c:pt>
                <c:pt idx="3039">
                  <c:v>0.96715780730088552</c:v>
                </c:pt>
                <c:pt idx="3040">
                  <c:v>0.96541015419782084</c:v>
                </c:pt>
                <c:pt idx="3041">
                  <c:v>0.94836682100716818</c:v>
                </c:pt>
                <c:pt idx="3042">
                  <c:v>0.94422033786570081</c:v>
                </c:pt>
                <c:pt idx="3043">
                  <c:v>0.94206467163953977</c:v>
                </c:pt>
                <c:pt idx="3044">
                  <c:v>0.92940479464511683</c:v>
                </c:pt>
                <c:pt idx="3045">
                  <c:v>0.92245519865974779</c:v>
                </c:pt>
                <c:pt idx="3046">
                  <c:v>0.90982887882112995</c:v>
                </c:pt>
                <c:pt idx="3047">
                  <c:v>0.85883149435671202</c:v>
                </c:pt>
                <c:pt idx="3048">
                  <c:v>0.75713231452743879</c:v>
                </c:pt>
                <c:pt idx="3049">
                  <c:v>0.73562387360925963</c:v>
                </c:pt>
                <c:pt idx="3050">
                  <c:v>0.73892021018181053</c:v>
                </c:pt>
                <c:pt idx="3051">
                  <c:v>0.77431470558953575</c:v>
                </c:pt>
                <c:pt idx="3052">
                  <c:v>0.81754029414299578</c:v>
                </c:pt>
                <c:pt idx="3053">
                  <c:v>0.84526268919807368</c:v>
                </c:pt>
                <c:pt idx="3054">
                  <c:v>0.84751815293484556</c:v>
                </c:pt>
                <c:pt idx="3055">
                  <c:v>0.84878750735351038</c:v>
                </c:pt>
                <c:pt idx="3056">
                  <c:v>0.85030861663856461</c:v>
                </c:pt>
                <c:pt idx="3057">
                  <c:v>0.85067046920186273</c:v>
                </c:pt>
                <c:pt idx="3058">
                  <c:v>0.84655517970711458</c:v>
                </c:pt>
                <c:pt idx="3059">
                  <c:v>0.81875615853222383</c:v>
                </c:pt>
                <c:pt idx="3060">
                  <c:v>0.80912949794784128</c:v>
                </c:pt>
                <c:pt idx="3061">
                  <c:v>0.80792171428815385</c:v>
                </c:pt>
                <c:pt idx="3062">
                  <c:v>0.80118181868014859</c:v>
                </c:pt>
                <c:pt idx="3063">
                  <c:v>0.80015277763803905</c:v>
                </c:pt>
                <c:pt idx="3064">
                  <c:v>0.81129929591681604</c:v>
                </c:pt>
                <c:pt idx="3065">
                  <c:v>0.82850135441102057</c:v>
                </c:pt>
                <c:pt idx="3066">
                  <c:v>0.84229442471304117</c:v>
                </c:pt>
                <c:pt idx="3067">
                  <c:v>0.84864210766688664</c:v>
                </c:pt>
                <c:pt idx="3068">
                  <c:v>0.85135425171131662</c:v>
                </c:pt>
                <c:pt idx="3069">
                  <c:v>0.87050232607553979</c:v>
                </c:pt>
                <c:pt idx="3070">
                  <c:v>0.87053155259030901</c:v>
                </c:pt>
                <c:pt idx="3071">
                  <c:v>0.87100655660049975</c:v>
                </c:pt>
                <c:pt idx="3072">
                  <c:v>0.871542404552341</c:v>
                </c:pt>
                <c:pt idx="3073">
                  <c:v>0.87190333047907242</c:v>
                </c:pt>
                <c:pt idx="3074">
                  <c:v>0.86873026960658195</c:v>
                </c:pt>
                <c:pt idx="3075">
                  <c:v>0.84921085761215542</c:v>
                </c:pt>
                <c:pt idx="3076">
                  <c:v>0.82980557953001055</c:v>
                </c:pt>
                <c:pt idx="3077">
                  <c:v>0.82117578208592434</c:v>
                </c:pt>
                <c:pt idx="3078">
                  <c:v>0.83943356765584043</c:v>
                </c:pt>
                <c:pt idx="3079">
                  <c:v>0.88431674198950705</c:v>
                </c:pt>
                <c:pt idx="3080">
                  <c:v>0.91247944003007497</c:v>
                </c:pt>
                <c:pt idx="3081">
                  <c:v>0.91372121189248379</c:v>
                </c:pt>
                <c:pt idx="3082">
                  <c:v>0.92357521439993939</c:v>
                </c:pt>
                <c:pt idx="3083">
                  <c:v>0.93006665882588357</c:v>
                </c:pt>
                <c:pt idx="3084">
                  <c:v>0.91945487654105451</c:v>
                </c:pt>
                <c:pt idx="3085">
                  <c:v>0.81010119902388289</c:v>
                </c:pt>
                <c:pt idx="3086">
                  <c:v>0.79281216035018476</c:v>
                </c:pt>
                <c:pt idx="3087">
                  <c:v>0.79253459400586435</c:v>
                </c:pt>
                <c:pt idx="3088">
                  <c:v>0.78704641044150625</c:v>
                </c:pt>
                <c:pt idx="3089">
                  <c:v>0.78486729026187219</c:v>
                </c:pt>
                <c:pt idx="3090">
                  <c:v>0.78444544645461722</c:v>
                </c:pt>
                <c:pt idx="3091">
                  <c:v>0.77942222380662907</c:v>
                </c:pt>
                <c:pt idx="3092">
                  <c:v>0.77367557887894112</c:v>
                </c:pt>
                <c:pt idx="3093">
                  <c:v>0.77931259160652744</c:v>
                </c:pt>
                <c:pt idx="3094">
                  <c:v>0.80977905199479561</c:v>
                </c:pt>
                <c:pt idx="3095">
                  <c:v>0.84137586185661695</c:v>
                </c:pt>
                <c:pt idx="3096">
                  <c:v>0.85975780100255672</c:v>
                </c:pt>
                <c:pt idx="3097">
                  <c:v>0.87098642852265618</c:v>
                </c:pt>
                <c:pt idx="3098">
                  <c:v>0.9250479684734596</c:v>
                </c:pt>
                <c:pt idx="3099">
                  <c:v>0.96302409712327086</c:v>
                </c:pt>
                <c:pt idx="3100">
                  <c:v>0.9567720609613547</c:v>
                </c:pt>
                <c:pt idx="3101">
                  <c:v>0.9077479089036733</c:v>
                </c:pt>
                <c:pt idx="3102">
                  <c:v>0.86720124383435071</c:v>
                </c:pt>
                <c:pt idx="3103">
                  <c:v>0.87155672732362544</c:v>
                </c:pt>
                <c:pt idx="3104">
                  <c:v>0.90669949811413386</c:v>
                </c:pt>
                <c:pt idx="3105">
                  <c:v>0.90529302948593027</c:v>
                </c:pt>
                <c:pt idx="3106">
                  <c:v>0.88786549725787012</c:v>
                </c:pt>
                <c:pt idx="3107">
                  <c:v>0.86903337457654128</c:v>
                </c:pt>
                <c:pt idx="3108">
                  <c:v>0.85536779351214498</c:v>
                </c:pt>
                <c:pt idx="3109">
                  <c:v>0.903146725496903</c:v>
                </c:pt>
                <c:pt idx="3110">
                  <c:v>0.97385402342139493</c:v>
                </c:pt>
                <c:pt idx="3111">
                  <c:v>0.95309474331906896</c:v>
                </c:pt>
                <c:pt idx="3112">
                  <c:v>0.9104218920781777</c:v>
                </c:pt>
                <c:pt idx="3113">
                  <c:v>0.86388810055719112</c:v>
                </c:pt>
                <c:pt idx="3114">
                  <c:v>0.8599861657582244</c:v>
                </c:pt>
                <c:pt idx="3115">
                  <c:v>0.85473169956328088</c:v>
                </c:pt>
                <c:pt idx="3116">
                  <c:v>0.85015000118002493</c:v>
                </c:pt>
                <c:pt idx="3117">
                  <c:v>0.83850167555983368</c:v>
                </c:pt>
                <c:pt idx="3118">
                  <c:v>0.75123778848029588</c:v>
                </c:pt>
                <c:pt idx="3119">
                  <c:v>0.72772245542341296</c:v>
                </c:pt>
                <c:pt idx="3120">
                  <c:v>0.7331526740228651</c:v>
                </c:pt>
                <c:pt idx="3121">
                  <c:v>0.78873985283073522</c:v>
                </c:pt>
                <c:pt idx="3122">
                  <c:v>0.81599649289005982</c:v>
                </c:pt>
                <c:pt idx="3123">
                  <c:v>0.81665779479874079</c:v>
                </c:pt>
                <c:pt idx="3124">
                  <c:v>0.82269145411852773</c:v>
                </c:pt>
                <c:pt idx="3125">
                  <c:v>0.8270286747028377</c:v>
                </c:pt>
                <c:pt idx="3126">
                  <c:v>0.81849756388656636</c:v>
                </c:pt>
                <c:pt idx="3127">
                  <c:v>0.7210078610346885</c:v>
                </c:pt>
                <c:pt idx="3128">
                  <c:v>0.72757647983610552</c:v>
                </c:pt>
                <c:pt idx="3129">
                  <c:v>0.76328464326016854</c:v>
                </c:pt>
                <c:pt idx="3130">
                  <c:v>0.81233256432467349</c:v>
                </c:pt>
                <c:pt idx="3131">
                  <c:v>0.83730823236805707</c:v>
                </c:pt>
                <c:pt idx="3132">
                  <c:v>0.84173706704891149</c:v>
                </c:pt>
                <c:pt idx="3133">
                  <c:v>0.83966242797219226</c:v>
                </c:pt>
                <c:pt idx="3134">
                  <c:v>0.80408282937638609</c:v>
                </c:pt>
                <c:pt idx="3135">
                  <c:v>0.79779294363933451</c:v>
                </c:pt>
                <c:pt idx="3136">
                  <c:v>0.80550466099239315</c:v>
                </c:pt>
                <c:pt idx="3137">
                  <c:v>0.87725216424728292</c:v>
                </c:pt>
                <c:pt idx="3138">
                  <c:v>0.89144584799829707</c:v>
                </c:pt>
                <c:pt idx="3139">
                  <c:v>0.89057973269497948</c:v>
                </c:pt>
                <c:pt idx="3140">
                  <c:v>0.87775451001061977</c:v>
                </c:pt>
                <c:pt idx="3141">
                  <c:v>0.87131282308604441</c:v>
                </c:pt>
                <c:pt idx="3142">
                  <c:v>0.87002498720237409</c:v>
                </c:pt>
                <c:pt idx="3143">
                  <c:v>0.85181949639409582</c:v>
                </c:pt>
                <c:pt idx="3144">
                  <c:v>0.70514119759462157</c:v>
                </c:pt>
                <c:pt idx="3145">
                  <c:v>0.69293174128694346</c:v>
                </c:pt>
                <c:pt idx="3146">
                  <c:v>0.70086619945292461</c:v>
                </c:pt>
                <c:pt idx="3147">
                  <c:v>0.78316850891477752</c:v>
                </c:pt>
                <c:pt idx="3148">
                  <c:v>0.80384067560717332</c:v>
                </c:pt>
                <c:pt idx="3149">
                  <c:v>0.81228544688503623</c:v>
                </c:pt>
                <c:pt idx="3150">
                  <c:v>0.87829129719214882</c:v>
                </c:pt>
                <c:pt idx="3151">
                  <c:v>0.9422862282071689</c:v>
                </c:pt>
                <c:pt idx="3152">
                  <c:v>0.9254848585347909</c:v>
                </c:pt>
                <c:pt idx="3153">
                  <c:v>0.8685561447214224</c:v>
                </c:pt>
                <c:pt idx="3154">
                  <c:v>0.86554929317994622</c:v>
                </c:pt>
                <c:pt idx="3155">
                  <c:v>0.81901490304884328</c:v>
                </c:pt>
                <c:pt idx="3156">
                  <c:v>0.78494696195819824</c:v>
                </c:pt>
                <c:pt idx="3157">
                  <c:v>0.77207348814211751</c:v>
                </c:pt>
                <c:pt idx="3158">
                  <c:v>0.74007297488734292</c:v>
                </c:pt>
                <c:pt idx="3159">
                  <c:v>0.68832795255187407</c:v>
                </c:pt>
                <c:pt idx="3160">
                  <c:v>0.66639661908889347</c:v>
                </c:pt>
                <c:pt idx="3161">
                  <c:v>0.74840915061850288</c:v>
                </c:pt>
                <c:pt idx="3162">
                  <c:v>0.82778211692866077</c:v>
                </c:pt>
                <c:pt idx="3163">
                  <c:v>0.84693999241442963</c:v>
                </c:pt>
                <c:pt idx="3164">
                  <c:v>0.83511857472420037</c:v>
                </c:pt>
                <c:pt idx="3165">
                  <c:v>0.7255609661108543</c:v>
                </c:pt>
                <c:pt idx="3166">
                  <c:v>0.66955278290143894</c:v>
                </c:pt>
                <c:pt idx="3167">
                  <c:v>0.67582853176808177</c:v>
                </c:pt>
                <c:pt idx="3168">
                  <c:v>0.72720080842151191</c:v>
                </c:pt>
                <c:pt idx="3169">
                  <c:v>0.75411076514570807</c:v>
                </c:pt>
                <c:pt idx="3170">
                  <c:v>0.81352844140388969</c:v>
                </c:pt>
                <c:pt idx="3171">
                  <c:v>0.83224563570083931</c:v>
                </c:pt>
                <c:pt idx="3172">
                  <c:v>0.83908758890955726</c:v>
                </c:pt>
                <c:pt idx="3173">
                  <c:v>0.89637028887828163</c:v>
                </c:pt>
                <c:pt idx="3174">
                  <c:v>0.91857427843913564</c:v>
                </c:pt>
                <c:pt idx="3175">
                  <c:v>0.9178465523467676</c:v>
                </c:pt>
                <c:pt idx="3176">
                  <c:v>0.912513020520486</c:v>
                </c:pt>
                <c:pt idx="3177">
                  <c:v>0.90880836091200834</c:v>
                </c:pt>
                <c:pt idx="3178">
                  <c:v>0.90547577567814486</c:v>
                </c:pt>
                <c:pt idx="3179">
                  <c:v>0.85197495945577872</c:v>
                </c:pt>
                <c:pt idx="3180">
                  <c:v>0.83949236753501622</c:v>
                </c:pt>
                <c:pt idx="3181">
                  <c:v>0.76700333203472959</c:v>
                </c:pt>
                <c:pt idx="3182">
                  <c:v>0.70560153824303129</c:v>
                </c:pt>
                <c:pt idx="3183">
                  <c:v>0.64751924937588334</c:v>
                </c:pt>
                <c:pt idx="3184">
                  <c:v>0.63898406421320542</c:v>
                </c:pt>
                <c:pt idx="3185">
                  <c:v>0.57544597563459798</c:v>
                </c:pt>
                <c:pt idx="3186">
                  <c:v>0.55849091348991464</c:v>
                </c:pt>
                <c:pt idx="3187">
                  <c:v>0.57013603622838704</c:v>
                </c:pt>
                <c:pt idx="3188">
                  <c:v>0.641030565119872</c:v>
                </c:pt>
                <c:pt idx="3189">
                  <c:v>0.72245894440452452</c:v>
                </c:pt>
                <c:pt idx="3190">
                  <c:v>0.76867850098529311</c:v>
                </c:pt>
                <c:pt idx="3191">
                  <c:v>0.79316036447579674</c:v>
                </c:pt>
                <c:pt idx="3192">
                  <c:v>0.87400176739558211</c:v>
                </c:pt>
                <c:pt idx="3193">
                  <c:v>0.95593880250584651</c:v>
                </c:pt>
                <c:pt idx="3194">
                  <c:v>0.95445709742333928</c:v>
                </c:pt>
                <c:pt idx="3195">
                  <c:v>0.93711720359091732</c:v>
                </c:pt>
                <c:pt idx="3196">
                  <c:v>0.93447405260903482</c:v>
                </c:pt>
                <c:pt idx="3197">
                  <c:v>0.92806920142983262</c:v>
                </c:pt>
                <c:pt idx="3198">
                  <c:v>0.84025776521136064</c:v>
                </c:pt>
                <c:pt idx="3199">
                  <c:v>0.81886174729746375</c:v>
                </c:pt>
                <c:pt idx="3200">
                  <c:v>0.8227780314936608</c:v>
                </c:pt>
                <c:pt idx="3201">
                  <c:v>0.84907851819197522</c:v>
                </c:pt>
                <c:pt idx="3202">
                  <c:v>0.86685281506544276</c:v>
                </c:pt>
                <c:pt idx="3203">
                  <c:v>0.86169162233526375</c:v>
                </c:pt>
                <c:pt idx="3204">
                  <c:v>0.7732609647351002</c:v>
                </c:pt>
                <c:pt idx="3205">
                  <c:v>0.75088589802072647</c:v>
                </c:pt>
                <c:pt idx="3206">
                  <c:v>0.76180598231444208</c:v>
                </c:pt>
                <c:pt idx="3207">
                  <c:v>0.77640770117474067</c:v>
                </c:pt>
                <c:pt idx="3208">
                  <c:v>0.78892513483931659</c:v>
                </c:pt>
                <c:pt idx="3209">
                  <c:v>0.80448504129499532</c:v>
                </c:pt>
                <c:pt idx="3210">
                  <c:v>0.81643306821795125</c:v>
                </c:pt>
                <c:pt idx="3211">
                  <c:v>0.8439802125243856</c:v>
                </c:pt>
                <c:pt idx="3212">
                  <c:v>0.84934085189645325</c:v>
                </c:pt>
                <c:pt idx="3213">
                  <c:v>0.85717047737213148</c:v>
                </c:pt>
                <c:pt idx="3214">
                  <c:v>0.91734257443740541</c:v>
                </c:pt>
                <c:pt idx="3215">
                  <c:v>0.93430268747002432</c:v>
                </c:pt>
                <c:pt idx="3216">
                  <c:v>0.92675878549158952</c:v>
                </c:pt>
                <c:pt idx="3217">
                  <c:v>0.84056744017021157</c:v>
                </c:pt>
                <c:pt idx="3218">
                  <c:v>0.77420379083859414</c:v>
                </c:pt>
                <c:pt idx="3219">
                  <c:v>0.77369546124764499</c:v>
                </c:pt>
                <c:pt idx="3220">
                  <c:v>0.77319387041170484</c:v>
                </c:pt>
                <c:pt idx="3221">
                  <c:v>0.76965334763863003</c:v>
                </c:pt>
                <c:pt idx="3222">
                  <c:v>0.7687568604119166</c:v>
                </c:pt>
                <c:pt idx="3223">
                  <c:v>0.76409055390258918</c:v>
                </c:pt>
                <c:pt idx="3224">
                  <c:v>0.75889593364953656</c:v>
                </c:pt>
                <c:pt idx="3225">
                  <c:v>0.75781273394311011</c:v>
                </c:pt>
                <c:pt idx="3226">
                  <c:v>0.7655736521679456</c:v>
                </c:pt>
                <c:pt idx="3227">
                  <c:v>0.8248338780815897</c:v>
                </c:pt>
                <c:pt idx="3228">
                  <c:v>0.85988548828479405</c:v>
                </c:pt>
                <c:pt idx="3229">
                  <c:v>0.88110729982966218</c:v>
                </c:pt>
                <c:pt idx="3230">
                  <c:v>0.92579887795683646</c:v>
                </c:pt>
                <c:pt idx="3231">
                  <c:v>0.9416818999106934</c:v>
                </c:pt>
                <c:pt idx="3232">
                  <c:v>0.93388474322623816</c:v>
                </c:pt>
                <c:pt idx="3233">
                  <c:v>0.866056045676036</c:v>
                </c:pt>
                <c:pt idx="3234">
                  <c:v>0.83207833872110615</c:v>
                </c:pt>
                <c:pt idx="3235">
                  <c:v>0.83029806180490329</c:v>
                </c:pt>
                <c:pt idx="3236">
                  <c:v>0.81413825824922292</c:v>
                </c:pt>
                <c:pt idx="3237">
                  <c:v>0.80117864345791823</c:v>
                </c:pt>
                <c:pt idx="3238">
                  <c:v>0.78325578157962972</c:v>
                </c:pt>
                <c:pt idx="3239">
                  <c:v>0.63615815872811055</c:v>
                </c:pt>
                <c:pt idx="3240">
                  <c:v>0.6490214505319678</c:v>
                </c:pt>
                <c:pt idx="3241">
                  <c:v>0.79528801364727109</c:v>
                </c:pt>
                <c:pt idx="3242">
                  <c:v>0.79718534767045712</c:v>
                </c:pt>
                <c:pt idx="3243">
                  <c:v>0.80171075937067127</c:v>
                </c:pt>
                <c:pt idx="3244">
                  <c:v>0.8070220880245329</c:v>
                </c:pt>
                <c:pt idx="3245">
                  <c:v>0.80883342908904221</c:v>
                </c:pt>
                <c:pt idx="3246">
                  <c:v>0.80921295912914459</c:v>
                </c:pt>
                <c:pt idx="3247">
                  <c:v>0.81327616627778276</c:v>
                </c:pt>
                <c:pt idx="3248">
                  <c:v>0.84987253692344145</c:v>
                </c:pt>
                <c:pt idx="3249">
                  <c:v>0.86836811011332238</c:v>
                </c:pt>
                <c:pt idx="3250">
                  <c:v>0.86852483332494523</c:v>
                </c:pt>
                <c:pt idx="3251">
                  <c:v>0.87153280819884604</c:v>
                </c:pt>
                <c:pt idx="3252">
                  <c:v>0.87378365899951815</c:v>
                </c:pt>
                <c:pt idx="3253">
                  <c:v>0.87403067464006878</c:v>
                </c:pt>
                <c:pt idx="3254">
                  <c:v>0.79596064523401844</c:v>
                </c:pt>
                <c:pt idx="3255">
                  <c:v>0.72556648481775865</c:v>
                </c:pt>
                <c:pt idx="3256">
                  <c:v>0.6843972567517641</c:v>
                </c:pt>
                <c:pt idx="3257">
                  <c:v>0.69423332658472992</c:v>
                </c:pt>
                <c:pt idx="3258">
                  <c:v>0.71652629325716111</c:v>
                </c:pt>
                <c:pt idx="3259">
                  <c:v>0.73190064964462587</c:v>
                </c:pt>
                <c:pt idx="3260">
                  <c:v>0.77952725056687489</c:v>
                </c:pt>
                <c:pt idx="3261">
                  <c:v>0.84031665978067205</c:v>
                </c:pt>
                <c:pt idx="3262">
                  <c:v>0.8527119142935351</c:v>
                </c:pt>
                <c:pt idx="3263">
                  <c:v>0.84333834557487641</c:v>
                </c:pt>
                <c:pt idx="3264">
                  <c:v>0.77372924124674969</c:v>
                </c:pt>
                <c:pt idx="3265">
                  <c:v>0.74303325794623509</c:v>
                </c:pt>
                <c:pt idx="3266">
                  <c:v>0.75483801980729526</c:v>
                </c:pt>
                <c:pt idx="3267">
                  <c:v>0.84020329695058515</c:v>
                </c:pt>
                <c:pt idx="3268">
                  <c:v>0.89392132993041851</c:v>
                </c:pt>
                <c:pt idx="3269">
                  <c:v>0.90312141452185157</c:v>
                </c:pt>
                <c:pt idx="3270">
                  <c:v>0.90287063723479954</c:v>
                </c:pt>
                <c:pt idx="3271">
                  <c:v>0.90358584652626128</c:v>
                </c:pt>
                <c:pt idx="3272">
                  <c:v>0.90111069828194679</c:v>
                </c:pt>
                <c:pt idx="3273">
                  <c:v>0.89447588137160061</c:v>
                </c:pt>
                <c:pt idx="3274">
                  <c:v>0.83011395769740071</c:v>
                </c:pt>
                <c:pt idx="3275">
                  <c:v>0.80185009388036776</c:v>
                </c:pt>
                <c:pt idx="3276">
                  <c:v>0.80268314978845079</c:v>
                </c:pt>
                <c:pt idx="3277">
                  <c:v>0.79597167564031979</c:v>
                </c:pt>
                <c:pt idx="3278">
                  <c:v>0.78870336577614419</c:v>
                </c:pt>
                <c:pt idx="3279">
                  <c:v>0.76372653979862071</c:v>
                </c:pt>
                <c:pt idx="3280">
                  <c:v>0.73860226669675955</c:v>
                </c:pt>
                <c:pt idx="3281">
                  <c:v>0.44060661686206182</c:v>
                </c:pt>
                <c:pt idx="3282">
                  <c:v>0.18576887193669381</c:v>
                </c:pt>
                <c:pt idx="3283">
                  <c:v>8.704446600575616E-2</c:v>
                </c:pt>
                <c:pt idx="3284">
                  <c:v>-0.36891966487985017</c:v>
                </c:pt>
                <c:pt idx="3285">
                  <c:v>-0.67672008743322298</c:v>
                </c:pt>
                <c:pt idx="3286">
                  <c:v>-0.75248070763410457</c:v>
                </c:pt>
                <c:pt idx="3287">
                  <c:v>-1.0973240881787569</c:v>
                </c:pt>
                <c:pt idx="3288">
                  <c:v>-1.1275908045408729</c:v>
                </c:pt>
                <c:pt idx="3289">
                  <c:v>-1.1077295248200441</c:v>
                </c:pt>
                <c:pt idx="3290">
                  <c:v>-1.105495368108337</c:v>
                </c:pt>
                <c:pt idx="3291">
                  <c:v>-1.081385603953861</c:v>
                </c:pt>
                <c:pt idx="3292">
                  <c:v>-1.052025366864785</c:v>
                </c:pt>
                <c:pt idx="3293">
                  <c:v>-1.043748459193484</c:v>
                </c:pt>
                <c:pt idx="3294">
                  <c:v>-0.98706199621866597</c:v>
                </c:pt>
                <c:pt idx="3295">
                  <c:v>-0.98749219505807251</c:v>
                </c:pt>
                <c:pt idx="3296">
                  <c:v>-0.98661875414904299</c:v>
                </c:pt>
                <c:pt idx="3297">
                  <c:v>-0.98318041389477873</c:v>
                </c:pt>
                <c:pt idx="3298">
                  <c:v>-0.99554907244540736</c:v>
                </c:pt>
                <c:pt idx="3299">
                  <c:v>-1</c:v>
                </c:pt>
                <c:pt idx="3300">
                  <c:v>-1</c:v>
                </c:pt>
                <c:pt idx="3301">
                  <c:v>-1</c:v>
                </c:pt>
                <c:pt idx="3302">
                  <c:v>-1</c:v>
                </c:pt>
                <c:pt idx="3303">
                  <c:v>-1</c:v>
                </c:pt>
                <c:pt idx="3304">
                  <c:v>-1</c:v>
                </c:pt>
                <c:pt idx="3305">
                  <c:v>-1</c:v>
                </c:pt>
                <c:pt idx="3306">
                  <c:v>-1</c:v>
                </c:pt>
                <c:pt idx="3307">
                  <c:v>-1</c:v>
                </c:pt>
                <c:pt idx="3308">
                  <c:v>-1</c:v>
                </c:pt>
                <c:pt idx="3309">
                  <c:v>-1</c:v>
                </c:pt>
                <c:pt idx="3310">
                  <c:v>-1</c:v>
                </c:pt>
                <c:pt idx="3311">
                  <c:v>-1</c:v>
                </c:pt>
                <c:pt idx="3312">
                  <c:v>-1</c:v>
                </c:pt>
                <c:pt idx="3313">
                  <c:v>-1</c:v>
                </c:pt>
                <c:pt idx="3314">
                  <c:v>-1</c:v>
                </c:pt>
                <c:pt idx="3315">
                  <c:v>-1</c:v>
                </c:pt>
                <c:pt idx="3316">
                  <c:v>-1</c:v>
                </c:pt>
                <c:pt idx="3317">
                  <c:v>-1</c:v>
                </c:pt>
                <c:pt idx="3318">
                  <c:v>-1</c:v>
                </c:pt>
                <c:pt idx="3319">
                  <c:v>-1</c:v>
                </c:pt>
                <c:pt idx="3320">
                  <c:v>-1</c:v>
                </c:pt>
                <c:pt idx="3321">
                  <c:v>-1</c:v>
                </c:pt>
                <c:pt idx="3322">
                  <c:v>-1</c:v>
                </c:pt>
                <c:pt idx="3323">
                  <c:v>-1</c:v>
                </c:pt>
                <c:pt idx="3324">
                  <c:v>-1</c:v>
                </c:pt>
                <c:pt idx="3325">
                  <c:v>-1</c:v>
                </c:pt>
                <c:pt idx="3326">
                  <c:v>-1</c:v>
                </c:pt>
                <c:pt idx="3327">
                  <c:v>-1</c:v>
                </c:pt>
                <c:pt idx="3328">
                  <c:v>-1</c:v>
                </c:pt>
                <c:pt idx="3329">
                  <c:v>-1</c:v>
                </c:pt>
                <c:pt idx="3330">
                  <c:v>-1</c:v>
                </c:pt>
                <c:pt idx="3331">
                  <c:v>-1</c:v>
                </c:pt>
                <c:pt idx="3332">
                  <c:v>-1</c:v>
                </c:pt>
                <c:pt idx="3333">
                  <c:v>-1</c:v>
                </c:pt>
                <c:pt idx="3334">
                  <c:v>-1</c:v>
                </c:pt>
                <c:pt idx="3335">
                  <c:v>-1</c:v>
                </c:pt>
                <c:pt idx="3336">
                  <c:v>-1</c:v>
                </c:pt>
                <c:pt idx="3337">
                  <c:v>-1</c:v>
                </c:pt>
                <c:pt idx="3338">
                  <c:v>-1</c:v>
                </c:pt>
                <c:pt idx="3339">
                  <c:v>-1</c:v>
                </c:pt>
                <c:pt idx="3340">
                  <c:v>-1</c:v>
                </c:pt>
                <c:pt idx="3341">
                  <c:v>-1</c:v>
                </c:pt>
                <c:pt idx="3342">
                  <c:v>-1</c:v>
                </c:pt>
                <c:pt idx="3343">
                  <c:v>-1</c:v>
                </c:pt>
                <c:pt idx="3344">
                  <c:v>-1</c:v>
                </c:pt>
                <c:pt idx="3345">
                  <c:v>-1</c:v>
                </c:pt>
                <c:pt idx="3346">
                  <c:v>-1</c:v>
                </c:pt>
                <c:pt idx="3347">
                  <c:v>-1</c:v>
                </c:pt>
                <c:pt idx="3348">
                  <c:v>-1</c:v>
                </c:pt>
                <c:pt idx="3349">
                  <c:v>-1</c:v>
                </c:pt>
                <c:pt idx="3350">
                  <c:v>-1</c:v>
                </c:pt>
                <c:pt idx="3351">
                  <c:v>-1</c:v>
                </c:pt>
                <c:pt idx="3352">
                  <c:v>-1</c:v>
                </c:pt>
                <c:pt idx="3353">
                  <c:v>-1</c:v>
                </c:pt>
                <c:pt idx="3354">
                  <c:v>-1</c:v>
                </c:pt>
                <c:pt idx="3355">
                  <c:v>-1</c:v>
                </c:pt>
                <c:pt idx="3356">
                  <c:v>-1</c:v>
                </c:pt>
                <c:pt idx="3357">
                  <c:v>-1</c:v>
                </c:pt>
                <c:pt idx="3358">
                  <c:v>-1</c:v>
                </c:pt>
                <c:pt idx="3359">
                  <c:v>-1</c:v>
                </c:pt>
                <c:pt idx="3360">
                  <c:v>-1</c:v>
                </c:pt>
                <c:pt idx="3361">
                  <c:v>-1</c:v>
                </c:pt>
                <c:pt idx="3362">
                  <c:v>-1</c:v>
                </c:pt>
                <c:pt idx="3363">
                  <c:v>-1</c:v>
                </c:pt>
                <c:pt idx="3364">
                  <c:v>-1</c:v>
                </c:pt>
                <c:pt idx="3365">
                  <c:v>-1</c:v>
                </c:pt>
                <c:pt idx="3366">
                  <c:v>-1</c:v>
                </c:pt>
                <c:pt idx="3367">
                  <c:v>-1</c:v>
                </c:pt>
                <c:pt idx="3368">
                  <c:v>-1</c:v>
                </c:pt>
                <c:pt idx="3369">
                  <c:v>-1</c:v>
                </c:pt>
                <c:pt idx="3370">
                  <c:v>-1</c:v>
                </c:pt>
                <c:pt idx="3371">
                  <c:v>-1</c:v>
                </c:pt>
                <c:pt idx="3372">
                  <c:v>-1</c:v>
                </c:pt>
                <c:pt idx="3373">
                  <c:v>-1</c:v>
                </c:pt>
                <c:pt idx="3374">
                  <c:v>-1</c:v>
                </c:pt>
                <c:pt idx="3375">
                  <c:v>-1</c:v>
                </c:pt>
                <c:pt idx="3376">
                  <c:v>-1</c:v>
                </c:pt>
                <c:pt idx="3377">
                  <c:v>-1</c:v>
                </c:pt>
                <c:pt idx="3378">
                  <c:v>-1</c:v>
                </c:pt>
                <c:pt idx="3379">
                  <c:v>-1</c:v>
                </c:pt>
                <c:pt idx="3380">
                  <c:v>-1</c:v>
                </c:pt>
                <c:pt idx="3381">
                  <c:v>-1</c:v>
                </c:pt>
                <c:pt idx="3382">
                  <c:v>-1</c:v>
                </c:pt>
                <c:pt idx="3383">
                  <c:v>-1</c:v>
                </c:pt>
                <c:pt idx="3384">
                  <c:v>-1</c:v>
                </c:pt>
                <c:pt idx="3385">
                  <c:v>-1</c:v>
                </c:pt>
                <c:pt idx="3386">
                  <c:v>-1</c:v>
                </c:pt>
                <c:pt idx="3387">
                  <c:v>-1</c:v>
                </c:pt>
                <c:pt idx="3388">
                  <c:v>-1</c:v>
                </c:pt>
                <c:pt idx="3389">
                  <c:v>-1</c:v>
                </c:pt>
                <c:pt idx="3390">
                  <c:v>-1</c:v>
                </c:pt>
                <c:pt idx="3391">
                  <c:v>-1</c:v>
                </c:pt>
                <c:pt idx="3392">
                  <c:v>-1</c:v>
                </c:pt>
                <c:pt idx="3393">
                  <c:v>-1</c:v>
                </c:pt>
                <c:pt idx="3394">
                  <c:v>-1</c:v>
                </c:pt>
                <c:pt idx="3395">
                  <c:v>-1</c:v>
                </c:pt>
                <c:pt idx="3396">
                  <c:v>-1</c:v>
                </c:pt>
                <c:pt idx="3397">
                  <c:v>-1</c:v>
                </c:pt>
                <c:pt idx="3398">
                  <c:v>-1</c:v>
                </c:pt>
                <c:pt idx="3399">
                  <c:v>-1</c:v>
                </c:pt>
                <c:pt idx="3400">
                  <c:v>-1</c:v>
                </c:pt>
                <c:pt idx="3401">
                  <c:v>-1</c:v>
                </c:pt>
                <c:pt idx="3402">
                  <c:v>-1</c:v>
                </c:pt>
                <c:pt idx="3403">
                  <c:v>-1</c:v>
                </c:pt>
                <c:pt idx="3404">
                  <c:v>-1</c:v>
                </c:pt>
                <c:pt idx="3405">
                  <c:v>-1</c:v>
                </c:pt>
                <c:pt idx="3406">
                  <c:v>-1</c:v>
                </c:pt>
                <c:pt idx="3407">
                  <c:v>-1</c:v>
                </c:pt>
                <c:pt idx="3408">
                  <c:v>-1</c:v>
                </c:pt>
                <c:pt idx="3409">
                  <c:v>-1</c:v>
                </c:pt>
                <c:pt idx="3410">
                  <c:v>-1</c:v>
                </c:pt>
                <c:pt idx="3411">
                  <c:v>-1</c:v>
                </c:pt>
                <c:pt idx="3412">
                  <c:v>-1</c:v>
                </c:pt>
                <c:pt idx="3413">
                  <c:v>-1</c:v>
                </c:pt>
                <c:pt idx="3414">
                  <c:v>-1</c:v>
                </c:pt>
                <c:pt idx="3415">
                  <c:v>-1</c:v>
                </c:pt>
                <c:pt idx="3416">
                  <c:v>-1</c:v>
                </c:pt>
                <c:pt idx="3417">
                  <c:v>-1</c:v>
                </c:pt>
                <c:pt idx="3418">
                  <c:v>-1</c:v>
                </c:pt>
                <c:pt idx="3419">
                  <c:v>-1</c:v>
                </c:pt>
                <c:pt idx="3420">
                  <c:v>-1</c:v>
                </c:pt>
                <c:pt idx="3421">
                  <c:v>-1</c:v>
                </c:pt>
                <c:pt idx="3422">
                  <c:v>-1</c:v>
                </c:pt>
                <c:pt idx="3423">
                  <c:v>-1</c:v>
                </c:pt>
                <c:pt idx="3424">
                  <c:v>-1</c:v>
                </c:pt>
                <c:pt idx="3425">
                  <c:v>-1</c:v>
                </c:pt>
                <c:pt idx="3426">
                  <c:v>-1</c:v>
                </c:pt>
                <c:pt idx="3427">
                  <c:v>-1</c:v>
                </c:pt>
                <c:pt idx="3428">
                  <c:v>-1</c:v>
                </c:pt>
                <c:pt idx="3429">
                  <c:v>-1</c:v>
                </c:pt>
                <c:pt idx="3430">
                  <c:v>-1</c:v>
                </c:pt>
                <c:pt idx="3431">
                  <c:v>-1</c:v>
                </c:pt>
                <c:pt idx="3432">
                  <c:v>-1</c:v>
                </c:pt>
                <c:pt idx="3433">
                  <c:v>-1</c:v>
                </c:pt>
                <c:pt idx="3434">
                  <c:v>-1</c:v>
                </c:pt>
                <c:pt idx="3435">
                  <c:v>-1</c:v>
                </c:pt>
                <c:pt idx="3436">
                  <c:v>-1</c:v>
                </c:pt>
                <c:pt idx="3437">
                  <c:v>-1</c:v>
                </c:pt>
                <c:pt idx="3438">
                  <c:v>-1</c:v>
                </c:pt>
                <c:pt idx="3439">
                  <c:v>-1</c:v>
                </c:pt>
                <c:pt idx="3440">
                  <c:v>-1</c:v>
                </c:pt>
                <c:pt idx="3441">
                  <c:v>-1</c:v>
                </c:pt>
                <c:pt idx="3442">
                  <c:v>-1</c:v>
                </c:pt>
                <c:pt idx="3443">
                  <c:v>-1</c:v>
                </c:pt>
                <c:pt idx="3444">
                  <c:v>-1</c:v>
                </c:pt>
                <c:pt idx="3445">
                  <c:v>-1</c:v>
                </c:pt>
                <c:pt idx="3446">
                  <c:v>-1</c:v>
                </c:pt>
                <c:pt idx="3447">
                  <c:v>-1</c:v>
                </c:pt>
                <c:pt idx="3448">
                  <c:v>-1</c:v>
                </c:pt>
                <c:pt idx="3449">
                  <c:v>-1</c:v>
                </c:pt>
                <c:pt idx="3450">
                  <c:v>-1</c:v>
                </c:pt>
                <c:pt idx="3451">
                  <c:v>-1</c:v>
                </c:pt>
                <c:pt idx="3452">
                  <c:v>-1</c:v>
                </c:pt>
                <c:pt idx="3453">
                  <c:v>-1</c:v>
                </c:pt>
                <c:pt idx="3454">
                  <c:v>-1</c:v>
                </c:pt>
                <c:pt idx="3455">
                  <c:v>-1</c:v>
                </c:pt>
                <c:pt idx="3456">
                  <c:v>-1</c:v>
                </c:pt>
                <c:pt idx="3457">
                  <c:v>-1</c:v>
                </c:pt>
                <c:pt idx="3458">
                  <c:v>-1</c:v>
                </c:pt>
                <c:pt idx="3459">
                  <c:v>-1</c:v>
                </c:pt>
                <c:pt idx="3460">
                  <c:v>-1</c:v>
                </c:pt>
                <c:pt idx="3461">
                  <c:v>-1</c:v>
                </c:pt>
                <c:pt idx="3462">
                  <c:v>-1</c:v>
                </c:pt>
                <c:pt idx="3463">
                  <c:v>-1</c:v>
                </c:pt>
                <c:pt idx="3464">
                  <c:v>-1</c:v>
                </c:pt>
                <c:pt idx="3465">
                  <c:v>-1</c:v>
                </c:pt>
                <c:pt idx="3466">
                  <c:v>-1</c:v>
                </c:pt>
                <c:pt idx="3467">
                  <c:v>-1</c:v>
                </c:pt>
                <c:pt idx="3468">
                  <c:v>-1</c:v>
                </c:pt>
                <c:pt idx="3469">
                  <c:v>-1</c:v>
                </c:pt>
                <c:pt idx="3470">
                  <c:v>-1</c:v>
                </c:pt>
                <c:pt idx="3471">
                  <c:v>-1</c:v>
                </c:pt>
                <c:pt idx="3472">
                  <c:v>-1</c:v>
                </c:pt>
                <c:pt idx="3473">
                  <c:v>-1</c:v>
                </c:pt>
                <c:pt idx="3474">
                  <c:v>-1</c:v>
                </c:pt>
                <c:pt idx="3475">
                  <c:v>-1</c:v>
                </c:pt>
                <c:pt idx="3476">
                  <c:v>-1</c:v>
                </c:pt>
                <c:pt idx="3477">
                  <c:v>-1</c:v>
                </c:pt>
                <c:pt idx="3478">
                  <c:v>-1</c:v>
                </c:pt>
                <c:pt idx="3479">
                  <c:v>-1</c:v>
                </c:pt>
                <c:pt idx="3480">
                  <c:v>-1</c:v>
                </c:pt>
                <c:pt idx="3481">
                  <c:v>-1</c:v>
                </c:pt>
                <c:pt idx="3482">
                  <c:v>-1</c:v>
                </c:pt>
                <c:pt idx="3483">
                  <c:v>-1</c:v>
                </c:pt>
                <c:pt idx="3484">
                  <c:v>-1</c:v>
                </c:pt>
                <c:pt idx="3485">
                  <c:v>-1</c:v>
                </c:pt>
                <c:pt idx="3486">
                  <c:v>-1</c:v>
                </c:pt>
                <c:pt idx="3487">
                  <c:v>-1</c:v>
                </c:pt>
                <c:pt idx="3488">
                  <c:v>-1</c:v>
                </c:pt>
                <c:pt idx="3489">
                  <c:v>-1</c:v>
                </c:pt>
                <c:pt idx="3490">
                  <c:v>-1</c:v>
                </c:pt>
                <c:pt idx="3491">
                  <c:v>-1</c:v>
                </c:pt>
                <c:pt idx="3492">
                  <c:v>-1</c:v>
                </c:pt>
                <c:pt idx="3493">
                  <c:v>-1</c:v>
                </c:pt>
                <c:pt idx="3494">
                  <c:v>-1</c:v>
                </c:pt>
                <c:pt idx="3495">
                  <c:v>-1</c:v>
                </c:pt>
                <c:pt idx="3496">
                  <c:v>-1</c:v>
                </c:pt>
                <c:pt idx="3497">
                  <c:v>-1</c:v>
                </c:pt>
                <c:pt idx="3498">
                  <c:v>-1</c:v>
                </c:pt>
                <c:pt idx="3499">
                  <c:v>-1</c:v>
                </c:pt>
                <c:pt idx="3500">
                  <c:v>-1</c:v>
                </c:pt>
                <c:pt idx="3501">
                  <c:v>-1</c:v>
                </c:pt>
                <c:pt idx="3502">
                  <c:v>-1</c:v>
                </c:pt>
                <c:pt idx="3503">
                  <c:v>-1</c:v>
                </c:pt>
                <c:pt idx="3504">
                  <c:v>-1</c:v>
                </c:pt>
                <c:pt idx="3505">
                  <c:v>-1</c:v>
                </c:pt>
                <c:pt idx="3506">
                  <c:v>-1</c:v>
                </c:pt>
                <c:pt idx="3507">
                  <c:v>-1</c:v>
                </c:pt>
                <c:pt idx="3508">
                  <c:v>-1</c:v>
                </c:pt>
                <c:pt idx="3509">
                  <c:v>-1</c:v>
                </c:pt>
                <c:pt idx="3510">
                  <c:v>-1</c:v>
                </c:pt>
                <c:pt idx="3511">
                  <c:v>-1</c:v>
                </c:pt>
                <c:pt idx="3512">
                  <c:v>-1</c:v>
                </c:pt>
                <c:pt idx="3513">
                  <c:v>-1</c:v>
                </c:pt>
                <c:pt idx="3514">
                  <c:v>-1</c:v>
                </c:pt>
                <c:pt idx="3515">
                  <c:v>-1</c:v>
                </c:pt>
                <c:pt idx="3516">
                  <c:v>-1</c:v>
                </c:pt>
                <c:pt idx="3517">
                  <c:v>-1</c:v>
                </c:pt>
                <c:pt idx="3518">
                  <c:v>-1</c:v>
                </c:pt>
                <c:pt idx="3519">
                  <c:v>-1</c:v>
                </c:pt>
                <c:pt idx="3520">
                  <c:v>-1</c:v>
                </c:pt>
                <c:pt idx="3521">
                  <c:v>-1</c:v>
                </c:pt>
                <c:pt idx="3522">
                  <c:v>-1</c:v>
                </c:pt>
                <c:pt idx="3523">
                  <c:v>-1</c:v>
                </c:pt>
                <c:pt idx="3524">
                  <c:v>-1</c:v>
                </c:pt>
                <c:pt idx="3525">
                  <c:v>-1</c:v>
                </c:pt>
                <c:pt idx="3526">
                  <c:v>-1</c:v>
                </c:pt>
                <c:pt idx="3527">
                  <c:v>-1</c:v>
                </c:pt>
                <c:pt idx="3528">
                  <c:v>-1</c:v>
                </c:pt>
                <c:pt idx="3529">
                  <c:v>-1</c:v>
                </c:pt>
                <c:pt idx="3530">
                  <c:v>-1</c:v>
                </c:pt>
                <c:pt idx="3531">
                  <c:v>-1</c:v>
                </c:pt>
                <c:pt idx="3532">
                  <c:v>-1</c:v>
                </c:pt>
                <c:pt idx="3533">
                  <c:v>-1</c:v>
                </c:pt>
                <c:pt idx="3534">
                  <c:v>-1</c:v>
                </c:pt>
                <c:pt idx="3535">
                  <c:v>-1</c:v>
                </c:pt>
                <c:pt idx="3536">
                  <c:v>-1</c:v>
                </c:pt>
                <c:pt idx="3537">
                  <c:v>-1</c:v>
                </c:pt>
                <c:pt idx="3538">
                  <c:v>-1</c:v>
                </c:pt>
                <c:pt idx="3539">
                  <c:v>-1</c:v>
                </c:pt>
                <c:pt idx="3540">
                  <c:v>-1</c:v>
                </c:pt>
                <c:pt idx="3541">
                  <c:v>-1</c:v>
                </c:pt>
                <c:pt idx="3542">
                  <c:v>-1</c:v>
                </c:pt>
                <c:pt idx="3543">
                  <c:v>-1</c:v>
                </c:pt>
                <c:pt idx="3544">
                  <c:v>-1</c:v>
                </c:pt>
                <c:pt idx="3545">
                  <c:v>-1</c:v>
                </c:pt>
                <c:pt idx="3546">
                  <c:v>-1</c:v>
                </c:pt>
                <c:pt idx="3547">
                  <c:v>-1</c:v>
                </c:pt>
                <c:pt idx="3548">
                  <c:v>-1</c:v>
                </c:pt>
                <c:pt idx="3549">
                  <c:v>-1</c:v>
                </c:pt>
                <c:pt idx="3550">
                  <c:v>-1</c:v>
                </c:pt>
                <c:pt idx="3551">
                  <c:v>-1</c:v>
                </c:pt>
                <c:pt idx="3552">
                  <c:v>-1</c:v>
                </c:pt>
                <c:pt idx="3553">
                  <c:v>-1</c:v>
                </c:pt>
                <c:pt idx="3554">
                  <c:v>-1</c:v>
                </c:pt>
                <c:pt idx="3555">
                  <c:v>-1</c:v>
                </c:pt>
                <c:pt idx="3556">
                  <c:v>-1</c:v>
                </c:pt>
                <c:pt idx="3557">
                  <c:v>-1</c:v>
                </c:pt>
                <c:pt idx="3558">
                  <c:v>-1</c:v>
                </c:pt>
                <c:pt idx="3559">
                  <c:v>-1</c:v>
                </c:pt>
                <c:pt idx="3560">
                  <c:v>-1</c:v>
                </c:pt>
                <c:pt idx="3561">
                  <c:v>-1</c:v>
                </c:pt>
                <c:pt idx="3562">
                  <c:v>-1</c:v>
                </c:pt>
                <c:pt idx="3563">
                  <c:v>-1</c:v>
                </c:pt>
                <c:pt idx="3564">
                  <c:v>-1</c:v>
                </c:pt>
                <c:pt idx="3565">
                  <c:v>-1</c:v>
                </c:pt>
                <c:pt idx="3566">
                  <c:v>-1</c:v>
                </c:pt>
                <c:pt idx="3567">
                  <c:v>-1</c:v>
                </c:pt>
                <c:pt idx="3568">
                  <c:v>-1</c:v>
                </c:pt>
                <c:pt idx="3569">
                  <c:v>-1</c:v>
                </c:pt>
                <c:pt idx="3570">
                  <c:v>-1</c:v>
                </c:pt>
                <c:pt idx="3571">
                  <c:v>-1</c:v>
                </c:pt>
                <c:pt idx="3572">
                  <c:v>-1</c:v>
                </c:pt>
                <c:pt idx="3573">
                  <c:v>-1</c:v>
                </c:pt>
                <c:pt idx="3574">
                  <c:v>-1</c:v>
                </c:pt>
                <c:pt idx="3575">
                  <c:v>-1</c:v>
                </c:pt>
                <c:pt idx="3576">
                  <c:v>-1</c:v>
                </c:pt>
                <c:pt idx="3577">
                  <c:v>-1</c:v>
                </c:pt>
                <c:pt idx="3578">
                  <c:v>-1</c:v>
                </c:pt>
                <c:pt idx="3579">
                  <c:v>-1</c:v>
                </c:pt>
                <c:pt idx="3580">
                  <c:v>-1</c:v>
                </c:pt>
                <c:pt idx="3581">
                  <c:v>-1</c:v>
                </c:pt>
                <c:pt idx="3582">
                  <c:v>-1</c:v>
                </c:pt>
                <c:pt idx="3583">
                  <c:v>-1</c:v>
                </c:pt>
                <c:pt idx="3584">
                  <c:v>-1</c:v>
                </c:pt>
                <c:pt idx="3585">
                  <c:v>-1</c:v>
                </c:pt>
                <c:pt idx="3586">
                  <c:v>-1</c:v>
                </c:pt>
                <c:pt idx="3587">
                  <c:v>-1</c:v>
                </c:pt>
                <c:pt idx="3588">
                  <c:v>-1</c:v>
                </c:pt>
                <c:pt idx="3589">
                  <c:v>-1</c:v>
                </c:pt>
                <c:pt idx="3590">
                  <c:v>-1</c:v>
                </c:pt>
                <c:pt idx="3591">
                  <c:v>-1</c:v>
                </c:pt>
                <c:pt idx="3592">
                  <c:v>-1</c:v>
                </c:pt>
                <c:pt idx="3593">
                  <c:v>-1</c:v>
                </c:pt>
                <c:pt idx="3594">
                  <c:v>-1</c:v>
                </c:pt>
                <c:pt idx="3595">
                  <c:v>-1</c:v>
                </c:pt>
                <c:pt idx="3596">
                  <c:v>-1</c:v>
                </c:pt>
                <c:pt idx="3597">
                  <c:v>-1</c:v>
                </c:pt>
                <c:pt idx="3598">
                  <c:v>-1</c:v>
                </c:pt>
                <c:pt idx="3599">
                  <c:v>-1</c:v>
                </c:pt>
                <c:pt idx="3600">
                  <c:v>-1</c:v>
                </c:pt>
                <c:pt idx="3601">
                  <c:v>-1</c:v>
                </c:pt>
                <c:pt idx="3602">
                  <c:v>-1</c:v>
                </c:pt>
                <c:pt idx="3603">
                  <c:v>-1</c:v>
                </c:pt>
                <c:pt idx="3604">
                  <c:v>-1</c:v>
                </c:pt>
                <c:pt idx="3605">
                  <c:v>-1</c:v>
                </c:pt>
                <c:pt idx="3606">
                  <c:v>-1</c:v>
                </c:pt>
                <c:pt idx="3607">
                  <c:v>-1</c:v>
                </c:pt>
                <c:pt idx="3608">
                  <c:v>-1</c:v>
                </c:pt>
                <c:pt idx="3609">
                  <c:v>-1</c:v>
                </c:pt>
                <c:pt idx="3610">
                  <c:v>-1</c:v>
                </c:pt>
                <c:pt idx="3611">
                  <c:v>-1</c:v>
                </c:pt>
                <c:pt idx="3612">
                  <c:v>-1</c:v>
                </c:pt>
                <c:pt idx="3613">
                  <c:v>-1</c:v>
                </c:pt>
                <c:pt idx="3614">
                  <c:v>-1</c:v>
                </c:pt>
                <c:pt idx="3615">
                  <c:v>-1</c:v>
                </c:pt>
                <c:pt idx="3616">
                  <c:v>-1</c:v>
                </c:pt>
                <c:pt idx="3617">
                  <c:v>-1</c:v>
                </c:pt>
                <c:pt idx="3618">
                  <c:v>-1</c:v>
                </c:pt>
                <c:pt idx="3619">
                  <c:v>-1</c:v>
                </c:pt>
                <c:pt idx="3620">
                  <c:v>-1</c:v>
                </c:pt>
                <c:pt idx="3621">
                  <c:v>-1</c:v>
                </c:pt>
                <c:pt idx="3622">
                  <c:v>-1</c:v>
                </c:pt>
                <c:pt idx="3623">
                  <c:v>-1</c:v>
                </c:pt>
                <c:pt idx="3624">
                  <c:v>-1</c:v>
                </c:pt>
                <c:pt idx="3625">
                  <c:v>-1</c:v>
                </c:pt>
                <c:pt idx="3626">
                  <c:v>-1</c:v>
                </c:pt>
                <c:pt idx="3627">
                  <c:v>-1</c:v>
                </c:pt>
                <c:pt idx="3628">
                  <c:v>-1</c:v>
                </c:pt>
                <c:pt idx="3629">
                  <c:v>-1</c:v>
                </c:pt>
                <c:pt idx="3630">
                  <c:v>-1</c:v>
                </c:pt>
                <c:pt idx="3631">
                  <c:v>-1</c:v>
                </c:pt>
                <c:pt idx="3632">
                  <c:v>-1</c:v>
                </c:pt>
                <c:pt idx="3633">
                  <c:v>-1</c:v>
                </c:pt>
                <c:pt idx="3634">
                  <c:v>-1</c:v>
                </c:pt>
                <c:pt idx="3635">
                  <c:v>-1</c:v>
                </c:pt>
                <c:pt idx="3636">
                  <c:v>-1</c:v>
                </c:pt>
                <c:pt idx="3637">
                  <c:v>-1</c:v>
                </c:pt>
                <c:pt idx="3638">
                  <c:v>-1</c:v>
                </c:pt>
                <c:pt idx="3639">
                  <c:v>-1</c:v>
                </c:pt>
                <c:pt idx="3640">
                  <c:v>-1</c:v>
                </c:pt>
                <c:pt idx="3641">
                  <c:v>-1</c:v>
                </c:pt>
                <c:pt idx="3642">
                  <c:v>-1</c:v>
                </c:pt>
                <c:pt idx="3643">
                  <c:v>-1</c:v>
                </c:pt>
                <c:pt idx="3644">
                  <c:v>-1</c:v>
                </c:pt>
                <c:pt idx="3645">
                  <c:v>-1</c:v>
                </c:pt>
                <c:pt idx="3646">
                  <c:v>-1</c:v>
                </c:pt>
                <c:pt idx="3647">
                  <c:v>-1</c:v>
                </c:pt>
                <c:pt idx="3648">
                  <c:v>-1</c:v>
                </c:pt>
                <c:pt idx="3649">
                  <c:v>-1</c:v>
                </c:pt>
                <c:pt idx="3650">
                  <c:v>-1</c:v>
                </c:pt>
                <c:pt idx="3651">
                  <c:v>-1</c:v>
                </c:pt>
                <c:pt idx="3652">
                  <c:v>-1</c:v>
                </c:pt>
                <c:pt idx="3653">
                  <c:v>-1</c:v>
                </c:pt>
                <c:pt idx="3654">
                  <c:v>-1</c:v>
                </c:pt>
                <c:pt idx="3655">
                  <c:v>-1</c:v>
                </c:pt>
                <c:pt idx="3656">
                  <c:v>-1</c:v>
                </c:pt>
                <c:pt idx="3657">
                  <c:v>-1</c:v>
                </c:pt>
                <c:pt idx="3658">
                  <c:v>-1</c:v>
                </c:pt>
                <c:pt idx="3659">
                  <c:v>-1</c:v>
                </c:pt>
                <c:pt idx="3660">
                  <c:v>-1</c:v>
                </c:pt>
                <c:pt idx="3661">
                  <c:v>-1</c:v>
                </c:pt>
                <c:pt idx="3662">
                  <c:v>-1</c:v>
                </c:pt>
                <c:pt idx="3663">
                  <c:v>-1</c:v>
                </c:pt>
                <c:pt idx="3664">
                  <c:v>-1</c:v>
                </c:pt>
                <c:pt idx="3665">
                  <c:v>-1</c:v>
                </c:pt>
                <c:pt idx="3666">
                  <c:v>-1</c:v>
                </c:pt>
                <c:pt idx="3667">
                  <c:v>-1</c:v>
                </c:pt>
                <c:pt idx="3668">
                  <c:v>-1</c:v>
                </c:pt>
                <c:pt idx="3669">
                  <c:v>-1</c:v>
                </c:pt>
                <c:pt idx="3670">
                  <c:v>-1</c:v>
                </c:pt>
                <c:pt idx="3671">
                  <c:v>-1</c:v>
                </c:pt>
                <c:pt idx="3672">
                  <c:v>-1</c:v>
                </c:pt>
                <c:pt idx="3673">
                  <c:v>-1</c:v>
                </c:pt>
                <c:pt idx="3674">
                  <c:v>-1</c:v>
                </c:pt>
                <c:pt idx="3675">
                  <c:v>-1</c:v>
                </c:pt>
                <c:pt idx="3676">
                  <c:v>-1</c:v>
                </c:pt>
                <c:pt idx="3677">
                  <c:v>-1</c:v>
                </c:pt>
                <c:pt idx="3678">
                  <c:v>-1</c:v>
                </c:pt>
                <c:pt idx="3679">
                  <c:v>-1</c:v>
                </c:pt>
                <c:pt idx="3680">
                  <c:v>-1</c:v>
                </c:pt>
                <c:pt idx="3681">
                  <c:v>-1</c:v>
                </c:pt>
                <c:pt idx="3682">
                  <c:v>-1</c:v>
                </c:pt>
                <c:pt idx="3683">
                  <c:v>-1</c:v>
                </c:pt>
                <c:pt idx="3684">
                  <c:v>-1</c:v>
                </c:pt>
                <c:pt idx="3685">
                  <c:v>-1</c:v>
                </c:pt>
                <c:pt idx="3686">
                  <c:v>-1</c:v>
                </c:pt>
                <c:pt idx="3687">
                  <c:v>-1</c:v>
                </c:pt>
                <c:pt idx="3688">
                  <c:v>-1</c:v>
                </c:pt>
                <c:pt idx="3689">
                  <c:v>-1</c:v>
                </c:pt>
                <c:pt idx="3690">
                  <c:v>-1</c:v>
                </c:pt>
                <c:pt idx="3691">
                  <c:v>-1</c:v>
                </c:pt>
                <c:pt idx="3692">
                  <c:v>-1</c:v>
                </c:pt>
                <c:pt idx="3693">
                  <c:v>-1</c:v>
                </c:pt>
                <c:pt idx="3694">
                  <c:v>-1</c:v>
                </c:pt>
                <c:pt idx="3695">
                  <c:v>-1</c:v>
                </c:pt>
                <c:pt idx="3696">
                  <c:v>-1</c:v>
                </c:pt>
                <c:pt idx="3697">
                  <c:v>-1</c:v>
                </c:pt>
                <c:pt idx="3698">
                  <c:v>-1</c:v>
                </c:pt>
                <c:pt idx="3699">
                  <c:v>-1</c:v>
                </c:pt>
                <c:pt idx="3700">
                  <c:v>-1</c:v>
                </c:pt>
                <c:pt idx="3701">
                  <c:v>-1</c:v>
                </c:pt>
                <c:pt idx="3702">
                  <c:v>-1</c:v>
                </c:pt>
                <c:pt idx="3703">
                  <c:v>-1</c:v>
                </c:pt>
                <c:pt idx="3704">
                  <c:v>-1</c:v>
                </c:pt>
                <c:pt idx="3705">
                  <c:v>-1</c:v>
                </c:pt>
                <c:pt idx="3706">
                  <c:v>-1</c:v>
                </c:pt>
                <c:pt idx="3707">
                  <c:v>-1</c:v>
                </c:pt>
                <c:pt idx="3708">
                  <c:v>-1</c:v>
                </c:pt>
                <c:pt idx="3709">
                  <c:v>-1</c:v>
                </c:pt>
                <c:pt idx="3710">
                  <c:v>-1</c:v>
                </c:pt>
                <c:pt idx="3711">
                  <c:v>-1</c:v>
                </c:pt>
                <c:pt idx="3712">
                  <c:v>-1</c:v>
                </c:pt>
                <c:pt idx="3713">
                  <c:v>-1</c:v>
                </c:pt>
                <c:pt idx="3714">
                  <c:v>-1</c:v>
                </c:pt>
                <c:pt idx="3715">
                  <c:v>-1</c:v>
                </c:pt>
                <c:pt idx="3716">
                  <c:v>-1</c:v>
                </c:pt>
                <c:pt idx="3717">
                  <c:v>-1</c:v>
                </c:pt>
                <c:pt idx="3718">
                  <c:v>-1</c:v>
                </c:pt>
                <c:pt idx="3719">
                  <c:v>-1</c:v>
                </c:pt>
                <c:pt idx="3720">
                  <c:v>-1</c:v>
                </c:pt>
                <c:pt idx="3721">
                  <c:v>-1</c:v>
                </c:pt>
                <c:pt idx="3722">
                  <c:v>-1</c:v>
                </c:pt>
                <c:pt idx="3723">
                  <c:v>-1</c:v>
                </c:pt>
                <c:pt idx="3724">
                  <c:v>-1</c:v>
                </c:pt>
                <c:pt idx="3725">
                  <c:v>-1</c:v>
                </c:pt>
                <c:pt idx="3726">
                  <c:v>-1</c:v>
                </c:pt>
                <c:pt idx="3727">
                  <c:v>-1</c:v>
                </c:pt>
                <c:pt idx="3728">
                  <c:v>-1</c:v>
                </c:pt>
                <c:pt idx="3729">
                  <c:v>-1</c:v>
                </c:pt>
                <c:pt idx="3730">
                  <c:v>-1</c:v>
                </c:pt>
                <c:pt idx="3731">
                  <c:v>-1</c:v>
                </c:pt>
                <c:pt idx="3732">
                  <c:v>-1</c:v>
                </c:pt>
                <c:pt idx="3733">
                  <c:v>-1</c:v>
                </c:pt>
                <c:pt idx="3734">
                  <c:v>-1</c:v>
                </c:pt>
                <c:pt idx="3735">
                  <c:v>-1</c:v>
                </c:pt>
                <c:pt idx="3736">
                  <c:v>-1</c:v>
                </c:pt>
                <c:pt idx="3737">
                  <c:v>-1</c:v>
                </c:pt>
                <c:pt idx="3738">
                  <c:v>-1</c:v>
                </c:pt>
                <c:pt idx="3739">
                  <c:v>-1</c:v>
                </c:pt>
                <c:pt idx="3740">
                  <c:v>-1</c:v>
                </c:pt>
                <c:pt idx="3741">
                  <c:v>-1</c:v>
                </c:pt>
                <c:pt idx="3742">
                  <c:v>-1</c:v>
                </c:pt>
                <c:pt idx="3743">
                  <c:v>-1</c:v>
                </c:pt>
                <c:pt idx="3744">
                  <c:v>-1</c:v>
                </c:pt>
                <c:pt idx="3745">
                  <c:v>-1</c:v>
                </c:pt>
                <c:pt idx="3746">
                  <c:v>-1</c:v>
                </c:pt>
                <c:pt idx="3747">
                  <c:v>-1</c:v>
                </c:pt>
                <c:pt idx="3748">
                  <c:v>-1</c:v>
                </c:pt>
                <c:pt idx="3749">
                  <c:v>-1</c:v>
                </c:pt>
                <c:pt idx="3750">
                  <c:v>-1</c:v>
                </c:pt>
                <c:pt idx="3751">
                  <c:v>-1</c:v>
                </c:pt>
                <c:pt idx="3752">
                  <c:v>-1</c:v>
                </c:pt>
                <c:pt idx="3753">
                  <c:v>-1</c:v>
                </c:pt>
                <c:pt idx="3754">
                  <c:v>-1</c:v>
                </c:pt>
                <c:pt idx="3755">
                  <c:v>-1</c:v>
                </c:pt>
                <c:pt idx="3756">
                  <c:v>-1</c:v>
                </c:pt>
                <c:pt idx="3757">
                  <c:v>-1</c:v>
                </c:pt>
                <c:pt idx="3758">
                  <c:v>-1</c:v>
                </c:pt>
                <c:pt idx="3759">
                  <c:v>-1</c:v>
                </c:pt>
                <c:pt idx="3760">
                  <c:v>-1</c:v>
                </c:pt>
                <c:pt idx="3761">
                  <c:v>-1</c:v>
                </c:pt>
                <c:pt idx="3762">
                  <c:v>-1</c:v>
                </c:pt>
                <c:pt idx="3763">
                  <c:v>-1</c:v>
                </c:pt>
                <c:pt idx="3764">
                  <c:v>-1</c:v>
                </c:pt>
                <c:pt idx="3765">
                  <c:v>-1</c:v>
                </c:pt>
                <c:pt idx="3766">
                  <c:v>-1</c:v>
                </c:pt>
                <c:pt idx="3767">
                  <c:v>-1</c:v>
                </c:pt>
                <c:pt idx="3768">
                  <c:v>-1</c:v>
                </c:pt>
                <c:pt idx="3769">
                  <c:v>-1</c:v>
                </c:pt>
                <c:pt idx="3770">
                  <c:v>-1</c:v>
                </c:pt>
                <c:pt idx="3771">
                  <c:v>-1</c:v>
                </c:pt>
                <c:pt idx="3772">
                  <c:v>-1</c:v>
                </c:pt>
                <c:pt idx="3773">
                  <c:v>-1</c:v>
                </c:pt>
                <c:pt idx="3774">
                  <c:v>-1</c:v>
                </c:pt>
                <c:pt idx="3775">
                  <c:v>-1</c:v>
                </c:pt>
                <c:pt idx="3776">
                  <c:v>-1</c:v>
                </c:pt>
                <c:pt idx="3777">
                  <c:v>-1</c:v>
                </c:pt>
                <c:pt idx="3778">
                  <c:v>-1</c:v>
                </c:pt>
                <c:pt idx="3779">
                  <c:v>-1</c:v>
                </c:pt>
                <c:pt idx="3780">
                  <c:v>-1</c:v>
                </c:pt>
                <c:pt idx="3781">
                  <c:v>-1</c:v>
                </c:pt>
                <c:pt idx="3782">
                  <c:v>-1</c:v>
                </c:pt>
                <c:pt idx="3783">
                  <c:v>-1</c:v>
                </c:pt>
                <c:pt idx="3784">
                  <c:v>-1</c:v>
                </c:pt>
                <c:pt idx="3785">
                  <c:v>-1</c:v>
                </c:pt>
                <c:pt idx="3786">
                  <c:v>-1</c:v>
                </c:pt>
                <c:pt idx="3787">
                  <c:v>-1</c:v>
                </c:pt>
                <c:pt idx="3788">
                  <c:v>-1</c:v>
                </c:pt>
                <c:pt idx="3789">
                  <c:v>-1</c:v>
                </c:pt>
                <c:pt idx="3790">
                  <c:v>-1</c:v>
                </c:pt>
                <c:pt idx="3791">
                  <c:v>-1</c:v>
                </c:pt>
                <c:pt idx="3792">
                  <c:v>-1</c:v>
                </c:pt>
                <c:pt idx="3793">
                  <c:v>-1</c:v>
                </c:pt>
                <c:pt idx="3794">
                  <c:v>-1</c:v>
                </c:pt>
                <c:pt idx="3795">
                  <c:v>-1</c:v>
                </c:pt>
                <c:pt idx="3796">
                  <c:v>-1</c:v>
                </c:pt>
                <c:pt idx="3797">
                  <c:v>-1</c:v>
                </c:pt>
                <c:pt idx="3798">
                  <c:v>-1</c:v>
                </c:pt>
                <c:pt idx="3799">
                  <c:v>-1</c:v>
                </c:pt>
                <c:pt idx="3800">
                  <c:v>-1</c:v>
                </c:pt>
                <c:pt idx="3801">
                  <c:v>-1</c:v>
                </c:pt>
                <c:pt idx="3802">
                  <c:v>-1</c:v>
                </c:pt>
                <c:pt idx="3803">
                  <c:v>-1</c:v>
                </c:pt>
                <c:pt idx="3804">
                  <c:v>-1</c:v>
                </c:pt>
                <c:pt idx="3805">
                  <c:v>-1</c:v>
                </c:pt>
                <c:pt idx="3806">
                  <c:v>-1</c:v>
                </c:pt>
                <c:pt idx="3807">
                  <c:v>-1</c:v>
                </c:pt>
                <c:pt idx="3808">
                  <c:v>-1</c:v>
                </c:pt>
                <c:pt idx="3809">
                  <c:v>-1</c:v>
                </c:pt>
                <c:pt idx="3810">
                  <c:v>-1</c:v>
                </c:pt>
                <c:pt idx="3811">
                  <c:v>-1</c:v>
                </c:pt>
                <c:pt idx="3812">
                  <c:v>-1</c:v>
                </c:pt>
                <c:pt idx="3813">
                  <c:v>-1</c:v>
                </c:pt>
                <c:pt idx="3814">
                  <c:v>-1</c:v>
                </c:pt>
                <c:pt idx="3815">
                  <c:v>-1</c:v>
                </c:pt>
                <c:pt idx="3816">
                  <c:v>-1</c:v>
                </c:pt>
                <c:pt idx="3817">
                  <c:v>-1</c:v>
                </c:pt>
                <c:pt idx="3818">
                  <c:v>-1</c:v>
                </c:pt>
                <c:pt idx="3819">
                  <c:v>-1</c:v>
                </c:pt>
                <c:pt idx="3820">
                  <c:v>-1</c:v>
                </c:pt>
                <c:pt idx="3821">
                  <c:v>-1</c:v>
                </c:pt>
                <c:pt idx="3822">
                  <c:v>-1</c:v>
                </c:pt>
                <c:pt idx="3823">
                  <c:v>-1</c:v>
                </c:pt>
                <c:pt idx="3824">
                  <c:v>-1</c:v>
                </c:pt>
                <c:pt idx="3825">
                  <c:v>-1</c:v>
                </c:pt>
                <c:pt idx="3826">
                  <c:v>-1</c:v>
                </c:pt>
                <c:pt idx="3827">
                  <c:v>-1</c:v>
                </c:pt>
                <c:pt idx="3828">
                  <c:v>-1</c:v>
                </c:pt>
                <c:pt idx="3829">
                  <c:v>-1</c:v>
                </c:pt>
                <c:pt idx="3830">
                  <c:v>-1</c:v>
                </c:pt>
                <c:pt idx="3831">
                  <c:v>-1</c:v>
                </c:pt>
                <c:pt idx="3832">
                  <c:v>-1</c:v>
                </c:pt>
                <c:pt idx="3833">
                  <c:v>-1</c:v>
                </c:pt>
                <c:pt idx="3834">
                  <c:v>-1</c:v>
                </c:pt>
                <c:pt idx="3835">
                  <c:v>-1</c:v>
                </c:pt>
                <c:pt idx="3836">
                  <c:v>-1</c:v>
                </c:pt>
                <c:pt idx="3837">
                  <c:v>-1</c:v>
                </c:pt>
                <c:pt idx="3838">
                  <c:v>-1</c:v>
                </c:pt>
                <c:pt idx="3839">
                  <c:v>-1</c:v>
                </c:pt>
                <c:pt idx="3840">
                  <c:v>-1</c:v>
                </c:pt>
                <c:pt idx="3841">
                  <c:v>-1</c:v>
                </c:pt>
                <c:pt idx="3842">
                  <c:v>-1</c:v>
                </c:pt>
                <c:pt idx="3843">
                  <c:v>-1</c:v>
                </c:pt>
                <c:pt idx="3844">
                  <c:v>-1</c:v>
                </c:pt>
                <c:pt idx="3845">
                  <c:v>-1</c:v>
                </c:pt>
                <c:pt idx="3846">
                  <c:v>-1</c:v>
                </c:pt>
                <c:pt idx="3847">
                  <c:v>-1</c:v>
                </c:pt>
                <c:pt idx="3848">
                  <c:v>-1</c:v>
                </c:pt>
                <c:pt idx="3849">
                  <c:v>-1</c:v>
                </c:pt>
                <c:pt idx="3850">
                  <c:v>-1</c:v>
                </c:pt>
                <c:pt idx="3851">
                  <c:v>-1</c:v>
                </c:pt>
                <c:pt idx="3852">
                  <c:v>-1</c:v>
                </c:pt>
                <c:pt idx="3853">
                  <c:v>-1</c:v>
                </c:pt>
                <c:pt idx="3854">
                  <c:v>-1</c:v>
                </c:pt>
                <c:pt idx="3855">
                  <c:v>-1</c:v>
                </c:pt>
                <c:pt idx="3856">
                  <c:v>-1</c:v>
                </c:pt>
                <c:pt idx="3857">
                  <c:v>-1</c:v>
                </c:pt>
                <c:pt idx="3858">
                  <c:v>-1</c:v>
                </c:pt>
                <c:pt idx="3859">
                  <c:v>-1</c:v>
                </c:pt>
                <c:pt idx="3860">
                  <c:v>-1</c:v>
                </c:pt>
                <c:pt idx="3861">
                  <c:v>-1</c:v>
                </c:pt>
                <c:pt idx="3862">
                  <c:v>-1</c:v>
                </c:pt>
                <c:pt idx="3863">
                  <c:v>-1</c:v>
                </c:pt>
                <c:pt idx="3864">
                  <c:v>-1</c:v>
                </c:pt>
                <c:pt idx="3865">
                  <c:v>-1</c:v>
                </c:pt>
                <c:pt idx="3866">
                  <c:v>-1</c:v>
                </c:pt>
                <c:pt idx="3867">
                  <c:v>-1</c:v>
                </c:pt>
                <c:pt idx="3868">
                  <c:v>-1</c:v>
                </c:pt>
                <c:pt idx="3869">
                  <c:v>-1</c:v>
                </c:pt>
                <c:pt idx="3870">
                  <c:v>-1</c:v>
                </c:pt>
                <c:pt idx="3871">
                  <c:v>-1</c:v>
                </c:pt>
                <c:pt idx="3872">
                  <c:v>-1</c:v>
                </c:pt>
                <c:pt idx="3873">
                  <c:v>-1</c:v>
                </c:pt>
                <c:pt idx="3874">
                  <c:v>-1</c:v>
                </c:pt>
                <c:pt idx="3875">
                  <c:v>-1</c:v>
                </c:pt>
                <c:pt idx="3876">
                  <c:v>-1</c:v>
                </c:pt>
                <c:pt idx="3877">
                  <c:v>-1</c:v>
                </c:pt>
                <c:pt idx="3878">
                  <c:v>-1</c:v>
                </c:pt>
                <c:pt idx="3879">
                  <c:v>-1</c:v>
                </c:pt>
                <c:pt idx="3880">
                  <c:v>-1</c:v>
                </c:pt>
                <c:pt idx="3881">
                  <c:v>-1</c:v>
                </c:pt>
                <c:pt idx="3882">
                  <c:v>-1</c:v>
                </c:pt>
                <c:pt idx="3883">
                  <c:v>-1</c:v>
                </c:pt>
                <c:pt idx="3884">
                  <c:v>-1</c:v>
                </c:pt>
                <c:pt idx="3885">
                  <c:v>-1</c:v>
                </c:pt>
                <c:pt idx="3886">
                  <c:v>-1</c:v>
                </c:pt>
                <c:pt idx="3887">
                  <c:v>-1</c:v>
                </c:pt>
                <c:pt idx="3888">
                  <c:v>-1</c:v>
                </c:pt>
                <c:pt idx="3889">
                  <c:v>-1</c:v>
                </c:pt>
                <c:pt idx="3890">
                  <c:v>-1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95-4EF5-8A59-2C5FF50AF8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60193103"/>
        <c:axId val="1860193935"/>
      </c:lineChart>
      <c:catAx>
        <c:axId val="1860193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0193935"/>
        <c:crosses val="autoZero"/>
        <c:auto val="1"/>
        <c:lblAlgn val="ctr"/>
        <c:lblOffset val="100"/>
        <c:noMultiLvlLbl val="0"/>
      </c:catAx>
      <c:valAx>
        <c:axId val="18601939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01931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Velocities (cm/s)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velocity_cam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Sheet1!$B$2:$B$4679</c:f>
              <c:numCache>
                <c:formatCode>General</c:formatCode>
                <c:ptCount val="4678"/>
                <c:pt idx="0">
                  <c:v>2.6407204831511769E-2</c:v>
                </c:pt>
                <c:pt idx="1">
                  <c:v>2.6407204831511769E-2</c:v>
                </c:pt>
                <c:pt idx="2">
                  <c:v>2.6407204831511769E-2</c:v>
                </c:pt>
                <c:pt idx="3">
                  <c:v>2.6407204831511769E-2</c:v>
                </c:pt>
                <c:pt idx="4">
                  <c:v>2.6407204831511769E-2</c:v>
                </c:pt>
                <c:pt idx="5">
                  <c:v>2.6407204831511769E-2</c:v>
                </c:pt>
                <c:pt idx="6">
                  <c:v>2.6407204831511769E-2</c:v>
                </c:pt>
                <c:pt idx="7">
                  <c:v>2.6407204831511769E-2</c:v>
                </c:pt>
                <c:pt idx="8">
                  <c:v>2.6407204831511769E-2</c:v>
                </c:pt>
                <c:pt idx="9">
                  <c:v>2.6407204831511769E-2</c:v>
                </c:pt>
                <c:pt idx="10">
                  <c:v>2.6407204831511769E-2</c:v>
                </c:pt>
                <c:pt idx="11">
                  <c:v>2.6407204831511769E-2</c:v>
                </c:pt>
                <c:pt idx="12">
                  <c:v>2.6407204831511769E-2</c:v>
                </c:pt>
                <c:pt idx="13">
                  <c:v>2.6407204831511769E-2</c:v>
                </c:pt>
                <c:pt idx="14">
                  <c:v>2.6407204831511769E-2</c:v>
                </c:pt>
                <c:pt idx="15">
                  <c:v>2.6407204831511769E-2</c:v>
                </c:pt>
                <c:pt idx="16">
                  <c:v>2.6407204831511769E-2</c:v>
                </c:pt>
                <c:pt idx="17">
                  <c:v>2.6407204831511769E-2</c:v>
                </c:pt>
                <c:pt idx="18">
                  <c:v>2.6407204831511769E-2</c:v>
                </c:pt>
                <c:pt idx="19">
                  <c:v>2.6407204831511769E-2</c:v>
                </c:pt>
                <c:pt idx="20">
                  <c:v>2.6407204831511769E-2</c:v>
                </c:pt>
                <c:pt idx="21">
                  <c:v>2.6407204831511769E-2</c:v>
                </c:pt>
                <c:pt idx="22">
                  <c:v>2.6407204831511769E-2</c:v>
                </c:pt>
                <c:pt idx="23">
                  <c:v>2.6407204831511769E-2</c:v>
                </c:pt>
                <c:pt idx="24">
                  <c:v>2.6407204831511769E-2</c:v>
                </c:pt>
                <c:pt idx="25">
                  <c:v>0.12330577735393761</c:v>
                </c:pt>
                <c:pt idx="26">
                  <c:v>0.1694478680317123</c:v>
                </c:pt>
                <c:pt idx="27">
                  <c:v>0.1448324351878412</c:v>
                </c:pt>
                <c:pt idx="28">
                  <c:v>4.8316906775843403E-2</c:v>
                </c:pt>
                <c:pt idx="29">
                  <c:v>4.9764342576097742E-2</c:v>
                </c:pt>
                <c:pt idx="30">
                  <c:v>5.1924285500057309E-2</c:v>
                </c:pt>
                <c:pt idx="31">
                  <c:v>6.3569503462993254E-2</c:v>
                </c:pt>
                <c:pt idx="32">
                  <c:v>7.637240177404736E-2</c:v>
                </c:pt>
                <c:pt idx="33">
                  <c:v>8.9658800750273146E-2</c:v>
                </c:pt>
                <c:pt idx="34">
                  <c:v>9.4688127526636814E-2</c:v>
                </c:pt>
                <c:pt idx="35">
                  <c:v>9.4063391557720491E-2</c:v>
                </c:pt>
                <c:pt idx="36">
                  <c:v>8.9944117499567169E-2</c:v>
                </c:pt>
                <c:pt idx="37">
                  <c:v>8.7927013387905692E-2</c:v>
                </c:pt>
                <c:pt idx="38">
                  <c:v>8.573398226666383E-2</c:v>
                </c:pt>
                <c:pt idx="39">
                  <c:v>6.635853179570135E-2</c:v>
                </c:pt>
                <c:pt idx="40">
                  <c:v>6.0189221375350953E-2</c:v>
                </c:pt>
                <c:pt idx="41">
                  <c:v>5.540577290710641E-2</c:v>
                </c:pt>
                <c:pt idx="42">
                  <c:v>4.6091392264537671E-2</c:v>
                </c:pt>
                <c:pt idx="43">
                  <c:v>4.017256078483411E-2</c:v>
                </c:pt>
                <c:pt idx="44">
                  <c:v>3.9655963147847459E-2</c:v>
                </c:pt>
                <c:pt idx="45">
                  <c:v>3.6218286688283592E-2</c:v>
                </c:pt>
                <c:pt idx="46">
                  <c:v>3.1502929177868899E-2</c:v>
                </c:pt>
                <c:pt idx="47">
                  <c:v>2.986029036447305E-2</c:v>
                </c:pt>
                <c:pt idx="48">
                  <c:v>3.020461359689678E-2</c:v>
                </c:pt>
                <c:pt idx="49">
                  <c:v>3.2695217210263618E-2</c:v>
                </c:pt>
                <c:pt idx="50">
                  <c:v>3.3806677937011829E-2</c:v>
                </c:pt>
                <c:pt idx="51">
                  <c:v>3.2730632189404002E-2</c:v>
                </c:pt>
                <c:pt idx="52">
                  <c:v>2.2354019583754669E-2</c:v>
                </c:pt>
                <c:pt idx="53">
                  <c:v>2.1519218172318891E-2</c:v>
                </c:pt>
                <c:pt idx="54">
                  <c:v>2.2962244812021009E-2</c:v>
                </c:pt>
                <c:pt idx="55">
                  <c:v>2.449843076903831E-2</c:v>
                </c:pt>
                <c:pt idx="56">
                  <c:v>2.584177853714318E-2</c:v>
                </c:pt>
                <c:pt idx="57">
                  <c:v>2.584728152911547E-2</c:v>
                </c:pt>
                <c:pt idx="58">
                  <c:v>2.5879021543765379E-2</c:v>
                </c:pt>
                <c:pt idx="59">
                  <c:v>2.5901774129054152E-2</c:v>
                </c:pt>
                <c:pt idx="60">
                  <c:v>2.5905687491846519E-2</c:v>
                </c:pt>
                <c:pt idx="61">
                  <c:v>2.6037073201624801E-2</c:v>
                </c:pt>
                <c:pt idx="62">
                  <c:v>2.6974982418671259E-2</c:v>
                </c:pt>
                <c:pt idx="63">
                  <c:v>2.73472973106361E-2</c:v>
                </c:pt>
                <c:pt idx="64">
                  <c:v>2.5717851744657329E-2</c:v>
                </c:pt>
                <c:pt idx="65">
                  <c:v>3.8581653241447299E-3</c:v>
                </c:pt>
                <c:pt idx="66">
                  <c:v>6.4524084418021363E-3</c:v>
                </c:pt>
                <c:pt idx="67">
                  <c:v>3.4653780425612277E-2</c:v>
                </c:pt>
                <c:pt idx="68">
                  <c:v>4.1477786989508193E-2</c:v>
                </c:pt>
                <c:pt idx="69">
                  <c:v>4.0930786243278137E-2</c:v>
                </c:pt>
                <c:pt idx="70">
                  <c:v>3.7725027157894463E-2</c:v>
                </c:pt>
                <c:pt idx="71">
                  <c:v>3.2801732723363612E-2</c:v>
                </c:pt>
                <c:pt idx="72">
                  <c:v>3.1189502330709919E-2</c:v>
                </c:pt>
                <c:pt idx="73">
                  <c:v>3.099057148354438E-2</c:v>
                </c:pt>
                <c:pt idx="74">
                  <c:v>2.902820096260092E-2</c:v>
                </c:pt>
                <c:pt idx="75">
                  <c:v>2.905941984481902E-2</c:v>
                </c:pt>
                <c:pt idx="76">
                  <c:v>2.9286386595541471E-2</c:v>
                </c:pt>
                <c:pt idx="77">
                  <c:v>2.9470387609784311E-2</c:v>
                </c:pt>
                <c:pt idx="78">
                  <c:v>2.951422966576478E-2</c:v>
                </c:pt>
                <c:pt idx="79">
                  <c:v>2.7702109382885629E-2</c:v>
                </c:pt>
                <c:pt idx="80">
                  <c:v>1.5367256586885401E-2</c:v>
                </c:pt>
                <c:pt idx="81">
                  <c:v>8.7716857643808863E-3</c:v>
                </c:pt>
                <c:pt idx="82">
                  <c:v>7.4356525407277994E-3</c:v>
                </c:pt>
                <c:pt idx="83">
                  <c:v>8.1419524172121598E-3</c:v>
                </c:pt>
                <c:pt idx="84">
                  <c:v>1.9119506249851599E-2</c:v>
                </c:pt>
                <c:pt idx="85">
                  <c:v>1.8417267551090442E-2</c:v>
                </c:pt>
                <c:pt idx="86">
                  <c:v>8.4570680266830393E-3</c:v>
                </c:pt>
                <c:pt idx="87">
                  <c:v>5.1499592802875787E-3</c:v>
                </c:pt>
                <c:pt idx="88">
                  <c:v>1.0358226971508551E-2</c:v>
                </c:pt>
                <c:pt idx="89">
                  <c:v>6.1880666689216872E-2</c:v>
                </c:pt>
                <c:pt idx="90">
                  <c:v>6.6197354265300601E-2</c:v>
                </c:pt>
                <c:pt idx="91">
                  <c:v>4.6815075202953277E-2</c:v>
                </c:pt>
                <c:pt idx="92">
                  <c:v>2.206752351212184E-2</c:v>
                </c:pt>
                <c:pt idx="93">
                  <c:v>2.16409503306828E-2</c:v>
                </c:pt>
                <c:pt idx="94">
                  <c:v>2.0992868885990459E-2</c:v>
                </c:pt>
                <c:pt idx="95">
                  <c:v>2.0865410706609581E-2</c:v>
                </c:pt>
                <c:pt idx="96">
                  <c:v>2.1279320673024411E-2</c:v>
                </c:pt>
                <c:pt idx="97">
                  <c:v>2.463506240032769E-2</c:v>
                </c:pt>
                <c:pt idx="98">
                  <c:v>2.6642643852798981E-2</c:v>
                </c:pt>
                <c:pt idx="99">
                  <c:v>2.6827199101786429E-2</c:v>
                </c:pt>
                <c:pt idx="100">
                  <c:v>3.879672729487596E-2</c:v>
                </c:pt>
                <c:pt idx="101">
                  <c:v>5.0316706857136052E-2</c:v>
                </c:pt>
                <c:pt idx="102">
                  <c:v>5.5744646117744399E-2</c:v>
                </c:pt>
                <c:pt idx="103">
                  <c:v>6.209579135280982E-2</c:v>
                </c:pt>
                <c:pt idx="104">
                  <c:v>0.10383279050690281</c:v>
                </c:pt>
                <c:pt idx="105">
                  <c:v>0.12801030217980769</c:v>
                </c:pt>
                <c:pt idx="106">
                  <c:v>0.1262717491772071</c:v>
                </c:pt>
                <c:pt idx="107">
                  <c:v>0.1055982353095444</c:v>
                </c:pt>
                <c:pt idx="108">
                  <c:v>7.3278285736288307E-2</c:v>
                </c:pt>
                <c:pt idx="109">
                  <c:v>6.5418655262524328E-2</c:v>
                </c:pt>
                <c:pt idx="110">
                  <c:v>6.8045491029084734E-2</c:v>
                </c:pt>
                <c:pt idx="111">
                  <c:v>8.2337828748793376E-2</c:v>
                </c:pt>
                <c:pt idx="112">
                  <c:v>9.0705783987375999E-2</c:v>
                </c:pt>
                <c:pt idx="113">
                  <c:v>9.1207735464973128E-2</c:v>
                </c:pt>
                <c:pt idx="114">
                  <c:v>9.4605566324733062E-2</c:v>
                </c:pt>
                <c:pt idx="115">
                  <c:v>9.8968382002444802E-2</c:v>
                </c:pt>
                <c:pt idx="116">
                  <c:v>0.1007645927754309</c:v>
                </c:pt>
                <c:pt idx="117">
                  <c:v>9.7938328629969387E-2</c:v>
                </c:pt>
                <c:pt idx="118">
                  <c:v>6.5506052391944652E-2</c:v>
                </c:pt>
                <c:pt idx="119">
                  <c:v>4.7995314903549822E-2</c:v>
                </c:pt>
                <c:pt idx="120">
                  <c:v>6.4930807921961903E-2</c:v>
                </c:pt>
                <c:pt idx="121">
                  <c:v>0.19754454964819329</c:v>
                </c:pt>
                <c:pt idx="122">
                  <c:v>0.21936977665543381</c:v>
                </c:pt>
                <c:pt idx="123">
                  <c:v>0.28452544288957571</c:v>
                </c:pt>
                <c:pt idx="124">
                  <c:v>0.90261745898849743</c:v>
                </c:pt>
                <c:pt idx="125">
                  <c:v>1.1840082833831591</c:v>
                </c:pt>
                <c:pt idx="126">
                  <c:v>1.360399147093458</c:v>
                </c:pt>
                <c:pt idx="127">
                  <c:v>4.1823531674006418</c:v>
                </c:pt>
                <c:pt idx="128">
                  <c:v>4.8697924064866864</c:v>
                </c:pt>
                <c:pt idx="129">
                  <c:v>4.9492084726224803</c:v>
                </c:pt>
                <c:pt idx="130">
                  <c:v>6.2675234516097262</c:v>
                </c:pt>
                <c:pt idx="131">
                  <c:v>6.4994227813305478</c:v>
                </c:pt>
                <c:pt idx="132">
                  <c:v>6.3677554026784442</c:v>
                </c:pt>
                <c:pt idx="133">
                  <c:v>5.2394240602668987</c:v>
                </c:pt>
                <c:pt idx="134">
                  <c:v>4.4131744301608329</c:v>
                </c:pt>
                <c:pt idx="135">
                  <c:v>4.3855220876978658</c:v>
                </c:pt>
                <c:pt idx="136">
                  <c:v>4.3334929296222828</c:v>
                </c:pt>
                <c:pt idx="137">
                  <c:v>3.2165727528824331</c:v>
                </c:pt>
                <c:pt idx="138">
                  <c:v>2.9266598939346582</c:v>
                </c:pt>
                <c:pt idx="139">
                  <c:v>3.2098318140630919</c:v>
                </c:pt>
                <c:pt idx="140">
                  <c:v>3.826922112318782</c:v>
                </c:pt>
                <c:pt idx="141">
                  <c:v>4.1909764221445673</c:v>
                </c:pt>
                <c:pt idx="142">
                  <c:v>4.2450083396013234</c:v>
                </c:pt>
                <c:pt idx="143">
                  <c:v>5.0051450960237887</c:v>
                </c:pt>
                <c:pt idx="144">
                  <c:v>4.8829173603740736</c:v>
                </c:pt>
                <c:pt idx="145">
                  <c:v>4.550931035953691</c:v>
                </c:pt>
                <c:pt idx="146">
                  <c:v>4.3694242433993598</c:v>
                </c:pt>
                <c:pt idx="147">
                  <c:v>4.1757676405213306</c:v>
                </c:pt>
                <c:pt idx="148">
                  <c:v>4.1468613211112233</c:v>
                </c:pt>
                <c:pt idx="149">
                  <c:v>4.0839400199086446</c:v>
                </c:pt>
                <c:pt idx="150">
                  <c:v>2.892377161761829</c:v>
                </c:pt>
                <c:pt idx="151">
                  <c:v>2.795784338016305</c:v>
                </c:pt>
                <c:pt idx="152">
                  <c:v>3.149992387595367</c:v>
                </c:pt>
                <c:pt idx="153">
                  <c:v>8.1480510693562582</c:v>
                </c:pt>
                <c:pt idx="154">
                  <c:v>9.3722131274448728</c:v>
                </c:pt>
                <c:pt idx="155">
                  <c:v>9.2979137837398387</c:v>
                </c:pt>
                <c:pt idx="156">
                  <c:v>8.8246143272938298</c:v>
                </c:pt>
                <c:pt idx="157">
                  <c:v>8.5557628163520878</c:v>
                </c:pt>
                <c:pt idx="158">
                  <c:v>8.5013327956125693</c:v>
                </c:pt>
                <c:pt idx="159">
                  <c:v>8.2963471570781948</c:v>
                </c:pt>
                <c:pt idx="160">
                  <c:v>4.6441748496585156</c:v>
                </c:pt>
                <c:pt idx="161">
                  <c:v>4.0913617105264972</c:v>
                </c:pt>
                <c:pt idx="162">
                  <c:v>4.2889041660869447</c:v>
                </c:pt>
                <c:pt idx="163">
                  <c:v>5.8061084676683468</c:v>
                </c:pt>
                <c:pt idx="164">
                  <c:v>5.9012184536217598</c:v>
                </c:pt>
                <c:pt idx="165">
                  <c:v>6.275775038662009</c:v>
                </c:pt>
                <c:pt idx="166">
                  <c:v>6.3563042052291729</c:v>
                </c:pt>
                <c:pt idx="167">
                  <c:v>6.2924386718022678</c:v>
                </c:pt>
                <c:pt idx="168">
                  <c:v>5.6524137713659073</c:v>
                </c:pt>
                <c:pt idx="169">
                  <c:v>4.9975804367455279</c:v>
                </c:pt>
                <c:pt idx="170">
                  <c:v>4.6778913563168496</c:v>
                </c:pt>
                <c:pt idx="171">
                  <c:v>4.7071126621327952</c:v>
                </c:pt>
                <c:pt idx="172">
                  <c:v>4.9972373300369384</c:v>
                </c:pt>
                <c:pt idx="173">
                  <c:v>5.1686509479937532</c:v>
                </c:pt>
                <c:pt idx="174">
                  <c:v>5.2025903192220593</c:v>
                </c:pt>
                <c:pt idx="175">
                  <c:v>5.061752152112776</c:v>
                </c:pt>
                <c:pt idx="176">
                  <c:v>3.2399491346255762</c:v>
                </c:pt>
                <c:pt idx="177">
                  <c:v>2.7957062223810909</c:v>
                </c:pt>
                <c:pt idx="178">
                  <c:v>2.976672591648728</c:v>
                </c:pt>
                <c:pt idx="179">
                  <c:v>4.6857841911816784</c:v>
                </c:pt>
                <c:pt idx="180">
                  <c:v>4.1069831598166839</c:v>
                </c:pt>
                <c:pt idx="181">
                  <c:v>2.938927965069936</c:v>
                </c:pt>
                <c:pt idx="182">
                  <c:v>2.7660294576470599</c:v>
                </c:pt>
                <c:pt idx="183">
                  <c:v>2.977529265790019</c:v>
                </c:pt>
                <c:pt idx="184">
                  <c:v>4.875084851926486</c:v>
                </c:pt>
                <c:pt idx="185">
                  <c:v>5.3736078987934706</c:v>
                </c:pt>
                <c:pt idx="186">
                  <c:v>5.3240910718574179</c:v>
                </c:pt>
                <c:pt idx="187">
                  <c:v>4.8124473919664119</c:v>
                </c:pt>
                <c:pt idx="188">
                  <c:v>4.3852579865582122</c:v>
                </c:pt>
                <c:pt idx="189">
                  <c:v>4.284936584573158</c:v>
                </c:pt>
                <c:pt idx="190">
                  <c:v>3.696320096978337</c:v>
                </c:pt>
                <c:pt idx="191">
                  <c:v>3.2974744449729401</c:v>
                </c:pt>
                <c:pt idx="192">
                  <c:v>1.900523126218175</c:v>
                </c:pt>
                <c:pt idx="193">
                  <c:v>1.509888637806736</c:v>
                </c:pt>
                <c:pt idx="194">
                  <c:v>1.735819548313615</c:v>
                </c:pt>
                <c:pt idx="195">
                  <c:v>3.4814466564696072</c:v>
                </c:pt>
                <c:pt idx="196">
                  <c:v>3.622736783394263</c:v>
                </c:pt>
                <c:pt idx="197">
                  <c:v>4.0623711738373682</c:v>
                </c:pt>
                <c:pt idx="198">
                  <c:v>4.2937432034829293</c:v>
                </c:pt>
                <c:pt idx="199">
                  <c:v>5.1233271457982008</c:v>
                </c:pt>
                <c:pt idx="200">
                  <c:v>5.3628359816075859</c:v>
                </c:pt>
                <c:pt idx="201">
                  <c:v>5.2330671582928288</c:v>
                </c:pt>
                <c:pt idx="202">
                  <c:v>4.4901505545129918</c:v>
                </c:pt>
                <c:pt idx="203">
                  <c:v>4.2501216197844247</c:v>
                </c:pt>
                <c:pt idx="204">
                  <c:v>4.2298535210714912</c:v>
                </c:pt>
                <c:pt idx="205">
                  <c:v>4.0271139288781592</c:v>
                </c:pt>
                <c:pt idx="206">
                  <c:v>3.9011037878464352</c:v>
                </c:pt>
                <c:pt idx="207">
                  <c:v>3.7075952933679259</c:v>
                </c:pt>
                <c:pt idx="208">
                  <c:v>2.6719979702785688</c:v>
                </c:pt>
                <c:pt idx="209">
                  <c:v>2.0066374074929798</c:v>
                </c:pt>
                <c:pt idx="210">
                  <c:v>2.0046696774035051</c:v>
                </c:pt>
                <c:pt idx="211">
                  <c:v>1.9926575820735839</c:v>
                </c:pt>
                <c:pt idx="212">
                  <c:v>1.9815172658972291</c:v>
                </c:pt>
                <c:pt idx="213">
                  <c:v>2.3850804520994049</c:v>
                </c:pt>
                <c:pt idx="214">
                  <c:v>2.7972133881195629</c:v>
                </c:pt>
                <c:pt idx="215">
                  <c:v>3.499166397725431</c:v>
                </c:pt>
                <c:pt idx="216">
                  <c:v>3.805008578998855</c:v>
                </c:pt>
                <c:pt idx="217">
                  <c:v>3.6201149234381069</c:v>
                </c:pt>
                <c:pt idx="218">
                  <c:v>2.446621551720662</c:v>
                </c:pt>
                <c:pt idx="219">
                  <c:v>1.774520879206138</c:v>
                </c:pt>
                <c:pt idx="220">
                  <c:v>1.635717565070598</c:v>
                </c:pt>
                <c:pt idx="221">
                  <c:v>0.81796171227226622</c:v>
                </c:pt>
                <c:pt idx="222">
                  <c:v>0.84356083894164824</c:v>
                </c:pt>
                <c:pt idx="223">
                  <c:v>0.90578967076823624</c:v>
                </c:pt>
                <c:pt idx="224">
                  <c:v>0.97912627653075035</c:v>
                </c:pt>
                <c:pt idx="225">
                  <c:v>1.002581601900433</c:v>
                </c:pt>
                <c:pt idx="226">
                  <c:v>1.016315985152572</c:v>
                </c:pt>
                <c:pt idx="227">
                  <c:v>1.092057319172351</c:v>
                </c:pt>
                <c:pt idx="228">
                  <c:v>1.161131421860047</c:v>
                </c:pt>
                <c:pt idx="229">
                  <c:v>1.218595365381866</c:v>
                </c:pt>
                <c:pt idx="230">
                  <c:v>1.2281186868053979</c:v>
                </c:pt>
                <c:pt idx="231">
                  <c:v>2.856035665758772</c:v>
                </c:pt>
                <c:pt idx="232">
                  <c:v>4.8097160558079457</c:v>
                </c:pt>
                <c:pt idx="233">
                  <c:v>5.0796425767248028</c:v>
                </c:pt>
                <c:pt idx="234">
                  <c:v>4.860561654853635</c:v>
                </c:pt>
                <c:pt idx="235">
                  <c:v>3.3521305483157509</c:v>
                </c:pt>
                <c:pt idx="236">
                  <c:v>3.2019060399112709</c:v>
                </c:pt>
                <c:pt idx="237">
                  <c:v>2.0033778470000478</c:v>
                </c:pt>
                <c:pt idx="238">
                  <c:v>1.4945665576393219</c:v>
                </c:pt>
                <c:pt idx="239">
                  <c:v>1.3120324346499079</c:v>
                </c:pt>
                <c:pt idx="240">
                  <c:v>1.300086618618133</c:v>
                </c:pt>
                <c:pt idx="241">
                  <c:v>1.1541771221490651</c:v>
                </c:pt>
                <c:pt idx="242">
                  <c:v>1.1436437808556661</c:v>
                </c:pt>
                <c:pt idx="243">
                  <c:v>1.1227557474493961</c:v>
                </c:pt>
                <c:pt idx="244">
                  <c:v>0.88506881305655272</c:v>
                </c:pt>
                <c:pt idx="245">
                  <c:v>0.86443831288454831</c:v>
                </c:pt>
                <c:pt idx="246">
                  <c:v>0.79674594242417585</c:v>
                </c:pt>
                <c:pt idx="247">
                  <c:v>0.72543316746476372</c:v>
                </c:pt>
                <c:pt idx="248">
                  <c:v>0.60760833943384451</c:v>
                </c:pt>
                <c:pt idx="249">
                  <c:v>0.58096412786451079</c:v>
                </c:pt>
                <c:pt idx="250">
                  <c:v>0.65525496169723096</c:v>
                </c:pt>
                <c:pt idx="251">
                  <c:v>1.412359894938964</c:v>
                </c:pt>
                <c:pt idx="252">
                  <c:v>1.559809695642739</c:v>
                </c:pt>
                <c:pt idx="253">
                  <c:v>1.529090608222214</c:v>
                </c:pt>
                <c:pt idx="254">
                  <c:v>1.4204209103056979</c:v>
                </c:pt>
                <c:pt idx="255">
                  <c:v>1.350570180747507</c:v>
                </c:pt>
                <c:pt idx="256">
                  <c:v>1.3148260848637401</c:v>
                </c:pt>
                <c:pt idx="257">
                  <c:v>1.2729145431330839</c:v>
                </c:pt>
                <c:pt idx="258">
                  <c:v>0.61642279590550042</c:v>
                </c:pt>
                <c:pt idx="259">
                  <c:v>0.49994487756626133</c:v>
                </c:pt>
                <c:pt idx="260">
                  <c:v>0.6578662492051417</c:v>
                </c:pt>
                <c:pt idx="261">
                  <c:v>1.7941192767113969</c:v>
                </c:pt>
                <c:pt idx="262">
                  <c:v>2.1670559845805411</c:v>
                </c:pt>
                <c:pt idx="263">
                  <c:v>2.7781217319739642</c:v>
                </c:pt>
                <c:pt idx="264">
                  <c:v>2.8020688044732851</c:v>
                </c:pt>
                <c:pt idx="265">
                  <c:v>3.0518628000678301</c:v>
                </c:pt>
                <c:pt idx="266">
                  <c:v>3.114666600639961</c:v>
                </c:pt>
                <c:pt idx="267">
                  <c:v>3.0852495725431708</c:v>
                </c:pt>
                <c:pt idx="268">
                  <c:v>2.8985063965576932</c:v>
                </c:pt>
                <c:pt idx="269">
                  <c:v>2.7072831294028008</c:v>
                </c:pt>
                <c:pt idx="270">
                  <c:v>2.7584708670336751</c:v>
                </c:pt>
                <c:pt idx="271">
                  <c:v>2.7789022416157478</c:v>
                </c:pt>
                <c:pt idx="272">
                  <c:v>2.7478904279076639</c:v>
                </c:pt>
                <c:pt idx="273">
                  <c:v>2.699334546150999</c:v>
                </c:pt>
                <c:pt idx="274">
                  <c:v>1.4783224667915991</c:v>
                </c:pt>
                <c:pt idx="275">
                  <c:v>1.0449088122540691</c:v>
                </c:pt>
                <c:pt idx="276">
                  <c:v>1.054091506532483</c:v>
                </c:pt>
                <c:pt idx="277">
                  <c:v>1.118552939343423</c:v>
                </c:pt>
                <c:pt idx="278">
                  <c:v>1.161789075804613</c:v>
                </c:pt>
                <c:pt idx="279">
                  <c:v>1.217296978004704</c:v>
                </c:pt>
                <c:pt idx="280">
                  <c:v>1.524320336339051</c:v>
                </c:pt>
                <c:pt idx="281">
                  <c:v>1.7791718572633399</c:v>
                </c:pt>
                <c:pt idx="282">
                  <c:v>1.8561900453486151</c:v>
                </c:pt>
                <c:pt idx="283">
                  <c:v>1.8601423620106989</c:v>
                </c:pt>
                <c:pt idx="284">
                  <c:v>1.914796434446467</c:v>
                </c:pt>
                <c:pt idx="285">
                  <c:v>1.929572036315802</c:v>
                </c:pt>
                <c:pt idx="286">
                  <c:v>1.9895325070527969</c:v>
                </c:pt>
                <c:pt idx="287">
                  <c:v>2.5903558604706629</c:v>
                </c:pt>
                <c:pt idx="288">
                  <c:v>2.9513681827392269</c:v>
                </c:pt>
                <c:pt idx="289">
                  <c:v>2.912708712783679</c:v>
                </c:pt>
                <c:pt idx="290">
                  <c:v>1.930871880236142</c:v>
                </c:pt>
                <c:pt idx="291">
                  <c:v>1.2406589044443961</c:v>
                </c:pt>
                <c:pt idx="292">
                  <c:v>1.007717571667043</c:v>
                </c:pt>
                <c:pt idx="293">
                  <c:v>0.9653367141466026</c:v>
                </c:pt>
                <c:pt idx="294">
                  <c:v>0.72849819694522566</c:v>
                </c:pt>
                <c:pt idx="295">
                  <c:v>0.64432038990606921</c:v>
                </c:pt>
                <c:pt idx="296">
                  <c:v>0.66910046837674697</c:v>
                </c:pt>
                <c:pt idx="297">
                  <c:v>0.73304966363829249</c:v>
                </c:pt>
                <c:pt idx="298">
                  <c:v>0.80841198781046975</c:v>
                </c:pt>
                <c:pt idx="299">
                  <c:v>0.76205841745518432</c:v>
                </c:pt>
                <c:pt idx="300">
                  <c:v>0.29552092292596072</c:v>
                </c:pt>
                <c:pt idx="301">
                  <c:v>0.18465509435356939</c:v>
                </c:pt>
                <c:pt idx="302">
                  <c:v>0.24790304161255011</c:v>
                </c:pt>
                <c:pt idx="303">
                  <c:v>0.651774881931803</c:v>
                </c:pt>
                <c:pt idx="304">
                  <c:v>0.85916346634183349</c:v>
                </c:pt>
                <c:pt idx="305">
                  <c:v>0.85589565942250867</c:v>
                </c:pt>
                <c:pt idx="306">
                  <c:v>0.82262780556043125</c:v>
                </c:pt>
                <c:pt idx="307">
                  <c:v>0.80381562099267523</c:v>
                </c:pt>
                <c:pt idx="308">
                  <c:v>0.76608434218259869</c:v>
                </c:pt>
                <c:pt idx="309">
                  <c:v>0.72676788955908267</c:v>
                </c:pt>
                <c:pt idx="310">
                  <c:v>0.71252147575270564</c:v>
                </c:pt>
                <c:pt idx="311">
                  <c:v>0.83934069495211117</c:v>
                </c:pt>
                <c:pt idx="312">
                  <c:v>1.454190615057672</c:v>
                </c:pt>
                <c:pt idx="313">
                  <c:v>2.0838208508235732</c:v>
                </c:pt>
                <c:pt idx="314">
                  <c:v>2.240929440042462</c:v>
                </c:pt>
                <c:pt idx="315">
                  <c:v>2.1248065585159779</c:v>
                </c:pt>
                <c:pt idx="316">
                  <c:v>1.0901169629876339</c:v>
                </c:pt>
                <c:pt idx="317">
                  <c:v>0.70864977967330101</c:v>
                </c:pt>
                <c:pt idx="318">
                  <c:v>0.72827104449091973</c:v>
                </c:pt>
                <c:pt idx="319">
                  <c:v>0.92718307227373054</c:v>
                </c:pt>
                <c:pt idx="320">
                  <c:v>1.075837071119494</c:v>
                </c:pt>
                <c:pt idx="321">
                  <c:v>0.98626457988409433</c:v>
                </c:pt>
                <c:pt idx="322">
                  <c:v>0.26318348051220902</c:v>
                </c:pt>
                <c:pt idx="323">
                  <c:v>0.27405539339003382</c:v>
                </c:pt>
                <c:pt idx="324">
                  <c:v>0.37407426783439862</c:v>
                </c:pt>
                <c:pt idx="325">
                  <c:v>0.46712718807823062</c:v>
                </c:pt>
                <c:pt idx="326">
                  <c:v>0.51801209879704746</c:v>
                </c:pt>
                <c:pt idx="327">
                  <c:v>0.52884269931132877</c:v>
                </c:pt>
                <c:pt idx="328">
                  <c:v>0.71038302083666793</c:v>
                </c:pt>
                <c:pt idx="329">
                  <c:v>0.80627800138877803</c:v>
                </c:pt>
                <c:pt idx="330">
                  <c:v>0.94918582328368672</c:v>
                </c:pt>
                <c:pt idx="331">
                  <c:v>1.795874945431357</c:v>
                </c:pt>
                <c:pt idx="332">
                  <c:v>2.0314625555479742</c:v>
                </c:pt>
                <c:pt idx="333">
                  <c:v>2.00973213843637</c:v>
                </c:pt>
                <c:pt idx="334">
                  <c:v>1.7421789229369891</c:v>
                </c:pt>
                <c:pt idx="335">
                  <c:v>1.583440684979166</c:v>
                </c:pt>
                <c:pt idx="336">
                  <c:v>1.63172103121126</c:v>
                </c:pt>
                <c:pt idx="337">
                  <c:v>1.9967825654275111</c:v>
                </c:pt>
                <c:pt idx="338">
                  <c:v>2.0261480962131291</c:v>
                </c:pt>
                <c:pt idx="339">
                  <c:v>1.5829279779070979</c:v>
                </c:pt>
                <c:pt idx="340">
                  <c:v>1.0178663104322501</c:v>
                </c:pt>
                <c:pt idx="341">
                  <c:v>0.84705830944406424</c:v>
                </c:pt>
                <c:pt idx="342">
                  <c:v>0.84309051279195679</c:v>
                </c:pt>
                <c:pt idx="343">
                  <c:v>0.79850446327609292</c:v>
                </c:pt>
                <c:pt idx="344">
                  <c:v>0.77716046956985407</c:v>
                </c:pt>
                <c:pt idx="345">
                  <c:v>0.78525072846165378</c:v>
                </c:pt>
                <c:pt idx="346">
                  <c:v>0.90932296845415861</c:v>
                </c:pt>
                <c:pt idx="347">
                  <c:v>0.94394868395376075</c:v>
                </c:pt>
                <c:pt idx="348">
                  <c:v>1.077120381990281</c:v>
                </c:pt>
                <c:pt idx="349">
                  <c:v>1.1114524743214389</c:v>
                </c:pt>
                <c:pt idx="350">
                  <c:v>1.1453395402889961</c:v>
                </c:pt>
                <c:pt idx="351">
                  <c:v>1.408594755552663</c:v>
                </c:pt>
                <c:pt idx="352">
                  <c:v>1.5634379051523639</c:v>
                </c:pt>
                <c:pt idx="353">
                  <c:v>1.5710619556401031</c:v>
                </c:pt>
                <c:pt idx="354">
                  <c:v>1.641411208878901</c:v>
                </c:pt>
                <c:pt idx="355">
                  <c:v>1.652525979673201</c:v>
                </c:pt>
                <c:pt idx="356">
                  <c:v>1.5759827366829151</c:v>
                </c:pt>
                <c:pt idx="357">
                  <c:v>1.1104423521508879</c:v>
                </c:pt>
                <c:pt idx="358">
                  <c:v>0.8615080976277224</c:v>
                </c:pt>
                <c:pt idx="359">
                  <c:v>0.84340973879434999</c:v>
                </c:pt>
                <c:pt idx="360">
                  <c:v>0.6126824875894783</c:v>
                </c:pt>
                <c:pt idx="361">
                  <c:v>0.63794335035212946</c:v>
                </c:pt>
                <c:pt idx="362">
                  <c:v>0.71029172516465144</c:v>
                </c:pt>
                <c:pt idx="363">
                  <c:v>0.79876739308102351</c:v>
                </c:pt>
                <c:pt idx="364">
                  <c:v>0.82625090669706291</c:v>
                </c:pt>
                <c:pt idx="365">
                  <c:v>0.7841231681411075</c:v>
                </c:pt>
                <c:pt idx="366">
                  <c:v>0.50238390157679969</c:v>
                </c:pt>
                <c:pt idx="367">
                  <c:v>0.35775245429209462</c:v>
                </c:pt>
                <c:pt idx="368">
                  <c:v>0.34931314972265859</c:v>
                </c:pt>
                <c:pt idx="369">
                  <c:v>0.27053238445699701</c:v>
                </c:pt>
                <c:pt idx="370">
                  <c:v>0.21775870247049969</c:v>
                </c:pt>
                <c:pt idx="371">
                  <c:v>0.20851701546609519</c:v>
                </c:pt>
                <c:pt idx="372">
                  <c:v>0.23220064924890649</c:v>
                </c:pt>
                <c:pt idx="373">
                  <c:v>0.44860487273597888</c:v>
                </c:pt>
                <c:pt idx="374">
                  <c:v>0.50440528466725676</c:v>
                </c:pt>
                <c:pt idx="375">
                  <c:v>0.49117253455633331</c:v>
                </c:pt>
                <c:pt idx="376">
                  <c:v>0.40002266785532509</c:v>
                </c:pt>
                <c:pt idx="377">
                  <c:v>0.33972941042691202</c:v>
                </c:pt>
                <c:pt idx="378">
                  <c:v>0.34456221319873698</c:v>
                </c:pt>
                <c:pt idx="379">
                  <c:v>0.35674698686858258</c:v>
                </c:pt>
                <c:pt idx="380">
                  <c:v>0.39052766972836572</c:v>
                </c:pt>
                <c:pt idx="381">
                  <c:v>0.39410301611287518</c:v>
                </c:pt>
                <c:pt idx="382">
                  <c:v>0.40759079438711071</c:v>
                </c:pt>
                <c:pt idx="383">
                  <c:v>0.51070885764688445</c:v>
                </c:pt>
                <c:pt idx="384">
                  <c:v>0.53760444713048849</c:v>
                </c:pt>
                <c:pt idx="385">
                  <c:v>0.54676185886725615</c:v>
                </c:pt>
                <c:pt idx="386">
                  <c:v>0.63152661878964378</c:v>
                </c:pt>
                <c:pt idx="387">
                  <c:v>0.73140361010276267</c:v>
                </c:pt>
                <c:pt idx="388">
                  <c:v>0.79358983922342685</c:v>
                </c:pt>
                <c:pt idx="389">
                  <c:v>0.80436907643802469</c:v>
                </c:pt>
                <c:pt idx="390">
                  <c:v>0.79072339991355445</c:v>
                </c:pt>
                <c:pt idx="391">
                  <c:v>0.69256697963194713</c:v>
                </c:pt>
                <c:pt idx="392">
                  <c:v>0.63471745234876054</c:v>
                </c:pt>
                <c:pt idx="393">
                  <c:v>0.64875282228174791</c:v>
                </c:pt>
                <c:pt idx="394">
                  <c:v>0.68713521484144469</c:v>
                </c:pt>
                <c:pt idx="395">
                  <c:v>0.69384537977667982</c:v>
                </c:pt>
                <c:pt idx="396">
                  <c:v>0.70324365421976587</c:v>
                </c:pt>
                <c:pt idx="397">
                  <c:v>0.75732775468592606</c:v>
                </c:pt>
                <c:pt idx="398">
                  <c:v>0.83034763773371156</c:v>
                </c:pt>
                <c:pt idx="399">
                  <c:v>0.85733358497774137</c:v>
                </c:pt>
                <c:pt idx="400">
                  <c:v>0.902498523817443</c:v>
                </c:pt>
                <c:pt idx="401">
                  <c:v>1.006192702089616</c:v>
                </c:pt>
                <c:pt idx="402">
                  <c:v>1.027572319185033</c:v>
                </c:pt>
                <c:pt idx="403">
                  <c:v>1.2587435253691031</c:v>
                </c:pt>
                <c:pt idx="404">
                  <c:v>1.4178945223401189</c:v>
                </c:pt>
                <c:pt idx="405">
                  <c:v>1.4455431779860459</c:v>
                </c:pt>
                <c:pt idx="406">
                  <c:v>1.4796859067478281</c:v>
                </c:pt>
                <c:pt idx="407">
                  <c:v>1.686827894911815</c:v>
                </c:pt>
                <c:pt idx="408">
                  <c:v>1.943278271157846</c:v>
                </c:pt>
                <c:pt idx="409">
                  <c:v>2.0467585173798102</c:v>
                </c:pt>
                <c:pt idx="410">
                  <c:v>1.925314256067187</c:v>
                </c:pt>
                <c:pt idx="411">
                  <c:v>1.574519732503064</c:v>
                </c:pt>
                <c:pt idx="412">
                  <c:v>1.3018831734989029</c:v>
                </c:pt>
                <c:pt idx="413">
                  <c:v>1.257035048068494</c:v>
                </c:pt>
                <c:pt idx="414">
                  <c:v>0.9331677580610156</c:v>
                </c:pt>
                <c:pt idx="415">
                  <c:v>0.70890269584008636</c:v>
                </c:pt>
                <c:pt idx="416">
                  <c:v>0.72938523957158174</c:v>
                </c:pt>
                <c:pt idx="417">
                  <c:v>0.88711257088192363</c:v>
                </c:pt>
                <c:pt idx="418">
                  <c:v>1.019053507113785</c:v>
                </c:pt>
                <c:pt idx="419">
                  <c:v>1.078659588504888</c:v>
                </c:pt>
                <c:pt idx="420">
                  <c:v>1.076771687752617</c:v>
                </c:pt>
                <c:pt idx="421">
                  <c:v>1.067185611539154</c:v>
                </c:pt>
                <c:pt idx="422">
                  <c:v>1.0582573275169349</c:v>
                </c:pt>
                <c:pt idx="423">
                  <c:v>1.0531898455121529</c:v>
                </c:pt>
                <c:pt idx="424">
                  <c:v>0.9779384721588168</c:v>
                </c:pt>
                <c:pt idx="425">
                  <c:v>0.95943041215845148</c:v>
                </c:pt>
                <c:pt idx="426">
                  <c:v>0.94801207049828617</c:v>
                </c:pt>
                <c:pt idx="427">
                  <c:v>0.84410177498586791</c:v>
                </c:pt>
                <c:pt idx="428">
                  <c:v>0.7282066846276628</c:v>
                </c:pt>
                <c:pt idx="429">
                  <c:v>0.64693142741569354</c:v>
                </c:pt>
                <c:pt idx="430">
                  <c:v>0.63488050360930526</c:v>
                </c:pt>
                <c:pt idx="431">
                  <c:v>0.62705701093317612</c:v>
                </c:pt>
                <c:pt idx="432">
                  <c:v>0.46131038436119037</c:v>
                </c:pt>
                <c:pt idx="433">
                  <c:v>0.44774804896659642</c:v>
                </c:pt>
                <c:pt idx="434">
                  <c:v>0.45186800861188547</c:v>
                </c:pt>
                <c:pt idx="435">
                  <c:v>0.48811734644868737</c:v>
                </c:pt>
                <c:pt idx="436">
                  <c:v>0.49457668017428019</c:v>
                </c:pt>
                <c:pt idx="437">
                  <c:v>0.49841685898439031</c:v>
                </c:pt>
                <c:pt idx="438">
                  <c:v>0.52781433690579327</c:v>
                </c:pt>
                <c:pt idx="439">
                  <c:v>0.54861584559408327</c:v>
                </c:pt>
                <c:pt idx="440">
                  <c:v>0.5522927832581912</c:v>
                </c:pt>
                <c:pt idx="441">
                  <c:v>0.55959725213824785</c:v>
                </c:pt>
                <c:pt idx="442">
                  <c:v>0.67108235344874201</c:v>
                </c:pt>
                <c:pt idx="443">
                  <c:v>0.70017945765124656</c:v>
                </c:pt>
                <c:pt idx="444">
                  <c:v>0.65906275304993867</c:v>
                </c:pt>
                <c:pt idx="445">
                  <c:v>0.55885396911769292</c:v>
                </c:pt>
                <c:pt idx="446">
                  <c:v>0.55016991487225952</c:v>
                </c:pt>
                <c:pt idx="447">
                  <c:v>0.54776417770222419</c:v>
                </c:pt>
                <c:pt idx="448">
                  <c:v>0.515957810054538</c:v>
                </c:pt>
                <c:pt idx="449">
                  <c:v>0.46904233886077989</c:v>
                </c:pt>
                <c:pt idx="450">
                  <c:v>0.46501151832035398</c:v>
                </c:pt>
                <c:pt idx="451">
                  <c:v>0.47906982570895362</c:v>
                </c:pt>
                <c:pt idx="452">
                  <c:v>0.51615266099321666</c:v>
                </c:pt>
                <c:pt idx="453">
                  <c:v>0.51561174689152411</c:v>
                </c:pt>
                <c:pt idx="454">
                  <c:v>0.49763855278827179</c:v>
                </c:pt>
                <c:pt idx="455">
                  <c:v>0.47522498313993122</c:v>
                </c:pt>
                <c:pt idx="456">
                  <c:v>0.45781126054719701</c:v>
                </c:pt>
                <c:pt idx="457">
                  <c:v>0.47050260177428338</c:v>
                </c:pt>
                <c:pt idx="458">
                  <c:v>0.48045516060061022</c:v>
                </c:pt>
                <c:pt idx="459">
                  <c:v>0.72019005684306447</c:v>
                </c:pt>
                <c:pt idx="460">
                  <c:v>0.72678780819164934</c:v>
                </c:pt>
                <c:pt idx="461">
                  <c:v>0.77981969028771392</c:v>
                </c:pt>
                <c:pt idx="462">
                  <c:v>0.79429556802893686</c:v>
                </c:pt>
                <c:pt idx="463">
                  <c:v>0.78340277544810843</c:v>
                </c:pt>
                <c:pt idx="464">
                  <c:v>0.70353068204365043</c:v>
                </c:pt>
                <c:pt idx="465">
                  <c:v>0.65451021274936261</c:v>
                </c:pt>
                <c:pt idx="466">
                  <c:v>0.67652840860981067</c:v>
                </c:pt>
                <c:pt idx="467">
                  <c:v>0.70852025933058915</c:v>
                </c:pt>
                <c:pt idx="468">
                  <c:v>1.4586687022181191</c:v>
                </c:pt>
                <c:pt idx="469">
                  <c:v>1.570944132383941</c:v>
                </c:pt>
                <c:pt idx="470">
                  <c:v>1.5505203928987481</c:v>
                </c:pt>
                <c:pt idx="471">
                  <c:v>1.41133794757211</c:v>
                </c:pt>
                <c:pt idx="472">
                  <c:v>1.252047073682756</c:v>
                </c:pt>
                <c:pt idx="473">
                  <c:v>1.233626609591695</c:v>
                </c:pt>
                <c:pt idx="474">
                  <c:v>1.198787416709223</c:v>
                </c:pt>
                <c:pt idx="475">
                  <c:v>1.005069468786048</c:v>
                </c:pt>
                <c:pt idx="476">
                  <c:v>0.8038905329119036</c:v>
                </c:pt>
                <c:pt idx="477">
                  <c:v>0.78247397863979007</c:v>
                </c:pt>
                <c:pt idx="478">
                  <c:v>0.8081000245476907</c:v>
                </c:pt>
                <c:pt idx="479">
                  <c:v>1.0413403877713829</c:v>
                </c:pt>
                <c:pt idx="480">
                  <c:v>1.1071706550817639</c:v>
                </c:pt>
                <c:pt idx="481">
                  <c:v>1.2122564799527611</c:v>
                </c:pt>
                <c:pt idx="482">
                  <c:v>1.393666800911044</c:v>
                </c:pt>
                <c:pt idx="483">
                  <c:v>1.422736190066616</c:v>
                </c:pt>
                <c:pt idx="484">
                  <c:v>1.4369404882514869</c:v>
                </c:pt>
                <c:pt idx="485">
                  <c:v>1.520114614774543</c:v>
                </c:pt>
                <c:pt idx="486">
                  <c:v>1.633507995457941</c:v>
                </c:pt>
                <c:pt idx="487">
                  <c:v>1.654517869476444</c:v>
                </c:pt>
                <c:pt idx="488">
                  <c:v>1.5972118651806051</c:v>
                </c:pt>
                <c:pt idx="489">
                  <c:v>1.164301071349467</c:v>
                </c:pt>
                <c:pt idx="490">
                  <c:v>0.98083127679233806</c:v>
                </c:pt>
                <c:pt idx="491">
                  <c:v>0.9337090804220638</c:v>
                </c:pt>
                <c:pt idx="492">
                  <c:v>0.41734033191849751</c:v>
                </c:pt>
                <c:pt idx="493">
                  <c:v>0.19374803534403801</c:v>
                </c:pt>
                <c:pt idx="494">
                  <c:v>0.22017355049756809</c:v>
                </c:pt>
                <c:pt idx="495">
                  <c:v>0.32865439654428641</c:v>
                </c:pt>
                <c:pt idx="496">
                  <c:v>0.44515468594655488</c:v>
                </c:pt>
                <c:pt idx="497">
                  <c:v>0.49386652404455772</c:v>
                </c:pt>
                <c:pt idx="498">
                  <c:v>0.52933631421648197</c:v>
                </c:pt>
                <c:pt idx="499">
                  <c:v>0.74844868200574299</c:v>
                </c:pt>
                <c:pt idx="500">
                  <c:v>0.90641809417293284</c:v>
                </c:pt>
                <c:pt idx="501">
                  <c:v>0.89390356873188859</c:v>
                </c:pt>
                <c:pt idx="502">
                  <c:v>0.78232810259659213</c:v>
                </c:pt>
                <c:pt idx="503">
                  <c:v>0.64912717979060752</c:v>
                </c:pt>
                <c:pt idx="504">
                  <c:v>0.67597188143628673</c:v>
                </c:pt>
                <c:pt idx="505">
                  <c:v>0.88398366596098199</c:v>
                </c:pt>
                <c:pt idx="506">
                  <c:v>0.97540189822843126</c:v>
                </c:pt>
                <c:pt idx="507">
                  <c:v>0.97329112771870063</c:v>
                </c:pt>
                <c:pt idx="508">
                  <c:v>0.95248308898340639</c:v>
                </c:pt>
                <c:pt idx="509">
                  <c:v>0.93306322101965677</c:v>
                </c:pt>
                <c:pt idx="510">
                  <c:v>0.92758492320064445</c:v>
                </c:pt>
                <c:pt idx="511">
                  <c:v>0.93444326153399415</c:v>
                </c:pt>
                <c:pt idx="512">
                  <c:v>0.9958858120490155</c:v>
                </c:pt>
                <c:pt idx="513">
                  <c:v>1.076212103391694</c:v>
                </c:pt>
                <c:pt idx="514">
                  <c:v>1.107262493956223</c:v>
                </c:pt>
                <c:pt idx="515">
                  <c:v>1.2192498860075469</c:v>
                </c:pt>
                <c:pt idx="516">
                  <c:v>1.835460962293689</c:v>
                </c:pt>
                <c:pt idx="517">
                  <c:v>2.2371079596915808</c:v>
                </c:pt>
                <c:pt idx="518">
                  <c:v>2.2172589844154662</c:v>
                </c:pt>
                <c:pt idx="519">
                  <c:v>1.94802642111</c:v>
                </c:pt>
                <c:pt idx="520">
                  <c:v>1.861670095405848</c:v>
                </c:pt>
                <c:pt idx="521">
                  <c:v>1.815547404673046</c:v>
                </c:pt>
                <c:pt idx="522">
                  <c:v>1.3345162810596709</c:v>
                </c:pt>
                <c:pt idx="523">
                  <c:v>0.83361558071114517</c:v>
                </c:pt>
                <c:pt idx="524">
                  <c:v>0.58947977621349534</c:v>
                </c:pt>
                <c:pt idx="525">
                  <c:v>0.61060397140361744</c:v>
                </c:pt>
                <c:pt idx="526">
                  <c:v>0.83806674085542654</c:v>
                </c:pt>
                <c:pt idx="527">
                  <c:v>0.8948348417216696</c:v>
                </c:pt>
                <c:pt idx="528">
                  <c:v>0.89215319722288133</c:v>
                </c:pt>
                <c:pt idx="529">
                  <c:v>0.87816545694940817</c:v>
                </c:pt>
                <c:pt idx="530">
                  <c:v>0.86341990200291996</c:v>
                </c:pt>
                <c:pt idx="531">
                  <c:v>0.85808643490567693</c:v>
                </c:pt>
                <c:pt idx="532">
                  <c:v>0.87465753295888227</c:v>
                </c:pt>
                <c:pt idx="533">
                  <c:v>1.0176070020567081</c:v>
                </c:pt>
                <c:pt idx="534">
                  <c:v>1.061954919458121</c:v>
                </c:pt>
                <c:pt idx="535">
                  <c:v>1.032739224387818</c:v>
                </c:pt>
                <c:pt idx="536">
                  <c:v>0.87812966317890562</c:v>
                </c:pt>
                <c:pt idx="537">
                  <c:v>0.7607430442924149</c:v>
                </c:pt>
                <c:pt idx="538">
                  <c:v>0.70432983592125353</c:v>
                </c:pt>
                <c:pt idx="539">
                  <c:v>0.68297381527195944</c:v>
                </c:pt>
                <c:pt idx="540">
                  <c:v>0.48408535084844623</c:v>
                </c:pt>
                <c:pt idx="541">
                  <c:v>0.44477988062958479</c:v>
                </c:pt>
                <c:pt idx="542">
                  <c:v>0.44266850218200138</c:v>
                </c:pt>
                <c:pt idx="543">
                  <c:v>0.41681131408017519</c:v>
                </c:pt>
                <c:pt idx="544">
                  <c:v>0.40404377261823271</c:v>
                </c:pt>
                <c:pt idx="545">
                  <c:v>0.38647781979077539</c:v>
                </c:pt>
                <c:pt idx="546">
                  <c:v>0.32404299912621798</c:v>
                </c:pt>
                <c:pt idx="547">
                  <c:v>0.27026500799691561</c:v>
                </c:pt>
                <c:pt idx="548">
                  <c:v>0.23238940773519901</c:v>
                </c:pt>
                <c:pt idx="549">
                  <c:v>0.26298378377705067</c:v>
                </c:pt>
                <c:pt idx="550">
                  <c:v>0.44848046910919592</c:v>
                </c:pt>
                <c:pt idx="551">
                  <c:v>0.56878129956821732</c:v>
                </c:pt>
                <c:pt idx="552">
                  <c:v>0.58164411590821896</c:v>
                </c:pt>
                <c:pt idx="553">
                  <c:v>1.086223645111108</c:v>
                </c:pt>
                <c:pt idx="554">
                  <c:v>1.159156741365865</c:v>
                </c:pt>
                <c:pt idx="555">
                  <c:v>1.860249802417024</c:v>
                </c:pt>
                <c:pt idx="556">
                  <c:v>1.819069498178115</c:v>
                </c:pt>
                <c:pt idx="557">
                  <c:v>1.414844902992382</c:v>
                </c:pt>
                <c:pt idx="558">
                  <c:v>1.1224268506601081</c:v>
                </c:pt>
                <c:pt idx="559">
                  <c:v>0.86545637395645936</c:v>
                </c:pt>
                <c:pt idx="560">
                  <c:v>0.81704243583760494</c:v>
                </c:pt>
                <c:pt idx="561">
                  <c:v>0.5921957498247179</c:v>
                </c:pt>
                <c:pt idx="562">
                  <c:v>0.49139889103605577</c:v>
                </c:pt>
                <c:pt idx="563">
                  <c:v>0.48394667240035227</c:v>
                </c:pt>
                <c:pt idx="564">
                  <c:v>0.42514503149806521</c:v>
                </c:pt>
                <c:pt idx="565">
                  <c:v>0.38450266958557539</c:v>
                </c:pt>
                <c:pt idx="566">
                  <c:v>0.40469870582511991</c:v>
                </c:pt>
                <c:pt idx="567">
                  <c:v>0.51724742366914767</c:v>
                </c:pt>
                <c:pt idx="568">
                  <c:v>0.60334396694488146</c:v>
                </c:pt>
                <c:pt idx="569">
                  <c:v>0.71753307651745679</c:v>
                </c:pt>
                <c:pt idx="570">
                  <c:v>0.70467930595541317</c:v>
                </c:pt>
                <c:pt idx="571">
                  <c:v>0.69585186289552103</c:v>
                </c:pt>
                <c:pt idx="572">
                  <c:v>0.48926803060433682</c:v>
                </c:pt>
                <c:pt idx="573">
                  <c:v>1.046627944109334</c:v>
                </c:pt>
                <c:pt idx="574">
                  <c:v>1.6350190069977839</c:v>
                </c:pt>
                <c:pt idx="575">
                  <c:v>1.63125114574646</c:v>
                </c:pt>
                <c:pt idx="576">
                  <c:v>1.5724720003663719</c:v>
                </c:pt>
                <c:pt idx="577">
                  <c:v>1.55104158844274</c:v>
                </c:pt>
                <c:pt idx="578">
                  <c:v>1.5370528323258661</c:v>
                </c:pt>
                <c:pt idx="579">
                  <c:v>1.356703841397576</c:v>
                </c:pt>
                <c:pt idx="580">
                  <c:v>1.2263754874231121</c:v>
                </c:pt>
                <c:pt idx="581">
                  <c:v>0.81793014502685324</c:v>
                </c:pt>
                <c:pt idx="582">
                  <c:v>0.62010031849902636</c:v>
                </c:pt>
                <c:pt idx="583">
                  <c:v>0.68790705062249147</c:v>
                </c:pt>
                <c:pt idx="584">
                  <c:v>1.4036876913094329</c:v>
                </c:pt>
                <c:pt idx="585">
                  <c:v>1.845590093471825</c:v>
                </c:pt>
                <c:pt idx="586">
                  <c:v>1.791249419291485</c:v>
                </c:pt>
                <c:pt idx="587">
                  <c:v>1.7568366793418819</c:v>
                </c:pt>
                <c:pt idx="588">
                  <c:v>1.048563335180724</c:v>
                </c:pt>
                <c:pt idx="589">
                  <c:v>0.99419677216085089</c:v>
                </c:pt>
                <c:pt idx="590">
                  <c:v>1.002820546780897</c:v>
                </c:pt>
                <c:pt idx="591">
                  <c:v>1.046963067688182</c:v>
                </c:pt>
                <c:pt idx="592">
                  <c:v>1.08376045742546</c:v>
                </c:pt>
                <c:pt idx="593">
                  <c:v>1.1109114719456701</c:v>
                </c:pt>
                <c:pt idx="594">
                  <c:v>1.115599831262482</c:v>
                </c:pt>
                <c:pt idx="595">
                  <c:v>1.1285441741119999</c:v>
                </c:pt>
                <c:pt idx="596">
                  <c:v>1.2066585201389639</c:v>
                </c:pt>
                <c:pt idx="597">
                  <c:v>1.2150659388635821</c:v>
                </c:pt>
                <c:pt idx="598">
                  <c:v>1.281596678279197</c:v>
                </c:pt>
                <c:pt idx="599">
                  <c:v>2.0284195295156779</c:v>
                </c:pt>
                <c:pt idx="600">
                  <c:v>2.2651499283033938</c:v>
                </c:pt>
                <c:pt idx="601">
                  <c:v>2.2310487194869109</c:v>
                </c:pt>
                <c:pt idx="602">
                  <c:v>1.870559444072655</c:v>
                </c:pt>
                <c:pt idx="603">
                  <c:v>1.6773131155868679</c:v>
                </c:pt>
                <c:pt idx="604">
                  <c:v>1.7121604765846949</c:v>
                </c:pt>
                <c:pt idx="605">
                  <c:v>2.1767397401041499</c:v>
                </c:pt>
                <c:pt idx="606">
                  <c:v>2.14256789431239</c:v>
                </c:pt>
                <c:pt idx="607">
                  <c:v>1.7804900999574611</c:v>
                </c:pt>
                <c:pt idx="608">
                  <c:v>1.6831422983804101</c:v>
                </c:pt>
                <c:pt idx="609">
                  <c:v>1.6001351431769679</c:v>
                </c:pt>
                <c:pt idx="610">
                  <c:v>1.1010701361666531</c:v>
                </c:pt>
                <c:pt idx="611">
                  <c:v>0.99818559791097572</c:v>
                </c:pt>
                <c:pt idx="612">
                  <c:v>1.0603571943255581</c:v>
                </c:pt>
                <c:pt idx="613">
                  <c:v>1.1463859942735599</c:v>
                </c:pt>
                <c:pt idx="614">
                  <c:v>1.2418099379335661</c:v>
                </c:pt>
                <c:pt idx="615">
                  <c:v>1.2963884658945379</c:v>
                </c:pt>
                <c:pt idx="616">
                  <c:v>1.2715234646958899</c:v>
                </c:pt>
                <c:pt idx="617">
                  <c:v>1.056271732856539</c:v>
                </c:pt>
                <c:pt idx="618">
                  <c:v>0.94047082036619623</c:v>
                </c:pt>
                <c:pt idx="619">
                  <c:v>0.858149354460776</c:v>
                </c:pt>
                <c:pt idx="620">
                  <c:v>0.42764541540258189</c:v>
                </c:pt>
                <c:pt idx="621">
                  <c:v>0.36023493174185378</c:v>
                </c:pt>
                <c:pt idx="622">
                  <c:v>0.39992758333122158</c:v>
                </c:pt>
                <c:pt idx="623">
                  <c:v>0.64945112622745671</c:v>
                </c:pt>
                <c:pt idx="624">
                  <c:v>0.74524652600942309</c:v>
                </c:pt>
                <c:pt idx="625">
                  <c:v>0.73827751686249221</c:v>
                </c:pt>
                <c:pt idx="626">
                  <c:v>0.66794802927329766</c:v>
                </c:pt>
                <c:pt idx="627">
                  <c:v>0.62026501256285915</c:v>
                </c:pt>
                <c:pt idx="628">
                  <c:v>0.61168219212292652</c:v>
                </c:pt>
                <c:pt idx="629">
                  <c:v>0.74261456266289971</c:v>
                </c:pt>
                <c:pt idx="630">
                  <c:v>2.0719588489764029</c:v>
                </c:pt>
                <c:pt idx="631">
                  <c:v>2.2818839877475852</c:v>
                </c:pt>
                <c:pt idx="632">
                  <c:v>2.188479367861627</c:v>
                </c:pt>
                <c:pt idx="633">
                  <c:v>1.5896742989615411</c:v>
                </c:pt>
                <c:pt idx="634">
                  <c:v>0.92389277096919942</c:v>
                </c:pt>
                <c:pt idx="635">
                  <c:v>0.76948259393731555</c:v>
                </c:pt>
                <c:pt idx="636">
                  <c:v>0.55433135347674023</c:v>
                </c:pt>
                <c:pt idx="637">
                  <c:v>0.51750133592552938</c:v>
                </c:pt>
                <c:pt idx="638">
                  <c:v>0.50533979666760265</c:v>
                </c:pt>
                <c:pt idx="639">
                  <c:v>0.41698960393486512</c:v>
                </c:pt>
                <c:pt idx="640">
                  <c:v>0.3924821954685867</c:v>
                </c:pt>
                <c:pt idx="641">
                  <c:v>0.55417759120721932</c:v>
                </c:pt>
                <c:pt idx="642">
                  <c:v>0.77742266650016623</c:v>
                </c:pt>
                <c:pt idx="643">
                  <c:v>0.97212267304406241</c:v>
                </c:pt>
                <c:pt idx="644">
                  <c:v>1.005727222242538</c:v>
                </c:pt>
                <c:pt idx="645">
                  <c:v>0.96076405979456347</c:v>
                </c:pt>
                <c:pt idx="646">
                  <c:v>0.65387089514098451</c:v>
                </c:pt>
                <c:pt idx="647">
                  <c:v>0.51795257842306563</c:v>
                </c:pt>
                <c:pt idx="648">
                  <c:v>0.51121531465767367</c:v>
                </c:pt>
                <c:pt idx="649">
                  <c:v>0.4612857989760194</c:v>
                </c:pt>
                <c:pt idx="650">
                  <c:v>0.42093108079439229</c:v>
                </c:pt>
                <c:pt idx="651">
                  <c:v>0.29888338494488759</c:v>
                </c:pt>
                <c:pt idx="652">
                  <c:v>0.14463347651192809</c:v>
                </c:pt>
                <c:pt idx="653">
                  <c:v>0.10013607497405461</c:v>
                </c:pt>
                <c:pt idx="654">
                  <c:v>0.13037199810615049</c:v>
                </c:pt>
                <c:pt idx="655">
                  <c:v>0.48224074326248773</c:v>
                </c:pt>
                <c:pt idx="656">
                  <c:v>0.48396683910921973</c:v>
                </c:pt>
                <c:pt idx="657">
                  <c:v>0.49084503686931608</c:v>
                </c:pt>
                <c:pt idx="658">
                  <c:v>0.49571755931571532</c:v>
                </c:pt>
                <c:pt idx="659">
                  <c:v>0.51048477515122581</c:v>
                </c:pt>
                <c:pt idx="660">
                  <c:v>0.55812954145541449</c:v>
                </c:pt>
                <c:pt idx="661">
                  <c:v>1.6641162853465461</c:v>
                </c:pt>
                <c:pt idx="662">
                  <c:v>2.008116821500364</c:v>
                </c:pt>
                <c:pt idx="663">
                  <c:v>1.8834914748887139</c:v>
                </c:pt>
                <c:pt idx="664">
                  <c:v>1.734459061617913</c:v>
                </c:pt>
                <c:pt idx="665">
                  <c:v>1.5055133110225689</c:v>
                </c:pt>
                <c:pt idx="666">
                  <c:v>1.4726292302394111</c:v>
                </c:pt>
                <c:pt idx="667">
                  <c:v>1.435379382842644</c:v>
                </c:pt>
                <c:pt idx="668">
                  <c:v>0.57091064962088434</c:v>
                </c:pt>
                <c:pt idx="669">
                  <c:v>0.57105633660539756</c:v>
                </c:pt>
                <c:pt idx="670">
                  <c:v>0.57118393011724178</c:v>
                </c:pt>
                <c:pt idx="671">
                  <c:v>0.57300927146150604</c:v>
                </c:pt>
                <c:pt idx="672">
                  <c:v>0.57582914608287106</c:v>
                </c:pt>
                <c:pt idx="673">
                  <c:v>0.57652553760345859</c:v>
                </c:pt>
                <c:pt idx="674">
                  <c:v>0.6199808679169867</c:v>
                </c:pt>
                <c:pt idx="675">
                  <c:v>0.92461364736246265</c:v>
                </c:pt>
                <c:pt idx="676">
                  <c:v>1.123047034222135</c:v>
                </c:pt>
                <c:pt idx="677">
                  <c:v>0.88243182033614187</c:v>
                </c:pt>
                <c:pt idx="678">
                  <c:v>0.75435941052703914</c:v>
                </c:pt>
                <c:pt idx="679">
                  <c:v>0.79790757283777525</c:v>
                </c:pt>
                <c:pt idx="680">
                  <c:v>1.259506154150684</c:v>
                </c:pt>
                <c:pt idx="681">
                  <c:v>1.3849533663999889</c:v>
                </c:pt>
                <c:pt idx="682">
                  <c:v>1.351990586182563</c:v>
                </c:pt>
                <c:pt idx="683">
                  <c:v>1.1160254932358309</c:v>
                </c:pt>
                <c:pt idx="684">
                  <c:v>0.90279099911194571</c:v>
                </c:pt>
                <c:pt idx="685">
                  <c:v>0.8943440029764177</c:v>
                </c:pt>
                <c:pt idx="686">
                  <c:v>0.82974646589143175</c:v>
                </c:pt>
                <c:pt idx="687">
                  <c:v>0.82412806007468631</c:v>
                </c:pt>
                <c:pt idx="688">
                  <c:v>0.65876866481123986</c:v>
                </c:pt>
                <c:pt idx="689">
                  <c:v>0.41633181557902432</c:v>
                </c:pt>
                <c:pt idx="690">
                  <c:v>0.21757088209112799</c:v>
                </c:pt>
                <c:pt idx="691">
                  <c:v>0.24586609603280471</c:v>
                </c:pt>
                <c:pt idx="692">
                  <c:v>0.27902657128744451</c:v>
                </c:pt>
                <c:pt idx="693">
                  <c:v>0.71516744653639552</c:v>
                </c:pt>
                <c:pt idx="694">
                  <c:v>0.66959499419298862</c:v>
                </c:pt>
                <c:pt idx="695">
                  <c:v>0.65035228340602147</c:v>
                </c:pt>
                <c:pt idx="696">
                  <c:v>0.32831905774962261</c:v>
                </c:pt>
                <c:pt idx="697">
                  <c:v>0.20105208376511621</c:v>
                </c:pt>
                <c:pt idx="698">
                  <c:v>0.21389954331274991</c:v>
                </c:pt>
                <c:pt idx="699">
                  <c:v>0.35616929419815502</c:v>
                </c:pt>
                <c:pt idx="700">
                  <c:v>0.45983898060561551</c:v>
                </c:pt>
                <c:pt idx="701">
                  <c:v>0.44493241927408311</c:v>
                </c:pt>
                <c:pt idx="702">
                  <c:v>0.26891685420254718</c:v>
                </c:pt>
                <c:pt idx="703">
                  <c:v>0.24078883563252829</c:v>
                </c:pt>
                <c:pt idx="704">
                  <c:v>0.28360403423790292</c:v>
                </c:pt>
                <c:pt idx="705">
                  <c:v>0.49707090382070002</c:v>
                </c:pt>
                <c:pt idx="706">
                  <c:v>0.54651583730290687</c:v>
                </c:pt>
                <c:pt idx="707">
                  <c:v>0.54212402817999517</c:v>
                </c:pt>
                <c:pt idx="708">
                  <c:v>0.5132428216389725</c:v>
                </c:pt>
                <c:pt idx="709">
                  <c:v>0.48446156484846148</c:v>
                </c:pt>
                <c:pt idx="710">
                  <c:v>0.45450312210747951</c:v>
                </c:pt>
                <c:pt idx="711">
                  <c:v>0.44040593592846983</c:v>
                </c:pt>
                <c:pt idx="712">
                  <c:v>0.55110026093930209</c:v>
                </c:pt>
                <c:pt idx="713">
                  <c:v>0.74267359560278723</c:v>
                </c:pt>
                <c:pt idx="714">
                  <c:v>0.77744265746586294</c:v>
                </c:pt>
                <c:pt idx="715">
                  <c:v>0.88902302479207551</c:v>
                </c:pt>
                <c:pt idx="716">
                  <c:v>1.038332719455024</c:v>
                </c:pt>
                <c:pt idx="717">
                  <c:v>1.2069649786178489</c:v>
                </c:pt>
                <c:pt idx="718">
                  <c:v>1.271682916685827</c:v>
                </c:pt>
                <c:pt idx="719">
                  <c:v>1.3126807757497581</c:v>
                </c:pt>
                <c:pt idx="720">
                  <c:v>2.1179914291878541</c:v>
                </c:pt>
                <c:pt idx="721">
                  <c:v>2.2483742456505409</c:v>
                </c:pt>
                <c:pt idx="722">
                  <c:v>2.1890541627537519</c:v>
                </c:pt>
                <c:pt idx="723">
                  <c:v>1.6892645374984849</c:v>
                </c:pt>
                <c:pt idx="724">
                  <c:v>1.4705679174029409</c:v>
                </c:pt>
                <c:pt idx="725">
                  <c:v>1.408142956335749</c:v>
                </c:pt>
                <c:pt idx="726">
                  <c:v>0.81676792326616943</c:v>
                </c:pt>
                <c:pt idx="727">
                  <c:v>0.32720641576089388</c:v>
                </c:pt>
                <c:pt idx="728">
                  <c:v>0.32717810246680801</c:v>
                </c:pt>
                <c:pt idx="729">
                  <c:v>0.32708378066461669</c:v>
                </c:pt>
                <c:pt idx="730">
                  <c:v>0.32501663795313729</c:v>
                </c:pt>
                <c:pt idx="731">
                  <c:v>0.32413664318184932</c:v>
                </c:pt>
                <c:pt idx="732">
                  <c:v>0.33809815456547421</c:v>
                </c:pt>
                <c:pt idx="733">
                  <c:v>0.4614388923195164</c:v>
                </c:pt>
                <c:pt idx="734">
                  <c:v>0.35575139570404951</c:v>
                </c:pt>
                <c:pt idx="735">
                  <c:v>0.25489065576543513</c:v>
                </c:pt>
                <c:pt idx="736">
                  <c:v>0.15599417008378899</c:v>
                </c:pt>
                <c:pt idx="737">
                  <c:v>0.14006354884245231</c:v>
                </c:pt>
                <c:pt idx="738">
                  <c:v>0.1087471140376305</c:v>
                </c:pt>
                <c:pt idx="739">
                  <c:v>8.0458809254499011E-2</c:v>
                </c:pt>
                <c:pt idx="740">
                  <c:v>5.2406217180968571E-2</c:v>
                </c:pt>
                <c:pt idx="741">
                  <c:v>8.101022421210366E-2</c:v>
                </c:pt>
                <c:pt idx="742">
                  <c:v>0.20498060856067149</c:v>
                </c:pt>
                <c:pt idx="743">
                  <c:v>0.30819536931938218</c:v>
                </c:pt>
                <c:pt idx="744">
                  <c:v>0.32731316817373679</c:v>
                </c:pt>
                <c:pt idx="745">
                  <c:v>0.29792556951127741</c:v>
                </c:pt>
                <c:pt idx="746">
                  <c:v>0.14127109036713981</c:v>
                </c:pt>
                <c:pt idx="747">
                  <c:v>0.11041386710597501</c:v>
                </c:pt>
                <c:pt idx="748">
                  <c:v>0.14400385263576529</c:v>
                </c:pt>
                <c:pt idx="749">
                  <c:v>0.36015457786799171</c:v>
                </c:pt>
                <c:pt idx="750">
                  <c:v>0.48347543430743811</c:v>
                </c:pt>
                <c:pt idx="751">
                  <c:v>0.46694148961942028</c:v>
                </c:pt>
                <c:pt idx="752">
                  <c:v>0.37679496492519587</c:v>
                </c:pt>
                <c:pt idx="753">
                  <c:v>0.221929473763881</c:v>
                </c:pt>
                <c:pt idx="754">
                  <c:v>0.1993985393284623</c:v>
                </c:pt>
                <c:pt idx="755">
                  <c:v>0.21938578933566599</c:v>
                </c:pt>
                <c:pt idx="756">
                  <c:v>0.33834595585943927</c:v>
                </c:pt>
                <c:pt idx="757">
                  <c:v>0.38999722580656643</c:v>
                </c:pt>
                <c:pt idx="758">
                  <c:v>0.37985591289549547</c:v>
                </c:pt>
                <c:pt idx="759">
                  <c:v>0.31773042844957278</c:v>
                </c:pt>
                <c:pt idx="760">
                  <c:v>0.27925379360681751</c:v>
                </c:pt>
                <c:pt idx="761">
                  <c:v>0.27236636034571271</c:v>
                </c:pt>
                <c:pt idx="762">
                  <c:v>0.26978251855305851</c:v>
                </c:pt>
                <c:pt idx="763">
                  <c:v>0.2305200605767834</c:v>
                </c:pt>
                <c:pt idx="764">
                  <c:v>0.22324140520200719</c:v>
                </c:pt>
                <c:pt idx="765">
                  <c:v>0.23527471928054619</c:v>
                </c:pt>
                <c:pt idx="766">
                  <c:v>0.38057296182490691</c:v>
                </c:pt>
                <c:pt idx="767">
                  <c:v>0.41325905060593032</c:v>
                </c:pt>
                <c:pt idx="768">
                  <c:v>0.45734480092238328</c:v>
                </c:pt>
                <c:pt idx="769">
                  <c:v>0.4992796788377829</c:v>
                </c:pt>
                <c:pt idx="770">
                  <c:v>0.54773672953150154</c:v>
                </c:pt>
                <c:pt idx="771">
                  <c:v>0.57022190680868434</c:v>
                </c:pt>
                <c:pt idx="772">
                  <c:v>0.57146217709671798</c:v>
                </c:pt>
                <c:pt idx="773">
                  <c:v>0.58786961899575563</c:v>
                </c:pt>
                <c:pt idx="774">
                  <c:v>0.58938444330249207</c:v>
                </c:pt>
                <c:pt idx="775">
                  <c:v>0.58588102585145674</c:v>
                </c:pt>
                <c:pt idx="776">
                  <c:v>0.57028622998739165</c:v>
                </c:pt>
                <c:pt idx="777">
                  <c:v>0.56361580488530483</c:v>
                </c:pt>
                <c:pt idx="778">
                  <c:v>0.56905460309578026</c:v>
                </c:pt>
                <c:pt idx="779">
                  <c:v>0.61930908050047628</c:v>
                </c:pt>
                <c:pt idx="780">
                  <c:v>0.62689432123897759</c:v>
                </c:pt>
                <c:pt idx="781">
                  <c:v>0.6187584151233031</c:v>
                </c:pt>
                <c:pt idx="782">
                  <c:v>0.49824947309979423</c:v>
                </c:pt>
                <c:pt idx="783">
                  <c:v>0.45425177930085592</c:v>
                </c:pt>
                <c:pt idx="784">
                  <c:v>0.46666524392197839</c:v>
                </c:pt>
                <c:pt idx="785">
                  <c:v>0.57224375191506893</c:v>
                </c:pt>
                <c:pt idx="786">
                  <c:v>0.50172287736139565</c:v>
                </c:pt>
                <c:pt idx="787">
                  <c:v>0.35466646476580921</c:v>
                </c:pt>
                <c:pt idx="788">
                  <c:v>0.34640639576683402</c:v>
                </c:pt>
                <c:pt idx="789">
                  <c:v>0.30151772475257499</c:v>
                </c:pt>
                <c:pt idx="790">
                  <c:v>0.20158411508413379</c:v>
                </c:pt>
                <c:pt idx="791">
                  <c:v>0.14832589477985189</c:v>
                </c:pt>
                <c:pt idx="792">
                  <c:v>0.14096969506376739</c:v>
                </c:pt>
                <c:pt idx="793">
                  <c:v>0.15284297738939351</c:v>
                </c:pt>
                <c:pt idx="794">
                  <c:v>0.24936446979107449</c:v>
                </c:pt>
                <c:pt idx="795">
                  <c:v>0.25079958835760757</c:v>
                </c:pt>
                <c:pt idx="796">
                  <c:v>0.26704124552510561</c:v>
                </c:pt>
                <c:pt idx="797">
                  <c:v>0.27664898261153709</c:v>
                </c:pt>
                <c:pt idx="798">
                  <c:v>0.30786326607239489</c:v>
                </c:pt>
                <c:pt idx="799">
                  <c:v>0.32655311050788088</c:v>
                </c:pt>
                <c:pt idx="800">
                  <c:v>0.34407266030517419</c:v>
                </c:pt>
                <c:pt idx="801">
                  <c:v>0.36557877625008922</c:v>
                </c:pt>
                <c:pt idx="802">
                  <c:v>0.40613625841512468</c:v>
                </c:pt>
                <c:pt idx="803">
                  <c:v>0.40369833794339699</c:v>
                </c:pt>
                <c:pt idx="804">
                  <c:v>0.36791886799623169</c:v>
                </c:pt>
                <c:pt idx="805">
                  <c:v>0.35990855787484072</c:v>
                </c:pt>
                <c:pt idx="806">
                  <c:v>0.3653273133166855</c:v>
                </c:pt>
                <c:pt idx="807">
                  <c:v>0.39676503577830657</c:v>
                </c:pt>
                <c:pt idx="808">
                  <c:v>0.41624573267218479</c:v>
                </c:pt>
                <c:pt idx="809">
                  <c:v>0.42206888560240058</c:v>
                </c:pt>
                <c:pt idx="810">
                  <c:v>0.45718155855338682</c:v>
                </c:pt>
                <c:pt idx="811">
                  <c:v>0.48358767865548602</c:v>
                </c:pt>
                <c:pt idx="812">
                  <c:v>0.50154500912980271</c:v>
                </c:pt>
                <c:pt idx="813">
                  <c:v>0.54912635515169583</c:v>
                </c:pt>
                <c:pt idx="814">
                  <c:v>0.62133311051503526</c:v>
                </c:pt>
                <c:pt idx="815">
                  <c:v>0.69148534186228483</c:v>
                </c:pt>
                <c:pt idx="816">
                  <c:v>0.70304100806523195</c:v>
                </c:pt>
                <c:pt idx="817">
                  <c:v>0.75398347151631051</c:v>
                </c:pt>
                <c:pt idx="818">
                  <c:v>1.279970998443112</c:v>
                </c:pt>
                <c:pt idx="819">
                  <c:v>1.325155731262242</c:v>
                </c:pt>
                <c:pt idx="820">
                  <c:v>1.2325121505781731</c:v>
                </c:pt>
                <c:pt idx="821">
                  <c:v>0.98309464452508055</c:v>
                </c:pt>
                <c:pt idx="822">
                  <c:v>0.85050163333025075</c:v>
                </c:pt>
                <c:pt idx="823">
                  <c:v>0.81484168354856301</c:v>
                </c:pt>
                <c:pt idx="824">
                  <c:v>0.63967640854899621</c:v>
                </c:pt>
                <c:pt idx="825">
                  <c:v>0.51987551326050918</c:v>
                </c:pt>
                <c:pt idx="826">
                  <c:v>0.49609938190297131</c:v>
                </c:pt>
                <c:pt idx="827">
                  <c:v>0.49712286035009451</c:v>
                </c:pt>
                <c:pt idx="828">
                  <c:v>0.50843408507339205</c:v>
                </c:pt>
                <c:pt idx="829">
                  <c:v>0.52532586482330723</c:v>
                </c:pt>
                <c:pt idx="830">
                  <c:v>0.52957731468128111</c:v>
                </c:pt>
                <c:pt idx="831">
                  <c:v>0.51112526777863421</c:v>
                </c:pt>
                <c:pt idx="832">
                  <c:v>0.38995745696712147</c:v>
                </c:pt>
                <c:pt idx="833">
                  <c:v>0.37676075983155338</c:v>
                </c:pt>
                <c:pt idx="834">
                  <c:v>0.36237171866926421</c:v>
                </c:pt>
                <c:pt idx="835">
                  <c:v>0.34703337365907888</c:v>
                </c:pt>
                <c:pt idx="836">
                  <c:v>0.32229940634682219</c:v>
                </c:pt>
                <c:pt idx="837">
                  <c:v>0.31947668864198459</c:v>
                </c:pt>
                <c:pt idx="838">
                  <c:v>0.3048378769138454</c:v>
                </c:pt>
                <c:pt idx="839">
                  <c:v>0.18923252802614821</c:v>
                </c:pt>
                <c:pt idx="840">
                  <c:v>0.1423961902607889</c:v>
                </c:pt>
                <c:pt idx="841">
                  <c:v>0.15479364050957081</c:v>
                </c:pt>
                <c:pt idx="842">
                  <c:v>0.22336828999672051</c:v>
                </c:pt>
                <c:pt idx="843">
                  <c:v>0.26707861561161889</c:v>
                </c:pt>
                <c:pt idx="844">
                  <c:v>0.26962443214290632</c:v>
                </c:pt>
                <c:pt idx="845">
                  <c:v>0.27240859425250541</c:v>
                </c:pt>
                <c:pt idx="846">
                  <c:v>0.34530532296534799</c:v>
                </c:pt>
                <c:pt idx="847">
                  <c:v>0.36018795858549579</c:v>
                </c:pt>
                <c:pt idx="848">
                  <c:v>0.35653871336535858</c:v>
                </c:pt>
                <c:pt idx="849">
                  <c:v>0.32558993432624422</c:v>
                </c:pt>
                <c:pt idx="850">
                  <c:v>0.34110339594727668</c:v>
                </c:pt>
                <c:pt idx="851">
                  <c:v>0.35049084490827892</c:v>
                </c:pt>
                <c:pt idx="852">
                  <c:v>0.37389313541030061</c:v>
                </c:pt>
                <c:pt idx="853">
                  <c:v>0.38102614835059623</c:v>
                </c:pt>
                <c:pt idx="854">
                  <c:v>0.39153872059049749</c:v>
                </c:pt>
                <c:pt idx="855">
                  <c:v>0.4985869351660232</c:v>
                </c:pt>
                <c:pt idx="856">
                  <c:v>0.5313681583273685</c:v>
                </c:pt>
                <c:pt idx="857">
                  <c:v>0.56878544298351752</c:v>
                </c:pt>
                <c:pt idx="858">
                  <c:v>0.75893217645539646</c:v>
                </c:pt>
                <c:pt idx="859">
                  <c:v>0.84990758814262612</c:v>
                </c:pt>
                <c:pt idx="860">
                  <c:v>0.85580082387611678</c:v>
                </c:pt>
                <c:pt idx="861">
                  <c:v>0.90980698365752932</c:v>
                </c:pt>
                <c:pt idx="862">
                  <c:v>0.95339843079806119</c:v>
                </c:pt>
                <c:pt idx="863">
                  <c:v>0.93797313601250731</c:v>
                </c:pt>
                <c:pt idx="864">
                  <c:v>0.87120269432249475</c:v>
                </c:pt>
                <c:pt idx="865">
                  <c:v>0.84187111228492673</c:v>
                </c:pt>
                <c:pt idx="866">
                  <c:v>0.83100495722291412</c:v>
                </c:pt>
                <c:pt idx="867">
                  <c:v>0.76707406879085471</c:v>
                </c:pt>
                <c:pt idx="868">
                  <c:v>0.75071609260373706</c:v>
                </c:pt>
                <c:pt idx="869">
                  <c:v>0.66680674279306507</c:v>
                </c:pt>
                <c:pt idx="870">
                  <c:v>0.6589078441561691</c:v>
                </c:pt>
                <c:pt idx="871">
                  <c:v>0.63364782201376879</c:v>
                </c:pt>
                <c:pt idx="872">
                  <c:v>0.38420604486519988</c:v>
                </c:pt>
                <c:pt idx="873">
                  <c:v>0.34201897081105498</c:v>
                </c:pt>
                <c:pt idx="874">
                  <c:v>0.34513220486452939</c:v>
                </c:pt>
                <c:pt idx="875">
                  <c:v>0.36215057116713201</c:v>
                </c:pt>
                <c:pt idx="876">
                  <c:v>0.37266844883431782</c:v>
                </c:pt>
                <c:pt idx="877">
                  <c:v>0.37879556411252618</c:v>
                </c:pt>
                <c:pt idx="878">
                  <c:v>0.44794224631136048</c:v>
                </c:pt>
                <c:pt idx="879">
                  <c:v>0.45438335248361778</c:v>
                </c:pt>
                <c:pt idx="880">
                  <c:v>0.46238413376917059</c:v>
                </c:pt>
                <c:pt idx="881">
                  <c:v>0.46923228965220593</c:v>
                </c:pt>
                <c:pt idx="882">
                  <c:v>0.4713620682224442</c:v>
                </c:pt>
                <c:pt idx="883">
                  <c:v>0.46296009377997621</c:v>
                </c:pt>
                <c:pt idx="884">
                  <c:v>0.44807128307637878</c:v>
                </c:pt>
                <c:pt idx="885">
                  <c:v>0.44644622007957552</c:v>
                </c:pt>
                <c:pt idx="886">
                  <c:v>0.44397655282582632</c:v>
                </c:pt>
                <c:pt idx="887">
                  <c:v>0.44310393516069002</c:v>
                </c:pt>
                <c:pt idx="888">
                  <c:v>0.43914763975329962</c:v>
                </c:pt>
                <c:pt idx="889">
                  <c:v>0.41104330071244272</c:v>
                </c:pt>
                <c:pt idx="890">
                  <c:v>0.39740788436089219</c:v>
                </c:pt>
                <c:pt idx="891">
                  <c:v>0.45561730370041248</c:v>
                </c:pt>
                <c:pt idx="892">
                  <c:v>0.77274326180039488</c:v>
                </c:pt>
                <c:pt idx="893">
                  <c:v>0.90881215666091608</c:v>
                </c:pt>
                <c:pt idx="894">
                  <c:v>0.8794430498410245</c:v>
                </c:pt>
                <c:pt idx="895">
                  <c:v>0.79418563614004811</c:v>
                </c:pt>
                <c:pt idx="896">
                  <c:v>0.75555295425634184</c:v>
                </c:pt>
                <c:pt idx="897">
                  <c:v>0.74249873037690739</c:v>
                </c:pt>
                <c:pt idx="898">
                  <c:v>0.70486106116846703</c:v>
                </c:pt>
                <c:pt idx="899">
                  <c:v>0.67268052716368532</c:v>
                </c:pt>
                <c:pt idx="900">
                  <c:v>0.67566310861972578</c:v>
                </c:pt>
                <c:pt idx="901">
                  <c:v>0.70520970754110801</c:v>
                </c:pt>
                <c:pt idx="902">
                  <c:v>0.70755428126198161</c:v>
                </c:pt>
                <c:pt idx="903">
                  <c:v>0.85643387483153244</c:v>
                </c:pt>
                <c:pt idx="904">
                  <c:v>2.122076628824888</c:v>
                </c:pt>
                <c:pt idx="905">
                  <c:v>2.6082152570459751</c:v>
                </c:pt>
                <c:pt idx="906">
                  <c:v>2.5439368020172179</c:v>
                </c:pt>
                <c:pt idx="907">
                  <c:v>2.199840645143154</c:v>
                </c:pt>
                <c:pt idx="908">
                  <c:v>1.560878925044257</c:v>
                </c:pt>
                <c:pt idx="909">
                  <c:v>1.473772268604288</c:v>
                </c:pt>
                <c:pt idx="910">
                  <c:v>1.402776415301338</c:v>
                </c:pt>
                <c:pt idx="911">
                  <c:v>0.75588183004443477</c:v>
                </c:pt>
                <c:pt idx="912">
                  <c:v>0.55041042316639166</c:v>
                </c:pt>
                <c:pt idx="913">
                  <c:v>0.53980507148440349</c:v>
                </c:pt>
                <c:pt idx="914">
                  <c:v>0.39173810884140042</c:v>
                </c:pt>
                <c:pt idx="915">
                  <c:v>0.31084925247511769</c:v>
                </c:pt>
                <c:pt idx="916">
                  <c:v>0.32605007778638778</c:v>
                </c:pt>
                <c:pt idx="917">
                  <c:v>0.50629682702177647</c:v>
                </c:pt>
                <c:pt idx="918">
                  <c:v>0.71763978607215051</c:v>
                </c:pt>
                <c:pt idx="919">
                  <c:v>0.74665922934654172</c:v>
                </c:pt>
                <c:pt idx="920">
                  <c:v>0.76846164030701147</c:v>
                </c:pt>
                <c:pt idx="921">
                  <c:v>0.91003506568970616</c:v>
                </c:pt>
                <c:pt idx="922">
                  <c:v>0.97796392973202395</c:v>
                </c:pt>
                <c:pt idx="923">
                  <c:v>0.9713642478615635</c:v>
                </c:pt>
                <c:pt idx="924">
                  <c:v>0.88465782870216347</c:v>
                </c:pt>
                <c:pt idx="925">
                  <c:v>0.8688642426715153</c:v>
                </c:pt>
                <c:pt idx="926">
                  <c:v>0.88795732286159157</c:v>
                </c:pt>
                <c:pt idx="927">
                  <c:v>1.0039565285438681</c:v>
                </c:pt>
                <c:pt idx="928">
                  <c:v>1.1233696249882821</c:v>
                </c:pt>
                <c:pt idx="929">
                  <c:v>1.1539836182859109</c:v>
                </c:pt>
                <c:pt idx="930">
                  <c:v>1.282473422495223</c:v>
                </c:pt>
                <c:pt idx="931">
                  <c:v>1.3908223215760129</c:v>
                </c:pt>
                <c:pt idx="932">
                  <c:v>1.1869776201553961</c:v>
                </c:pt>
                <c:pt idx="933">
                  <c:v>1.1710239603548831</c:v>
                </c:pt>
                <c:pt idx="934">
                  <c:v>0.84216788915146201</c:v>
                </c:pt>
                <c:pt idx="935">
                  <c:v>0.78971933654688498</c:v>
                </c:pt>
                <c:pt idx="936">
                  <c:v>0.74023039944309021</c:v>
                </c:pt>
                <c:pt idx="937">
                  <c:v>0.57929894621918865</c:v>
                </c:pt>
                <c:pt idx="938">
                  <c:v>0.52415837993449477</c:v>
                </c:pt>
                <c:pt idx="939">
                  <c:v>0.52563979323852705</c:v>
                </c:pt>
                <c:pt idx="940">
                  <c:v>0.52961016551708706</c:v>
                </c:pt>
                <c:pt idx="941">
                  <c:v>0.53333982175615413</c:v>
                </c:pt>
                <c:pt idx="942">
                  <c:v>0.53865183040782416</c:v>
                </c:pt>
                <c:pt idx="943">
                  <c:v>0.54415055658319034</c:v>
                </c:pt>
                <c:pt idx="944">
                  <c:v>0.64558327786884107</c:v>
                </c:pt>
                <c:pt idx="945">
                  <c:v>0.65439047072812651</c:v>
                </c:pt>
                <c:pt idx="946">
                  <c:v>0.65479435963611698</c:v>
                </c:pt>
                <c:pt idx="947">
                  <c:v>0.65798603539507594</c:v>
                </c:pt>
                <c:pt idx="948">
                  <c:v>0.66228970572260093</c:v>
                </c:pt>
                <c:pt idx="949">
                  <c:v>0.66329350544421239</c:v>
                </c:pt>
                <c:pt idx="950">
                  <c:v>1.444013771644838</c:v>
                </c:pt>
                <c:pt idx="951">
                  <c:v>3.179613125497184</c:v>
                </c:pt>
                <c:pt idx="952">
                  <c:v>3.32412020294035</c:v>
                </c:pt>
                <c:pt idx="953">
                  <c:v>3.228249455393851</c:v>
                </c:pt>
                <c:pt idx="954">
                  <c:v>1.8766501568535261</c:v>
                </c:pt>
                <c:pt idx="955">
                  <c:v>1.385170128285377</c:v>
                </c:pt>
                <c:pt idx="956">
                  <c:v>1.3882221851763621</c:v>
                </c:pt>
                <c:pt idx="957">
                  <c:v>1.4027615420999899</c:v>
                </c:pt>
                <c:pt idx="958">
                  <c:v>1.408110976676346</c:v>
                </c:pt>
                <c:pt idx="959">
                  <c:v>1.2683253108352439</c:v>
                </c:pt>
                <c:pt idx="960">
                  <c:v>0.93989024009561284</c:v>
                </c:pt>
                <c:pt idx="961">
                  <c:v>0.6510157974189833</c:v>
                </c:pt>
                <c:pt idx="962">
                  <c:v>0.66231847240694897</c:v>
                </c:pt>
                <c:pt idx="963">
                  <c:v>0.72617696296448464</c:v>
                </c:pt>
                <c:pt idx="964">
                  <c:v>0.7847765302382127</c:v>
                </c:pt>
                <c:pt idx="965">
                  <c:v>0.81688384181916462</c:v>
                </c:pt>
                <c:pt idx="966">
                  <c:v>1.015308571544572</c:v>
                </c:pt>
                <c:pt idx="967">
                  <c:v>1.6201156592641719</c:v>
                </c:pt>
                <c:pt idx="968">
                  <c:v>2.074960464652424</c:v>
                </c:pt>
                <c:pt idx="969">
                  <c:v>1.768812341826471</c:v>
                </c:pt>
                <c:pt idx="970">
                  <c:v>1.5291579095828669</c:v>
                </c:pt>
                <c:pt idx="971">
                  <c:v>1.4475238276284521</c:v>
                </c:pt>
                <c:pt idx="972">
                  <c:v>1.4790551777533241</c:v>
                </c:pt>
                <c:pt idx="973">
                  <c:v>1.588764989359559</c:v>
                </c:pt>
                <c:pt idx="974">
                  <c:v>1.6620491276904079</c:v>
                </c:pt>
                <c:pt idx="975">
                  <c:v>1.53085982125771</c:v>
                </c:pt>
                <c:pt idx="976">
                  <c:v>1.116541379419111</c:v>
                </c:pt>
                <c:pt idx="977">
                  <c:v>0.99363668743424294</c:v>
                </c:pt>
                <c:pt idx="978">
                  <c:v>0.89426201509123371</c:v>
                </c:pt>
                <c:pt idx="979">
                  <c:v>0.76142748619320233</c:v>
                </c:pt>
                <c:pt idx="980">
                  <c:v>0.82629056083163621</c:v>
                </c:pt>
                <c:pt idx="981">
                  <c:v>0.90459824455514071</c:v>
                </c:pt>
                <c:pt idx="982">
                  <c:v>0.96625007322994549</c:v>
                </c:pt>
                <c:pt idx="983">
                  <c:v>0.97637266221240904</c:v>
                </c:pt>
                <c:pt idx="984">
                  <c:v>0.97787714275916282</c:v>
                </c:pt>
                <c:pt idx="985">
                  <c:v>0.97892211424125875</c:v>
                </c:pt>
                <c:pt idx="986">
                  <c:v>0.98213232910168835</c:v>
                </c:pt>
                <c:pt idx="987">
                  <c:v>0.98341725699819149</c:v>
                </c:pt>
                <c:pt idx="988">
                  <c:v>0.93943368698439222</c:v>
                </c:pt>
                <c:pt idx="989">
                  <c:v>0.48325416646918651</c:v>
                </c:pt>
                <c:pt idx="990">
                  <c:v>1.3840758466251639</c:v>
                </c:pt>
                <c:pt idx="991">
                  <c:v>1.9830054415475711</c:v>
                </c:pt>
                <c:pt idx="992">
                  <c:v>1.8937173724662371</c:v>
                </c:pt>
                <c:pt idx="993">
                  <c:v>1.7246821711390019</c:v>
                </c:pt>
                <c:pt idx="994">
                  <c:v>1.151433967032057</c:v>
                </c:pt>
                <c:pt idx="995">
                  <c:v>1.1317393468094019</c:v>
                </c:pt>
                <c:pt idx="996">
                  <c:v>1.0572472638149371</c:v>
                </c:pt>
                <c:pt idx="997">
                  <c:v>1.0032253444318791</c:v>
                </c:pt>
                <c:pt idx="998">
                  <c:v>0.79605641587027531</c:v>
                </c:pt>
                <c:pt idx="999">
                  <c:v>0.78008744526024454</c:v>
                </c:pt>
                <c:pt idx="1000">
                  <c:v>0.81935989170972534</c:v>
                </c:pt>
                <c:pt idx="1001">
                  <c:v>1.249929426108316</c:v>
                </c:pt>
                <c:pt idx="1002">
                  <c:v>1.2859578584662961</c:v>
                </c:pt>
                <c:pt idx="1003">
                  <c:v>1.436066036986579</c:v>
                </c:pt>
                <c:pt idx="1004">
                  <c:v>1.6473505230496781</c:v>
                </c:pt>
                <c:pt idx="1005">
                  <c:v>1.795897616495943</c:v>
                </c:pt>
                <c:pt idx="1006">
                  <c:v>1.814489522349217</c:v>
                </c:pt>
                <c:pt idx="1007">
                  <c:v>2.0416617498181169</c:v>
                </c:pt>
                <c:pt idx="1008">
                  <c:v>3.7362893277520448</c:v>
                </c:pt>
                <c:pt idx="1009">
                  <c:v>3.6719391156720769</c:v>
                </c:pt>
                <c:pt idx="1010">
                  <c:v>2.9122289369401821</c:v>
                </c:pt>
                <c:pt idx="1011">
                  <c:v>2.2875882778510439</c:v>
                </c:pt>
                <c:pt idx="1012">
                  <c:v>1.9117669489575511</c:v>
                </c:pt>
                <c:pt idx="1013">
                  <c:v>1.9882841354452849</c:v>
                </c:pt>
                <c:pt idx="1014">
                  <c:v>2.4602887436000631</c:v>
                </c:pt>
                <c:pt idx="1015">
                  <c:v>2.759005372864912</c:v>
                </c:pt>
                <c:pt idx="1016">
                  <c:v>2.8128888179316078</c:v>
                </c:pt>
                <c:pt idx="1017">
                  <c:v>2.4030598398944738</c:v>
                </c:pt>
                <c:pt idx="1018">
                  <c:v>1.143625857830423</c:v>
                </c:pt>
                <c:pt idx="1019">
                  <c:v>0.91688392333178592</c:v>
                </c:pt>
                <c:pt idx="1020">
                  <c:v>1.531697738073819</c:v>
                </c:pt>
                <c:pt idx="1021">
                  <c:v>2.405743712844111</c:v>
                </c:pt>
                <c:pt idx="1022">
                  <c:v>2.4893537811899709</c:v>
                </c:pt>
                <c:pt idx="1023">
                  <c:v>2.356958314627414</c:v>
                </c:pt>
                <c:pt idx="1024">
                  <c:v>1.832991243471096</c:v>
                </c:pt>
                <c:pt idx="1025">
                  <c:v>1.2057072700804721</c:v>
                </c:pt>
                <c:pt idx="1026">
                  <c:v>0.79282903666986893</c:v>
                </c:pt>
                <c:pt idx="1027">
                  <c:v>0.59719898458363851</c:v>
                </c:pt>
                <c:pt idx="1028">
                  <c:v>0.8129030254656695</c:v>
                </c:pt>
                <c:pt idx="1029">
                  <c:v>1.1159128744063731</c:v>
                </c:pt>
                <c:pt idx="1030">
                  <c:v>1.2658524014608661</c:v>
                </c:pt>
                <c:pt idx="1031">
                  <c:v>1.2745280373198999</c:v>
                </c:pt>
                <c:pt idx="1032">
                  <c:v>1.3305925223211079</c:v>
                </c:pt>
                <c:pt idx="1033">
                  <c:v>1.1725463798833999</c:v>
                </c:pt>
                <c:pt idx="1034">
                  <c:v>1.0742055392287599</c:v>
                </c:pt>
                <c:pt idx="1035">
                  <c:v>0.88322822261308853</c:v>
                </c:pt>
                <c:pt idx="1036">
                  <c:v>0.81095956614319487</c:v>
                </c:pt>
                <c:pt idx="1037">
                  <c:v>0.85176599621697691</c:v>
                </c:pt>
                <c:pt idx="1038">
                  <c:v>1.1194288868781961</c:v>
                </c:pt>
                <c:pt idx="1039">
                  <c:v>1.2521674438424051</c:v>
                </c:pt>
                <c:pt idx="1040">
                  <c:v>1.2468432461170571</c:v>
                </c:pt>
                <c:pt idx="1041">
                  <c:v>1.185476035414802</c:v>
                </c:pt>
                <c:pt idx="1042">
                  <c:v>1.147111451515314</c:v>
                </c:pt>
                <c:pt idx="1043">
                  <c:v>1.123985624684418</c:v>
                </c:pt>
                <c:pt idx="1044">
                  <c:v>1.013150764577845</c:v>
                </c:pt>
                <c:pt idx="1045">
                  <c:v>0.6888655529257508</c:v>
                </c:pt>
                <c:pt idx="1046">
                  <c:v>0.58037847071013904</c:v>
                </c:pt>
                <c:pt idx="1047">
                  <c:v>0.80773770128834643</c:v>
                </c:pt>
                <c:pt idx="1048">
                  <c:v>1.2241953807876109</c:v>
                </c:pt>
                <c:pt idx="1049">
                  <c:v>1.2793318649049661</c:v>
                </c:pt>
                <c:pt idx="1050">
                  <c:v>1.294289728856755</c:v>
                </c:pt>
                <c:pt idx="1051">
                  <c:v>1.3918541246524181</c:v>
                </c:pt>
                <c:pt idx="1052">
                  <c:v>1.509494709527915</c:v>
                </c:pt>
                <c:pt idx="1053">
                  <c:v>1.546617274537073</c:v>
                </c:pt>
                <c:pt idx="1054">
                  <c:v>1.4495986130164911</c:v>
                </c:pt>
                <c:pt idx="1055">
                  <c:v>1.27760510604779</c:v>
                </c:pt>
                <c:pt idx="1056">
                  <c:v>1.1449541475868339</c:v>
                </c:pt>
                <c:pt idx="1057">
                  <c:v>1.244738991858354</c:v>
                </c:pt>
                <c:pt idx="1058">
                  <c:v>2.2316417552047372</c:v>
                </c:pt>
                <c:pt idx="1059">
                  <c:v>2.8885924728206449</c:v>
                </c:pt>
                <c:pt idx="1060">
                  <c:v>3.006125554227288</c:v>
                </c:pt>
                <c:pt idx="1061">
                  <c:v>2.8769100136361261</c:v>
                </c:pt>
                <c:pt idx="1062">
                  <c:v>1.2372968307659169</c:v>
                </c:pt>
                <c:pt idx="1063">
                  <c:v>0.98054665183820899</c:v>
                </c:pt>
                <c:pt idx="1064">
                  <c:v>1.003868264435942</c:v>
                </c:pt>
                <c:pt idx="1065">
                  <c:v>1.222347037603972</c:v>
                </c:pt>
                <c:pt idx="1066">
                  <c:v>1.342206112396187</c:v>
                </c:pt>
                <c:pt idx="1067">
                  <c:v>1.326333677082135</c:v>
                </c:pt>
                <c:pt idx="1068">
                  <c:v>1.2438486250436249</c:v>
                </c:pt>
                <c:pt idx="1069">
                  <c:v>1.095551309993479</c:v>
                </c:pt>
                <c:pt idx="1070">
                  <c:v>1.0850806389125229</c:v>
                </c:pt>
                <c:pt idx="1071">
                  <c:v>1.0360390359577909</c:v>
                </c:pt>
                <c:pt idx="1072">
                  <c:v>0.63631567868086303</c:v>
                </c:pt>
                <c:pt idx="1073">
                  <c:v>0.59418870378996069</c:v>
                </c:pt>
                <c:pt idx="1074">
                  <c:v>0.9349248601761353</c:v>
                </c:pt>
                <c:pt idx="1075">
                  <c:v>1.4068264723386901</c:v>
                </c:pt>
                <c:pt idx="1076">
                  <c:v>1.766280061178465</c:v>
                </c:pt>
                <c:pt idx="1077">
                  <c:v>1.3857961193228221</c:v>
                </c:pt>
                <c:pt idx="1078">
                  <c:v>0.93957355818676247</c:v>
                </c:pt>
                <c:pt idx="1079">
                  <c:v>0.79150059279843155</c:v>
                </c:pt>
                <c:pt idx="1080">
                  <c:v>0.89428347407423148</c:v>
                </c:pt>
                <c:pt idx="1081">
                  <c:v>1.654368357369433</c:v>
                </c:pt>
                <c:pt idx="1082">
                  <c:v>1.6019558744504541</c:v>
                </c:pt>
                <c:pt idx="1083">
                  <c:v>1.362082881963091</c:v>
                </c:pt>
                <c:pt idx="1084">
                  <c:v>1.2474615093535619</c:v>
                </c:pt>
                <c:pt idx="1085">
                  <c:v>1.2064667897275809</c:v>
                </c:pt>
                <c:pt idx="1086">
                  <c:v>1.174080761442124</c:v>
                </c:pt>
                <c:pt idx="1087">
                  <c:v>1.0849873508990679</c:v>
                </c:pt>
                <c:pt idx="1088">
                  <c:v>1.0660533390943101</c:v>
                </c:pt>
                <c:pt idx="1089">
                  <c:v>1.038848085919245</c:v>
                </c:pt>
                <c:pt idx="1090">
                  <c:v>0.85602550965980817</c:v>
                </c:pt>
                <c:pt idx="1091">
                  <c:v>0.71532078236142538</c:v>
                </c:pt>
                <c:pt idx="1092">
                  <c:v>0.72758098854233277</c:v>
                </c:pt>
                <c:pt idx="1093">
                  <c:v>0.74869040342039905</c:v>
                </c:pt>
                <c:pt idx="1094">
                  <c:v>0.75573899052178817</c:v>
                </c:pt>
                <c:pt idx="1095">
                  <c:v>0.76164839571330112</c:v>
                </c:pt>
                <c:pt idx="1096">
                  <c:v>0.82759830549715507</c:v>
                </c:pt>
                <c:pt idx="1097">
                  <c:v>0.85102753940717879</c:v>
                </c:pt>
                <c:pt idx="1098">
                  <c:v>0.93845621681983982</c:v>
                </c:pt>
                <c:pt idx="1099">
                  <c:v>1.762783746710644</c:v>
                </c:pt>
                <c:pt idx="1100">
                  <c:v>2.5049929351097879</c:v>
                </c:pt>
                <c:pt idx="1101">
                  <c:v>2.481235445873375</c:v>
                </c:pt>
                <c:pt idx="1102">
                  <c:v>2.0357022315779481</c:v>
                </c:pt>
                <c:pt idx="1103">
                  <c:v>1.926332715911599</c:v>
                </c:pt>
                <c:pt idx="1104">
                  <c:v>1.9682078011551669</c:v>
                </c:pt>
                <c:pt idx="1105">
                  <c:v>2.3983325391324501</c:v>
                </c:pt>
                <c:pt idx="1106">
                  <c:v>2.9060506996173898</c:v>
                </c:pt>
                <c:pt idx="1107">
                  <c:v>3.2699164764152999</c:v>
                </c:pt>
                <c:pt idx="1108">
                  <c:v>3.3252089355906689</c:v>
                </c:pt>
                <c:pt idx="1109">
                  <c:v>3.175871207464525</c:v>
                </c:pt>
                <c:pt idx="1110">
                  <c:v>1.7466086496783491</c:v>
                </c:pt>
                <c:pt idx="1111">
                  <c:v>1.704209059813204</c:v>
                </c:pt>
                <c:pt idx="1112">
                  <c:v>1.617280991822043</c:v>
                </c:pt>
                <c:pt idx="1113">
                  <c:v>1.3776136390826581</c:v>
                </c:pt>
                <c:pt idx="1114">
                  <c:v>1.248421148734979</c:v>
                </c:pt>
                <c:pt idx="1115">
                  <c:v>1.292298644797554</c:v>
                </c:pt>
                <c:pt idx="1116">
                  <c:v>1.3969930365048959</c:v>
                </c:pt>
                <c:pt idx="1117">
                  <c:v>1.4845553383834049</c:v>
                </c:pt>
                <c:pt idx="1118">
                  <c:v>1.5007393921987651</c:v>
                </c:pt>
                <c:pt idx="1119">
                  <c:v>1.3770568758846291</c:v>
                </c:pt>
                <c:pt idx="1120">
                  <c:v>0.29747511987070402</c:v>
                </c:pt>
                <c:pt idx="1121">
                  <c:v>0.1231244765914403</c:v>
                </c:pt>
                <c:pt idx="1122">
                  <c:v>0.36503413882397412</c:v>
                </c:pt>
                <c:pt idx="1123">
                  <c:v>0.69094504909223176</c:v>
                </c:pt>
                <c:pt idx="1124">
                  <c:v>0.91886231780378413</c:v>
                </c:pt>
                <c:pt idx="1125">
                  <c:v>0.7726438179185825</c:v>
                </c:pt>
                <c:pt idx="1126">
                  <c:v>0.5093887337687355</c:v>
                </c:pt>
                <c:pt idx="1127">
                  <c:v>0.40470902080091958</c:v>
                </c:pt>
                <c:pt idx="1128">
                  <c:v>0.57932932252278269</c:v>
                </c:pt>
                <c:pt idx="1129">
                  <c:v>1.5478596391700741</c:v>
                </c:pt>
                <c:pt idx="1130">
                  <c:v>2.2399478586122838</c:v>
                </c:pt>
                <c:pt idx="1131">
                  <c:v>2.127178447179995</c:v>
                </c:pt>
                <c:pt idx="1132">
                  <c:v>2.025729783947074</c:v>
                </c:pt>
                <c:pt idx="1133">
                  <c:v>1.946216051691291</c:v>
                </c:pt>
                <c:pt idx="1134">
                  <c:v>1.9974212413789549</c:v>
                </c:pt>
                <c:pt idx="1135">
                  <c:v>2.770994128033287</c:v>
                </c:pt>
                <c:pt idx="1136">
                  <c:v>3.5729478287561109</c:v>
                </c:pt>
                <c:pt idx="1137">
                  <c:v>3.9598110184706989</c:v>
                </c:pt>
                <c:pt idx="1138">
                  <c:v>3.935631109964238</c:v>
                </c:pt>
                <c:pt idx="1139">
                  <c:v>3.6416213088504898</c:v>
                </c:pt>
                <c:pt idx="1140">
                  <c:v>3.501400531119125</c:v>
                </c:pt>
                <c:pt idx="1141">
                  <c:v>3.369434410939987</c:v>
                </c:pt>
                <c:pt idx="1142">
                  <c:v>1.765144960515546</c:v>
                </c:pt>
                <c:pt idx="1143">
                  <c:v>0.56845060339505649</c:v>
                </c:pt>
                <c:pt idx="1144">
                  <c:v>0.3731872534136963</c:v>
                </c:pt>
                <c:pt idx="1145">
                  <c:v>0.44177795307823042</c:v>
                </c:pt>
                <c:pt idx="1146">
                  <c:v>1.1311929104140781</c:v>
                </c:pt>
                <c:pt idx="1147">
                  <c:v>2.1095112164605569</c:v>
                </c:pt>
                <c:pt idx="1148">
                  <c:v>2.555043420292038</c:v>
                </c:pt>
                <c:pt idx="1149">
                  <c:v>2.394559755416259</c:v>
                </c:pt>
                <c:pt idx="1150">
                  <c:v>0.36855014622351201</c:v>
                </c:pt>
                <c:pt idx="1151">
                  <c:v>0.51278179279639158</c:v>
                </c:pt>
                <c:pt idx="1152">
                  <c:v>0.66410221444531126</c:v>
                </c:pt>
                <c:pt idx="1153">
                  <c:v>1.8520009620076141</c:v>
                </c:pt>
                <c:pt idx="1154">
                  <c:v>2.0562987301510569</c:v>
                </c:pt>
                <c:pt idx="1155">
                  <c:v>2.122942999436531</c:v>
                </c:pt>
                <c:pt idx="1156">
                  <c:v>2.2657597624440018</c:v>
                </c:pt>
                <c:pt idx="1157">
                  <c:v>2.3553600381085378</c:v>
                </c:pt>
                <c:pt idx="1158">
                  <c:v>2.2207133243072881</c:v>
                </c:pt>
                <c:pt idx="1159">
                  <c:v>0.48355788866723509</c:v>
                </c:pt>
                <c:pt idx="1160">
                  <c:v>0.4632446734982375</c:v>
                </c:pt>
                <c:pt idx="1161">
                  <c:v>0.42572453329577459</c:v>
                </c:pt>
                <c:pt idx="1162">
                  <c:v>0.35855920080828468</c:v>
                </c:pt>
                <c:pt idx="1163">
                  <c:v>0.38335968194769621</c:v>
                </c:pt>
                <c:pt idx="1164">
                  <c:v>0.39982209863403229</c:v>
                </c:pt>
                <c:pt idx="1165">
                  <c:v>0.76729861666513477</c:v>
                </c:pt>
                <c:pt idx="1166">
                  <c:v>0.93393825415536336</c:v>
                </c:pt>
                <c:pt idx="1167">
                  <c:v>0.94296599430053685</c:v>
                </c:pt>
                <c:pt idx="1168">
                  <c:v>0.95327010001112245</c:v>
                </c:pt>
                <c:pt idx="1169">
                  <c:v>1.202609955168096</c:v>
                </c:pt>
                <c:pt idx="1170">
                  <c:v>1.1832966980978239</c:v>
                </c:pt>
                <c:pt idx="1171">
                  <c:v>1.046440584467826</c:v>
                </c:pt>
                <c:pt idx="1172">
                  <c:v>0.99625000569572109</c:v>
                </c:pt>
                <c:pt idx="1173">
                  <c:v>0.93995046247313663</c:v>
                </c:pt>
                <c:pt idx="1174">
                  <c:v>0.72663887633348856</c:v>
                </c:pt>
                <c:pt idx="1175">
                  <c:v>0.62786095986150703</c:v>
                </c:pt>
                <c:pt idx="1176">
                  <c:v>0.69165754456934714</c:v>
                </c:pt>
                <c:pt idx="1177">
                  <c:v>0.82297250619003559</c:v>
                </c:pt>
                <c:pt idx="1178">
                  <c:v>1.086099317919516</c:v>
                </c:pt>
                <c:pt idx="1179">
                  <c:v>1.168004727527117</c:v>
                </c:pt>
                <c:pt idx="1180">
                  <c:v>1.1647905602484669</c:v>
                </c:pt>
                <c:pt idx="1181">
                  <c:v>1.1427094158629569</c:v>
                </c:pt>
                <c:pt idx="1182">
                  <c:v>1.128523395388779</c:v>
                </c:pt>
                <c:pt idx="1183">
                  <c:v>1.189886554162052</c:v>
                </c:pt>
                <c:pt idx="1184">
                  <c:v>1.6963959671065629</c:v>
                </c:pt>
                <c:pt idx="1185">
                  <c:v>2.098784293428126</c:v>
                </c:pt>
                <c:pt idx="1186">
                  <c:v>2.2261334993100679</c:v>
                </c:pt>
                <c:pt idx="1187">
                  <c:v>2.1984152256884988</c:v>
                </c:pt>
                <c:pt idx="1188">
                  <c:v>1.9013561306717901</c:v>
                </c:pt>
                <c:pt idx="1189">
                  <c:v>1.5166040488581629</c:v>
                </c:pt>
                <c:pt idx="1190">
                  <c:v>1.403275586651888</c:v>
                </c:pt>
                <c:pt idx="1191">
                  <c:v>1.470744041203403</c:v>
                </c:pt>
                <c:pt idx="1192">
                  <c:v>1.8997337988030101</c:v>
                </c:pt>
                <c:pt idx="1193">
                  <c:v>2.0485424209831802</c:v>
                </c:pt>
                <c:pt idx="1194">
                  <c:v>2.1128436035715228</c:v>
                </c:pt>
                <c:pt idx="1195">
                  <c:v>2.6557534756585919</c:v>
                </c:pt>
                <c:pt idx="1196">
                  <c:v>2.895486897848158</c:v>
                </c:pt>
                <c:pt idx="1197">
                  <c:v>2.7719268674150421</c:v>
                </c:pt>
                <c:pt idx="1198">
                  <c:v>2.0844126747885912</c:v>
                </c:pt>
                <c:pt idx="1199">
                  <c:v>1.54666207489639</c:v>
                </c:pt>
                <c:pt idx="1200">
                  <c:v>1.03289594212205</c:v>
                </c:pt>
                <c:pt idx="1201">
                  <c:v>0.9010909108785643</c:v>
                </c:pt>
                <c:pt idx="1202">
                  <c:v>0.53786026430523493</c:v>
                </c:pt>
                <c:pt idx="1203">
                  <c:v>0.50156744006804965</c:v>
                </c:pt>
                <c:pt idx="1204">
                  <c:v>0.48441155169781902</c:v>
                </c:pt>
                <c:pt idx="1205">
                  <c:v>0.35653204711803549</c:v>
                </c:pt>
                <c:pt idx="1206">
                  <c:v>0.46571878481899448</c:v>
                </c:pt>
                <c:pt idx="1207">
                  <c:v>1.0828876521785531</c:v>
                </c:pt>
                <c:pt idx="1208">
                  <c:v>1.83234908675598</c:v>
                </c:pt>
                <c:pt idx="1209">
                  <c:v>1.8698733602328479</c:v>
                </c:pt>
                <c:pt idx="1210">
                  <c:v>2.0440900994096478</c:v>
                </c:pt>
                <c:pt idx="1211">
                  <c:v>2.21488474991662</c:v>
                </c:pt>
                <c:pt idx="1212">
                  <c:v>2.2879298405594231</c:v>
                </c:pt>
                <c:pt idx="1213">
                  <c:v>2.1454123291309011</c:v>
                </c:pt>
                <c:pt idx="1214">
                  <c:v>1.2907642401762001</c:v>
                </c:pt>
                <c:pt idx="1215">
                  <c:v>0.77832172924951437</c:v>
                </c:pt>
                <c:pt idx="1216">
                  <c:v>0.82567974680296807</c:v>
                </c:pt>
                <c:pt idx="1217">
                  <c:v>1.2785708609679991</c:v>
                </c:pt>
                <c:pt idx="1218">
                  <c:v>1.6429801522062359</c:v>
                </c:pt>
                <c:pt idx="1219">
                  <c:v>1.758440236221172</c:v>
                </c:pt>
                <c:pt idx="1220">
                  <c:v>1.714943867505347</c:v>
                </c:pt>
                <c:pt idx="1221">
                  <c:v>1.21066200557995</c:v>
                </c:pt>
                <c:pt idx="1222">
                  <c:v>1.076368365895404</c:v>
                </c:pt>
                <c:pt idx="1223">
                  <c:v>1.1285283744375649</c:v>
                </c:pt>
                <c:pt idx="1224">
                  <c:v>1.2216566141525349</c:v>
                </c:pt>
                <c:pt idx="1225">
                  <c:v>1.2755292317664451</c:v>
                </c:pt>
                <c:pt idx="1226">
                  <c:v>1.2409415627629019</c:v>
                </c:pt>
                <c:pt idx="1227">
                  <c:v>1.150956553107251</c:v>
                </c:pt>
                <c:pt idx="1228">
                  <c:v>1.1015707333020119</c:v>
                </c:pt>
                <c:pt idx="1229">
                  <c:v>1.0841023148993949</c:v>
                </c:pt>
                <c:pt idx="1230">
                  <c:v>1.1778952285318289</c:v>
                </c:pt>
                <c:pt idx="1231">
                  <c:v>1.378669696866019</c:v>
                </c:pt>
                <c:pt idx="1232">
                  <c:v>1.09465433403096</c:v>
                </c:pt>
                <c:pt idx="1233">
                  <c:v>0.89592245053882746</c:v>
                </c:pt>
                <c:pt idx="1234">
                  <c:v>0.46110670621877048</c:v>
                </c:pt>
                <c:pt idx="1235">
                  <c:v>0.41541621406489709</c:v>
                </c:pt>
                <c:pt idx="1236">
                  <c:v>0.45966360032698611</c:v>
                </c:pt>
                <c:pt idx="1237">
                  <c:v>0.99437137006633769</c:v>
                </c:pt>
                <c:pt idx="1238">
                  <c:v>1.1397079020777261</c:v>
                </c:pt>
                <c:pt idx="1239">
                  <c:v>1.0926579841922091</c:v>
                </c:pt>
                <c:pt idx="1240">
                  <c:v>0.77327485606518853</c:v>
                </c:pt>
                <c:pt idx="1241">
                  <c:v>0.73948966136047722</c:v>
                </c:pt>
                <c:pt idx="1242">
                  <c:v>0.75155124150407238</c:v>
                </c:pt>
                <c:pt idx="1243">
                  <c:v>0.81950420887010755</c:v>
                </c:pt>
                <c:pt idx="1244">
                  <c:v>0.90896518802296722</c:v>
                </c:pt>
                <c:pt idx="1245">
                  <c:v>0.92528072942927642</c:v>
                </c:pt>
                <c:pt idx="1246">
                  <c:v>0.93253665367463234</c:v>
                </c:pt>
                <c:pt idx="1247">
                  <c:v>0.97427989458867792</c:v>
                </c:pt>
                <c:pt idx="1248">
                  <c:v>0.9907352787302659</c:v>
                </c:pt>
                <c:pt idx="1249">
                  <c:v>1.0545068128384569</c:v>
                </c:pt>
                <c:pt idx="1250">
                  <c:v>1.1019511353597879</c:v>
                </c:pt>
                <c:pt idx="1251">
                  <c:v>1.114702408511492</c:v>
                </c:pt>
                <c:pt idx="1252">
                  <c:v>1.0952602615523579</c:v>
                </c:pt>
                <c:pt idx="1253">
                  <c:v>0.96209197540526414</c:v>
                </c:pt>
                <c:pt idx="1254">
                  <c:v>0.91169562747664545</c:v>
                </c:pt>
                <c:pt idx="1255">
                  <c:v>0.91932826783165356</c:v>
                </c:pt>
                <c:pt idx="1256">
                  <c:v>0.97261158874905962</c:v>
                </c:pt>
                <c:pt idx="1257">
                  <c:v>1.0077316625307651</c:v>
                </c:pt>
                <c:pt idx="1258">
                  <c:v>1.0140480710547459</c:v>
                </c:pt>
                <c:pt idx="1259">
                  <c:v>1.034574894866281</c:v>
                </c:pt>
                <c:pt idx="1260">
                  <c:v>1.256572163052232</c:v>
                </c:pt>
                <c:pt idx="1261">
                  <c:v>1.3142565825444259</c:v>
                </c:pt>
                <c:pt idx="1262">
                  <c:v>1.3007751506175029</c:v>
                </c:pt>
                <c:pt idx="1263">
                  <c:v>1.110627115842812</c:v>
                </c:pt>
                <c:pt idx="1264">
                  <c:v>1.041740236863228</c:v>
                </c:pt>
                <c:pt idx="1265">
                  <c:v>1.0425595141583039</c:v>
                </c:pt>
                <c:pt idx="1266">
                  <c:v>1.0491162976934889</c:v>
                </c:pt>
                <c:pt idx="1267">
                  <c:v>1.0600514395862</c:v>
                </c:pt>
                <c:pt idx="1268">
                  <c:v>1.0625400535663301</c:v>
                </c:pt>
                <c:pt idx="1269">
                  <c:v>1.14204051973895</c:v>
                </c:pt>
                <c:pt idx="1270">
                  <c:v>1.5157791531222611</c:v>
                </c:pt>
                <c:pt idx="1271">
                  <c:v>1.164291803738704</c:v>
                </c:pt>
                <c:pt idx="1272">
                  <c:v>0.86676060882119843</c:v>
                </c:pt>
                <c:pt idx="1273">
                  <c:v>0.61102247929491549</c:v>
                </c:pt>
                <c:pt idx="1274">
                  <c:v>0.52026919966597918</c:v>
                </c:pt>
                <c:pt idx="1275">
                  <c:v>0.53355939107068384</c:v>
                </c:pt>
                <c:pt idx="1276">
                  <c:v>0.70715136117008437</c:v>
                </c:pt>
                <c:pt idx="1277">
                  <c:v>0.75553149620563675</c:v>
                </c:pt>
                <c:pt idx="1278">
                  <c:v>0.7882577429794021</c:v>
                </c:pt>
                <c:pt idx="1279">
                  <c:v>1.0451481288119551</c:v>
                </c:pt>
                <c:pt idx="1280">
                  <c:v>1.1425879323163499</c:v>
                </c:pt>
                <c:pt idx="1281">
                  <c:v>1.20437898293913</c:v>
                </c:pt>
                <c:pt idx="1282">
                  <c:v>1.4067909634022371</c:v>
                </c:pt>
                <c:pt idx="1283">
                  <c:v>1.4463690118115979</c:v>
                </c:pt>
                <c:pt idx="1284">
                  <c:v>1.500551199058773</c:v>
                </c:pt>
                <c:pt idx="1285">
                  <c:v>1.797286202063918</c:v>
                </c:pt>
                <c:pt idx="1286">
                  <c:v>2.0887202870637211</c:v>
                </c:pt>
                <c:pt idx="1287">
                  <c:v>2.0397695789313262</c:v>
                </c:pt>
                <c:pt idx="1288">
                  <c:v>1.5945263073054441</c:v>
                </c:pt>
                <c:pt idx="1289">
                  <c:v>1.4058625391436139</c:v>
                </c:pt>
                <c:pt idx="1290">
                  <c:v>1.372015401481286</c:v>
                </c:pt>
                <c:pt idx="1291">
                  <c:v>1.354258417520692</c:v>
                </c:pt>
                <c:pt idx="1292">
                  <c:v>1.1908273520211521</c:v>
                </c:pt>
                <c:pt idx="1293">
                  <c:v>1.1629021512998949</c:v>
                </c:pt>
                <c:pt idx="1294">
                  <c:v>1.1331984092378611</c:v>
                </c:pt>
                <c:pt idx="1295">
                  <c:v>0.93786392464721535</c:v>
                </c:pt>
                <c:pt idx="1296">
                  <c:v>0.85245271400575862</c:v>
                </c:pt>
                <c:pt idx="1297">
                  <c:v>0.85988858514273425</c:v>
                </c:pt>
                <c:pt idx="1298">
                  <c:v>0.91945278251019891</c:v>
                </c:pt>
                <c:pt idx="1299">
                  <c:v>0.92577334535718359</c:v>
                </c:pt>
                <c:pt idx="1300">
                  <c:v>0.96299624624398983</c:v>
                </c:pt>
                <c:pt idx="1301">
                  <c:v>1.0035458477785251</c:v>
                </c:pt>
                <c:pt idx="1302">
                  <c:v>1.0224205380740941</c:v>
                </c:pt>
                <c:pt idx="1303">
                  <c:v>1.0420621173147</c:v>
                </c:pt>
                <c:pt idx="1304">
                  <c:v>1.139985503279012</c:v>
                </c:pt>
                <c:pt idx="1305">
                  <c:v>1.231372562873629</c:v>
                </c:pt>
                <c:pt idx="1306">
                  <c:v>1.3016480736609339</c:v>
                </c:pt>
                <c:pt idx="1307">
                  <c:v>1.3265605014386079</c:v>
                </c:pt>
                <c:pt idx="1308">
                  <c:v>1.3236740423341411</c:v>
                </c:pt>
                <c:pt idx="1309">
                  <c:v>1.3102948173836371</c:v>
                </c:pt>
                <c:pt idx="1310">
                  <c:v>1.3076165493428711</c:v>
                </c:pt>
                <c:pt idx="1311">
                  <c:v>1.391642716573843</c:v>
                </c:pt>
                <c:pt idx="1312">
                  <c:v>2.0263977862755489</c:v>
                </c:pt>
                <c:pt idx="1313">
                  <c:v>2.3766187873108668</c:v>
                </c:pt>
                <c:pt idx="1314">
                  <c:v>2.3861231838630639</c:v>
                </c:pt>
                <c:pt idx="1315">
                  <c:v>2.3924921926244331</c:v>
                </c:pt>
                <c:pt idx="1316">
                  <c:v>2.5352290397268868</c:v>
                </c:pt>
                <c:pt idx="1317">
                  <c:v>2.444706215284278</c:v>
                </c:pt>
                <c:pt idx="1318">
                  <c:v>1.485376143488617</c:v>
                </c:pt>
                <c:pt idx="1319">
                  <c:v>1.202054079692622</c:v>
                </c:pt>
                <c:pt idx="1320">
                  <c:v>1.242224788378093</c:v>
                </c:pt>
                <c:pt idx="1321">
                  <c:v>1.343482833146225</c:v>
                </c:pt>
                <c:pt idx="1322">
                  <c:v>1.3596313059545639</c:v>
                </c:pt>
                <c:pt idx="1323">
                  <c:v>1.294434795471292</c:v>
                </c:pt>
                <c:pt idx="1324">
                  <c:v>0.91946106636351776</c:v>
                </c:pt>
                <c:pt idx="1325">
                  <c:v>0.66157003395717173</c:v>
                </c:pt>
                <c:pt idx="1326">
                  <c:v>0.65519223030853713</c:v>
                </c:pt>
                <c:pt idx="1327">
                  <c:v>0.61805436715263373</c:v>
                </c:pt>
                <c:pt idx="1328">
                  <c:v>0.57841911042942729</c:v>
                </c:pt>
                <c:pt idx="1329">
                  <c:v>0.55485118546226486</c:v>
                </c:pt>
                <c:pt idx="1330">
                  <c:v>0.66007207255558509</c:v>
                </c:pt>
                <c:pt idx="1331">
                  <c:v>2.3514673967869202</c:v>
                </c:pt>
                <c:pt idx="1332">
                  <c:v>2.3643688689192981</c:v>
                </c:pt>
                <c:pt idx="1333">
                  <c:v>2.4220164866003029</c:v>
                </c:pt>
                <c:pt idx="1334">
                  <c:v>2.4647680110751171</c:v>
                </c:pt>
                <c:pt idx="1335">
                  <c:v>2.3232178359269491</c:v>
                </c:pt>
                <c:pt idx="1336">
                  <c:v>1.9589405405546381</c:v>
                </c:pt>
                <c:pt idx="1337">
                  <c:v>1.742293199898947</c:v>
                </c:pt>
                <c:pt idx="1338">
                  <c:v>1.7065999688710329</c:v>
                </c:pt>
                <c:pt idx="1339">
                  <c:v>1.6736034263705679</c:v>
                </c:pt>
                <c:pt idx="1340">
                  <c:v>1.3279078835706819</c:v>
                </c:pt>
                <c:pt idx="1341">
                  <c:v>1.2325509029500721</c:v>
                </c:pt>
                <c:pt idx="1342">
                  <c:v>1.268338266491162</c:v>
                </c:pt>
                <c:pt idx="1343">
                  <c:v>1.7912468388139191</c:v>
                </c:pt>
                <c:pt idx="1344">
                  <c:v>1.985745895110633</c:v>
                </c:pt>
                <c:pt idx="1345">
                  <c:v>1.8846549559518211</c:v>
                </c:pt>
                <c:pt idx="1346">
                  <c:v>1.508846849655592</c:v>
                </c:pt>
                <c:pt idx="1347">
                  <c:v>1.358562976723958</c:v>
                </c:pt>
                <c:pt idx="1348">
                  <c:v>0.77840766483289658</c:v>
                </c:pt>
                <c:pt idx="1349">
                  <c:v>0.67161448551299052</c:v>
                </c:pt>
                <c:pt idx="1350">
                  <c:v>0.76021277504994433</c:v>
                </c:pt>
                <c:pt idx="1351">
                  <c:v>2.12223861321247</c:v>
                </c:pt>
                <c:pt idx="1352">
                  <c:v>2.638708559087616</c:v>
                </c:pt>
                <c:pt idx="1353">
                  <c:v>2.6577657900085279</c:v>
                </c:pt>
                <c:pt idx="1354">
                  <c:v>2.8270422763090872</c:v>
                </c:pt>
                <c:pt idx="1355">
                  <c:v>2.8996845863081799</c:v>
                </c:pt>
                <c:pt idx="1356">
                  <c:v>2.8392989473443579</c:v>
                </c:pt>
                <c:pt idx="1357">
                  <c:v>2.1209114651739172</c:v>
                </c:pt>
                <c:pt idx="1358">
                  <c:v>1.64404637670886</c:v>
                </c:pt>
                <c:pt idx="1359">
                  <c:v>1.608142959614385</c:v>
                </c:pt>
                <c:pt idx="1360">
                  <c:v>1.285789652625897</c:v>
                </c:pt>
                <c:pt idx="1361">
                  <c:v>1.1491134107742489</c:v>
                </c:pt>
                <c:pt idx="1362">
                  <c:v>1.152679311711035</c:v>
                </c:pt>
                <c:pt idx="1363">
                  <c:v>1.155929385494727</c:v>
                </c:pt>
                <c:pt idx="1364">
                  <c:v>1.21706420509032</c:v>
                </c:pt>
                <c:pt idx="1365">
                  <c:v>1.2135969184907589</c:v>
                </c:pt>
                <c:pt idx="1366">
                  <c:v>1.190571627411426</c:v>
                </c:pt>
                <c:pt idx="1367">
                  <c:v>1.1710184727680411</c:v>
                </c:pt>
                <c:pt idx="1368">
                  <c:v>1.1653843485543069</c:v>
                </c:pt>
                <c:pt idx="1369">
                  <c:v>1.3199867830104299</c:v>
                </c:pt>
                <c:pt idx="1370">
                  <c:v>1.5789025361598541</c:v>
                </c:pt>
                <c:pt idx="1371">
                  <c:v>1.6036005961756981</c:v>
                </c:pt>
                <c:pt idx="1372">
                  <c:v>1.58652083949935</c:v>
                </c:pt>
                <c:pt idx="1373">
                  <c:v>1.562279468845936</c:v>
                </c:pt>
                <c:pt idx="1374">
                  <c:v>1.5599100391418259</c:v>
                </c:pt>
                <c:pt idx="1375">
                  <c:v>1.5142724607948821</c:v>
                </c:pt>
                <c:pt idx="1376">
                  <c:v>0.81296822501848431</c:v>
                </c:pt>
                <c:pt idx="1377">
                  <c:v>0.54560246232056064</c:v>
                </c:pt>
                <c:pt idx="1378">
                  <c:v>0.55038471420544965</c:v>
                </c:pt>
                <c:pt idx="1379">
                  <c:v>0.59451923680759056</c:v>
                </c:pt>
                <c:pt idx="1380">
                  <c:v>0.62557453927605222</c:v>
                </c:pt>
                <c:pt idx="1381">
                  <c:v>0.63082552476439602</c:v>
                </c:pt>
                <c:pt idx="1382">
                  <c:v>0.68670097344800618</c:v>
                </c:pt>
                <c:pt idx="1383">
                  <c:v>0.7296927507035974</c:v>
                </c:pt>
                <c:pt idx="1384">
                  <c:v>0.728061856395395</c:v>
                </c:pt>
                <c:pt idx="1385">
                  <c:v>0.72286762612183753</c:v>
                </c:pt>
                <c:pt idx="1386">
                  <c:v>0.70107868605217694</c:v>
                </c:pt>
                <c:pt idx="1387">
                  <c:v>0.66846114294540893</c:v>
                </c:pt>
                <c:pt idx="1388">
                  <c:v>0.65238788021461247</c:v>
                </c:pt>
                <c:pt idx="1389">
                  <c:v>0.73081553066560001</c:v>
                </c:pt>
                <c:pt idx="1390">
                  <c:v>1.3002368355229561</c:v>
                </c:pt>
                <c:pt idx="1391">
                  <c:v>1.59060013607355</c:v>
                </c:pt>
                <c:pt idx="1392">
                  <c:v>1.5589964845579141</c:v>
                </c:pt>
                <c:pt idx="1393">
                  <c:v>1.212254515605975</c:v>
                </c:pt>
                <c:pt idx="1394">
                  <c:v>1.104901063554901</c:v>
                </c:pt>
                <c:pt idx="1395">
                  <c:v>1.161192114173756</c:v>
                </c:pt>
                <c:pt idx="1396">
                  <c:v>1.4840249860324921</c:v>
                </c:pt>
                <c:pt idx="1397">
                  <c:v>2.0811902778610172</c:v>
                </c:pt>
                <c:pt idx="1398">
                  <c:v>2.147950939222004</c:v>
                </c:pt>
                <c:pt idx="1399">
                  <c:v>2.1412337825338619</c:v>
                </c:pt>
                <c:pt idx="1400">
                  <c:v>2.033975478284852</c:v>
                </c:pt>
                <c:pt idx="1401">
                  <c:v>2.0051450116616869</c:v>
                </c:pt>
                <c:pt idx="1402">
                  <c:v>1.973067320384678</c:v>
                </c:pt>
                <c:pt idx="1403">
                  <c:v>1.5588218954120789</c:v>
                </c:pt>
                <c:pt idx="1404">
                  <c:v>1.394918008808044</c:v>
                </c:pt>
                <c:pt idx="1405">
                  <c:v>1.378968197871463</c:v>
                </c:pt>
                <c:pt idx="1406">
                  <c:v>1.2675942549009109</c:v>
                </c:pt>
                <c:pt idx="1407">
                  <c:v>1.1524571401633981</c:v>
                </c:pt>
                <c:pt idx="1408">
                  <c:v>1.138213390875112</c:v>
                </c:pt>
                <c:pt idx="1409">
                  <c:v>1.2206741761484881</c:v>
                </c:pt>
                <c:pt idx="1410">
                  <c:v>2.0126350634224131</c:v>
                </c:pt>
                <c:pt idx="1411">
                  <c:v>2.1174526822726918</c:v>
                </c:pt>
                <c:pt idx="1412">
                  <c:v>2.0981724633550609</c:v>
                </c:pt>
                <c:pt idx="1413">
                  <c:v>1.781815943981784</c:v>
                </c:pt>
                <c:pt idx="1414">
                  <c:v>1.6484466431752189</c:v>
                </c:pt>
                <c:pt idx="1415">
                  <c:v>1.624475027529364</c:v>
                </c:pt>
                <c:pt idx="1416">
                  <c:v>1.624338340954848</c:v>
                </c:pt>
                <c:pt idx="1417">
                  <c:v>1.6234070232566999</c:v>
                </c:pt>
                <c:pt idx="1418">
                  <c:v>1.5823792407816439</c:v>
                </c:pt>
                <c:pt idx="1419">
                  <c:v>1.366276766033411</c:v>
                </c:pt>
                <c:pt idx="1420">
                  <c:v>1.2139213916838461</c:v>
                </c:pt>
                <c:pt idx="1421">
                  <c:v>1.200281324788683</c:v>
                </c:pt>
                <c:pt idx="1422">
                  <c:v>1.0838950175295039</c:v>
                </c:pt>
                <c:pt idx="1423">
                  <c:v>0.91910221781146273</c:v>
                </c:pt>
                <c:pt idx="1424">
                  <c:v>0.8099891844695376</c:v>
                </c:pt>
                <c:pt idx="1425">
                  <c:v>0.77099106867326161</c:v>
                </c:pt>
                <c:pt idx="1426">
                  <c:v>0.77490630478897815</c:v>
                </c:pt>
                <c:pt idx="1427">
                  <c:v>0.83025827968842081</c:v>
                </c:pt>
                <c:pt idx="1428">
                  <c:v>0.86092289325487248</c:v>
                </c:pt>
                <c:pt idx="1429">
                  <c:v>0.84785023672470405</c:v>
                </c:pt>
                <c:pt idx="1430">
                  <c:v>0.7038466596032763</c:v>
                </c:pt>
                <c:pt idx="1431">
                  <c:v>0.63643739125561272</c:v>
                </c:pt>
                <c:pt idx="1432">
                  <c:v>0.61732408967763408</c:v>
                </c:pt>
                <c:pt idx="1433">
                  <c:v>0.62961872907353977</c:v>
                </c:pt>
                <c:pt idx="1434">
                  <c:v>0.7808671394637654</c:v>
                </c:pt>
                <c:pt idx="1435">
                  <c:v>0.50294262506827536</c:v>
                </c:pt>
                <c:pt idx="1436">
                  <c:v>0.31486748757909899</c:v>
                </c:pt>
                <c:pt idx="1437">
                  <c:v>0.11743807231904151</c:v>
                </c:pt>
                <c:pt idx="1438">
                  <c:v>8.4692256132346169E-2</c:v>
                </c:pt>
                <c:pt idx="1439">
                  <c:v>0.145598455557329</c:v>
                </c:pt>
                <c:pt idx="1440">
                  <c:v>0.78072618089901935</c:v>
                </c:pt>
                <c:pt idx="1441">
                  <c:v>0.75263195222007562</c:v>
                </c:pt>
                <c:pt idx="1442">
                  <c:v>0.48040800607868273</c:v>
                </c:pt>
                <c:pt idx="1443">
                  <c:v>0.46099975941335231</c:v>
                </c:pt>
                <c:pt idx="1444">
                  <c:v>0.56361130810673854</c:v>
                </c:pt>
                <c:pt idx="1445">
                  <c:v>1.2558098829827149</c:v>
                </c:pt>
                <c:pt idx="1446">
                  <c:v>1.603363067023444</c:v>
                </c:pt>
                <c:pt idx="1447">
                  <c:v>1.5304493780749751</c:v>
                </c:pt>
                <c:pt idx="1448">
                  <c:v>0.94320047880241265</c:v>
                </c:pt>
                <c:pt idx="1449">
                  <c:v>0.73747689970660135</c:v>
                </c:pt>
                <c:pt idx="1450">
                  <c:v>0.7899932016988952</c:v>
                </c:pt>
                <c:pt idx="1451">
                  <c:v>1.0436200764159409</c:v>
                </c:pt>
                <c:pt idx="1452">
                  <c:v>1.2814333662874791</c:v>
                </c:pt>
                <c:pt idx="1453">
                  <c:v>1.4079232327926321</c:v>
                </c:pt>
                <c:pt idx="1454">
                  <c:v>1.34880006903578</c:v>
                </c:pt>
                <c:pt idx="1455">
                  <c:v>1.043081679168478</c:v>
                </c:pt>
                <c:pt idx="1456">
                  <c:v>0.7902551833999204</c:v>
                </c:pt>
                <c:pt idx="1457">
                  <c:v>0.73946586527218816</c:v>
                </c:pt>
                <c:pt idx="1458">
                  <c:v>0.39749042298517939</c:v>
                </c:pt>
                <c:pt idx="1459">
                  <c:v>0.3914964178561614</c:v>
                </c:pt>
                <c:pt idx="1460">
                  <c:v>0.35401400152181839</c:v>
                </c:pt>
                <c:pt idx="1461">
                  <c:v>0.32439195074138771</c:v>
                </c:pt>
                <c:pt idx="1462">
                  <c:v>0.39792402020237783</c:v>
                </c:pt>
                <c:pt idx="1463">
                  <c:v>0.42162153698422128</c:v>
                </c:pt>
                <c:pt idx="1464">
                  <c:v>0.73675496406417262</c:v>
                </c:pt>
                <c:pt idx="1465">
                  <c:v>1.0538315781554779</c:v>
                </c:pt>
                <c:pt idx="1466">
                  <c:v>1.346559824875595</c:v>
                </c:pt>
                <c:pt idx="1467">
                  <c:v>1.286907055619076</c:v>
                </c:pt>
                <c:pt idx="1468">
                  <c:v>1.1470873151522269</c:v>
                </c:pt>
                <c:pt idx="1469">
                  <c:v>0.99632803271225678</c:v>
                </c:pt>
                <c:pt idx="1470">
                  <c:v>0.93177141914896555</c:v>
                </c:pt>
                <c:pt idx="1471">
                  <c:v>0.99770746837404745</c:v>
                </c:pt>
                <c:pt idx="1472">
                  <c:v>1.3380785800939761</c:v>
                </c:pt>
                <c:pt idx="1473">
                  <c:v>1.3803042924259989</c:v>
                </c:pt>
                <c:pt idx="1474">
                  <c:v>1.349619441927016</c:v>
                </c:pt>
                <c:pt idx="1475">
                  <c:v>1.086509703324666</c:v>
                </c:pt>
                <c:pt idx="1476">
                  <c:v>0.90267876168956374</c:v>
                </c:pt>
                <c:pt idx="1477">
                  <c:v>0.85546157346180007</c:v>
                </c:pt>
                <c:pt idx="1478">
                  <c:v>0.80734553238944295</c:v>
                </c:pt>
                <c:pt idx="1479">
                  <c:v>0.44451172027024483</c:v>
                </c:pt>
                <c:pt idx="1480">
                  <c:v>0.36841291521925418</c:v>
                </c:pt>
                <c:pt idx="1481">
                  <c:v>0.40594371809312157</c:v>
                </c:pt>
                <c:pt idx="1482">
                  <c:v>0.75930760559418708</c:v>
                </c:pt>
                <c:pt idx="1483">
                  <c:v>0.71710924633330042</c:v>
                </c:pt>
                <c:pt idx="1484">
                  <c:v>0.61784039154231296</c:v>
                </c:pt>
                <c:pt idx="1485">
                  <c:v>0.59098768149284198</c:v>
                </c:pt>
                <c:pt idx="1486">
                  <c:v>0.68129851363051908</c:v>
                </c:pt>
                <c:pt idx="1487">
                  <c:v>0.82661505461772256</c:v>
                </c:pt>
                <c:pt idx="1488">
                  <c:v>0.7598567512008827</c:v>
                </c:pt>
                <c:pt idx="1489">
                  <c:v>0.58234173073979356</c:v>
                </c:pt>
                <c:pt idx="1490">
                  <c:v>0.27814508716401992</c:v>
                </c:pt>
                <c:pt idx="1491">
                  <c:v>0.22453368196915771</c:v>
                </c:pt>
                <c:pt idx="1492">
                  <c:v>0.37104053707322338</c:v>
                </c:pt>
                <c:pt idx="1493">
                  <c:v>2.1848080546450932</c:v>
                </c:pt>
                <c:pt idx="1494">
                  <c:v>2.5069774532757392</c:v>
                </c:pt>
                <c:pt idx="1495">
                  <c:v>2.4055428950697069</c:v>
                </c:pt>
                <c:pt idx="1496">
                  <c:v>1.8088870265544761</c:v>
                </c:pt>
                <c:pt idx="1497">
                  <c:v>1.4790353403311931</c:v>
                </c:pt>
                <c:pt idx="1498">
                  <c:v>1.572662976693554</c:v>
                </c:pt>
                <c:pt idx="1499">
                  <c:v>2.3641421023818028</c:v>
                </c:pt>
                <c:pt idx="1500">
                  <c:v>2.424949417373246</c:v>
                </c:pt>
                <c:pt idx="1501">
                  <c:v>2.4156645715936622</c:v>
                </c:pt>
                <c:pt idx="1502">
                  <c:v>2.3346431552626088</c:v>
                </c:pt>
                <c:pt idx="1503">
                  <c:v>2.2626235330079361</c:v>
                </c:pt>
                <c:pt idx="1504">
                  <c:v>2.2340229829259268</c:v>
                </c:pt>
                <c:pt idx="1505">
                  <c:v>1.7892667084451179</c:v>
                </c:pt>
                <c:pt idx="1506">
                  <c:v>1.08308656094442</c:v>
                </c:pt>
                <c:pt idx="1507">
                  <c:v>0.8866675855974826</c:v>
                </c:pt>
                <c:pt idx="1508">
                  <c:v>0.44352289226461877</c:v>
                </c:pt>
                <c:pt idx="1509">
                  <c:v>9.3923540663236136E-3</c:v>
                </c:pt>
                <c:pt idx="1510">
                  <c:v>0.1573553266746191</c:v>
                </c:pt>
                <c:pt idx="1511">
                  <c:v>1.01790556517606</c:v>
                </c:pt>
                <c:pt idx="1512">
                  <c:v>0.99200479900209304</c:v>
                </c:pt>
                <c:pt idx="1513">
                  <c:v>0.82865435397892229</c:v>
                </c:pt>
                <c:pt idx="1514">
                  <c:v>0.82606043810271756</c:v>
                </c:pt>
                <c:pt idx="1515">
                  <c:v>0.79982781121644608</c:v>
                </c:pt>
                <c:pt idx="1516">
                  <c:v>0.7892701659431135</c:v>
                </c:pt>
                <c:pt idx="1517">
                  <c:v>0.94799450663139084</c:v>
                </c:pt>
                <c:pt idx="1518">
                  <c:v>1.4401711046600241</c:v>
                </c:pt>
                <c:pt idx="1519">
                  <c:v>1.6584264023062509</c:v>
                </c:pt>
                <c:pt idx="1520">
                  <c:v>1.7932291927085811</c:v>
                </c:pt>
                <c:pt idx="1521">
                  <c:v>2.9364070076373872</c:v>
                </c:pt>
                <c:pt idx="1522">
                  <c:v>2.8516779203165479</c:v>
                </c:pt>
                <c:pt idx="1523">
                  <c:v>2.799145646796112</c:v>
                </c:pt>
                <c:pt idx="1524">
                  <c:v>2.0112333584441502</c:v>
                </c:pt>
                <c:pt idx="1525">
                  <c:v>0.85193261826589506</c:v>
                </c:pt>
                <c:pt idx="1526">
                  <c:v>0.55000071308783338</c:v>
                </c:pt>
                <c:pt idx="1527">
                  <c:v>0.51906953125607513</c:v>
                </c:pt>
                <c:pt idx="1528">
                  <c:v>0.17411079354877829</c:v>
                </c:pt>
                <c:pt idx="1529">
                  <c:v>0.43282636742587582</c:v>
                </c:pt>
                <c:pt idx="1530">
                  <c:v>0.66882821695000616</c:v>
                </c:pt>
                <c:pt idx="1531">
                  <c:v>0.69308154490184604</c:v>
                </c:pt>
                <c:pt idx="1532">
                  <c:v>0.67407290443220436</c:v>
                </c:pt>
                <c:pt idx="1533">
                  <c:v>0.63772721050800907</c:v>
                </c:pt>
                <c:pt idx="1534">
                  <c:v>0.60272148230397327</c:v>
                </c:pt>
                <c:pt idx="1535">
                  <c:v>0.59210690475816319</c:v>
                </c:pt>
                <c:pt idx="1536">
                  <c:v>1.476480543927879</c:v>
                </c:pt>
                <c:pt idx="1537">
                  <c:v>3.0198936622013761</c:v>
                </c:pt>
                <c:pt idx="1538">
                  <c:v>3.300638663016791</c:v>
                </c:pt>
                <c:pt idx="1539">
                  <c:v>2.942501409088341</c:v>
                </c:pt>
                <c:pt idx="1540">
                  <c:v>1.7545372569584281</c:v>
                </c:pt>
                <c:pt idx="1541">
                  <c:v>0.77883855588672013</c:v>
                </c:pt>
                <c:pt idx="1542">
                  <c:v>0.7628507151657371</c:v>
                </c:pt>
                <c:pt idx="1543">
                  <c:v>0.61299271258612831</c:v>
                </c:pt>
                <c:pt idx="1544">
                  <c:v>0.36423186800927088</c:v>
                </c:pt>
                <c:pt idx="1545">
                  <c:v>0.31158401034845429</c:v>
                </c:pt>
                <c:pt idx="1546">
                  <c:v>0.1389289083458897</c:v>
                </c:pt>
                <c:pt idx="1547">
                  <c:v>2.4237366460417659E-2</c:v>
                </c:pt>
                <c:pt idx="1548">
                  <c:v>0.45459639795159129</c:v>
                </c:pt>
                <c:pt idx="1549">
                  <c:v>1.696904432628102</c:v>
                </c:pt>
                <c:pt idx="1550">
                  <c:v>2.6773869570657989</c:v>
                </c:pt>
                <c:pt idx="1551">
                  <c:v>3.005362169018531</c:v>
                </c:pt>
                <c:pt idx="1552">
                  <c:v>2.8346299408755189</c:v>
                </c:pt>
                <c:pt idx="1553">
                  <c:v>1.8648018261002</c:v>
                </c:pt>
                <c:pt idx="1554">
                  <c:v>0.71999058729081611</c:v>
                </c:pt>
                <c:pt idx="1555">
                  <c:v>0.23225468945670719</c:v>
                </c:pt>
                <c:pt idx="1556">
                  <c:v>0.48812113897253773</c:v>
                </c:pt>
                <c:pt idx="1557">
                  <c:v>3.2401044289513661</c:v>
                </c:pt>
                <c:pt idx="1558">
                  <c:v>2.7891193934475842</c:v>
                </c:pt>
                <c:pt idx="1559">
                  <c:v>1.5134898119866209</c:v>
                </c:pt>
                <c:pt idx="1560">
                  <c:v>0.60355720253348111</c:v>
                </c:pt>
                <c:pt idx="1561">
                  <c:v>0.69238689098858885</c:v>
                </c:pt>
                <c:pt idx="1562">
                  <c:v>1.365514741316354</c:v>
                </c:pt>
                <c:pt idx="1563">
                  <c:v>1.7717815296773429</c:v>
                </c:pt>
                <c:pt idx="1564">
                  <c:v>2.0540882005335819</c:v>
                </c:pt>
                <c:pt idx="1565">
                  <c:v>2.1872772162787641</c:v>
                </c:pt>
                <c:pt idx="1566">
                  <c:v>2.6968377704194482</c:v>
                </c:pt>
                <c:pt idx="1567">
                  <c:v>2.7624400191256688</c:v>
                </c:pt>
                <c:pt idx="1568">
                  <c:v>2.8072295399752019</c:v>
                </c:pt>
                <c:pt idx="1569">
                  <c:v>3.4451865413648179</c:v>
                </c:pt>
                <c:pt idx="1570">
                  <c:v>4.3330857420129103</c:v>
                </c:pt>
                <c:pt idx="1571">
                  <c:v>4.611902403951035</c:v>
                </c:pt>
                <c:pt idx="1572">
                  <c:v>4.3907426565956591</c:v>
                </c:pt>
                <c:pt idx="1573">
                  <c:v>2.4798416169461781</c:v>
                </c:pt>
                <c:pt idx="1574">
                  <c:v>1.8170184016579201</c:v>
                </c:pt>
                <c:pt idx="1575">
                  <c:v>2.15253058631605</c:v>
                </c:pt>
                <c:pt idx="1576">
                  <c:v>3.1171521849828649</c:v>
                </c:pt>
                <c:pt idx="1577">
                  <c:v>3.2438745728314919</c:v>
                </c:pt>
                <c:pt idx="1578">
                  <c:v>3.41552487739022</c:v>
                </c:pt>
                <c:pt idx="1579">
                  <c:v>4.4111472079475877</c:v>
                </c:pt>
                <c:pt idx="1580">
                  <c:v>5.7807506690489117</c:v>
                </c:pt>
                <c:pt idx="1581">
                  <c:v>6.0306563801739212</c:v>
                </c:pt>
                <c:pt idx="1582">
                  <c:v>5.8300545372728374</c:v>
                </c:pt>
                <c:pt idx="1583">
                  <c:v>4.4369416467169147</c:v>
                </c:pt>
                <c:pt idx="1584">
                  <c:v>3.0852071258464</c:v>
                </c:pt>
                <c:pt idx="1585">
                  <c:v>2.739297933066458</c:v>
                </c:pt>
                <c:pt idx="1586">
                  <c:v>1.726216487490069</c:v>
                </c:pt>
                <c:pt idx="1587">
                  <c:v>3.7987226554919512E-2</c:v>
                </c:pt>
                <c:pt idx="1588">
                  <c:v>1.7478028386860009</c:v>
                </c:pt>
                <c:pt idx="1589">
                  <c:v>2.3969423684968958</c:v>
                </c:pt>
                <c:pt idx="1590">
                  <c:v>2.006550968261489</c:v>
                </c:pt>
                <c:pt idx="1591">
                  <c:v>1.610944224330054</c:v>
                </c:pt>
                <c:pt idx="1592">
                  <c:v>1.309779617685354</c:v>
                </c:pt>
                <c:pt idx="1593">
                  <c:v>1.2637199249637601</c:v>
                </c:pt>
                <c:pt idx="1594">
                  <c:v>0.76665785273032727</c:v>
                </c:pt>
                <c:pt idx="1595">
                  <c:v>1.040429468193194</c:v>
                </c:pt>
                <c:pt idx="1596">
                  <c:v>1.549785745775395</c:v>
                </c:pt>
                <c:pt idx="1597">
                  <c:v>2.2542029963623769</c:v>
                </c:pt>
                <c:pt idx="1598">
                  <c:v>2.400201204925787</c:v>
                </c:pt>
                <c:pt idx="1599">
                  <c:v>2.3565604597383811</c:v>
                </c:pt>
                <c:pt idx="1600">
                  <c:v>2.0675797013559372</c:v>
                </c:pt>
                <c:pt idx="1601">
                  <c:v>1.9653895323498189</c:v>
                </c:pt>
                <c:pt idx="1602">
                  <c:v>1.853926772011365</c:v>
                </c:pt>
                <c:pt idx="1603">
                  <c:v>1.303226801853054</c:v>
                </c:pt>
                <c:pt idx="1604">
                  <c:v>0.69574344156669232</c:v>
                </c:pt>
                <c:pt idx="1605">
                  <c:v>0.66041099553927385</c:v>
                </c:pt>
                <c:pt idx="1606">
                  <c:v>0.71800572004967156</c:v>
                </c:pt>
                <c:pt idx="1607">
                  <c:v>1.226914325358857</c:v>
                </c:pt>
                <c:pt idx="1608">
                  <c:v>1.2694119441386289</c:v>
                </c:pt>
                <c:pt idx="1609">
                  <c:v>1.252456748231543</c:v>
                </c:pt>
                <c:pt idx="1610">
                  <c:v>0.99519471152751571</c:v>
                </c:pt>
                <c:pt idx="1611">
                  <c:v>0.85641660392082719</c:v>
                </c:pt>
                <c:pt idx="1612">
                  <c:v>0.85998582161022363</c:v>
                </c:pt>
                <c:pt idx="1613">
                  <c:v>0.88646791929168967</c:v>
                </c:pt>
                <c:pt idx="1614">
                  <c:v>0.90790630125163085</c:v>
                </c:pt>
                <c:pt idx="1615">
                  <c:v>1.494513940728593</c:v>
                </c:pt>
                <c:pt idx="1616">
                  <c:v>2.9330504061880491</c:v>
                </c:pt>
                <c:pt idx="1617">
                  <c:v>3.4992228053811059</c:v>
                </c:pt>
                <c:pt idx="1618">
                  <c:v>3.4369781636668022</c:v>
                </c:pt>
                <c:pt idx="1619">
                  <c:v>2.8557680457076171</c:v>
                </c:pt>
                <c:pt idx="1620">
                  <c:v>2.4951942984354099</c:v>
                </c:pt>
                <c:pt idx="1621">
                  <c:v>2.4088798348388609</c:v>
                </c:pt>
                <c:pt idx="1622">
                  <c:v>1.969243695140855</c:v>
                </c:pt>
                <c:pt idx="1623">
                  <c:v>1.2474132594627869</c:v>
                </c:pt>
                <c:pt idx="1624">
                  <c:v>1.088886154257878</c:v>
                </c:pt>
                <c:pt idx="1625">
                  <c:v>0.49976675507966339</c:v>
                </c:pt>
                <c:pt idx="1626">
                  <c:v>5.0297488575527183E-2</c:v>
                </c:pt>
                <c:pt idx="1627">
                  <c:v>2.230270716532996E-3</c:v>
                </c:pt>
                <c:pt idx="1628">
                  <c:v>2.033158330213201</c:v>
                </c:pt>
                <c:pt idx="1629">
                  <c:v>1.624442626651291</c:v>
                </c:pt>
                <c:pt idx="1630">
                  <c:v>0.95582794524394987</c:v>
                </c:pt>
                <c:pt idx="1631">
                  <c:v>0.9690159686444626</c:v>
                </c:pt>
                <c:pt idx="1632">
                  <c:v>1.101875024766616</c:v>
                </c:pt>
                <c:pt idx="1633">
                  <c:v>1.2414835407735949</c:v>
                </c:pt>
                <c:pt idx="1634">
                  <c:v>1.299340352178582</c:v>
                </c:pt>
                <c:pt idx="1635">
                  <c:v>1.400618493426762</c:v>
                </c:pt>
                <c:pt idx="1636">
                  <c:v>2.379432562163454</c:v>
                </c:pt>
                <c:pt idx="1637">
                  <c:v>2.4986232781539539</c:v>
                </c:pt>
                <c:pt idx="1638">
                  <c:v>2.4937522722943002</c:v>
                </c:pt>
                <c:pt idx="1639">
                  <c:v>2.4638368065324912</c:v>
                </c:pt>
                <c:pt idx="1640">
                  <c:v>2.431264187886633</c:v>
                </c:pt>
                <c:pt idx="1641">
                  <c:v>2.3944080128513878</c:v>
                </c:pt>
                <c:pt idx="1642">
                  <c:v>2.2229219236426809</c:v>
                </c:pt>
                <c:pt idx="1643">
                  <c:v>2.0109972525028019</c:v>
                </c:pt>
                <c:pt idx="1644">
                  <c:v>1.828843847592837</c:v>
                </c:pt>
                <c:pt idx="1645">
                  <c:v>1.7760525632873509</c:v>
                </c:pt>
                <c:pt idx="1646">
                  <c:v>1.724984528489099</c:v>
                </c:pt>
                <c:pt idx="1647">
                  <c:v>0.5785695763672678</c:v>
                </c:pt>
                <c:pt idx="1648">
                  <c:v>0.5594521871205328</c:v>
                </c:pt>
                <c:pt idx="1649">
                  <c:v>0.34733482397706172</c:v>
                </c:pt>
                <c:pt idx="1650">
                  <c:v>0.25773751006311157</c:v>
                </c:pt>
                <c:pt idx="1651">
                  <c:v>0.30221379137969412</c:v>
                </c:pt>
                <c:pt idx="1652">
                  <c:v>0.66695005789891693</c:v>
                </c:pt>
                <c:pt idx="1653">
                  <c:v>0.90667083440084528</c:v>
                </c:pt>
                <c:pt idx="1654">
                  <c:v>0.94363365647829367</c:v>
                </c:pt>
                <c:pt idx="1655">
                  <c:v>1.214333658838352</c:v>
                </c:pt>
                <c:pt idx="1656">
                  <c:v>1.4443614408086869</c:v>
                </c:pt>
                <c:pt idx="1657">
                  <c:v>1.538141867199426</c:v>
                </c:pt>
                <c:pt idx="1658">
                  <c:v>2.2220080378772131</c:v>
                </c:pt>
                <c:pt idx="1659">
                  <c:v>2.3871409640549688</c:v>
                </c:pt>
                <c:pt idx="1660">
                  <c:v>2.185760964373217</c:v>
                </c:pt>
                <c:pt idx="1661">
                  <c:v>1.9064216308051161</c:v>
                </c:pt>
                <c:pt idx="1662">
                  <c:v>1.6818949628439681</c:v>
                </c:pt>
                <c:pt idx="1663">
                  <c:v>1.37397851148624</c:v>
                </c:pt>
                <c:pt idx="1664">
                  <c:v>0.78426158705760862</c:v>
                </c:pt>
                <c:pt idx="1665">
                  <c:v>0.61668489006111094</c:v>
                </c:pt>
                <c:pt idx="1666">
                  <c:v>0.55728961094016938</c:v>
                </c:pt>
                <c:pt idx="1667">
                  <c:v>0.18293025559817749</c:v>
                </c:pt>
                <c:pt idx="1668">
                  <c:v>5.309835928052167E-3</c:v>
                </c:pt>
                <c:pt idx="1669">
                  <c:v>0.18302574903700181</c:v>
                </c:pt>
                <c:pt idx="1670">
                  <c:v>0.44705551742930788</c:v>
                </c:pt>
                <c:pt idx="1671">
                  <c:v>0.50733787695526944</c:v>
                </c:pt>
                <c:pt idx="1672">
                  <c:v>1.054119889851183</c:v>
                </c:pt>
                <c:pt idx="1673">
                  <c:v>1.205201073811605</c:v>
                </c:pt>
                <c:pt idx="1674">
                  <c:v>1.338034153427389</c:v>
                </c:pt>
                <c:pt idx="1675">
                  <c:v>1.586538488974961</c:v>
                </c:pt>
                <c:pt idx="1676">
                  <c:v>1.6754653739663949</c:v>
                </c:pt>
                <c:pt idx="1677">
                  <c:v>1.8037558515015411</c:v>
                </c:pt>
                <c:pt idx="1678">
                  <c:v>3.0544749430060518</c:v>
                </c:pt>
                <c:pt idx="1679">
                  <c:v>3.2127953419571811</c:v>
                </c:pt>
                <c:pt idx="1680">
                  <c:v>3.201520683273106</c:v>
                </c:pt>
                <c:pt idx="1681">
                  <c:v>3.0609170559266259</c:v>
                </c:pt>
                <c:pt idx="1682">
                  <c:v>2.8797165766492392</c:v>
                </c:pt>
                <c:pt idx="1683">
                  <c:v>2.8439808846111632</c:v>
                </c:pt>
                <c:pt idx="1684">
                  <c:v>2.5855311999717991</c:v>
                </c:pt>
                <c:pt idx="1685">
                  <c:v>1.0955455120819551</c:v>
                </c:pt>
                <c:pt idx="1686">
                  <c:v>0.91824466535730731</c:v>
                </c:pt>
                <c:pt idx="1687">
                  <c:v>0.92104395651903959</c:v>
                </c:pt>
                <c:pt idx="1688">
                  <c:v>0.94494598342016667</c:v>
                </c:pt>
                <c:pt idx="1689">
                  <c:v>0.95483668095434182</c:v>
                </c:pt>
                <c:pt idx="1690">
                  <c:v>0.95851219968240486</c:v>
                </c:pt>
                <c:pt idx="1691">
                  <c:v>0.95621005179356577</c:v>
                </c:pt>
                <c:pt idx="1692">
                  <c:v>0.92688227081145702</c:v>
                </c:pt>
                <c:pt idx="1693">
                  <c:v>0.91734351109894852</c:v>
                </c:pt>
                <c:pt idx="1694">
                  <c:v>0.95977509101438108</c:v>
                </c:pt>
                <c:pt idx="1695">
                  <c:v>1.0406556511137699</c:v>
                </c:pt>
                <c:pt idx="1696">
                  <c:v>1.120631850520065</c:v>
                </c:pt>
                <c:pt idx="1697">
                  <c:v>1.1923417273928121</c:v>
                </c:pt>
                <c:pt idx="1698">
                  <c:v>1.925547228396693</c:v>
                </c:pt>
                <c:pt idx="1699">
                  <c:v>2.5568358012867951</c:v>
                </c:pt>
                <c:pt idx="1700">
                  <c:v>2.743155110372764</c:v>
                </c:pt>
                <c:pt idx="1701">
                  <c:v>2.705213463748958</c:v>
                </c:pt>
                <c:pt idx="1702">
                  <c:v>2.3927858741578532</c:v>
                </c:pt>
                <c:pt idx="1703">
                  <c:v>2.0776498521376889</c:v>
                </c:pt>
                <c:pt idx="1704">
                  <c:v>1.927954697413121</c:v>
                </c:pt>
                <c:pt idx="1705">
                  <c:v>1.470729780382054</c:v>
                </c:pt>
                <c:pt idx="1706">
                  <c:v>1.2036896673329709</c:v>
                </c:pt>
                <c:pt idx="1707">
                  <c:v>1.129538072171534</c:v>
                </c:pt>
                <c:pt idx="1708">
                  <c:v>1.0456352435831939</c:v>
                </c:pt>
                <c:pt idx="1709">
                  <c:v>0.13581793969573269</c:v>
                </c:pt>
                <c:pt idx="1710">
                  <c:v>5.5744041401474499E-3</c:v>
                </c:pt>
                <c:pt idx="1711">
                  <c:v>1.1781713076933731</c:v>
                </c:pt>
                <c:pt idx="1712">
                  <c:v>1.1945154513808161</c:v>
                </c:pt>
                <c:pt idx="1713">
                  <c:v>1.2868978184682041</c:v>
                </c:pt>
                <c:pt idx="1714">
                  <c:v>1.230962463789016</c:v>
                </c:pt>
                <c:pt idx="1715">
                  <c:v>1.1579809647513639</c:v>
                </c:pt>
                <c:pt idx="1716">
                  <c:v>1.0985559352449989</c:v>
                </c:pt>
                <c:pt idx="1717">
                  <c:v>1.0799881688988759</c:v>
                </c:pt>
                <c:pt idx="1718">
                  <c:v>1.0795893978651281</c:v>
                </c:pt>
                <c:pt idx="1719">
                  <c:v>1.075711145227193</c:v>
                </c:pt>
                <c:pt idx="1720">
                  <c:v>1.07502100724387</c:v>
                </c:pt>
                <c:pt idx="1721">
                  <c:v>1.111621124571742</c:v>
                </c:pt>
                <c:pt idx="1722">
                  <c:v>1.3360199474722301</c:v>
                </c:pt>
                <c:pt idx="1723">
                  <c:v>1.465450720602423</c:v>
                </c:pt>
                <c:pt idx="1724">
                  <c:v>1.4681523840293711</c:v>
                </c:pt>
                <c:pt idx="1725">
                  <c:v>1.4723824100316369</c:v>
                </c:pt>
                <c:pt idx="1726">
                  <c:v>1.502808066854064</c:v>
                </c:pt>
                <c:pt idx="1727">
                  <c:v>1.505387485846732</c:v>
                </c:pt>
                <c:pt idx="1728">
                  <c:v>1.4613797325695761</c:v>
                </c:pt>
                <c:pt idx="1729">
                  <c:v>0.94724687380764394</c:v>
                </c:pt>
                <c:pt idx="1730">
                  <c:v>1.00446127992457</c:v>
                </c:pt>
                <c:pt idx="1731">
                  <c:v>1.029113061774253</c:v>
                </c:pt>
                <c:pt idx="1732">
                  <c:v>1.360648798284519</c:v>
                </c:pt>
                <c:pt idx="1733">
                  <c:v>1.9066019827645631</c:v>
                </c:pt>
                <c:pt idx="1734">
                  <c:v>1.7624248464931049</c:v>
                </c:pt>
                <c:pt idx="1735">
                  <c:v>1.4471058286507561</c:v>
                </c:pt>
                <c:pt idx="1736">
                  <c:v>1.373189254042207</c:v>
                </c:pt>
                <c:pt idx="1737">
                  <c:v>1.53906335751954</c:v>
                </c:pt>
                <c:pt idx="1738">
                  <c:v>2.7876157207419969</c:v>
                </c:pt>
                <c:pt idx="1739">
                  <c:v>3.4823598465714571</c:v>
                </c:pt>
                <c:pt idx="1740">
                  <c:v>3.435373944875018</c:v>
                </c:pt>
                <c:pt idx="1741">
                  <c:v>3.0550663546941879</c:v>
                </c:pt>
                <c:pt idx="1742">
                  <c:v>2.6696600986453931</c:v>
                </c:pt>
                <c:pt idx="1743">
                  <c:v>2.1600809225517641</c:v>
                </c:pt>
                <c:pt idx="1744">
                  <c:v>1.7725363308740141</c:v>
                </c:pt>
                <c:pt idx="1745">
                  <c:v>1.6072176946139709</c:v>
                </c:pt>
                <c:pt idx="1746">
                  <c:v>1.378923869592882</c:v>
                </c:pt>
                <c:pt idx="1747">
                  <c:v>0.75579617188608705</c:v>
                </c:pt>
                <c:pt idx="1748">
                  <c:v>0.100848905985973</c:v>
                </c:pt>
                <c:pt idx="1749">
                  <c:v>8.3009311367975829E-3</c:v>
                </c:pt>
                <c:pt idx="1750">
                  <c:v>0.70384429591255571</c:v>
                </c:pt>
                <c:pt idx="1751">
                  <c:v>0.7021760093538717</c:v>
                </c:pt>
                <c:pt idx="1752">
                  <c:v>0.69397948567717493</c:v>
                </c:pt>
                <c:pt idx="1753">
                  <c:v>0.73772038747364566</c:v>
                </c:pt>
                <c:pt idx="1754">
                  <c:v>0.88192175673329665</c:v>
                </c:pt>
                <c:pt idx="1755">
                  <c:v>1.1773054688417459</c:v>
                </c:pt>
                <c:pt idx="1756">
                  <c:v>1.2624794287941321</c:v>
                </c:pt>
                <c:pt idx="1757">
                  <c:v>1.27131177028906</c:v>
                </c:pt>
                <c:pt idx="1758">
                  <c:v>1.344029027228246</c:v>
                </c:pt>
                <c:pt idx="1759">
                  <c:v>1.422616115718297</c:v>
                </c:pt>
                <c:pt idx="1760">
                  <c:v>1.842805654867038</c:v>
                </c:pt>
                <c:pt idx="1761">
                  <c:v>2.2782782441599401</c:v>
                </c:pt>
                <c:pt idx="1762">
                  <c:v>2.5035188738297438</c:v>
                </c:pt>
                <c:pt idx="1763">
                  <c:v>2.7239524228947021</c:v>
                </c:pt>
                <c:pt idx="1764">
                  <c:v>2.8058553405418318</c:v>
                </c:pt>
                <c:pt idx="1765">
                  <c:v>2.6827072651642609</c:v>
                </c:pt>
                <c:pt idx="1766">
                  <c:v>1.9589699048498119</c:v>
                </c:pt>
                <c:pt idx="1767">
                  <c:v>1.1313566581194401</c:v>
                </c:pt>
                <c:pt idx="1768">
                  <c:v>1.038852354898725</c:v>
                </c:pt>
                <c:pt idx="1769">
                  <c:v>1.0166333647627479</c:v>
                </c:pt>
                <c:pt idx="1770">
                  <c:v>0.75067393580037378</c:v>
                </c:pt>
                <c:pt idx="1771">
                  <c:v>0.59153512636460592</c:v>
                </c:pt>
                <c:pt idx="1772">
                  <c:v>0.5762050117530545</c:v>
                </c:pt>
                <c:pt idx="1773">
                  <c:v>0.46996985932799551</c:v>
                </c:pt>
                <c:pt idx="1774">
                  <c:v>0.39062595329796612</c:v>
                </c:pt>
                <c:pt idx="1775">
                  <c:v>0.37649268852596812</c:v>
                </c:pt>
                <c:pt idx="1776">
                  <c:v>0.40690637918916622</c:v>
                </c:pt>
                <c:pt idx="1777">
                  <c:v>1.006892878262873</c:v>
                </c:pt>
                <c:pt idx="1778">
                  <c:v>1.0408751659574129</c:v>
                </c:pt>
                <c:pt idx="1779">
                  <c:v>1.060775467419881</c:v>
                </c:pt>
                <c:pt idx="1780">
                  <c:v>1.2215829746734701</c:v>
                </c:pt>
                <c:pt idx="1781">
                  <c:v>1.381189063099332</c:v>
                </c:pt>
                <c:pt idx="1782">
                  <c:v>1.5626369458132681</c:v>
                </c:pt>
                <c:pt idx="1783">
                  <c:v>1.5936095231920671</c:v>
                </c:pt>
                <c:pt idx="1784">
                  <c:v>1.603301025316648</c:v>
                </c:pt>
                <c:pt idx="1785">
                  <c:v>1.6805984694737159</c:v>
                </c:pt>
                <c:pt idx="1786">
                  <c:v>1.7607335617678359</c:v>
                </c:pt>
                <c:pt idx="1787">
                  <c:v>1.839876843657714</c:v>
                </c:pt>
                <c:pt idx="1788">
                  <c:v>1.8960638709557049</c:v>
                </c:pt>
                <c:pt idx="1789">
                  <c:v>1.7316143771288039</c:v>
                </c:pt>
                <c:pt idx="1790">
                  <c:v>0.79003421280483654</c:v>
                </c:pt>
                <c:pt idx="1791">
                  <c:v>1.334893666360489E-2</c:v>
                </c:pt>
                <c:pt idx="1792">
                  <c:v>1.57316732198887</c:v>
                </c:pt>
                <c:pt idx="1793">
                  <c:v>1.6108310686667959</c:v>
                </c:pt>
                <c:pt idx="1794">
                  <c:v>1.8465800144967901</c:v>
                </c:pt>
                <c:pt idx="1795">
                  <c:v>1.828931344896406</c:v>
                </c:pt>
                <c:pt idx="1796">
                  <c:v>1.717735963109341</c:v>
                </c:pt>
                <c:pt idx="1797">
                  <c:v>1.6369617674396271</c:v>
                </c:pt>
                <c:pt idx="1798">
                  <c:v>1.619550958965263</c:v>
                </c:pt>
                <c:pt idx="1799">
                  <c:v>1.481104354233181</c:v>
                </c:pt>
                <c:pt idx="1800">
                  <c:v>1.449223101446161</c:v>
                </c:pt>
                <c:pt idx="1801">
                  <c:v>1.228016902458688</c:v>
                </c:pt>
                <c:pt idx="1802">
                  <c:v>1.165575976529756</c:v>
                </c:pt>
                <c:pt idx="1803">
                  <c:v>1.1600969397088889</c:v>
                </c:pt>
                <c:pt idx="1804">
                  <c:v>1.140078070893868</c:v>
                </c:pt>
                <c:pt idx="1805">
                  <c:v>1.1356530191411189</c:v>
                </c:pt>
                <c:pt idx="1806">
                  <c:v>1.104519193649224</c:v>
                </c:pt>
                <c:pt idx="1807">
                  <c:v>0.89337999400481971</c:v>
                </c:pt>
                <c:pt idx="1808">
                  <c:v>0.82526970702928992</c:v>
                </c:pt>
                <c:pt idx="1809">
                  <c:v>0.95414423374517487</c:v>
                </c:pt>
                <c:pt idx="1810">
                  <c:v>1.1636767874762359</c:v>
                </c:pt>
                <c:pt idx="1811">
                  <c:v>1.3353224113555391</c:v>
                </c:pt>
                <c:pt idx="1812">
                  <c:v>1.2756568910761661</c:v>
                </c:pt>
                <c:pt idx="1813">
                  <c:v>1.0434940822903609</c:v>
                </c:pt>
                <c:pt idx="1814">
                  <c:v>0.83957518158659372</c:v>
                </c:pt>
                <c:pt idx="1815">
                  <c:v>0.66173799615139284</c:v>
                </c:pt>
                <c:pt idx="1816">
                  <c:v>0.63791461602641319</c:v>
                </c:pt>
                <c:pt idx="1817">
                  <c:v>0.46736785418318549</c:v>
                </c:pt>
                <c:pt idx="1818">
                  <c:v>0.34396259279615488</c:v>
                </c:pt>
                <c:pt idx="1819">
                  <c:v>0.35040017286381742</c:v>
                </c:pt>
                <c:pt idx="1820">
                  <c:v>0.35382817465297822</c:v>
                </c:pt>
                <c:pt idx="1821">
                  <c:v>0.40525280798775531</c:v>
                </c:pt>
                <c:pt idx="1822">
                  <c:v>0.45583982655165328</c:v>
                </c:pt>
                <c:pt idx="1823">
                  <c:v>0.51898415693268785</c:v>
                </c:pt>
                <c:pt idx="1824">
                  <c:v>0.55771712227718107</c:v>
                </c:pt>
                <c:pt idx="1825">
                  <c:v>0.57860053827318747</c:v>
                </c:pt>
                <c:pt idx="1826">
                  <c:v>0.80371940850952839</c:v>
                </c:pt>
                <c:pt idx="1827">
                  <c:v>1.184946418720507</c:v>
                </c:pt>
                <c:pt idx="1828">
                  <c:v>1.2412328350497599</c:v>
                </c:pt>
                <c:pt idx="1829">
                  <c:v>1.1547662541457311</c:v>
                </c:pt>
                <c:pt idx="1830">
                  <c:v>0.37104417178319921</c:v>
                </c:pt>
                <c:pt idx="1831">
                  <c:v>4.5282975394322328E-2</c:v>
                </c:pt>
                <c:pt idx="1832">
                  <c:v>3.0108118732812761</c:v>
                </c:pt>
                <c:pt idx="1833">
                  <c:v>2.8867727221655972</c:v>
                </c:pt>
                <c:pt idx="1834">
                  <c:v>0.97483668444315441</c:v>
                </c:pt>
                <c:pt idx="1835">
                  <c:v>0.37336854896681121</c:v>
                </c:pt>
                <c:pt idx="1836">
                  <c:v>0.37103857271244511</c:v>
                </c:pt>
                <c:pt idx="1837">
                  <c:v>0.34936257536754223</c:v>
                </c:pt>
                <c:pt idx="1838">
                  <c:v>0.3224719311949078</c:v>
                </c:pt>
                <c:pt idx="1839">
                  <c:v>0.31974105336063191</c:v>
                </c:pt>
                <c:pt idx="1840">
                  <c:v>0.56810637195265956</c:v>
                </c:pt>
                <c:pt idx="1841">
                  <c:v>2.7319460554826871</c:v>
                </c:pt>
                <c:pt idx="1842">
                  <c:v>3.308378570657335</c:v>
                </c:pt>
                <c:pt idx="1843">
                  <c:v>3.4137134256852542</c:v>
                </c:pt>
                <c:pt idx="1844">
                  <c:v>4.1061349141382912</c:v>
                </c:pt>
                <c:pt idx="1845">
                  <c:v>4.5154565893301291</c:v>
                </c:pt>
                <c:pt idx="1846">
                  <c:v>6.132362127847264</c:v>
                </c:pt>
                <c:pt idx="1847">
                  <c:v>7.1885327467959561</c:v>
                </c:pt>
                <c:pt idx="1848">
                  <c:v>6.7790057336646958</c:v>
                </c:pt>
                <c:pt idx="1849">
                  <c:v>4.5867403238019513</c:v>
                </c:pt>
                <c:pt idx="1850">
                  <c:v>4.4964704446889163</c:v>
                </c:pt>
                <c:pt idx="1851">
                  <c:v>4.3532128288496432</c:v>
                </c:pt>
                <c:pt idx="1852">
                  <c:v>4.2688238898626114</c:v>
                </c:pt>
                <c:pt idx="1853">
                  <c:v>4.0497433320660381</c:v>
                </c:pt>
                <c:pt idx="1854">
                  <c:v>4.0271232833235828</c:v>
                </c:pt>
                <c:pt idx="1855">
                  <c:v>4.0316038453953267</c:v>
                </c:pt>
                <c:pt idx="1856">
                  <c:v>4.0762238628921494</c:v>
                </c:pt>
                <c:pt idx="1857">
                  <c:v>4.0836088645513762</c:v>
                </c:pt>
                <c:pt idx="1858">
                  <c:v>3.9517859651654041</c:v>
                </c:pt>
                <c:pt idx="1859">
                  <c:v>3.0226871939085762</c:v>
                </c:pt>
                <c:pt idx="1860">
                  <c:v>2.5207494985847858</c:v>
                </c:pt>
                <c:pt idx="1861">
                  <c:v>1.9098112807972309</c:v>
                </c:pt>
                <c:pt idx="1862">
                  <c:v>1.3717945188233469</c:v>
                </c:pt>
                <c:pt idx="1863">
                  <c:v>1.3881355657294889</c:v>
                </c:pt>
                <c:pt idx="1864">
                  <c:v>1.499528383608018</c:v>
                </c:pt>
                <c:pt idx="1865">
                  <c:v>1.646847073172411</c:v>
                </c:pt>
                <c:pt idx="1866">
                  <c:v>1.6884615242742329</c:v>
                </c:pt>
                <c:pt idx="1867">
                  <c:v>1.573732028335644</c:v>
                </c:pt>
                <c:pt idx="1868">
                  <c:v>0.60129161535091313</c:v>
                </c:pt>
                <c:pt idx="1869">
                  <c:v>3.1788904824947509E-3</c:v>
                </c:pt>
                <c:pt idx="1870">
                  <c:v>0.8281094752853444</c:v>
                </c:pt>
                <c:pt idx="1871">
                  <c:v>2.9685265707966768</c:v>
                </c:pt>
                <c:pt idx="1872">
                  <c:v>2.8150446528743309</c:v>
                </c:pt>
                <c:pt idx="1873">
                  <c:v>2.0992188272309371</c:v>
                </c:pt>
                <c:pt idx="1874">
                  <c:v>2.1832889535307989</c:v>
                </c:pt>
                <c:pt idx="1875">
                  <c:v>3.1221123280744658</c:v>
                </c:pt>
                <c:pt idx="1876">
                  <c:v>3.8722010424930819</c:v>
                </c:pt>
                <c:pt idx="1877">
                  <c:v>3.9916571397342491</c:v>
                </c:pt>
                <c:pt idx="1878">
                  <c:v>3.9099276400314329</c:v>
                </c:pt>
                <c:pt idx="1879">
                  <c:v>3.150495968480536</c:v>
                </c:pt>
                <c:pt idx="1880">
                  <c:v>3.043495356115022</c:v>
                </c:pt>
                <c:pt idx="1881">
                  <c:v>2.6871363296701318</c:v>
                </c:pt>
                <c:pt idx="1882">
                  <c:v>2.3291040506271079</c:v>
                </c:pt>
                <c:pt idx="1883">
                  <c:v>2.2064556080052129</c:v>
                </c:pt>
                <c:pt idx="1884">
                  <c:v>2.3923831303284908</c:v>
                </c:pt>
                <c:pt idx="1885">
                  <c:v>4.2633071524976609</c:v>
                </c:pt>
                <c:pt idx="1886">
                  <c:v>4.882846484256735</c:v>
                </c:pt>
                <c:pt idx="1887">
                  <c:v>4.8098839722014306</c:v>
                </c:pt>
                <c:pt idx="1888">
                  <c:v>4.0522874220774856</c:v>
                </c:pt>
                <c:pt idx="1889">
                  <c:v>3.4259300417106888</c:v>
                </c:pt>
                <c:pt idx="1890">
                  <c:v>3.366102943085969</c:v>
                </c:pt>
                <c:pt idx="1891">
                  <c:v>3.0417409334701322</c:v>
                </c:pt>
                <c:pt idx="1892">
                  <c:v>2.7911551614149088</c:v>
                </c:pt>
                <c:pt idx="1893">
                  <c:v>2.662839368226436</c:v>
                </c:pt>
                <c:pt idx="1894">
                  <c:v>2.5117411629693351</c:v>
                </c:pt>
                <c:pt idx="1895">
                  <c:v>1.0232397027942071</c:v>
                </c:pt>
                <c:pt idx="1896">
                  <c:v>0.32520683657643662</c:v>
                </c:pt>
                <c:pt idx="1897">
                  <c:v>0.40221523035623941</c:v>
                </c:pt>
                <c:pt idx="1898">
                  <c:v>0.94692309565115473</c:v>
                </c:pt>
                <c:pt idx="1899">
                  <c:v>1.733212964789826</c:v>
                </c:pt>
                <c:pt idx="1900">
                  <c:v>2.2715464433664669</c:v>
                </c:pt>
                <c:pt idx="1901">
                  <c:v>2.634298205359356</c:v>
                </c:pt>
                <c:pt idx="1902">
                  <c:v>2.811386902467508</c:v>
                </c:pt>
                <c:pt idx="1903">
                  <c:v>3.1295871316205308</c:v>
                </c:pt>
                <c:pt idx="1904">
                  <c:v>3.7817662618706041</c:v>
                </c:pt>
                <c:pt idx="1905">
                  <c:v>4.2852403742027434</c:v>
                </c:pt>
                <c:pt idx="1906">
                  <c:v>4.1426679215969973</c:v>
                </c:pt>
                <c:pt idx="1907">
                  <c:v>2.350036619646541</c:v>
                </c:pt>
                <c:pt idx="1908">
                  <c:v>0.89665151294449741</c:v>
                </c:pt>
                <c:pt idx="1909">
                  <c:v>0.12770566909395431</c:v>
                </c:pt>
                <c:pt idx="1910">
                  <c:v>2.5615978979122351</c:v>
                </c:pt>
                <c:pt idx="1911">
                  <c:v>2.7231336852376629</c:v>
                </c:pt>
                <c:pt idx="1912">
                  <c:v>3.3320130753552539</c:v>
                </c:pt>
                <c:pt idx="1913">
                  <c:v>3.2103224059904489</c:v>
                </c:pt>
                <c:pt idx="1914">
                  <c:v>2.093626556966413</c:v>
                </c:pt>
                <c:pt idx="1915">
                  <c:v>1.649530708158967</c:v>
                </c:pt>
                <c:pt idx="1916">
                  <c:v>1.676745057750374</c:v>
                </c:pt>
                <c:pt idx="1917">
                  <c:v>1.6945843151418569</c:v>
                </c:pt>
                <c:pt idx="1918">
                  <c:v>2.0477452053368519</c:v>
                </c:pt>
                <c:pt idx="1919">
                  <c:v>2.0749887305263912</c:v>
                </c:pt>
                <c:pt idx="1920">
                  <c:v>2.2162125421046159</c:v>
                </c:pt>
                <c:pt idx="1921">
                  <c:v>3.440389726437314</c:v>
                </c:pt>
                <c:pt idx="1922">
                  <c:v>3.8840362032804938</c:v>
                </c:pt>
                <c:pt idx="1923">
                  <c:v>3.6704871803525299</c:v>
                </c:pt>
                <c:pt idx="1924">
                  <c:v>2.546391035071141</c:v>
                </c:pt>
                <c:pt idx="1925">
                  <c:v>2.3416625836247409</c:v>
                </c:pt>
                <c:pt idx="1926">
                  <c:v>2.31445664807016</c:v>
                </c:pt>
                <c:pt idx="1927">
                  <c:v>2.2373312579597489</c:v>
                </c:pt>
                <c:pt idx="1928">
                  <c:v>2.1313856581715451</c:v>
                </c:pt>
                <c:pt idx="1929">
                  <c:v>2.1201526106480499</c:v>
                </c:pt>
                <c:pt idx="1930">
                  <c:v>2.0819367342326118</c:v>
                </c:pt>
                <c:pt idx="1931">
                  <c:v>1.7759998648488791</c:v>
                </c:pt>
                <c:pt idx="1932">
                  <c:v>2.0815276401895568</c:v>
                </c:pt>
                <c:pt idx="1933">
                  <c:v>2.435326283222083</c:v>
                </c:pt>
                <c:pt idx="1934">
                  <c:v>2.671612180573677</c:v>
                </c:pt>
                <c:pt idx="1935">
                  <c:v>2.7392611199289298</c:v>
                </c:pt>
                <c:pt idx="1936">
                  <c:v>2.694344447747107</c:v>
                </c:pt>
                <c:pt idx="1937">
                  <c:v>2.319456886992814</c:v>
                </c:pt>
                <c:pt idx="1938">
                  <c:v>1.9461451509314209</c:v>
                </c:pt>
                <c:pt idx="1939">
                  <c:v>1.446750434135516</c:v>
                </c:pt>
                <c:pt idx="1940">
                  <c:v>1.159536544334812</c:v>
                </c:pt>
                <c:pt idx="1941">
                  <c:v>1.070508117620059</c:v>
                </c:pt>
                <c:pt idx="1942">
                  <c:v>1.0797784605814209</c:v>
                </c:pt>
                <c:pt idx="1943">
                  <c:v>1.1688138016202461</c:v>
                </c:pt>
                <c:pt idx="1944">
                  <c:v>1.223113338577658</c:v>
                </c:pt>
                <c:pt idx="1945">
                  <c:v>1.2785596946321749</c:v>
                </c:pt>
                <c:pt idx="1946">
                  <c:v>1.338956318792256</c:v>
                </c:pt>
                <c:pt idx="1947">
                  <c:v>1.381272099175743</c:v>
                </c:pt>
                <c:pt idx="1948">
                  <c:v>1.252640496828705</c:v>
                </c:pt>
                <c:pt idx="1949">
                  <c:v>0.64262734440662106</c:v>
                </c:pt>
                <c:pt idx="1950">
                  <c:v>2.665610985737249E-2</c:v>
                </c:pt>
                <c:pt idx="1951">
                  <c:v>0.53642424219190121</c:v>
                </c:pt>
                <c:pt idx="1952">
                  <c:v>2.807993181345342</c:v>
                </c:pt>
                <c:pt idx="1953">
                  <c:v>2.968145202624477</c:v>
                </c:pt>
                <c:pt idx="1954">
                  <c:v>3.2142774006569539</c:v>
                </c:pt>
                <c:pt idx="1955">
                  <c:v>3.192314770276643</c:v>
                </c:pt>
                <c:pt idx="1956">
                  <c:v>3.0707044768046621</c:v>
                </c:pt>
                <c:pt idx="1957">
                  <c:v>2.945113117517971</c:v>
                </c:pt>
                <c:pt idx="1958">
                  <c:v>2.83783299176896</c:v>
                </c:pt>
                <c:pt idx="1959">
                  <c:v>1.920255778299188</c:v>
                </c:pt>
                <c:pt idx="1960">
                  <c:v>0.79603055820422952</c:v>
                </c:pt>
                <c:pt idx="1961">
                  <c:v>0.29694568896699453</c:v>
                </c:pt>
                <c:pt idx="1962">
                  <c:v>0.59893687137363338</c:v>
                </c:pt>
                <c:pt idx="1963">
                  <c:v>4.3899555171024991</c:v>
                </c:pt>
                <c:pt idx="1964">
                  <c:v>4.3109261373747998</c:v>
                </c:pt>
                <c:pt idx="1965">
                  <c:v>4.1359236943486479</c:v>
                </c:pt>
                <c:pt idx="1966">
                  <c:v>2.956340351296697</c:v>
                </c:pt>
                <c:pt idx="1967">
                  <c:v>2.794280664508868</c:v>
                </c:pt>
                <c:pt idx="1968">
                  <c:v>2.3170901977246778</c:v>
                </c:pt>
                <c:pt idx="1969">
                  <c:v>1.7542968062713691</c:v>
                </c:pt>
                <c:pt idx="1970">
                  <c:v>1.573601007536666</c:v>
                </c:pt>
                <c:pt idx="1971">
                  <c:v>1.667818497458512</c:v>
                </c:pt>
                <c:pt idx="1972">
                  <c:v>2.210606710329388</c:v>
                </c:pt>
                <c:pt idx="1973">
                  <c:v>2.4791411924789788</c:v>
                </c:pt>
                <c:pt idx="1974">
                  <c:v>2.37712683106672</c:v>
                </c:pt>
                <c:pt idx="1975">
                  <c:v>1.830099307455894</c:v>
                </c:pt>
                <c:pt idx="1976">
                  <c:v>1.2920383820311949</c:v>
                </c:pt>
                <c:pt idx="1977">
                  <c:v>0.60884538279240386</c:v>
                </c:pt>
                <c:pt idx="1978">
                  <c:v>0.62140566113507034</c:v>
                </c:pt>
                <c:pt idx="1979">
                  <c:v>0.73599704496936846</c:v>
                </c:pt>
                <c:pt idx="1980">
                  <c:v>0.82801172595988637</c:v>
                </c:pt>
                <c:pt idx="1981">
                  <c:v>0.9003200875743439</c:v>
                </c:pt>
                <c:pt idx="1982">
                  <c:v>0.95820799665337997</c:v>
                </c:pt>
                <c:pt idx="1983">
                  <c:v>1.131438517626177</c:v>
                </c:pt>
                <c:pt idx="1984">
                  <c:v>1.430659860469506</c:v>
                </c:pt>
                <c:pt idx="1985">
                  <c:v>1.503499161750806</c:v>
                </c:pt>
                <c:pt idx="1986">
                  <c:v>1.3550943317069151</c:v>
                </c:pt>
                <c:pt idx="1987">
                  <c:v>0.13662299859079741</c:v>
                </c:pt>
                <c:pt idx="1988">
                  <c:v>8.5979197556863354E-3</c:v>
                </c:pt>
                <c:pt idx="1989">
                  <c:v>0.89438597986291235</c:v>
                </c:pt>
                <c:pt idx="1990">
                  <c:v>0.97168757254361571</c:v>
                </c:pt>
                <c:pt idx="1991">
                  <c:v>1.64807179843441</c:v>
                </c:pt>
                <c:pt idx="1992">
                  <c:v>1.835579500397535</c:v>
                </c:pt>
                <c:pt idx="1993">
                  <c:v>1.812278828320989</c:v>
                </c:pt>
                <c:pt idx="1994">
                  <c:v>1.6399312845646641</c:v>
                </c:pt>
                <c:pt idx="1995">
                  <c:v>1.5299658548372159</c:v>
                </c:pt>
                <c:pt idx="1996">
                  <c:v>1.5818857436391369</c:v>
                </c:pt>
                <c:pt idx="1997">
                  <c:v>1.879769867970603</c:v>
                </c:pt>
                <c:pt idx="1998">
                  <c:v>2.1407674490844948</c:v>
                </c:pt>
                <c:pt idx="1999">
                  <c:v>2.2130255123551921</c:v>
                </c:pt>
                <c:pt idx="2000">
                  <c:v>2.206821255627597</c:v>
                </c:pt>
                <c:pt idx="2001">
                  <c:v>2.1613424156813101</c:v>
                </c:pt>
                <c:pt idx="2002">
                  <c:v>2.1184260838109981</c:v>
                </c:pt>
                <c:pt idx="2003">
                  <c:v>2.274267330269109</c:v>
                </c:pt>
                <c:pt idx="2004">
                  <c:v>2.7069736664124808</c:v>
                </c:pt>
                <c:pt idx="2005">
                  <c:v>3.2094922520211728</c:v>
                </c:pt>
                <c:pt idx="2006">
                  <c:v>3.2972339597423659</c:v>
                </c:pt>
                <c:pt idx="2007">
                  <c:v>2.742280677535081</c:v>
                </c:pt>
                <c:pt idx="2008">
                  <c:v>2.0836123125150938</c:v>
                </c:pt>
                <c:pt idx="2009">
                  <c:v>1.272258657565787</c:v>
                </c:pt>
                <c:pt idx="2010">
                  <c:v>1.3013162157003479</c:v>
                </c:pt>
                <c:pt idx="2011">
                  <c:v>1.710936281540697</c:v>
                </c:pt>
                <c:pt idx="2012">
                  <c:v>1.7879418607258499</c:v>
                </c:pt>
                <c:pt idx="2013">
                  <c:v>1.7655280814544549</c:v>
                </c:pt>
                <c:pt idx="2014">
                  <c:v>1.538088444172113</c:v>
                </c:pt>
                <c:pt idx="2015">
                  <c:v>1.31003966156059</c:v>
                </c:pt>
                <c:pt idx="2016">
                  <c:v>1.079862331349948</c:v>
                </c:pt>
                <c:pt idx="2017">
                  <c:v>0.88289380473859969</c:v>
                </c:pt>
                <c:pt idx="2018">
                  <c:v>0.82473080896099105</c:v>
                </c:pt>
                <c:pt idx="2019">
                  <c:v>0.88938905462432927</c:v>
                </c:pt>
                <c:pt idx="2020">
                  <c:v>1.614539136501191</c:v>
                </c:pt>
                <c:pt idx="2021">
                  <c:v>1.8241026880236431</c:v>
                </c:pt>
                <c:pt idx="2022">
                  <c:v>1.8003455441248359</c:v>
                </c:pt>
                <c:pt idx="2023">
                  <c:v>1.6924671475863029</c:v>
                </c:pt>
                <c:pt idx="2024">
                  <c:v>1.5538378989239729</c:v>
                </c:pt>
                <c:pt idx="2025">
                  <c:v>1.537975954029031</c:v>
                </c:pt>
                <c:pt idx="2026">
                  <c:v>1.4353546692937891</c:v>
                </c:pt>
                <c:pt idx="2027">
                  <c:v>0.80102449386691865</c:v>
                </c:pt>
                <c:pt idx="2028">
                  <c:v>0.22453674896129619</c:v>
                </c:pt>
                <c:pt idx="2029">
                  <c:v>7.4696735493844351E-3</c:v>
                </c:pt>
                <c:pt idx="2030">
                  <c:v>1.198660987512068</c:v>
                </c:pt>
                <c:pt idx="2031">
                  <c:v>2.0132046147224441</c:v>
                </c:pt>
                <c:pt idx="2032">
                  <c:v>1.9565309048636059</c:v>
                </c:pt>
                <c:pt idx="2033">
                  <c:v>1.937238758756137</c:v>
                </c:pt>
                <c:pt idx="2034">
                  <c:v>1.9232994885454731</c:v>
                </c:pt>
                <c:pt idx="2035">
                  <c:v>1.6307219160545761</c:v>
                </c:pt>
                <c:pt idx="2036">
                  <c:v>1.4785694833114811</c:v>
                </c:pt>
                <c:pt idx="2037">
                  <c:v>1.456494805757919</c:v>
                </c:pt>
                <c:pt idx="2038">
                  <c:v>1.440018532440966</c:v>
                </c:pt>
                <c:pt idx="2039">
                  <c:v>1.1498142216764879</c:v>
                </c:pt>
                <c:pt idx="2040">
                  <c:v>1.2200794495105201</c:v>
                </c:pt>
                <c:pt idx="2041">
                  <c:v>2.21377822343625</c:v>
                </c:pt>
                <c:pt idx="2042">
                  <c:v>2.511257099542223</c:v>
                </c:pt>
                <c:pt idx="2043">
                  <c:v>2.3606574934239601</c:v>
                </c:pt>
                <c:pt idx="2044">
                  <c:v>0.88985309277754887</c:v>
                </c:pt>
                <c:pt idx="2045">
                  <c:v>0.96911575558123186</c:v>
                </c:pt>
                <c:pt idx="2046">
                  <c:v>1.572202980116908</c:v>
                </c:pt>
                <c:pt idx="2047">
                  <c:v>1.684655794932574</c:v>
                </c:pt>
                <c:pt idx="2048">
                  <c:v>1.7499614273748529</c:v>
                </c:pt>
                <c:pt idx="2049">
                  <c:v>2.2769734296514139</c:v>
                </c:pt>
                <c:pt idx="2050">
                  <c:v>2.354083867150162</c:v>
                </c:pt>
                <c:pt idx="2051">
                  <c:v>2.2891272623046999</c:v>
                </c:pt>
                <c:pt idx="2052">
                  <c:v>2.1949044764137842</c:v>
                </c:pt>
                <c:pt idx="2053">
                  <c:v>2.0894459715925451</c:v>
                </c:pt>
                <c:pt idx="2054">
                  <c:v>1.9962223633325551</c:v>
                </c:pt>
                <c:pt idx="2055">
                  <c:v>1.91957068608215</c:v>
                </c:pt>
                <c:pt idx="2056">
                  <c:v>1.8278877560819291</c:v>
                </c:pt>
                <c:pt idx="2057">
                  <c:v>1.7881100864858619</c:v>
                </c:pt>
                <c:pt idx="2058">
                  <c:v>1.47822217572284</c:v>
                </c:pt>
                <c:pt idx="2059">
                  <c:v>1.277066355224729</c:v>
                </c:pt>
                <c:pt idx="2060">
                  <c:v>1.2547076410643221</c:v>
                </c:pt>
                <c:pt idx="2061">
                  <c:v>1.17781765977153</c:v>
                </c:pt>
                <c:pt idx="2062">
                  <c:v>1.171110285158085</c:v>
                </c:pt>
                <c:pt idx="2063">
                  <c:v>1.1366230436653111</c:v>
                </c:pt>
                <c:pt idx="2064">
                  <c:v>0.77049002815821899</c:v>
                </c:pt>
                <c:pt idx="2065">
                  <c:v>0.27452909533962938</c:v>
                </c:pt>
                <c:pt idx="2066">
                  <c:v>1.281934642226013E-3</c:v>
                </c:pt>
                <c:pt idx="2067">
                  <c:v>1.487588796449606</c:v>
                </c:pt>
                <c:pt idx="2068">
                  <c:v>1.498012250979653</c:v>
                </c:pt>
                <c:pt idx="2069">
                  <c:v>1.5210019719238339</c:v>
                </c:pt>
                <c:pt idx="2070">
                  <c:v>1.4016609959197019</c:v>
                </c:pt>
                <c:pt idx="2071">
                  <c:v>1.074154376219129</c:v>
                </c:pt>
                <c:pt idx="2072">
                  <c:v>0.67891728450729261</c:v>
                </c:pt>
                <c:pt idx="2073">
                  <c:v>0.48450595869665591</c:v>
                </c:pt>
                <c:pt idx="2074">
                  <c:v>0.50514971040291412</c:v>
                </c:pt>
                <c:pt idx="2075">
                  <c:v>0.71955868996537364</c:v>
                </c:pt>
                <c:pt idx="2076">
                  <c:v>0.7810027684982016</c:v>
                </c:pt>
                <c:pt idx="2077">
                  <c:v>0.83772527346193748</c:v>
                </c:pt>
                <c:pt idx="2078">
                  <c:v>1.463013473153719</c:v>
                </c:pt>
                <c:pt idx="2079">
                  <c:v>2.1429282397097111</c:v>
                </c:pt>
                <c:pt idx="2080">
                  <c:v>2.3497652301800049</c:v>
                </c:pt>
                <c:pt idx="2081">
                  <c:v>2.3378336320066961</c:v>
                </c:pt>
                <c:pt idx="2082">
                  <c:v>2.2246837335731078</c:v>
                </c:pt>
                <c:pt idx="2083">
                  <c:v>2.1910012698846688</c:v>
                </c:pt>
                <c:pt idx="2084">
                  <c:v>2.2332030872643158</c:v>
                </c:pt>
                <c:pt idx="2085">
                  <c:v>2.4808374032872829</c:v>
                </c:pt>
                <c:pt idx="2086">
                  <c:v>2.7313182202511439</c:v>
                </c:pt>
                <c:pt idx="2087">
                  <c:v>2.7859497557763788</c:v>
                </c:pt>
                <c:pt idx="2088">
                  <c:v>3.3835847655915559</c:v>
                </c:pt>
                <c:pt idx="2089">
                  <c:v>3.5785855325900058</c:v>
                </c:pt>
                <c:pt idx="2090">
                  <c:v>3.49036249477984</c:v>
                </c:pt>
                <c:pt idx="2091">
                  <c:v>2.9792087512258152</c:v>
                </c:pt>
                <c:pt idx="2092">
                  <c:v>2.4655850379038542</c:v>
                </c:pt>
                <c:pt idx="2093">
                  <c:v>1.6650242484138349</c:v>
                </c:pt>
                <c:pt idx="2094">
                  <c:v>1.4722595490016239</c:v>
                </c:pt>
                <c:pt idx="2095">
                  <c:v>1.378069480387353</c:v>
                </c:pt>
                <c:pt idx="2096">
                  <c:v>0.74517873636091625</c:v>
                </c:pt>
                <c:pt idx="2097">
                  <c:v>0.54456136940364053</c:v>
                </c:pt>
                <c:pt idx="2098">
                  <c:v>0.65150589452017016</c:v>
                </c:pt>
                <c:pt idx="2099">
                  <c:v>1.2091213197674331</c:v>
                </c:pt>
                <c:pt idx="2100">
                  <c:v>1.5742072396058719</c:v>
                </c:pt>
                <c:pt idx="2101">
                  <c:v>1.549731380067495</c:v>
                </c:pt>
                <c:pt idx="2102">
                  <c:v>1.535816813145086</c:v>
                </c:pt>
                <c:pt idx="2103">
                  <c:v>1.458057364019385</c:v>
                </c:pt>
                <c:pt idx="2104">
                  <c:v>1.3378665190327581</c:v>
                </c:pt>
                <c:pt idx="2105">
                  <c:v>1.2989758400347871</c:v>
                </c:pt>
                <c:pt idx="2106">
                  <c:v>1.029942835541664</c:v>
                </c:pt>
                <c:pt idx="2107">
                  <c:v>0.23797067064015301</c:v>
                </c:pt>
                <c:pt idx="2108">
                  <c:v>1.099092135838052E-2</c:v>
                </c:pt>
                <c:pt idx="2109">
                  <c:v>2.3191166907922049</c:v>
                </c:pt>
                <c:pt idx="2110">
                  <c:v>2.701973377618998</c:v>
                </c:pt>
                <c:pt idx="2111">
                  <c:v>2.535418417334113</c:v>
                </c:pt>
                <c:pt idx="2112">
                  <c:v>1.829244417639516</c:v>
                </c:pt>
                <c:pt idx="2113">
                  <c:v>1.797938422888794</c:v>
                </c:pt>
                <c:pt idx="2114">
                  <c:v>1.6098662676089011</c:v>
                </c:pt>
                <c:pt idx="2115">
                  <c:v>1.454753414508636</c:v>
                </c:pt>
                <c:pt idx="2116">
                  <c:v>1.4715732451453889</c:v>
                </c:pt>
                <c:pt idx="2117">
                  <c:v>1.4764039585453761</c:v>
                </c:pt>
                <c:pt idx="2118">
                  <c:v>1.5798652639988</c:v>
                </c:pt>
                <c:pt idx="2119">
                  <c:v>1.592858008800518</c:v>
                </c:pt>
                <c:pt idx="2120">
                  <c:v>1.461219407825969</c:v>
                </c:pt>
                <c:pt idx="2121">
                  <c:v>1.3145756068949841</c:v>
                </c:pt>
                <c:pt idx="2122">
                  <c:v>1.0374374611732631</c:v>
                </c:pt>
                <c:pt idx="2123">
                  <c:v>0.94894012631907942</c:v>
                </c:pt>
                <c:pt idx="2124">
                  <c:v>0.91956253199113624</c:v>
                </c:pt>
                <c:pt idx="2125">
                  <c:v>0.74901507251674038</c:v>
                </c:pt>
                <c:pt idx="2126">
                  <c:v>0.72996454636167596</c:v>
                </c:pt>
                <c:pt idx="2127">
                  <c:v>0.99444785022219928</c:v>
                </c:pt>
                <c:pt idx="2128">
                  <c:v>2.416581982918351</c:v>
                </c:pt>
                <c:pt idx="2129">
                  <c:v>4.3062851947292957</c:v>
                </c:pt>
                <c:pt idx="2130">
                  <c:v>4.1829128999370111</c:v>
                </c:pt>
                <c:pt idx="2131">
                  <c:v>3.661365200782186</c:v>
                </c:pt>
                <c:pt idx="2132">
                  <c:v>3.128647733761257</c:v>
                </c:pt>
                <c:pt idx="2133">
                  <c:v>2.5600387103909101</c:v>
                </c:pt>
                <c:pt idx="2134">
                  <c:v>2.3900227465376669</c:v>
                </c:pt>
                <c:pt idx="2135">
                  <c:v>2.105627205420106</c:v>
                </c:pt>
                <c:pt idx="2136">
                  <c:v>1.6904096150070751</c:v>
                </c:pt>
                <c:pt idx="2137">
                  <c:v>1.6059738070156031</c:v>
                </c:pt>
                <c:pt idx="2138">
                  <c:v>1.3454646847174101</c:v>
                </c:pt>
                <c:pt idx="2139">
                  <c:v>0.46338663835823118</c:v>
                </c:pt>
                <c:pt idx="2140">
                  <c:v>0.14725560298381021</c:v>
                </c:pt>
                <c:pt idx="2141">
                  <c:v>0.1799504613358702</c:v>
                </c:pt>
                <c:pt idx="2142">
                  <c:v>0.44656194994750642</c:v>
                </c:pt>
                <c:pt idx="2143">
                  <c:v>0.74580781061676737</c:v>
                </c:pt>
                <c:pt idx="2144">
                  <c:v>0.9299805123328051</c:v>
                </c:pt>
                <c:pt idx="2145">
                  <c:v>0.84683277015243008</c:v>
                </c:pt>
                <c:pt idx="2146">
                  <c:v>0.2226244817435615</c:v>
                </c:pt>
                <c:pt idx="2147">
                  <c:v>8.0279472544573182E-4</c:v>
                </c:pt>
                <c:pt idx="2148">
                  <c:v>1.922229073335225</c:v>
                </c:pt>
                <c:pt idx="2149">
                  <c:v>2.6297578835092228</c:v>
                </c:pt>
                <c:pt idx="2150">
                  <c:v>3.9576439693954759</c:v>
                </c:pt>
                <c:pt idx="2151">
                  <c:v>4.2131520748584173</c:v>
                </c:pt>
                <c:pt idx="2152">
                  <c:v>4.117066762604245</c:v>
                </c:pt>
                <c:pt idx="2153">
                  <c:v>3.424901891689919</c:v>
                </c:pt>
                <c:pt idx="2154">
                  <c:v>2.5110679009723471</c:v>
                </c:pt>
                <c:pt idx="2155">
                  <c:v>2.4229083410127119</c:v>
                </c:pt>
                <c:pt idx="2156">
                  <c:v>2.4168015237681151</c:v>
                </c:pt>
                <c:pt idx="2157">
                  <c:v>2.359463614203881</c:v>
                </c:pt>
                <c:pt idx="2158">
                  <c:v>2.3537166018960338</c:v>
                </c:pt>
                <c:pt idx="2159">
                  <c:v>1.2417767244888109</c:v>
                </c:pt>
                <c:pt idx="2160">
                  <c:v>0.19161763488366429</c:v>
                </c:pt>
                <c:pt idx="2161">
                  <c:v>0.85191663649370897</c:v>
                </c:pt>
                <c:pt idx="2162">
                  <c:v>1.8025283778439489</c:v>
                </c:pt>
                <c:pt idx="2163">
                  <c:v>1.8118708552444851</c:v>
                </c:pt>
                <c:pt idx="2164">
                  <c:v>1.8909293057956229</c:v>
                </c:pt>
                <c:pt idx="2165">
                  <c:v>1.9249437844131021</c:v>
                </c:pt>
                <c:pt idx="2166">
                  <c:v>1.947194371660792</c:v>
                </c:pt>
                <c:pt idx="2167">
                  <c:v>2.037662089303478</c:v>
                </c:pt>
                <c:pt idx="2168">
                  <c:v>2.1393586737469779</c:v>
                </c:pt>
                <c:pt idx="2169">
                  <c:v>2.2969034496292888</c:v>
                </c:pt>
                <c:pt idx="2170">
                  <c:v>2.3098723458031718</c:v>
                </c:pt>
                <c:pt idx="2171">
                  <c:v>2.2548210516145031</c:v>
                </c:pt>
                <c:pt idx="2172">
                  <c:v>1.8845945019735331</c:v>
                </c:pt>
                <c:pt idx="2173">
                  <c:v>1.721376804620391</c:v>
                </c:pt>
                <c:pt idx="2174">
                  <c:v>1.676977891240617</c:v>
                </c:pt>
                <c:pt idx="2175">
                  <c:v>1.587171091106812</c:v>
                </c:pt>
                <c:pt idx="2176">
                  <c:v>1.242751698189742</c:v>
                </c:pt>
                <c:pt idx="2177">
                  <c:v>1.17413742382779</c:v>
                </c:pt>
                <c:pt idx="2178">
                  <c:v>1.120473011424727</c:v>
                </c:pt>
                <c:pt idx="2179">
                  <c:v>0.73864186391093156</c:v>
                </c:pt>
                <c:pt idx="2180">
                  <c:v>0.30033709458845631</c:v>
                </c:pt>
                <c:pt idx="2181">
                  <c:v>0.20499422991296451</c:v>
                </c:pt>
                <c:pt idx="2182">
                  <c:v>0.19797287059086799</c:v>
                </c:pt>
                <c:pt idx="2183">
                  <c:v>8.2705086137203801E-2</c:v>
                </c:pt>
                <c:pt idx="2184">
                  <c:v>2.9952045870610931E-2</c:v>
                </c:pt>
                <c:pt idx="2185">
                  <c:v>2.05009518512222E-2</c:v>
                </c:pt>
                <c:pt idx="2186">
                  <c:v>0.15251027078514959</c:v>
                </c:pt>
                <c:pt idx="2187">
                  <c:v>0.50045721723078707</c:v>
                </c:pt>
                <c:pt idx="2188">
                  <c:v>2.1925961668875109</c:v>
                </c:pt>
                <c:pt idx="2189">
                  <c:v>2.06361527582968</c:v>
                </c:pt>
                <c:pt idx="2190">
                  <c:v>1.293271446567017</c:v>
                </c:pt>
                <c:pt idx="2191">
                  <c:v>0.48170668074914103</c:v>
                </c:pt>
                <c:pt idx="2192">
                  <c:v>9.1419886525535801E-2</c:v>
                </c:pt>
                <c:pt idx="2193">
                  <c:v>0.1053876653436062</c:v>
                </c:pt>
                <c:pt idx="2194">
                  <c:v>0.2097394946340472</c:v>
                </c:pt>
                <c:pt idx="2195">
                  <c:v>0.28138422412233849</c:v>
                </c:pt>
                <c:pt idx="2196">
                  <c:v>0.48492201444243921</c:v>
                </c:pt>
                <c:pt idx="2197">
                  <c:v>1.0146471354320461</c:v>
                </c:pt>
                <c:pt idx="2198">
                  <c:v>1.552019984170713</c:v>
                </c:pt>
                <c:pt idx="2199">
                  <c:v>1.5111522573062279</c:v>
                </c:pt>
                <c:pt idx="2200">
                  <c:v>1.0900662927531839</c:v>
                </c:pt>
                <c:pt idx="2201">
                  <c:v>0.97986781941607903</c:v>
                </c:pt>
                <c:pt idx="2202">
                  <c:v>0.82376803104243679</c:v>
                </c:pt>
                <c:pt idx="2203">
                  <c:v>0.46981778983376099</c:v>
                </c:pt>
                <c:pt idx="2204">
                  <c:v>0.26337978997964512</c:v>
                </c:pt>
                <c:pt idx="2205">
                  <c:v>0.26639946915270041</c:v>
                </c:pt>
                <c:pt idx="2206">
                  <c:v>0.27584292360902751</c:v>
                </c:pt>
                <c:pt idx="2207">
                  <c:v>0.28807890177554191</c:v>
                </c:pt>
                <c:pt idx="2208">
                  <c:v>0.32326243544093752</c:v>
                </c:pt>
                <c:pt idx="2209">
                  <c:v>0.34043597088366812</c:v>
                </c:pt>
                <c:pt idx="2210">
                  <c:v>0.35740403094332007</c:v>
                </c:pt>
                <c:pt idx="2211">
                  <c:v>0.66998770706251476</c:v>
                </c:pt>
                <c:pt idx="2212">
                  <c:v>1.744738962009172</c:v>
                </c:pt>
                <c:pt idx="2213">
                  <c:v>1.8409908144885929</c:v>
                </c:pt>
                <c:pt idx="2214">
                  <c:v>1.7703221400920841</c:v>
                </c:pt>
                <c:pt idx="2215">
                  <c:v>1.654244465854245</c:v>
                </c:pt>
                <c:pt idx="2216">
                  <c:v>1.5932703979517659</c:v>
                </c:pt>
                <c:pt idx="2217">
                  <c:v>1.598554626480849</c:v>
                </c:pt>
                <c:pt idx="2218">
                  <c:v>1.644186625039707</c:v>
                </c:pt>
                <c:pt idx="2219">
                  <c:v>1.6781276823622651</c:v>
                </c:pt>
                <c:pt idx="2220">
                  <c:v>1.700791759427738</c:v>
                </c:pt>
                <c:pt idx="2221">
                  <c:v>1.730938000058337</c:v>
                </c:pt>
                <c:pt idx="2222">
                  <c:v>1.855053476908368</c:v>
                </c:pt>
                <c:pt idx="2223">
                  <c:v>2.1127155129508401</c:v>
                </c:pt>
                <c:pt idx="2224">
                  <c:v>2.191369476281805</c:v>
                </c:pt>
                <c:pt idx="2225">
                  <c:v>1.9864862730664481</c:v>
                </c:pt>
                <c:pt idx="2226">
                  <c:v>1.869174108010248E-3</c:v>
                </c:pt>
                <c:pt idx="2227">
                  <c:v>1.3114854395361</c:v>
                </c:pt>
                <c:pt idx="2228">
                  <c:v>1.688203947388438</c:v>
                </c:pt>
                <c:pt idx="2229">
                  <c:v>1.5600291630741769</c:v>
                </c:pt>
                <c:pt idx="2230">
                  <c:v>0.66990568180365317</c:v>
                </c:pt>
                <c:pt idx="2231">
                  <c:v>0.96263229513286408</c:v>
                </c:pt>
                <c:pt idx="2232">
                  <c:v>2.1353908565036219</c:v>
                </c:pt>
                <c:pt idx="2233">
                  <c:v>3.2158059294489321</c:v>
                </c:pt>
                <c:pt idx="2234">
                  <c:v>3.1067409835805462</c:v>
                </c:pt>
                <c:pt idx="2235">
                  <c:v>2.9111004975913501</c:v>
                </c:pt>
                <c:pt idx="2236">
                  <c:v>2.4015738146219112</c:v>
                </c:pt>
                <c:pt idx="2237">
                  <c:v>2.1099284258449909</c:v>
                </c:pt>
                <c:pt idx="2238">
                  <c:v>1.93297610732668</c:v>
                </c:pt>
                <c:pt idx="2239">
                  <c:v>0.70689443455295642</c:v>
                </c:pt>
                <c:pt idx="2240">
                  <c:v>0.87301130565643859</c:v>
                </c:pt>
                <c:pt idx="2241">
                  <c:v>2.4038508879685021</c:v>
                </c:pt>
                <c:pt idx="2242">
                  <c:v>2.8013437044198932</c:v>
                </c:pt>
                <c:pt idx="2243">
                  <c:v>2.7528588979298538</c:v>
                </c:pt>
                <c:pt idx="2244">
                  <c:v>2.693147566344114</c:v>
                </c:pt>
                <c:pt idx="2245">
                  <c:v>2.6355173051904361</c:v>
                </c:pt>
                <c:pt idx="2246">
                  <c:v>2.5653856910273771</c:v>
                </c:pt>
                <c:pt idx="2247">
                  <c:v>2.5000421467491232</c:v>
                </c:pt>
                <c:pt idx="2248">
                  <c:v>2.461882297866282</c:v>
                </c:pt>
                <c:pt idx="2249">
                  <c:v>2.3789573437124019</c:v>
                </c:pt>
                <c:pt idx="2250">
                  <c:v>1.6144643759192321</c:v>
                </c:pt>
                <c:pt idx="2251">
                  <c:v>1.2733352713711621</c:v>
                </c:pt>
                <c:pt idx="2252">
                  <c:v>1.2887183568523659</c:v>
                </c:pt>
                <c:pt idx="2253">
                  <c:v>1.412285992326729</c:v>
                </c:pt>
                <c:pt idx="2254">
                  <c:v>1.506680711129371</c:v>
                </c:pt>
                <c:pt idx="2255">
                  <c:v>1.6812180911176191</c:v>
                </c:pt>
                <c:pt idx="2256">
                  <c:v>1.799389468171634</c:v>
                </c:pt>
                <c:pt idx="2257">
                  <c:v>3.405332669267263</c:v>
                </c:pt>
                <c:pt idx="2258">
                  <c:v>3.3233765934774788</c:v>
                </c:pt>
                <c:pt idx="2259">
                  <c:v>3.145234492359009</c:v>
                </c:pt>
                <c:pt idx="2260">
                  <c:v>2.9464067566921028</c:v>
                </c:pt>
                <c:pt idx="2261">
                  <c:v>2.7587568271070251</c:v>
                </c:pt>
                <c:pt idx="2262">
                  <c:v>2.0719644028035562</c:v>
                </c:pt>
                <c:pt idx="2263">
                  <c:v>1.5229936142145439</c:v>
                </c:pt>
                <c:pt idx="2264">
                  <c:v>0.39896211912040019</c:v>
                </c:pt>
                <c:pt idx="2265">
                  <c:v>5.3462544363558427E-2</c:v>
                </c:pt>
                <c:pt idx="2266">
                  <c:v>1.153858436095508</c:v>
                </c:pt>
                <c:pt idx="2267">
                  <c:v>1.544747556166808</c:v>
                </c:pt>
                <c:pt idx="2268">
                  <c:v>1.473894241431289</c:v>
                </c:pt>
                <c:pt idx="2269">
                  <c:v>1.747704087606724</c:v>
                </c:pt>
                <c:pt idx="2270">
                  <c:v>4.2480787534723419</c:v>
                </c:pt>
                <c:pt idx="2271">
                  <c:v>4.7089835033275724</c:v>
                </c:pt>
                <c:pt idx="2272">
                  <c:v>4.7988509412423674</c:v>
                </c:pt>
                <c:pt idx="2273">
                  <c:v>5.4867065342643988</c:v>
                </c:pt>
                <c:pt idx="2274">
                  <c:v>5.4300427178942758</c:v>
                </c:pt>
                <c:pt idx="2275">
                  <c:v>4.9719308651303828</c:v>
                </c:pt>
                <c:pt idx="2276">
                  <c:v>4.6037770160175473</c:v>
                </c:pt>
                <c:pt idx="2277">
                  <c:v>4.4020872540628737</c:v>
                </c:pt>
                <c:pt idx="2278">
                  <c:v>4.2359939965772053</c:v>
                </c:pt>
                <c:pt idx="2279">
                  <c:v>3.2933140013456459</c:v>
                </c:pt>
                <c:pt idx="2280">
                  <c:v>2.7328288039107709</c:v>
                </c:pt>
                <c:pt idx="2281">
                  <c:v>2.6779247248596931</c:v>
                </c:pt>
                <c:pt idx="2282">
                  <c:v>2.5108162325793262</c:v>
                </c:pt>
                <c:pt idx="2283">
                  <c:v>2.3655397690156259</c:v>
                </c:pt>
                <c:pt idx="2284">
                  <c:v>2.0596909020591889</c:v>
                </c:pt>
                <c:pt idx="2285">
                  <c:v>1.5900248971409769</c:v>
                </c:pt>
                <c:pt idx="2286">
                  <c:v>1.3598631935872949</c:v>
                </c:pt>
                <c:pt idx="2287">
                  <c:v>1.1884298131127029</c:v>
                </c:pt>
                <c:pt idx="2288">
                  <c:v>0.2629748845645663</c:v>
                </c:pt>
                <c:pt idx="2289">
                  <c:v>0.61716997051576161</c:v>
                </c:pt>
                <c:pt idx="2290">
                  <c:v>0.79868344246364043</c:v>
                </c:pt>
                <c:pt idx="2291">
                  <c:v>0.88266438954996951</c:v>
                </c:pt>
                <c:pt idx="2292">
                  <c:v>0.99567314884336233</c:v>
                </c:pt>
                <c:pt idx="2293">
                  <c:v>2.3031902040027461</c:v>
                </c:pt>
                <c:pt idx="2294">
                  <c:v>2.3622982240561048</c:v>
                </c:pt>
                <c:pt idx="2295">
                  <c:v>2.449412466989267</c:v>
                </c:pt>
                <c:pt idx="2296">
                  <c:v>2.5355224254855799</c:v>
                </c:pt>
                <c:pt idx="2297">
                  <c:v>2.6062436960731392</c:v>
                </c:pt>
                <c:pt idx="2298">
                  <c:v>2.6361550865976162</c:v>
                </c:pt>
                <c:pt idx="2299">
                  <c:v>2.4756386610127952</c:v>
                </c:pt>
                <c:pt idx="2300">
                  <c:v>2.7388396810972861E-2</c:v>
                </c:pt>
                <c:pt idx="2301">
                  <c:v>2.058144565631761</c:v>
                </c:pt>
                <c:pt idx="2302">
                  <c:v>2.0603594610339599</c:v>
                </c:pt>
                <c:pt idx="2303">
                  <c:v>2.0694533762713871</c:v>
                </c:pt>
                <c:pt idx="2304">
                  <c:v>2.0709355406480641</c:v>
                </c:pt>
                <c:pt idx="2305">
                  <c:v>2.1028110237927038</c:v>
                </c:pt>
                <c:pt idx="2306">
                  <c:v>2.2116173837529431</c:v>
                </c:pt>
                <c:pt idx="2307">
                  <c:v>2.2778465277816129</c:v>
                </c:pt>
                <c:pt idx="2308">
                  <c:v>2.322195297472474</c:v>
                </c:pt>
                <c:pt idx="2309">
                  <c:v>2.1001662974994648</c:v>
                </c:pt>
                <c:pt idx="2310">
                  <c:v>1.5653945052678579</c:v>
                </c:pt>
                <c:pt idx="2311">
                  <c:v>1.611873213402806</c:v>
                </c:pt>
                <c:pt idx="2312">
                  <c:v>2.0877388492508588</c:v>
                </c:pt>
                <c:pt idx="2313">
                  <c:v>2.3351722918380902</c:v>
                </c:pt>
                <c:pt idx="2314">
                  <c:v>2.3356287216162581</c:v>
                </c:pt>
                <c:pt idx="2315">
                  <c:v>2.336278067097346</c:v>
                </c:pt>
                <c:pt idx="2316">
                  <c:v>2.3494352903065772</c:v>
                </c:pt>
                <c:pt idx="2317">
                  <c:v>2.351670373615864</c:v>
                </c:pt>
                <c:pt idx="2318">
                  <c:v>2.368538221585144</c:v>
                </c:pt>
                <c:pt idx="2319">
                  <c:v>2.4837213768822388</c:v>
                </c:pt>
                <c:pt idx="2320">
                  <c:v>2.600513401010133</c:v>
                </c:pt>
                <c:pt idx="2321">
                  <c:v>2.7369151481569789</c:v>
                </c:pt>
                <c:pt idx="2322">
                  <c:v>2.8338900219735441</c:v>
                </c:pt>
                <c:pt idx="2323">
                  <c:v>2.8559296075603551</c:v>
                </c:pt>
                <c:pt idx="2324">
                  <c:v>3.0287138315294349</c:v>
                </c:pt>
                <c:pt idx="2325">
                  <c:v>4.5127881214973549</c:v>
                </c:pt>
                <c:pt idx="2326">
                  <c:v>4.6486083952961001</c:v>
                </c:pt>
                <c:pt idx="2327">
                  <c:v>4.5299831808034314</c:v>
                </c:pt>
                <c:pt idx="2328">
                  <c:v>3.787622829197832</c:v>
                </c:pt>
                <c:pt idx="2329">
                  <c:v>3.4252201260184911</c:v>
                </c:pt>
                <c:pt idx="2330">
                  <c:v>3.4985766523378161</c:v>
                </c:pt>
                <c:pt idx="2331">
                  <c:v>4.2295764653504166</c:v>
                </c:pt>
                <c:pt idx="2332">
                  <c:v>4.7530379368259048</c:v>
                </c:pt>
                <c:pt idx="2333">
                  <c:v>4.6831849094660756</c:v>
                </c:pt>
                <c:pt idx="2334">
                  <c:v>4.051695496141229</c:v>
                </c:pt>
                <c:pt idx="2335">
                  <c:v>3.605884302151539</c:v>
                </c:pt>
                <c:pt idx="2336">
                  <c:v>2.1058262556250531</c:v>
                </c:pt>
                <c:pt idx="2337">
                  <c:v>1.5257228045151749</c:v>
                </c:pt>
                <c:pt idx="2338">
                  <c:v>1.239930355293867</c:v>
                </c:pt>
                <c:pt idx="2339">
                  <c:v>0.31099516724873522</c:v>
                </c:pt>
                <c:pt idx="2340">
                  <c:v>3.597877182425873E-2</c:v>
                </c:pt>
                <c:pt idx="2341">
                  <c:v>3.6513805077986512</c:v>
                </c:pt>
                <c:pt idx="2342">
                  <c:v>3.5802635299159871</c:v>
                </c:pt>
                <c:pt idx="2343">
                  <c:v>0.98866504205713568</c:v>
                </c:pt>
                <c:pt idx="2344">
                  <c:v>0.63568199329805897</c:v>
                </c:pt>
                <c:pt idx="2345">
                  <c:v>0.69302337002171999</c:v>
                </c:pt>
                <c:pt idx="2346">
                  <c:v>1.3398110079964829</c:v>
                </c:pt>
                <c:pt idx="2347">
                  <c:v>1.7103779195593189</c:v>
                </c:pt>
                <c:pt idx="2348">
                  <c:v>1.625497980129752</c:v>
                </c:pt>
                <c:pt idx="2349">
                  <c:v>1.1955785115381681</c:v>
                </c:pt>
                <c:pt idx="2350">
                  <c:v>0.89649607665293307</c:v>
                </c:pt>
                <c:pt idx="2351">
                  <c:v>1.0505815459168739</c:v>
                </c:pt>
                <c:pt idx="2352">
                  <c:v>3.3334957003008201</c:v>
                </c:pt>
                <c:pt idx="2353">
                  <c:v>3.7924767910794741</c:v>
                </c:pt>
                <c:pt idx="2354">
                  <c:v>3.7141241976182489</c:v>
                </c:pt>
                <c:pt idx="2355">
                  <c:v>3.0577639630314342</c:v>
                </c:pt>
                <c:pt idx="2356">
                  <c:v>2.6954793242643551</c:v>
                </c:pt>
                <c:pt idx="2357">
                  <c:v>2.6109113834065929</c:v>
                </c:pt>
                <c:pt idx="2358">
                  <c:v>2.1685723933005172</c:v>
                </c:pt>
                <c:pt idx="2359">
                  <c:v>1.765267492653777</c:v>
                </c:pt>
                <c:pt idx="2360">
                  <c:v>1.317764210821234</c:v>
                </c:pt>
                <c:pt idx="2361">
                  <c:v>0.98526054213831782</c:v>
                </c:pt>
                <c:pt idx="2362">
                  <c:v>0.60430345685810649</c:v>
                </c:pt>
                <c:pt idx="2363">
                  <c:v>0.63948604637608519</c:v>
                </c:pt>
                <c:pt idx="2364">
                  <c:v>1.4413800979961151</c:v>
                </c:pt>
                <c:pt idx="2365">
                  <c:v>1.5705714225814651</c:v>
                </c:pt>
                <c:pt idx="2366">
                  <c:v>1.54530468666025</c:v>
                </c:pt>
                <c:pt idx="2367">
                  <c:v>1.4020592426434551</c:v>
                </c:pt>
                <c:pt idx="2368">
                  <c:v>1.2048016204644081</c:v>
                </c:pt>
                <c:pt idx="2369">
                  <c:v>1.1500971732341421</c:v>
                </c:pt>
                <c:pt idx="2370">
                  <c:v>1.192038005057023</c:v>
                </c:pt>
                <c:pt idx="2371">
                  <c:v>1.8680507758599261</c:v>
                </c:pt>
                <c:pt idx="2372">
                  <c:v>2.1353371458056278</c:v>
                </c:pt>
                <c:pt idx="2373">
                  <c:v>2.141874539136055</c:v>
                </c:pt>
                <c:pt idx="2374">
                  <c:v>2.209606478751216</c:v>
                </c:pt>
                <c:pt idx="2375">
                  <c:v>2.2506312438488401</c:v>
                </c:pt>
                <c:pt idx="2376">
                  <c:v>2.1737428507198731</c:v>
                </c:pt>
                <c:pt idx="2377">
                  <c:v>1.705369499089584</c:v>
                </c:pt>
                <c:pt idx="2378">
                  <c:v>1.2601251296958991</c:v>
                </c:pt>
                <c:pt idx="2379">
                  <c:v>1.0192077825138339</c:v>
                </c:pt>
                <c:pt idx="2380">
                  <c:v>0.88495281912362311</c:v>
                </c:pt>
                <c:pt idx="2381">
                  <c:v>1.0041053142419079E-2</c:v>
                </c:pt>
                <c:pt idx="2382">
                  <c:v>1.9435588485095141</c:v>
                </c:pt>
                <c:pt idx="2383">
                  <c:v>1.860519733694306</c:v>
                </c:pt>
                <c:pt idx="2384">
                  <c:v>1.0554657193980881</c:v>
                </c:pt>
                <c:pt idx="2385">
                  <c:v>0.93785571661334244</c:v>
                </c:pt>
                <c:pt idx="2386">
                  <c:v>1.4273809912140589</c:v>
                </c:pt>
                <c:pt idx="2387">
                  <c:v>1.9859891547039881</c:v>
                </c:pt>
                <c:pt idx="2388">
                  <c:v>2.1341816626094778</c:v>
                </c:pt>
                <c:pt idx="2389">
                  <c:v>2.6000562129474898</c:v>
                </c:pt>
                <c:pt idx="2390">
                  <c:v>3.8326321073554772</c:v>
                </c:pt>
                <c:pt idx="2391">
                  <c:v>5.0048095459576274</c:v>
                </c:pt>
                <c:pt idx="2392">
                  <c:v>4.9493810218579819</c:v>
                </c:pt>
                <c:pt idx="2393">
                  <c:v>4.528970116982828</c:v>
                </c:pt>
                <c:pt idx="2394">
                  <c:v>4.4179203965081593</c:v>
                </c:pt>
                <c:pt idx="2395">
                  <c:v>4.337190439482697</c:v>
                </c:pt>
                <c:pt idx="2396">
                  <c:v>3.5726927606066701</c:v>
                </c:pt>
                <c:pt idx="2397">
                  <c:v>2.8121334101062772</c:v>
                </c:pt>
                <c:pt idx="2398">
                  <c:v>2.0350353902982352</c:v>
                </c:pt>
                <c:pt idx="2399">
                  <c:v>1.3243576827725161</c:v>
                </c:pt>
                <c:pt idx="2400">
                  <c:v>1.045256088855876</c:v>
                </c:pt>
                <c:pt idx="2401">
                  <c:v>1.2531526426473421</c:v>
                </c:pt>
                <c:pt idx="2402">
                  <c:v>2.594379374578363</c:v>
                </c:pt>
                <c:pt idx="2403">
                  <c:v>3.0559789556907151</c:v>
                </c:pt>
                <c:pt idx="2404">
                  <c:v>2.9987494001921</c:v>
                </c:pt>
                <c:pt idx="2405">
                  <c:v>2.6555156086864251</c:v>
                </c:pt>
                <c:pt idx="2406">
                  <c:v>2.4146790936110061</c:v>
                </c:pt>
                <c:pt idx="2407">
                  <c:v>2.3636866561627419</c:v>
                </c:pt>
                <c:pt idx="2408">
                  <c:v>1.7949529146281229</c:v>
                </c:pt>
                <c:pt idx="2409">
                  <c:v>1.669871618395806</c:v>
                </c:pt>
                <c:pt idx="2410">
                  <c:v>1.6200131093832999</c:v>
                </c:pt>
                <c:pt idx="2411">
                  <c:v>1.5004440286195351</c:v>
                </c:pt>
                <c:pt idx="2412">
                  <c:v>1.4378871396125701</c:v>
                </c:pt>
                <c:pt idx="2413">
                  <c:v>1.3312294347117251</c:v>
                </c:pt>
                <c:pt idx="2414">
                  <c:v>1.3017410573149191</c:v>
                </c:pt>
                <c:pt idx="2415">
                  <c:v>1.196017437673794</c:v>
                </c:pt>
                <c:pt idx="2416">
                  <c:v>1.123037998471192</c:v>
                </c:pt>
                <c:pt idx="2417">
                  <c:v>0.70833421611579062</c:v>
                </c:pt>
                <c:pt idx="2418">
                  <c:v>0.28294684575340989</c:v>
                </c:pt>
                <c:pt idx="2419">
                  <c:v>6.0450474387279129E-3</c:v>
                </c:pt>
                <c:pt idx="2420">
                  <c:v>0.17107351249717309</c:v>
                </c:pt>
                <c:pt idx="2421">
                  <c:v>0.39281369253871279</c:v>
                </c:pt>
                <c:pt idx="2422">
                  <c:v>1.389725383416323</c:v>
                </c:pt>
                <c:pt idx="2423">
                  <c:v>1.4689500149687129</c:v>
                </c:pt>
                <c:pt idx="2424">
                  <c:v>1.934407363454919</c:v>
                </c:pt>
                <c:pt idx="2425">
                  <c:v>2.2321792163612399</c:v>
                </c:pt>
                <c:pt idx="2426">
                  <c:v>2.1909562343002311</c:v>
                </c:pt>
                <c:pt idx="2427">
                  <c:v>1.969551121425259</c:v>
                </c:pt>
                <c:pt idx="2428">
                  <c:v>1.7938449617935961</c:v>
                </c:pt>
                <c:pt idx="2429">
                  <c:v>1.6575415991256539</c:v>
                </c:pt>
                <c:pt idx="2430">
                  <c:v>2.0360924872423571</c:v>
                </c:pt>
                <c:pt idx="2431">
                  <c:v>3.730503319848872</c:v>
                </c:pt>
                <c:pt idx="2432">
                  <c:v>4.9780823020277314</c:v>
                </c:pt>
                <c:pt idx="2433">
                  <c:v>4.0432419890521478</c:v>
                </c:pt>
                <c:pt idx="2434">
                  <c:v>3.2361570970150049</c:v>
                </c:pt>
                <c:pt idx="2435">
                  <c:v>2.4069768364309172</c:v>
                </c:pt>
                <c:pt idx="2436">
                  <c:v>1.745898139751993</c:v>
                </c:pt>
                <c:pt idx="2437">
                  <c:v>0.76782455565288465</c:v>
                </c:pt>
                <c:pt idx="2438">
                  <c:v>0.77646987040751769</c:v>
                </c:pt>
                <c:pt idx="2439">
                  <c:v>0.83738093768788235</c:v>
                </c:pt>
                <c:pt idx="2440">
                  <c:v>1.1328248869375179</c:v>
                </c:pt>
                <c:pt idx="2441">
                  <c:v>1.1603855201928921</c:v>
                </c:pt>
                <c:pt idx="2442">
                  <c:v>1.455079201531716</c:v>
                </c:pt>
                <c:pt idx="2443">
                  <c:v>2.3838481834505139</c:v>
                </c:pt>
                <c:pt idx="2444">
                  <c:v>2.6665428450765432</c:v>
                </c:pt>
                <c:pt idx="2445">
                  <c:v>2.6164951349310939</c:v>
                </c:pt>
                <c:pt idx="2446">
                  <c:v>2.167467818047387</c:v>
                </c:pt>
                <c:pt idx="2447">
                  <c:v>1.875103566170508</c:v>
                </c:pt>
                <c:pt idx="2448">
                  <c:v>1.9419616265588699</c:v>
                </c:pt>
                <c:pt idx="2449">
                  <c:v>2.287954657189387</c:v>
                </c:pt>
                <c:pt idx="2450">
                  <c:v>2.7234131126771342</c:v>
                </c:pt>
                <c:pt idx="2451">
                  <c:v>2.9169071824951001</c:v>
                </c:pt>
                <c:pt idx="2452">
                  <c:v>2.8377942028659069</c:v>
                </c:pt>
                <c:pt idx="2453">
                  <c:v>2.1674042176735679</c:v>
                </c:pt>
                <c:pt idx="2454">
                  <c:v>1.7380931433921969</c:v>
                </c:pt>
                <c:pt idx="2455">
                  <c:v>1.3396604095560281</c:v>
                </c:pt>
                <c:pt idx="2456">
                  <c:v>1.2492315326558141</c:v>
                </c:pt>
                <c:pt idx="2457">
                  <c:v>0.1717456692849442</c:v>
                </c:pt>
                <c:pt idx="2458">
                  <c:v>8.165768713566713E-3</c:v>
                </c:pt>
                <c:pt idx="2459">
                  <c:v>0.4692710841182105</c:v>
                </c:pt>
                <c:pt idx="2460">
                  <c:v>0.48822080128191098</c:v>
                </c:pt>
                <c:pt idx="2461">
                  <c:v>0.63786780074918892</c:v>
                </c:pt>
                <c:pt idx="2462">
                  <c:v>0.64483533679528993</c:v>
                </c:pt>
                <c:pt idx="2463">
                  <c:v>0.79833852034614394</c:v>
                </c:pt>
                <c:pt idx="2464">
                  <c:v>1.67217482782989</c:v>
                </c:pt>
                <c:pt idx="2465">
                  <c:v>2.215330147863289</c:v>
                </c:pt>
                <c:pt idx="2466">
                  <c:v>2.2216730706861552</c:v>
                </c:pt>
                <c:pt idx="2467">
                  <c:v>2.3154838115594112</c:v>
                </c:pt>
                <c:pt idx="2468">
                  <c:v>2.323293703782026</c:v>
                </c:pt>
                <c:pt idx="2469">
                  <c:v>2.2854553577566601</c:v>
                </c:pt>
                <c:pt idx="2470">
                  <c:v>2.2215780978989348</c:v>
                </c:pt>
                <c:pt idx="2471">
                  <c:v>2.192033810438319</c:v>
                </c:pt>
                <c:pt idx="2472">
                  <c:v>2.1752173372223771</c:v>
                </c:pt>
                <c:pt idx="2473">
                  <c:v>1.988143603441809</c:v>
                </c:pt>
                <c:pt idx="2474">
                  <c:v>1.797974847890514</c:v>
                </c:pt>
                <c:pt idx="2475">
                  <c:v>1.49116669524245</c:v>
                </c:pt>
                <c:pt idx="2476">
                  <c:v>1.396169859140975</c:v>
                </c:pt>
                <c:pt idx="2477">
                  <c:v>1.375156958261055</c:v>
                </c:pt>
                <c:pt idx="2478">
                  <c:v>1.264015905286789</c:v>
                </c:pt>
                <c:pt idx="2479">
                  <c:v>1.221444599027333</c:v>
                </c:pt>
                <c:pt idx="2480">
                  <c:v>1.216881194449795</c:v>
                </c:pt>
                <c:pt idx="2481">
                  <c:v>1.155173515428414</c:v>
                </c:pt>
                <c:pt idx="2482">
                  <c:v>1.1055355098109449</c:v>
                </c:pt>
                <c:pt idx="2483">
                  <c:v>1.095865438206163</c:v>
                </c:pt>
                <c:pt idx="2484">
                  <c:v>1.1392514201917789</c:v>
                </c:pt>
                <c:pt idx="2485">
                  <c:v>1.724268761578875</c:v>
                </c:pt>
                <c:pt idx="2486">
                  <c:v>1.9608818137480371</c:v>
                </c:pt>
                <c:pt idx="2487">
                  <c:v>2.0404616006572081</c:v>
                </c:pt>
                <c:pt idx="2488">
                  <c:v>2.8188927225929432</c:v>
                </c:pt>
                <c:pt idx="2489">
                  <c:v>3.3347471735572181</c:v>
                </c:pt>
                <c:pt idx="2490">
                  <c:v>3.3316854719508062</c:v>
                </c:pt>
                <c:pt idx="2491">
                  <c:v>3.3292490474330272</c:v>
                </c:pt>
                <c:pt idx="2492">
                  <c:v>3.274311911599141</c:v>
                </c:pt>
                <c:pt idx="2493">
                  <c:v>3.2701014451089598</c:v>
                </c:pt>
                <c:pt idx="2494">
                  <c:v>3.129272161727775</c:v>
                </c:pt>
                <c:pt idx="2495">
                  <c:v>1.8752571050432489</c:v>
                </c:pt>
                <c:pt idx="2496">
                  <c:v>0.1667665379489249</c:v>
                </c:pt>
                <c:pt idx="2497">
                  <c:v>3.390132990525924E-3</c:v>
                </c:pt>
                <c:pt idx="2498">
                  <c:v>2.66542246721058</c:v>
                </c:pt>
                <c:pt idx="2499">
                  <c:v>2.6376657810205861</c:v>
                </c:pt>
                <c:pt idx="2500">
                  <c:v>2.383121658030722</c:v>
                </c:pt>
                <c:pt idx="2501">
                  <c:v>2.2863102470969232</c:v>
                </c:pt>
                <c:pt idx="2502">
                  <c:v>1.49795012022068</c:v>
                </c:pt>
                <c:pt idx="2503">
                  <c:v>0.74524628360454903</c:v>
                </c:pt>
                <c:pt idx="2504">
                  <c:v>0.24028830194363751</c:v>
                </c:pt>
                <c:pt idx="2505">
                  <c:v>0.33201742395457229</c:v>
                </c:pt>
                <c:pt idx="2506">
                  <c:v>1.401297005946242</c:v>
                </c:pt>
                <c:pt idx="2507">
                  <c:v>1.9075135518670949</c:v>
                </c:pt>
                <c:pt idx="2508">
                  <c:v>2.2144818614828532</c:v>
                </c:pt>
                <c:pt idx="2509">
                  <c:v>3.0933616043800658</c:v>
                </c:pt>
                <c:pt idx="2510">
                  <c:v>3.1771926277414182</c:v>
                </c:pt>
                <c:pt idx="2511">
                  <c:v>2.8201309195893889</c:v>
                </c:pt>
                <c:pt idx="2512">
                  <c:v>2.3847868611007539</c:v>
                </c:pt>
                <c:pt idx="2513">
                  <c:v>2.1027512435026421</c:v>
                </c:pt>
                <c:pt idx="2514">
                  <c:v>1.4770675320363269</c:v>
                </c:pt>
                <c:pt idx="2515">
                  <c:v>1.243829182160199</c:v>
                </c:pt>
                <c:pt idx="2516">
                  <c:v>1.3711511303346691</c:v>
                </c:pt>
                <c:pt idx="2517">
                  <c:v>2.1163383590492448</c:v>
                </c:pt>
                <c:pt idx="2518">
                  <c:v>2.876035572097126</c:v>
                </c:pt>
                <c:pt idx="2519">
                  <c:v>3.0904634531844488</c:v>
                </c:pt>
                <c:pt idx="2520">
                  <c:v>2.9678698608159761</c:v>
                </c:pt>
                <c:pt idx="2521">
                  <c:v>2.289026552380526</c:v>
                </c:pt>
                <c:pt idx="2522">
                  <c:v>1.895810417064737</c:v>
                </c:pt>
                <c:pt idx="2523">
                  <c:v>1.8174309459763121</c:v>
                </c:pt>
                <c:pt idx="2524">
                  <c:v>1.3971103340063951</c:v>
                </c:pt>
                <c:pt idx="2525">
                  <c:v>1.123712468522059</c:v>
                </c:pt>
                <c:pt idx="2526">
                  <c:v>1.019508332327431</c:v>
                </c:pt>
                <c:pt idx="2527">
                  <c:v>1.0647715613586091</c:v>
                </c:pt>
                <c:pt idx="2528">
                  <c:v>1.7145258625715121</c:v>
                </c:pt>
                <c:pt idx="2529">
                  <c:v>1.8779598398312249</c:v>
                </c:pt>
                <c:pt idx="2530">
                  <c:v>1.8261497854717761</c:v>
                </c:pt>
                <c:pt idx="2531">
                  <c:v>1.2584897600148961</c:v>
                </c:pt>
                <c:pt idx="2532">
                  <c:v>1.1550638971365179</c:v>
                </c:pt>
                <c:pt idx="2533">
                  <c:v>1.234460367615652</c:v>
                </c:pt>
                <c:pt idx="2534">
                  <c:v>1.2741820380701909</c:v>
                </c:pt>
                <c:pt idx="2535">
                  <c:v>1.403075720414209</c:v>
                </c:pt>
                <c:pt idx="2536">
                  <c:v>1.579630516476201</c:v>
                </c:pt>
                <c:pt idx="2537">
                  <c:v>1.635989151715824</c:v>
                </c:pt>
                <c:pt idx="2538">
                  <c:v>1.48459051611329</c:v>
                </c:pt>
                <c:pt idx="2539">
                  <c:v>0.6101337823564208</c:v>
                </c:pt>
                <c:pt idx="2540">
                  <c:v>5.7641355650529517E-2</c:v>
                </c:pt>
                <c:pt idx="2541">
                  <c:v>1.172274102558613</c:v>
                </c:pt>
                <c:pt idx="2542">
                  <c:v>1.576274353250632</c:v>
                </c:pt>
                <c:pt idx="2543">
                  <c:v>1.541174147127095</c:v>
                </c:pt>
                <c:pt idx="2544">
                  <c:v>1.524041941138232</c:v>
                </c:pt>
                <c:pt idx="2545">
                  <c:v>1.508879651844532</c:v>
                </c:pt>
                <c:pt idx="2546">
                  <c:v>1.3828189373339681</c:v>
                </c:pt>
                <c:pt idx="2547">
                  <c:v>1.252602882243147</c:v>
                </c:pt>
                <c:pt idx="2548">
                  <c:v>1.207826025567561</c:v>
                </c:pt>
                <c:pt idx="2549">
                  <c:v>1.429123995281145</c:v>
                </c:pt>
                <c:pt idx="2550">
                  <c:v>2.7693037967753629</c:v>
                </c:pt>
                <c:pt idx="2551">
                  <c:v>3.3605683801928001</c:v>
                </c:pt>
                <c:pt idx="2552">
                  <c:v>3.2900296284692652</c:v>
                </c:pt>
                <c:pt idx="2553">
                  <c:v>2.8923040199232628</c:v>
                </c:pt>
                <c:pt idx="2554">
                  <c:v>2.484441291144496</c:v>
                </c:pt>
                <c:pt idx="2555">
                  <c:v>1.8436229569678111</c:v>
                </c:pt>
                <c:pt idx="2556">
                  <c:v>1.5832965076915659</c:v>
                </c:pt>
                <c:pt idx="2557">
                  <c:v>1.544429546172021</c:v>
                </c:pt>
                <c:pt idx="2558">
                  <c:v>1.1894860975584329</c:v>
                </c:pt>
                <c:pt idx="2559">
                  <c:v>1.1356335186071309</c:v>
                </c:pt>
                <c:pt idx="2560">
                  <c:v>0.81163747860039803</c:v>
                </c:pt>
                <c:pt idx="2561">
                  <c:v>0.384886491236346</c:v>
                </c:pt>
                <c:pt idx="2562">
                  <c:v>0.30491203202300182</c:v>
                </c:pt>
                <c:pt idx="2563">
                  <c:v>0.32297290339131202</c:v>
                </c:pt>
                <c:pt idx="2564">
                  <c:v>0.46333760648854011</c:v>
                </c:pt>
                <c:pt idx="2565">
                  <c:v>0.55103547742380843</c:v>
                </c:pt>
                <c:pt idx="2566">
                  <c:v>0.65644517861057605</c:v>
                </c:pt>
                <c:pt idx="2567">
                  <c:v>1.146274090818697</c:v>
                </c:pt>
                <c:pt idx="2568">
                  <c:v>1.3201121341875559</c:v>
                </c:pt>
                <c:pt idx="2569">
                  <c:v>1.3069656805584891</c:v>
                </c:pt>
                <c:pt idx="2570">
                  <c:v>1.2158887428071421</c:v>
                </c:pt>
                <c:pt idx="2571">
                  <c:v>1.112194411060959</c:v>
                </c:pt>
                <c:pt idx="2572">
                  <c:v>1.0893892276992581</c:v>
                </c:pt>
                <c:pt idx="2573">
                  <c:v>1.116085286523957</c:v>
                </c:pt>
                <c:pt idx="2574">
                  <c:v>1.2730100474213339</c:v>
                </c:pt>
                <c:pt idx="2575">
                  <c:v>1.4498673697396249</c:v>
                </c:pt>
                <c:pt idx="2576">
                  <c:v>1.5658671607793211</c:v>
                </c:pt>
                <c:pt idx="2577">
                  <c:v>1.5853953068915561</c:v>
                </c:pt>
                <c:pt idx="2578">
                  <c:v>1.3961971752790081</c:v>
                </c:pt>
                <c:pt idx="2579">
                  <c:v>4.7870058260939582E-2</c:v>
                </c:pt>
                <c:pt idx="2580">
                  <c:v>0.32344269433806683</c:v>
                </c:pt>
                <c:pt idx="2581">
                  <c:v>2.8088603735417279</c:v>
                </c:pt>
                <c:pt idx="2582">
                  <c:v>2.5804255101338538</c:v>
                </c:pt>
                <c:pt idx="2583">
                  <c:v>2.0764763753408841</c:v>
                </c:pt>
                <c:pt idx="2584">
                  <c:v>2.030051596789161</c:v>
                </c:pt>
                <c:pt idx="2585">
                  <c:v>2.1806757399837591</c:v>
                </c:pt>
                <c:pt idx="2586">
                  <c:v>4.1299064817762847</c:v>
                </c:pt>
                <c:pt idx="2587">
                  <c:v>3.1921277585646788</c:v>
                </c:pt>
                <c:pt idx="2588">
                  <c:v>2.419766341774527</c:v>
                </c:pt>
                <c:pt idx="2589">
                  <c:v>2.2541321851122631</c:v>
                </c:pt>
                <c:pt idx="2590">
                  <c:v>2.23520821792679</c:v>
                </c:pt>
                <c:pt idx="2591">
                  <c:v>2.0847775769178059</c:v>
                </c:pt>
                <c:pt idx="2592">
                  <c:v>1.911697319684704</c:v>
                </c:pt>
                <c:pt idx="2593">
                  <c:v>1.7902810386874459</c:v>
                </c:pt>
                <c:pt idx="2594">
                  <c:v>1.6654236290531701</c:v>
                </c:pt>
                <c:pt idx="2595">
                  <c:v>1.646584793956374</c:v>
                </c:pt>
                <c:pt idx="2596">
                  <c:v>1.536912847194839</c:v>
                </c:pt>
                <c:pt idx="2597">
                  <c:v>0.73139739548071048</c:v>
                </c:pt>
                <c:pt idx="2598">
                  <c:v>0.93810948895039958</c:v>
                </c:pt>
                <c:pt idx="2599">
                  <c:v>2.096635955367804</c:v>
                </c:pt>
                <c:pt idx="2600">
                  <c:v>2.6563864280221861</c:v>
                </c:pt>
                <c:pt idx="2601">
                  <c:v>2.8215985176215681</c:v>
                </c:pt>
                <c:pt idx="2602">
                  <c:v>2.934385078202399</c:v>
                </c:pt>
                <c:pt idx="2603">
                  <c:v>2.9544798957113581</c:v>
                </c:pt>
                <c:pt idx="2604">
                  <c:v>2.7877589539263852</c:v>
                </c:pt>
                <c:pt idx="2605">
                  <c:v>1.1836290784303749</c:v>
                </c:pt>
                <c:pt idx="2606">
                  <c:v>0.93144601512713654</c:v>
                </c:pt>
                <c:pt idx="2607">
                  <c:v>0.95286566137079654</c:v>
                </c:pt>
                <c:pt idx="2608">
                  <c:v>1.255101300517943</c:v>
                </c:pt>
                <c:pt idx="2609">
                  <c:v>1.392614848333505</c:v>
                </c:pt>
                <c:pt idx="2610">
                  <c:v>1.408675416731066</c:v>
                </c:pt>
                <c:pt idx="2611">
                  <c:v>1.492498435355581</c:v>
                </c:pt>
                <c:pt idx="2612">
                  <c:v>1.627712992781063</c:v>
                </c:pt>
                <c:pt idx="2613">
                  <c:v>1.501179230189295</c:v>
                </c:pt>
                <c:pt idx="2614">
                  <c:v>1.0433346567315791</c:v>
                </c:pt>
                <c:pt idx="2615">
                  <c:v>0.46299176340746762</c:v>
                </c:pt>
                <c:pt idx="2616">
                  <c:v>5.8176181944748717E-2</c:v>
                </c:pt>
                <c:pt idx="2617">
                  <c:v>1.904375224527076</c:v>
                </c:pt>
                <c:pt idx="2618">
                  <c:v>2.6243063600616381</c:v>
                </c:pt>
                <c:pt idx="2619">
                  <c:v>4.6445144126849982</c:v>
                </c:pt>
                <c:pt idx="2620">
                  <c:v>4.2663024053061029</c:v>
                </c:pt>
                <c:pt idx="2621">
                  <c:v>3.0427363869238779</c:v>
                </c:pt>
                <c:pt idx="2622">
                  <c:v>1.442069303159681</c:v>
                </c:pt>
                <c:pt idx="2623">
                  <c:v>1.288522549453732</c:v>
                </c:pt>
                <c:pt idx="2624">
                  <c:v>1.361536079175397</c:v>
                </c:pt>
                <c:pt idx="2625">
                  <c:v>2.0213759793391541</c:v>
                </c:pt>
                <c:pt idx="2626">
                  <c:v>2.1876900726574382</c:v>
                </c:pt>
                <c:pt idx="2627">
                  <c:v>2.1888010200689281</c:v>
                </c:pt>
                <c:pt idx="2628">
                  <c:v>2.1905755911515352</c:v>
                </c:pt>
                <c:pt idx="2629">
                  <c:v>2.19269564882699</c:v>
                </c:pt>
                <c:pt idx="2630">
                  <c:v>2.195086235166456</c:v>
                </c:pt>
                <c:pt idx="2631">
                  <c:v>2.1970302212976809</c:v>
                </c:pt>
                <c:pt idx="2632">
                  <c:v>2.198207480429033</c:v>
                </c:pt>
                <c:pt idx="2633">
                  <c:v>2.4567838013464121</c:v>
                </c:pt>
                <c:pt idx="2634">
                  <c:v>3.8329841758825349</c:v>
                </c:pt>
                <c:pt idx="2635">
                  <c:v>3.6214702122165869</c:v>
                </c:pt>
                <c:pt idx="2636">
                  <c:v>3.6041127996574138</c:v>
                </c:pt>
                <c:pt idx="2637">
                  <c:v>3.2492663348366539</c:v>
                </c:pt>
                <c:pt idx="2638">
                  <c:v>3.1960282771515098</c:v>
                </c:pt>
                <c:pt idx="2639">
                  <c:v>3.1200058950134748</c:v>
                </c:pt>
                <c:pt idx="2640">
                  <c:v>2.459915755088141</c:v>
                </c:pt>
                <c:pt idx="2641">
                  <c:v>2.2280611047772219</c:v>
                </c:pt>
                <c:pt idx="2642">
                  <c:v>2.228904022014317</c:v>
                </c:pt>
                <c:pt idx="2643">
                  <c:v>2.234034989803622</c:v>
                </c:pt>
                <c:pt idx="2644">
                  <c:v>2.2367743567490779</c:v>
                </c:pt>
                <c:pt idx="2645">
                  <c:v>2.1765620840523812</c:v>
                </c:pt>
                <c:pt idx="2646">
                  <c:v>1.7643808023381891</c:v>
                </c:pt>
                <c:pt idx="2647">
                  <c:v>1.4413096982971809</c:v>
                </c:pt>
                <c:pt idx="2648">
                  <c:v>1.3889945254949201</c:v>
                </c:pt>
                <c:pt idx="2649">
                  <c:v>1.388947646682934</c:v>
                </c:pt>
                <c:pt idx="2650">
                  <c:v>1.3884054154482981</c:v>
                </c:pt>
                <c:pt idx="2651">
                  <c:v>1.388315361604235</c:v>
                </c:pt>
                <c:pt idx="2652">
                  <c:v>1.4716542188613451</c:v>
                </c:pt>
                <c:pt idx="2653">
                  <c:v>1.913395593158516</c:v>
                </c:pt>
                <c:pt idx="2654">
                  <c:v>2.4608839157213231</c:v>
                </c:pt>
                <c:pt idx="2655">
                  <c:v>2.803318830641413</c:v>
                </c:pt>
                <c:pt idx="2656">
                  <c:v>2.8594994022844351</c:v>
                </c:pt>
                <c:pt idx="2657">
                  <c:v>1.735570686611315</c:v>
                </c:pt>
                <c:pt idx="2658">
                  <c:v>0.26193674357013069</c:v>
                </c:pt>
                <c:pt idx="2659">
                  <c:v>6.2569862301231266E-2</c:v>
                </c:pt>
                <c:pt idx="2660">
                  <c:v>6.0091022748948522</c:v>
                </c:pt>
                <c:pt idx="2661">
                  <c:v>5.8109706533220704</c:v>
                </c:pt>
                <c:pt idx="2662">
                  <c:v>3.8984112096280179</c:v>
                </c:pt>
                <c:pt idx="2663">
                  <c:v>3.374259019678953</c:v>
                </c:pt>
                <c:pt idx="2664">
                  <c:v>3.3116568593741151</c:v>
                </c:pt>
                <c:pt idx="2665">
                  <c:v>2.681497965191908</c:v>
                </c:pt>
                <c:pt idx="2666">
                  <c:v>2.5249443161367071</c:v>
                </c:pt>
                <c:pt idx="2667">
                  <c:v>2.590260582123237</c:v>
                </c:pt>
                <c:pt idx="2668">
                  <c:v>2.7961240174606812</c:v>
                </c:pt>
                <c:pt idx="2669">
                  <c:v>2.8321304360539248</c:v>
                </c:pt>
                <c:pt idx="2670">
                  <c:v>2.984274617844997</c:v>
                </c:pt>
                <c:pt idx="2671">
                  <c:v>3.3047491059144769</c:v>
                </c:pt>
                <c:pt idx="2672">
                  <c:v>3.4525017499539459</c:v>
                </c:pt>
                <c:pt idx="2673">
                  <c:v>3.5827361984334938</c:v>
                </c:pt>
                <c:pt idx="2674">
                  <c:v>3.6837771530927941</c:v>
                </c:pt>
                <c:pt idx="2675">
                  <c:v>5.9152002084341468</c:v>
                </c:pt>
                <c:pt idx="2676">
                  <c:v>5.8219497399325251</c:v>
                </c:pt>
                <c:pt idx="2677">
                  <c:v>4.8566604032236018</c:v>
                </c:pt>
                <c:pt idx="2678">
                  <c:v>4.6275421579213996</c:v>
                </c:pt>
                <c:pt idx="2679">
                  <c:v>4.6504466316718363</c:v>
                </c:pt>
                <c:pt idx="2680">
                  <c:v>4.7756396724991426</c:v>
                </c:pt>
                <c:pt idx="2681">
                  <c:v>4.8415372655037698</c:v>
                </c:pt>
                <c:pt idx="2682">
                  <c:v>4.7045644479713467</c:v>
                </c:pt>
                <c:pt idx="2683">
                  <c:v>2.312748573869472</c:v>
                </c:pt>
                <c:pt idx="2684">
                  <c:v>2.1455210362800829</c:v>
                </c:pt>
                <c:pt idx="2685">
                  <c:v>2.091343636333864</c:v>
                </c:pt>
                <c:pt idx="2686">
                  <c:v>1.294901292776361</c:v>
                </c:pt>
                <c:pt idx="2687">
                  <c:v>0.9778930449968215</c:v>
                </c:pt>
                <c:pt idx="2688">
                  <c:v>1.1934935207915229</c:v>
                </c:pt>
                <c:pt idx="2689">
                  <c:v>4.0489103485414484</c:v>
                </c:pt>
                <c:pt idx="2690">
                  <c:v>5.5265767674023323</c:v>
                </c:pt>
                <c:pt idx="2691">
                  <c:v>5.4593364314414004</c:v>
                </c:pt>
                <c:pt idx="2692">
                  <c:v>4.8500343593171804</c:v>
                </c:pt>
                <c:pt idx="2693">
                  <c:v>4.4630205256463693</c:v>
                </c:pt>
                <c:pt idx="2694">
                  <c:v>3.988813582124962</c:v>
                </c:pt>
                <c:pt idx="2695">
                  <c:v>3.6300818240188839</c:v>
                </c:pt>
                <c:pt idx="2696">
                  <c:v>3.240188952356641</c:v>
                </c:pt>
                <c:pt idx="2697">
                  <c:v>2.937687540820752E-2</c:v>
                </c:pt>
                <c:pt idx="2698">
                  <c:v>1.0384429423499351</c:v>
                </c:pt>
                <c:pt idx="2699">
                  <c:v>3.835198045612803</c:v>
                </c:pt>
                <c:pt idx="2700">
                  <c:v>4.0173345307428159</c:v>
                </c:pt>
                <c:pt idx="2701">
                  <c:v>5.4163918818065246</c:v>
                </c:pt>
                <c:pt idx="2702">
                  <c:v>5.7570525331656386</c:v>
                </c:pt>
                <c:pt idx="2703">
                  <c:v>5.636639130903804</c:v>
                </c:pt>
                <c:pt idx="2704">
                  <c:v>4.592170918637537</c:v>
                </c:pt>
                <c:pt idx="2705">
                  <c:v>3.4994721060071061</c:v>
                </c:pt>
                <c:pt idx="2706">
                  <c:v>3.1080198162237558</c:v>
                </c:pt>
                <c:pt idx="2707">
                  <c:v>3.0753439604942101</c:v>
                </c:pt>
                <c:pt idx="2708">
                  <c:v>2.7691642960731828</c:v>
                </c:pt>
                <c:pt idx="2709">
                  <c:v>2.445585913471656</c:v>
                </c:pt>
                <c:pt idx="2710">
                  <c:v>2.2001238661697999</c:v>
                </c:pt>
                <c:pt idx="2711">
                  <c:v>1.9719990419576769</c:v>
                </c:pt>
                <c:pt idx="2712">
                  <c:v>1.898169792985744</c:v>
                </c:pt>
                <c:pt idx="2713">
                  <c:v>2.0366086357587658</c:v>
                </c:pt>
                <c:pt idx="2714">
                  <c:v>3.325605454952071</c:v>
                </c:pt>
                <c:pt idx="2715">
                  <c:v>3.8214971971652538</c:v>
                </c:pt>
                <c:pt idx="2716">
                  <c:v>3.9269613923095541</c:v>
                </c:pt>
                <c:pt idx="2717">
                  <c:v>5.1513378822700577</c:v>
                </c:pt>
                <c:pt idx="2718">
                  <c:v>6.0278478326354756</c:v>
                </c:pt>
                <c:pt idx="2719">
                  <c:v>5.8482141754236023</c:v>
                </c:pt>
                <c:pt idx="2720">
                  <c:v>4.596599307733916</c:v>
                </c:pt>
                <c:pt idx="2721">
                  <c:v>3.367031308269532</c:v>
                </c:pt>
                <c:pt idx="2722">
                  <c:v>2.730571259196561</c:v>
                </c:pt>
                <c:pt idx="2723">
                  <c:v>2.7150471046701332</c:v>
                </c:pt>
                <c:pt idx="2724">
                  <c:v>2.6355024500662849</c:v>
                </c:pt>
                <c:pt idx="2725">
                  <c:v>2.5996988855739231</c:v>
                </c:pt>
                <c:pt idx="2726">
                  <c:v>2.5144843247834578</c:v>
                </c:pt>
                <c:pt idx="2727">
                  <c:v>1.729440182646796</c:v>
                </c:pt>
                <c:pt idx="2728">
                  <c:v>1.218332848666241</c:v>
                </c:pt>
                <c:pt idx="2729">
                  <c:v>1.174075286283869</c:v>
                </c:pt>
                <c:pt idx="2730">
                  <c:v>1.2137600698974731</c:v>
                </c:pt>
                <c:pt idx="2731">
                  <c:v>1.380675339213286</c:v>
                </c:pt>
                <c:pt idx="2732">
                  <c:v>1.4110422917144101</c:v>
                </c:pt>
                <c:pt idx="2733">
                  <c:v>1.3772405455902701</c:v>
                </c:pt>
                <c:pt idx="2734">
                  <c:v>1.0249313938411519</c:v>
                </c:pt>
                <c:pt idx="2735">
                  <c:v>0.62790256404991007</c:v>
                </c:pt>
                <c:pt idx="2736">
                  <c:v>0.31621218251671829</c:v>
                </c:pt>
                <c:pt idx="2737">
                  <c:v>0.18814571561281279</c:v>
                </c:pt>
                <c:pt idx="2738">
                  <c:v>5.2672257577466693E-2</c:v>
                </c:pt>
                <c:pt idx="2739">
                  <c:v>3.2422946645077312E-2</c:v>
                </c:pt>
                <c:pt idx="2740">
                  <c:v>3.2000717870289521</c:v>
                </c:pt>
                <c:pt idx="2741">
                  <c:v>2.9222337506507361</c:v>
                </c:pt>
                <c:pt idx="2742">
                  <c:v>0.96817904228548424</c:v>
                </c:pt>
                <c:pt idx="2743">
                  <c:v>1.0792668242974779</c:v>
                </c:pt>
                <c:pt idx="2744">
                  <c:v>2.6665697576874909</c:v>
                </c:pt>
                <c:pt idx="2745">
                  <c:v>2.6750322176463439</c:v>
                </c:pt>
                <c:pt idx="2746">
                  <c:v>2.7291705948046792</c:v>
                </c:pt>
                <c:pt idx="2747">
                  <c:v>2.7824688769517971</c:v>
                </c:pt>
                <c:pt idx="2748">
                  <c:v>2.836718133702171</c:v>
                </c:pt>
                <c:pt idx="2749">
                  <c:v>2.8925553157049619</c:v>
                </c:pt>
                <c:pt idx="2750">
                  <c:v>2.9325043424426198</c:v>
                </c:pt>
                <c:pt idx="2751">
                  <c:v>2.9002544604569729</c:v>
                </c:pt>
                <c:pt idx="2752">
                  <c:v>2.553875956992806</c:v>
                </c:pt>
                <c:pt idx="2753">
                  <c:v>2.4998989084785621</c:v>
                </c:pt>
                <c:pt idx="2754">
                  <c:v>2.4705958426113819</c:v>
                </c:pt>
                <c:pt idx="2755">
                  <c:v>2.3237467907122689</c:v>
                </c:pt>
                <c:pt idx="2756">
                  <c:v>2.1290485976996911</c:v>
                </c:pt>
                <c:pt idx="2757">
                  <c:v>2.0729631837261331</c:v>
                </c:pt>
                <c:pt idx="2758">
                  <c:v>2.127872822332618</c:v>
                </c:pt>
                <c:pt idx="2759">
                  <c:v>2.6753088737527788</c:v>
                </c:pt>
                <c:pt idx="2760">
                  <c:v>2.9887637478118561</c:v>
                </c:pt>
                <c:pt idx="2761">
                  <c:v>2.864880995720775</c:v>
                </c:pt>
                <c:pt idx="2762">
                  <c:v>1.906144452521068</c:v>
                </c:pt>
                <c:pt idx="2763">
                  <c:v>1.0674739538574261</c:v>
                </c:pt>
                <c:pt idx="2764">
                  <c:v>0.94509166313339321</c:v>
                </c:pt>
                <c:pt idx="2765">
                  <c:v>1.1459146648243621</c:v>
                </c:pt>
                <c:pt idx="2766">
                  <c:v>3.467566917935323</c:v>
                </c:pt>
                <c:pt idx="2767">
                  <c:v>4.0079871543023602</c:v>
                </c:pt>
                <c:pt idx="2768">
                  <c:v>3.964959500937042</c:v>
                </c:pt>
                <c:pt idx="2769">
                  <c:v>3.634507123091403</c:v>
                </c:pt>
                <c:pt idx="2770">
                  <c:v>3.409796312351169</c:v>
                </c:pt>
                <c:pt idx="2771">
                  <c:v>3.4835783555298589</c:v>
                </c:pt>
                <c:pt idx="2772">
                  <c:v>3.7463521949731011</c:v>
                </c:pt>
                <c:pt idx="2773">
                  <c:v>3.9441862303655122</c:v>
                </c:pt>
                <c:pt idx="2774">
                  <c:v>4.2362948620210368</c:v>
                </c:pt>
                <c:pt idx="2775">
                  <c:v>4.4017696463226139</c:v>
                </c:pt>
                <c:pt idx="2776">
                  <c:v>4.0308281392334839</c:v>
                </c:pt>
                <c:pt idx="2777">
                  <c:v>1.119041203732603</c:v>
                </c:pt>
                <c:pt idx="2778">
                  <c:v>4.7119941034461316E-3</c:v>
                </c:pt>
                <c:pt idx="2779">
                  <c:v>1.4913908141381871</c:v>
                </c:pt>
                <c:pt idx="2780">
                  <c:v>4.057831884550108</c:v>
                </c:pt>
                <c:pt idx="2781">
                  <c:v>3.1501137513388771</c:v>
                </c:pt>
                <c:pt idx="2782">
                  <c:v>2.6500133226167719</c:v>
                </c:pt>
                <c:pt idx="2783">
                  <c:v>2.7250155333225572</c:v>
                </c:pt>
                <c:pt idx="2784">
                  <c:v>3.109607730649167</c:v>
                </c:pt>
                <c:pt idx="2785">
                  <c:v>3.563689224819683</c:v>
                </c:pt>
                <c:pt idx="2786">
                  <c:v>3.70932492203882</c:v>
                </c:pt>
                <c:pt idx="2787">
                  <c:v>3.6674620185626829</c:v>
                </c:pt>
                <c:pt idx="2788">
                  <c:v>3.278594260606809</c:v>
                </c:pt>
                <c:pt idx="2789">
                  <c:v>2.944795097536244</c:v>
                </c:pt>
                <c:pt idx="2790">
                  <c:v>2.3318291260666602</c:v>
                </c:pt>
                <c:pt idx="2791">
                  <c:v>2.201948027362103</c:v>
                </c:pt>
                <c:pt idx="2792">
                  <c:v>2.16188667112411</c:v>
                </c:pt>
                <c:pt idx="2793">
                  <c:v>1.66097547719843</c:v>
                </c:pt>
                <c:pt idx="2794">
                  <c:v>1.450176734676879</c:v>
                </c:pt>
                <c:pt idx="2795">
                  <c:v>1.443571249761032</c:v>
                </c:pt>
                <c:pt idx="2796">
                  <c:v>1.393889510829265</c:v>
                </c:pt>
                <c:pt idx="2797">
                  <c:v>1.362524002633712</c:v>
                </c:pt>
                <c:pt idx="2798">
                  <c:v>1.360689754639361</c:v>
                </c:pt>
                <c:pt idx="2799">
                  <c:v>1.3376727964066091</c:v>
                </c:pt>
                <c:pt idx="2800">
                  <c:v>1.3767285908475939</c:v>
                </c:pt>
                <c:pt idx="2801">
                  <c:v>1.7633220680290329</c:v>
                </c:pt>
                <c:pt idx="2802">
                  <c:v>1.9190529053011349</c:v>
                </c:pt>
                <c:pt idx="2803">
                  <c:v>1.879650143454362</c:v>
                </c:pt>
                <c:pt idx="2804">
                  <c:v>1.845900643882221</c:v>
                </c:pt>
                <c:pt idx="2805">
                  <c:v>1.077329093053313</c:v>
                </c:pt>
                <c:pt idx="2806">
                  <c:v>1.0999203960739909</c:v>
                </c:pt>
                <c:pt idx="2807">
                  <c:v>1.1435654226559659</c:v>
                </c:pt>
                <c:pt idx="2808">
                  <c:v>2.0307302456656191</c:v>
                </c:pt>
                <c:pt idx="2809">
                  <c:v>2.264229285373808</c:v>
                </c:pt>
                <c:pt idx="2810">
                  <c:v>2.2713882889982582</c:v>
                </c:pt>
                <c:pt idx="2811">
                  <c:v>2.3354473875893191</c:v>
                </c:pt>
                <c:pt idx="2812">
                  <c:v>2.3598897006235031</c:v>
                </c:pt>
                <c:pt idx="2813">
                  <c:v>2.2991258463050119</c:v>
                </c:pt>
                <c:pt idx="2814">
                  <c:v>1.978812344088666</c:v>
                </c:pt>
                <c:pt idx="2815">
                  <c:v>1.390481844668954</c:v>
                </c:pt>
                <c:pt idx="2816">
                  <c:v>1.216243072913459</c:v>
                </c:pt>
                <c:pt idx="2817">
                  <c:v>1.0787011846048291</c:v>
                </c:pt>
                <c:pt idx="2818">
                  <c:v>4.1994032517781209E-3</c:v>
                </c:pt>
                <c:pt idx="2819">
                  <c:v>0.82923239314858166</c:v>
                </c:pt>
                <c:pt idx="2820">
                  <c:v>1.038522467787256</c:v>
                </c:pt>
                <c:pt idx="2821">
                  <c:v>2.66167560046406</c:v>
                </c:pt>
                <c:pt idx="2822">
                  <c:v>2.63824582801118</c:v>
                </c:pt>
                <c:pt idx="2823">
                  <c:v>2.4574592763559089</c:v>
                </c:pt>
                <c:pt idx="2824">
                  <c:v>2.3691833870590648</c:v>
                </c:pt>
                <c:pt idx="2825">
                  <c:v>2.1688456401475058</c:v>
                </c:pt>
                <c:pt idx="2826">
                  <c:v>2.0083648912847289</c:v>
                </c:pt>
                <c:pt idx="2827">
                  <c:v>1.875263731244422</c:v>
                </c:pt>
                <c:pt idx="2828">
                  <c:v>1.855965830825463</c:v>
                </c:pt>
                <c:pt idx="2829">
                  <c:v>1.861866021347627</c:v>
                </c:pt>
                <c:pt idx="2830">
                  <c:v>1.9353300662811661</c:v>
                </c:pt>
                <c:pt idx="2831">
                  <c:v>1.9491710465887451</c:v>
                </c:pt>
                <c:pt idx="2832">
                  <c:v>1.8735675504446689</c:v>
                </c:pt>
                <c:pt idx="2833">
                  <c:v>1.2087647495659679</c:v>
                </c:pt>
                <c:pt idx="2834">
                  <c:v>1.0816256317168571</c:v>
                </c:pt>
                <c:pt idx="2835">
                  <c:v>1.0792979447998641</c:v>
                </c:pt>
                <c:pt idx="2836">
                  <c:v>1.062692309019968</c:v>
                </c:pt>
                <c:pt idx="2837">
                  <c:v>1.0534849187636941</c:v>
                </c:pt>
                <c:pt idx="2838">
                  <c:v>1.051846216253348</c:v>
                </c:pt>
                <c:pt idx="2839">
                  <c:v>1.057047958557348</c:v>
                </c:pt>
                <c:pt idx="2840">
                  <c:v>1.1306800653787219</c:v>
                </c:pt>
                <c:pt idx="2841">
                  <c:v>1.1449806971359671</c:v>
                </c:pt>
                <c:pt idx="2842">
                  <c:v>1.223580593283037</c:v>
                </c:pt>
                <c:pt idx="2843">
                  <c:v>1.753436293737572</c:v>
                </c:pt>
                <c:pt idx="2844">
                  <c:v>1.9999287115743389</c:v>
                </c:pt>
                <c:pt idx="2845">
                  <c:v>2.0249810250551179</c:v>
                </c:pt>
                <c:pt idx="2846">
                  <c:v>2.0505054363877822</c:v>
                </c:pt>
                <c:pt idx="2847">
                  <c:v>2.6398288164173151</c:v>
                </c:pt>
                <c:pt idx="2848">
                  <c:v>2.6833811402257939</c:v>
                </c:pt>
                <c:pt idx="2849">
                  <c:v>2.6595091517156888</c:v>
                </c:pt>
                <c:pt idx="2850">
                  <c:v>2.2209930815802061</c:v>
                </c:pt>
                <c:pt idx="2851">
                  <c:v>2.1481108816003092</c:v>
                </c:pt>
                <c:pt idx="2852">
                  <c:v>2.1068334951909748</c:v>
                </c:pt>
                <c:pt idx="2853">
                  <c:v>2.0021421368348782</c:v>
                </c:pt>
                <c:pt idx="2854">
                  <c:v>1.864692774581771</c:v>
                </c:pt>
                <c:pt idx="2855">
                  <c:v>1.813511270366573</c:v>
                </c:pt>
                <c:pt idx="2856">
                  <c:v>1.667656632607472</c:v>
                </c:pt>
                <c:pt idx="2857">
                  <c:v>0.82405956739947439</c:v>
                </c:pt>
                <c:pt idx="2858">
                  <c:v>1.587244237883698E-2</c:v>
                </c:pt>
                <c:pt idx="2859">
                  <c:v>2.3083252210049898</c:v>
                </c:pt>
                <c:pt idx="2860">
                  <c:v>2.562741501065239</c:v>
                </c:pt>
                <c:pt idx="2861">
                  <c:v>4.169943830445713</c:v>
                </c:pt>
                <c:pt idx="2862">
                  <c:v>4.0733511694197846</c:v>
                </c:pt>
                <c:pt idx="2863">
                  <c:v>3.6065518938422589</c:v>
                </c:pt>
                <c:pt idx="2864">
                  <c:v>3.1419688801021119</c:v>
                </c:pt>
                <c:pt idx="2865">
                  <c:v>2.6737014184493502</c:v>
                </c:pt>
                <c:pt idx="2866">
                  <c:v>2.2347067905918672</c:v>
                </c:pt>
                <c:pt idx="2867">
                  <c:v>1.88194362488651</c:v>
                </c:pt>
                <c:pt idx="2868">
                  <c:v>1.843718890170972</c:v>
                </c:pt>
                <c:pt idx="2869">
                  <c:v>1.658870636195495</c:v>
                </c:pt>
                <c:pt idx="2870">
                  <c:v>1.531563395912642</c:v>
                </c:pt>
                <c:pt idx="2871">
                  <c:v>1.4197754877386579</c:v>
                </c:pt>
                <c:pt idx="2872">
                  <c:v>0.86972853903669733</c:v>
                </c:pt>
                <c:pt idx="2873">
                  <c:v>0.46331414946745292</c:v>
                </c:pt>
                <c:pt idx="2874">
                  <c:v>0.31679108846062182</c:v>
                </c:pt>
                <c:pt idx="2875">
                  <c:v>0.71598784531928317</c:v>
                </c:pt>
                <c:pt idx="2876">
                  <c:v>1.243067399767112</c:v>
                </c:pt>
                <c:pt idx="2877">
                  <c:v>1.3245899772546761</c:v>
                </c:pt>
                <c:pt idx="2878">
                  <c:v>1.398541033515657</c:v>
                </c:pt>
                <c:pt idx="2879">
                  <c:v>1.4607085405767359</c:v>
                </c:pt>
                <c:pt idx="2880">
                  <c:v>1.480982467377588</c:v>
                </c:pt>
                <c:pt idx="2881">
                  <c:v>1.523046311236772</c:v>
                </c:pt>
                <c:pt idx="2882">
                  <c:v>1.9300426761943441</c:v>
                </c:pt>
                <c:pt idx="2883">
                  <c:v>2.0979595852969402</c:v>
                </c:pt>
                <c:pt idx="2884">
                  <c:v>2.1025525060208161</c:v>
                </c:pt>
                <c:pt idx="2885">
                  <c:v>2.150136173300738</c:v>
                </c:pt>
                <c:pt idx="2886">
                  <c:v>2.1718730240408051</c:v>
                </c:pt>
                <c:pt idx="2887">
                  <c:v>2.0822079508509992</c:v>
                </c:pt>
                <c:pt idx="2888">
                  <c:v>1.649921515553457</c:v>
                </c:pt>
                <c:pt idx="2889">
                  <c:v>1.3294958374279791</c:v>
                </c:pt>
                <c:pt idx="2890">
                  <c:v>1.2745883164812939</c:v>
                </c:pt>
                <c:pt idx="2891">
                  <c:v>1.3120748764301</c:v>
                </c:pt>
                <c:pt idx="2892">
                  <c:v>1.4093389083059651</c:v>
                </c:pt>
                <c:pt idx="2893">
                  <c:v>1.5512798430530139</c:v>
                </c:pt>
                <c:pt idx="2894">
                  <c:v>1.558247769228561</c:v>
                </c:pt>
                <c:pt idx="2895">
                  <c:v>1.4593073908553149</c:v>
                </c:pt>
                <c:pt idx="2896">
                  <c:v>0.73128807617816871</c:v>
                </c:pt>
                <c:pt idx="2897">
                  <c:v>1.9074656641341989E-2</c:v>
                </c:pt>
                <c:pt idx="2898">
                  <c:v>0.71316374058952059</c:v>
                </c:pt>
                <c:pt idx="2899">
                  <c:v>1.253378831455229</c:v>
                </c:pt>
                <c:pt idx="2900">
                  <c:v>1.4570424627945131</c:v>
                </c:pt>
                <c:pt idx="2901">
                  <c:v>3.4813577905811459</c:v>
                </c:pt>
                <c:pt idx="2902">
                  <c:v>3.3934794215489439</c:v>
                </c:pt>
                <c:pt idx="2903">
                  <c:v>3.0850317210697109</c:v>
                </c:pt>
                <c:pt idx="2904">
                  <c:v>2.7792559281880811</c:v>
                </c:pt>
                <c:pt idx="2905">
                  <c:v>2.7402522789828341</c:v>
                </c:pt>
                <c:pt idx="2906">
                  <c:v>2.3946666133268542</c:v>
                </c:pt>
                <c:pt idx="2907">
                  <c:v>1.887324591969928</c:v>
                </c:pt>
                <c:pt idx="2908">
                  <c:v>1.762644184248106</c:v>
                </c:pt>
                <c:pt idx="2909">
                  <c:v>1.836082899663092</c:v>
                </c:pt>
                <c:pt idx="2910">
                  <c:v>2.6364222982390362</c:v>
                </c:pt>
                <c:pt idx="2911">
                  <c:v>2.829206565459486</c:v>
                </c:pt>
                <c:pt idx="2912">
                  <c:v>2.7608322645359391</c:v>
                </c:pt>
                <c:pt idx="2913">
                  <c:v>2.3041957683932539</c:v>
                </c:pt>
                <c:pt idx="2914">
                  <c:v>2.1015419657671881</c:v>
                </c:pt>
                <c:pt idx="2915">
                  <c:v>1.8534625192497289</c:v>
                </c:pt>
                <c:pt idx="2916">
                  <c:v>0.1280288239370948</c:v>
                </c:pt>
                <c:pt idx="2917">
                  <c:v>0.23767188086960839</c:v>
                </c:pt>
                <c:pt idx="2918">
                  <c:v>0.81357532747347716</c:v>
                </c:pt>
                <c:pt idx="2919">
                  <c:v>1.3515548517414671</c:v>
                </c:pt>
                <c:pt idx="2920">
                  <c:v>1.6772154603962011</c:v>
                </c:pt>
                <c:pt idx="2921">
                  <c:v>1.5899237895330409</c:v>
                </c:pt>
                <c:pt idx="2922">
                  <c:v>1.0486887234703031</c:v>
                </c:pt>
                <c:pt idx="2923">
                  <c:v>0.64330441306115671</c:v>
                </c:pt>
                <c:pt idx="2924">
                  <c:v>0.60870351230058606</c:v>
                </c:pt>
                <c:pt idx="2925">
                  <c:v>0.65429935009703011</c:v>
                </c:pt>
                <c:pt idx="2926">
                  <c:v>0.8076589803348474</c:v>
                </c:pt>
                <c:pt idx="2927">
                  <c:v>0.86193058457088834</c:v>
                </c:pt>
                <c:pt idx="2928">
                  <c:v>1.478716730558554</c:v>
                </c:pt>
                <c:pt idx="2929">
                  <c:v>3.1745273870667821</c:v>
                </c:pt>
                <c:pt idx="2930">
                  <c:v>3.5495673224887399</c:v>
                </c:pt>
                <c:pt idx="2931">
                  <c:v>3.0362524688794492</c:v>
                </c:pt>
                <c:pt idx="2932">
                  <c:v>2.6277159236575431</c:v>
                </c:pt>
                <c:pt idx="2933">
                  <c:v>1.900369291679582</c:v>
                </c:pt>
                <c:pt idx="2934">
                  <c:v>1.788235135731675</c:v>
                </c:pt>
                <c:pt idx="2935">
                  <c:v>1.6920908837153901</c:v>
                </c:pt>
                <c:pt idx="2936">
                  <c:v>1.1167084478455911</c:v>
                </c:pt>
                <c:pt idx="2937">
                  <c:v>0.44713362465026202</c:v>
                </c:pt>
                <c:pt idx="2938">
                  <c:v>1.6956284290163749E-2</c:v>
                </c:pt>
                <c:pt idx="2939">
                  <c:v>0.77281365130322976</c:v>
                </c:pt>
                <c:pt idx="2940">
                  <c:v>2.974158249708903</c:v>
                </c:pt>
                <c:pt idx="2941">
                  <c:v>2.6760747691776161</c:v>
                </c:pt>
                <c:pt idx="2942">
                  <c:v>2.602540986309092</c:v>
                </c:pt>
                <c:pt idx="2943">
                  <c:v>2.5955011937689592</c:v>
                </c:pt>
                <c:pt idx="2944">
                  <c:v>2.5775874814473378</c:v>
                </c:pt>
                <c:pt idx="2945">
                  <c:v>2.5562029018015249</c:v>
                </c:pt>
                <c:pt idx="2946">
                  <c:v>2.5329335730675431</c:v>
                </c:pt>
                <c:pt idx="2947">
                  <c:v>2.5132796515371498</c:v>
                </c:pt>
                <c:pt idx="2948">
                  <c:v>2.498557914613837</c:v>
                </c:pt>
                <c:pt idx="2949">
                  <c:v>2.3712271565488372</c:v>
                </c:pt>
                <c:pt idx="2950">
                  <c:v>1.4182996912011641</c:v>
                </c:pt>
                <c:pt idx="2951">
                  <c:v>0.94294811943639767</c:v>
                </c:pt>
                <c:pt idx="2952">
                  <c:v>1.0031595653490879</c:v>
                </c:pt>
                <c:pt idx="2953">
                  <c:v>1.2113437012830059</c:v>
                </c:pt>
                <c:pt idx="2954">
                  <c:v>1.3821661780323651</c:v>
                </c:pt>
                <c:pt idx="2955">
                  <c:v>1.351945707437048</c:v>
                </c:pt>
                <c:pt idx="2956">
                  <c:v>1.154501262076628</c:v>
                </c:pt>
                <c:pt idx="2957">
                  <c:v>1.081764491281054</c:v>
                </c:pt>
                <c:pt idx="2958">
                  <c:v>0.98922155817226554</c:v>
                </c:pt>
                <c:pt idx="2959">
                  <c:v>0.18966269945287401</c:v>
                </c:pt>
                <c:pt idx="2960">
                  <c:v>0.20247930466488651</c:v>
                </c:pt>
                <c:pt idx="2961">
                  <c:v>0.21867457138562429</c:v>
                </c:pt>
                <c:pt idx="2962">
                  <c:v>0.3956782940679735</c:v>
                </c:pt>
                <c:pt idx="2963">
                  <c:v>0.4373790369384446</c:v>
                </c:pt>
                <c:pt idx="2964">
                  <c:v>0.51252441851155428</c:v>
                </c:pt>
                <c:pt idx="2965">
                  <c:v>1.104560771384095</c:v>
                </c:pt>
                <c:pt idx="2966">
                  <c:v>1.5459510637980141</c:v>
                </c:pt>
                <c:pt idx="2967">
                  <c:v>1.6000598836659641</c:v>
                </c:pt>
                <c:pt idx="2968">
                  <c:v>1.544279175861746</c:v>
                </c:pt>
                <c:pt idx="2969">
                  <c:v>0.8303218728317372</c:v>
                </c:pt>
                <c:pt idx="2970">
                  <c:v>0.65771633904166049</c:v>
                </c:pt>
                <c:pt idx="2971">
                  <c:v>0.67679920528170623</c:v>
                </c:pt>
                <c:pt idx="2972">
                  <c:v>0.81495067306081292</c:v>
                </c:pt>
                <c:pt idx="2973">
                  <c:v>0.87055932316887519</c:v>
                </c:pt>
                <c:pt idx="2974">
                  <c:v>0.86048540330455336</c:v>
                </c:pt>
                <c:pt idx="2975">
                  <c:v>0.85572492539673972</c:v>
                </c:pt>
                <c:pt idx="2976">
                  <c:v>0.83886445419742561</c:v>
                </c:pt>
                <c:pt idx="2977">
                  <c:v>0.81477736215756758</c:v>
                </c:pt>
                <c:pt idx="2978">
                  <c:v>0.81047120258113914</c:v>
                </c:pt>
                <c:pt idx="2979">
                  <c:v>0.51961458628415991</c:v>
                </c:pt>
                <c:pt idx="2980">
                  <c:v>0.1351106337565654</c:v>
                </c:pt>
                <c:pt idx="2981">
                  <c:v>3.192136666058408E-2</c:v>
                </c:pt>
                <c:pt idx="2982">
                  <c:v>2.562928419818534</c:v>
                </c:pt>
                <c:pt idx="2983">
                  <c:v>2.56572237832698</c:v>
                </c:pt>
                <c:pt idx="2984">
                  <c:v>2.5849086743256628</c:v>
                </c:pt>
                <c:pt idx="2985">
                  <c:v>2.5862720716037959</c:v>
                </c:pt>
                <c:pt idx="2986">
                  <c:v>2.6219655337851511</c:v>
                </c:pt>
                <c:pt idx="2987">
                  <c:v>2.639180552311772</c:v>
                </c:pt>
                <c:pt idx="2988">
                  <c:v>2.6440432843518971</c:v>
                </c:pt>
                <c:pt idx="2989">
                  <c:v>2.6067066798573668</c:v>
                </c:pt>
                <c:pt idx="2990">
                  <c:v>2.3126323085736011</c:v>
                </c:pt>
                <c:pt idx="2991">
                  <c:v>2.283686029616693</c:v>
                </c:pt>
                <c:pt idx="2992">
                  <c:v>2.1861388785370011</c:v>
                </c:pt>
                <c:pt idx="2993">
                  <c:v>1.4341422832065709</c:v>
                </c:pt>
                <c:pt idx="2994">
                  <c:v>1.142609320320672</c:v>
                </c:pt>
                <c:pt idx="2995">
                  <c:v>1.2362660636411389</c:v>
                </c:pt>
                <c:pt idx="2996">
                  <c:v>1.796523402013668</c:v>
                </c:pt>
                <c:pt idx="2997">
                  <c:v>1.9157174565715811</c:v>
                </c:pt>
                <c:pt idx="2998">
                  <c:v>1.888213373017134</c:v>
                </c:pt>
                <c:pt idx="2999">
                  <c:v>1.662659966397749</c:v>
                </c:pt>
                <c:pt idx="3000">
                  <c:v>1.510698970940388</c:v>
                </c:pt>
                <c:pt idx="3001">
                  <c:v>1.426891824537047</c:v>
                </c:pt>
                <c:pt idx="3002">
                  <c:v>1.3918415206695349</c:v>
                </c:pt>
                <c:pt idx="3003">
                  <c:v>1.1582387246358199</c:v>
                </c:pt>
                <c:pt idx="3004">
                  <c:v>1.040491713044045</c:v>
                </c:pt>
                <c:pt idx="3005">
                  <c:v>1.0332950245431261</c:v>
                </c:pt>
                <c:pt idx="3006">
                  <c:v>0.98264149608587625</c:v>
                </c:pt>
                <c:pt idx="3007">
                  <c:v>0.94596477735123219</c:v>
                </c:pt>
                <c:pt idx="3008">
                  <c:v>0.95331283174460513</c:v>
                </c:pt>
                <c:pt idx="3009">
                  <c:v>1.011738928952139</c:v>
                </c:pt>
                <c:pt idx="3010">
                  <c:v>1.0251489554309789</c:v>
                </c:pt>
                <c:pt idx="3011">
                  <c:v>1.0994925731863061</c:v>
                </c:pt>
                <c:pt idx="3012">
                  <c:v>1.200715791417027</c:v>
                </c:pt>
                <c:pt idx="3013">
                  <c:v>1.2900344421165371</c:v>
                </c:pt>
                <c:pt idx="3014">
                  <c:v>1.3322413067911369</c:v>
                </c:pt>
                <c:pt idx="3015">
                  <c:v>1.548760156568832</c:v>
                </c:pt>
                <c:pt idx="3016">
                  <c:v>1.8964410116892549</c:v>
                </c:pt>
                <c:pt idx="3017">
                  <c:v>2.006923493565985</c:v>
                </c:pt>
                <c:pt idx="3018">
                  <c:v>1.8819381329956399</c:v>
                </c:pt>
                <c:pt idx="3019">
                  <c:v>0.62815164605152551</c:v>
                </c:pt>
                <c:pt idx="3020">
                  <c:v>8.8110867691959444E-2</c:v>
                </c:pt>
                <c:pt idx="3021">
                  <c:v>2.078994297381811</c:v>
                </c:pt>
                <c:pt idx="3022">
                  <c:v>4.0558099681420803</c:v>
                </c:pt>
                <c:pt idx="3023">
                  <c:v>3.6676308656708412</c:v>
                </c:pt>
                <c:pt idx="3024">
                  <c:v>3.2854653707489652</c:v>
                </c:pt>
                <c:pt idx="3025">
                  <c:v>2.5903643837076009</c:v>
                </c:pt>
                <c:pt idx="3026">
                  <c:v>2.7236526364679952</c:v>
                </c:pt>
                <c:pt idx="3027">
                  <c:v>3.4425655354914628</c:v>
                </c:pt>
                <c:pt idx="3028">
                  <c:v>3.984297642456704</c:v>
                </c:pt>
                <c:pt idx="3029">
                  <c:v>4.5602365661188582</c:v>
                </c:pt>
                <c:pt idx="3030">
                  <c:v>4.6522947576266942</c:v>
                </c:pt>
                <c:pt idx="3031">
                  <c:v>4.5650857278907999</c:v>
                </c:pt>
                <c:pt idx="3032">
                  <c:v>3.3240855928903019</c:v>
                </c:pt>
                <c:pt idx="3033">
                  <c:v>3.2472704649308328</c:v>
                </c:pt>
                <c:pt idx="3034">
                  <c:v>3.8703607978680918</c:v>
                </c:pt>
                <c:pt idx="3035">
                  <c:v>4.7642440986572634</c:v>
                </c:pt>
                <c:pt idx="3036">
                  <c:v>5.2266197942721027</c:v>
                </c:pt>
                <c:pt idx="3037">
                  <c:v>5.3206772731885028</c:v>
                </c:pt>
                <c:pt idx="3038">
                  <c:v>5.8597506390007359</c:v>
                </c:pt>
                <c:pt idx="3039">
                  <c:v>6.1134200109367436</c:v>
                </c:pt>
                <c:pt idx="3040">
                  <c:v>6.8281787760409456</c:v>
                </c:pt>
                <c:pt idx="3041">
                  <c:v>7.4134890432036906</c:v>
                </c:pt>
                <c:pt idx="3042">
                  <c:v>7.0592083064945239</c:v>
                </c:pt>
                <c:pt idx="3043">
                  <c:v>5.1067382582173604</c:v>
                </c:pt>
                <c:pt idx="3044">
                  <c:v>3.666324007033249</c:v>
                </c:pt>
                <c:pt idx="3045">
                  <c:v>3.83445495329737</c:v>
                </c:pt>
                <c:pt idx="3046">
                  <c:v>4.6796712931639117</c:v>
                </c:pt>
                <c:pt idx="3047">
                  <c:v>5.0471438122520933</c:v>
                </c:pt>
                <c:pt idx="3048">
                  <c:v>5.0936462766232031</c:v>
                </c:pt>
                <c:pt idx="3049">
                  <c:v>5.4882614790039224</c:v>
                </c:pt>
                <c:pt idx="3050">
                  <c:v>6.6509600159888249</c:v>
                </c:pt>
                <c:pt idx="3051">
                  <c:v>6.7680425751521591</c:v>
                </c:pt>
                <c:pt idx="3052">
                  <c:v>6.6745171859270913</c:v>
                </c:pt>
                <c:pt idx="3053">
                  <c:v>6.5547496762413973</c:v>
                </c:pt>
                <c:pt idx="3054">
                  <c:v>6.2817787277993506</c:v>
                </c:pt>
                <c:pt idx="3055">
                  <c:v>6.1582585655013151</c:v>
                </c:pt>
                <c:pt idx="3056">
                  <c:v>5.6508369815381769</c:v>
                </c:pt>
                <c:pt idx="3057">
                  <c:v>0.39343116899573077</c:v>
                </c:pt>
                <c:pt idx="3058">
                  <c:v>2.048495628311817E-2</c:v>
                </c:pt>
                <c:pt idx="3059">
                  <c:v>3.393891485320617</c:v>
                </c:pt>
                <c:pt idx="3060">
                  <c:v>4.7337112213230634</c:v>
                </c:pt>
                <c:pt idx="3061">
                  <c:v>4.5771752627860236</c:v>
                </c:pt>
                <c:pt idx="3062">
                  <c:v>3.1618537587236362</c:v>
                </c:pt>
                <c:pt idx="3063">
                  <c:v>1.384181275117891</c:v>
                </c:pt>
                <c:pt idx="3064">
                  <c:v>0.50321584911987338</c:v>
                </c:pt>
                <c:pt idx="3065">
                  <c:v>0.54801488249210362</c:v>
                </c:pt>
                <c:pt idx="3066">
                  <c:v>0.58788375834554829</c:v>
                </c:pt>
                <c:pt idx="3067">
                  <c:v>1.5527608617286921</c:v>
                </c:pt>
                <c:pt idx="3068">
                  <c:v>1.9221818989356629</c:v>
                </c:pt>
                <c:pt idx="3069">
                  <c:v>2.3052998140677299</c:v>
                </c:pt>
                <c:pt idx="3070">
                  <c:v>2.390877803824579</c:v>
                </c:pt>
                <c:pt idx="3071">
                  <c:v>2.1454783127860662</c:v>
                </c:pt>
                <c:pt idx="3072">
                  <c:v>1.490927678693327</c:v>
                </c:pt>
                <c:pt idx="3073">
                  <c:v>1.953827876984942</c:v>
                </c:pt>
                <c:pt idx="3074">
                  <c:v>2.5809329590480692</c:v>
                </c:pt>
                <c:pt idx="3075">
                  <c:v>3.0523268207262588</c:v>
                </c:pt>
                <c:pt idx="3076">
                  <c:v>3.1272457445746809</c:v>
                </c:pt>
                <c:pt idx="3077">
                  <c:v>3.3338793129810411</c:v>
                </c:pt>
                <c:pt idx="3078">
                  <c:v>3.8162638619700182</c:v>
                </c:pt>
                <c:pt idx="3079">
                  <c:v>4.0379894609469638</c:v>
                </c:pt>
                <c:pt idx="3080">
                  <c:v>4.568205405110815</c:v>
                </c:pt>
                <c:pt idx="3081">
                  <c:v>5.914096691420184</c:v>
                </c:pt>
                <c:pt idx="3082">
                  <c:v>6.443626081457297</c:v>
                </c:pt>
                <c:pt idx="3083">
                  <c:v>6.3480237232418784</c:v>
                </c:pt>
                <c:pt idx="3084">
                  <c:v>5.9775090742917589</c:v>
                </c:pt>
                <c:pt idx="3085">
                  <c:v>5.5924969547802483</c:v>
                </c:pt>
                <c:pt idx="3086">
                  <c:v>5.4506870711617168</c:v>
                </c:pt>
                <c:pt idx="3087">
                  <c:v>6.6006976373203923</c:v>
                </c:pt>
                <c:pt idx="3088">
                  <c:v>8.1351946272897511</c:v>
                </c:pt>
                <c:pt idx="3089">
                  <c:v>8.8786411606654809</c:v>
                </c:pt>
                <c:pt idx="3090">
                  <c:v>8.669988495543608</c:v>
                </c:pt>
                <c:pt idx="3091">
                  <c:v>7.3830940079396026</c:v>
                </c:pt>
                <c:pt idx="3092">
                  <c:v>6.5679603748125199</c:v>
                </c:pt>
                <c:pt idx="3093">
                  <c:v>6.6023094159197147</c:v>
                </c:pt>
                <c:pt idx="3094">
                  <c:v>6.661671734479004</c:v>
                </c:pt>
                <c:pt idx="3095">
                  <c:v>7.4957382078222627</c:v>
                </c:pt>
                <c:pt idx="3096">
                  <c:v>8.7907311665782117</c:v>
                </c:pt>
                <c:pt idx="3097">
                  <c:v>9.2155905271799288</c:v>
                </c:pt>
                <c:pt idx="3098">
                  <c:v>8.8473480870622137</c:v>
                </c:pt>
                <c:pt idx="3099">
                  <c:v>7.0733167219415902</c:v>
                </c:pt>
                <c:pt idx="3100">
                  <c:v>6.615409098666885</c:v>
                </c:pt>
                <c:pt idx="3101">
                  <c:v>6.2020423575914068</c:v>
                </c:pt>
                <c:pt idx="3102">
                  <c:v>4.4187071394542858</c:v>
                </c:pt>
                <c:pt idx="3103">
                  <c:v>2.6920122812452929</c:v>
                </c:pt>
                <c:pt idx="3104">
                  <c:v>3.063230181462727</c:v>
                </c:pt>
                <c:pt idx="3105">
                  <c:v>3.934222594940588</c:v>
                </c:pt>
                <c:pt idx="3106">
                  <c:v>4.3723757911693841</c:v>
                </c:pt>
                <c:pt idx="3107">
                  <c:v>4.0199525747863616</c:v>
                </c:pt>
                <c:pt idx="3108">
                  <c:v>1.680354786433953</c:v>
                </c:pt>
                <c:pt idx="3109">
                  <c:v>0.53987080330971882</c:v>
                </c:pt>
                <c:pt idx="3110">
                  <c:v>1.036775050217565</c:v>
                </c:pt>
                <c:pt idx="3111">
                  <c:v>2.8297962281648732</c:v>
                </c:pt>
                <c:pt idx="3112">
                  <c:v>4.8018067694715469</c:v>
                </c:pt>
                <c:pt idx="3113">
                  <c:v>4.6318145108924158</c:v>
                </c:pt>
                <c:pt idx="3114">
                  <c:v>3.386257184059648</c:v>
                </c:pt>
                <c:pt idx="3115">
                  <c:v>2.922405011254376</c:v>
                </c:pt>
                <c:pt idx="3116">
                  <c:v>2.8480935018917601</c:v>
                </c:pt>
                <c:pt idx="3117">
                  <c:v>2.47651531155917</c:v>
                </c:pt>
                <c:pt idx="3118">
                  <c:v>2.3352155813807509</c:v>
                </c:pt>
                <c:pt idx="3119">
                  <c:v>2.412217018632234</c:v>
                </c:pt>
                <c:pt idx="3120">
                  <c:v>2.5243327658875501</c:v>
                </c:pt>
                <c:pt idx="3121">
                  <c:v>2.7892104247780041</c:v>
                </c:pt>
                <c:pt idx="3122">
                  <c:v>2.8896512427643528</c:v>
                </c:pt>
                <c:pt idx="3123">
                  <c:v>3.139801360117251</c:v>
                </c:pt>
                <c:pt idx="3124">
                  <c:v>4.9198951251009593</c:v>
                </c:pt>
                <c:pt idx="3125">
                  <c:v>4.8191748147128406</c:v>
                </c:pt>
                <c:pt idx="3126">
                  <c:v>4.7552238423663127</c:v>
                </c:pt>
                <c:pt idx="3127">
                  <c:v>3.2843938393846881</c:v>
                </c:pt>
                <c:pt idx="3128">
                  <c:v>2.417772736095698</c:v>
                </c:pt>
                <c:pt idx="3129">
                  <c:v>2.195815276542799</c:v>
                </c:pt>
                <c:pt idx="3130">
                  <c:v>2.1215618936352891</c:v>
                </c:pt>
                <c:pt idx="3131">
                  <c:v>1.9875270945029619</c:v>
                </c:pt>
                <c:pt idx="3132">
                  <c:v>1.9305192645143461</c:v>
                </c:pt>
                <c:pt idx="3133">
                  <c:v>1.9082255464150251</c:v>
                </c:pt>
                <c:pt idx="3134">
                  <c:v>1.606437793085713</c:v>
                </c:pt>
                <c:pt idx="3135">
                  <c:v>1.4222048897644799</c:v>
                </c:pt>
                <c:pt idx="3136">
                  <c:v>1.2730407564871229</c:v>
                </c:pt>
                <c:pt idx="3137">
                  <c:v>1.4718833708784631</c:v>
                </c:pt>
                <c:pt idx="3138">
                  <c:v>2.8999792168107659</c:v>
                </c:pt>
                <c:pt idx="3139">
                  <c:v>3.0889894483589209</c:v>
                </c:pt>
                <c:pt idx="3140">
                  <c:v>3.1008180374779108</c:v>
                </c:pt>
                <c:pt idx="3141">
                  <c:v>3.191098145795368</c:v>
                </c:pt>
                <c:pt idx="3142">
                  <c:v>2.787760013224367</c:v>
                </c:pt>
                <c:pt idx="3143">
                  <c:v>2.2547296967012622</c:v>
                </c:pt>
                <c:pt idx="3144">
                  <c:v>1.9019573888340811</c:v>
                </c:pt>
                <c:pt idx="3145">
                  <c:v>1.839170555498961</c:v>
                </c:pt>
                <c:pt idx="3146">
                  <c:v>1.835596899994451</c:v>
                </c:pt>
                <c:pt idx="3147">
                  <c:v>1.82853387678067</c:v>
                </c:pt>
                <c:pt idx="3148">
                  <c:v>1.890930062888061</c:v>
                </c:pt>
                <c:pt idx="3149">
                  <c:v>2.3327461536843019</c:v>
                </c:pt>
                <c:pt idx="3150">
                  <c:v>2.7737506084100558</c:v>
                </c:pt>
                <c:pt idx="3151">
                  <c:v>3.1094486093674032</c:v>
                </c:pt>
                <c:pt idx="3152">
                  <c:v>3.035704587367329</c:v>
                </c:pt>
                <c:pt idx="3153">
                  <c:v>2.9840746964005072</c:v>
                </c:pt>
                <c:pt idx="3154">
                  <c:v>1.908267095268575</c:v>
                </c:pt>
                <c:pt idx="3155">
                  <c:v>2.4939017574411531</c:v>
                </c:pt>
                <c:pt idx="3156">
                  <c:v>3.122280436551168</c:v>
                </c:pt>
                <c:pt idx="3157">
                  <c:v>3.595513748577654</c:v>
                </c:pt>
                <c:pt idx="3158">
                  <c:v>3.5383919014295229</c:v>
                </c:pt>
                <c:pt idx="3159">
                  <c:v>3.2504495651890619</c:v>
                </c:pt>
                <c:pt idx="3160">
                  <c:v>3.0164722576689851</c:v>
                </c:pt>
                <c:pt idx="3161">
                  <c:v>2.9181541120355359</c:v>
                </c:pt>
                <c:pt idx="3162">
                  <c:v>1.1242248671814461</c:v>
                </c:pt>
                <c:pt idx="3163">
                  <c:v>0.98951457269933651</c:v>
                </c:pt>
                <c:pt idx="3164">
                  <c:v>0.98627110485196612</c:v>
                </c:pt>
                <c:pt idx="3165">
                  <c:v>0.96266889302845637</c:v>
                </c:pt>
                <c:pt idx="3166">
                  <c:v>0.95024467881059405</c:v>
                </c:pt>
                <c:pt idx="3167">
                  <c:v>1.0267420321174821</c:v>
                </c:pt>
                <c:pt idx="3168">
                  <c:v>1.2518647158127301</c:v>
                </c:pt>
                <c:pt idx="3169">
                  <c:v>1.4981200983281591</c:v>
                </c:pt>
                <c:pt idx="3170">
                  <c:v>1.535395091650152</c:v>
                </c:pt>
                <c:pt idx="3171">
                  <c:v>1.5603229015608491</c:v>
                </c:pt>
                <c:pt idx="3172">
                  <c:v>1.8001987466391389</c:v>
                </c:pt>
                <c:pt idx="3173">
                  <c:v>2.0759027975989981</c:v>
                </c:pt>
                <c:pt idx="3174">
                  <c:v>2.0158905678222272</c:v>
                </c:pt>
                <c:pt idx="3175">
                  <c:v>1.789380075648787</c:v>
                </c:pt>
                <c:pt idx="3176">
                  <c:v>1.423001910202276</c:v>
                </c:pt>
                <c:pt idx="3177">
                  <c:v>1.1435260199024639</c:v>
                </c:pt>
                <c:pt idx="3178">
                  <c:v>1.3108500293404151</c:v>
                </c:pt>
                <c:pt idx="3179">
                  <c:v>2.4331902771097829</c:v>
                </c:pt>
                <c:pt idx="3180">
                  <c:v>2.3338265869595189</c:v>
                </c:pt>
                <c:pt idx="3181">
                  <c:v>1.653930008415375</c:v>
                </c:pt>
                <c:pt idx="3182">
                  <c:v>1.399773156998035</c:v>
                </c:pt>
                <c:pt idx="3183">
                  <c:v>1.7711858005755849</c:v>
                </c:pt>
                <c:pt idx="3184">
                  <c:v>3.093270409732567</c:v>
                </c:pt>
                <c:pt idx="3185">
                  <c:v>4.0734756524199636</c:v>
                </c:pt>
                <c:pt idx="3186">
                  <c:v>4.2341612589475686</c:v>
                </c:pt>
                <c:pt idx="3187">
                  <c:v>3.7767829314429999</c:v>
                </c:pt>
                <c:pt idx="3188">
                  <c:v>1.4161093160123099</c:v>
                </c:pt>
                <c:pt idx="3189">
                  <c:v>0.96424513559892233</c:v>
                </c:pt>
                <c:pt idx="3190">
                  <c:v>1.2205829986792991</c:v>
                </c:pt>
                <c:pt idx="3191">
                  <c:v>3.2102476762101362</c:v>
                </c:pt>
                <c:pt idx="3192">
                  <c:v>4.1641912100476226</c:v>
                </c:pt>
                <c:pt idx="3193">
                  <c:v>4.1098732870365264</c:v>
                </c:pt>
                <c:pt idx="3194">
                  <c:v>2.8166768785207141</c:v>
                </c:pt>
                <c:pt idx="3195">
                  <c:v>2.272560815784253</c:v>
                </c:pt>
                <c:pt idx="3196">
                  <c:v>2.327938739747387</c:v>
                </c:pt>
                <c:pt idx="3197">
                  <c:v>2.7117378935178791</c:v>
                </c:pt>
                <c:pt idx="3198">
                  <c:v>3.048565906055221</c:v>
                </c:pt>
                <c:pt idx="3199">
                  <c:v>3.237788808305369</c:v>
                </c:pt>
                <c:pt idx="3200">
                  <c:v>3.0880337757556329</c:v>
                </c:pt>
                <c:pt idx="3201">
                  <c:v>2.0321862952741818</c:v>
                </c:pt>
                <c:pt idx="3202">
                  <c:v>1.2722279707923589</c:v>
                </c:pt>
                <c:pt idx="3203">
                  <c:v>1.2618724001905119</c:v>
                </c:pt>
                <c:pt idx="3204">
                  <c:v>1.163373775832828</c:v>
                </c:pt>
                <c:pt idx="3205">
                  <c:v>1.1484109784651531</c:v>
                </c:pt>
                <c:pt idx="3206">
                  <c:v>1.1595490690253669</c:v>
                </c:pt>
                <c:pt idx="3207">
                  <c:v>1.290982981207748</c:v>
                </c:pt>
                <c:pt idx="3208">
                  <c:v>1.3376585376222221</c:v>
                </c:pt>
                <c:pt idx="3209">
                  <c:v>1.3087442988631419</c:v>
                </c:pt>
                <c:pt idx="3210">
                  <c:v>1.0821294218096551</c:v>
                </c:pt>
                <c:pt idx="3211">
                  <c:v>0.69230760708453531</c:v>
                </c:pt>
                <c:pt idx="3212">
                  <c:v>0.63493640656315609</c:v>
                </c:pt>
                <c:pt idx="3213">
                  <c:v>0.77811796525049681</c:v>
                </c:pt>
                <c:pt idx="3214">
                  <c:v>0.96476855741487832</c:v>
                </c:pt>
                <c:pt idx="3215">
                  <c:v>1.0769108556090661</c:v>
                </c:pt>
                <c:pt idx="3216">
                  <c:v>1.233675452622389</c:v>
                </c:pt>
                <c:pt idx="3217">
                  <c:v>1.926612844683371</c:v>
                </c:pt>
                <c:pt idx="3218">
                  <c:v>2.1049486202246408</c:v>
                </c:pt>
                <c:pt idx="3219">
                  <c:v>2.608962795605986</c:v>
                </c:pt>
                <c:pt idx="3220">
                  <c:v>3.2369799167807338</c:v>
                </c:pt>
                <c:pt idx="3221">
                  <c:v>3.4283925872662069</c:v>
                </c:pt>
                <c:pt idx="3222">
                  <c:v>3.2943159518311771</c:v>
                </c:pt>
                <c:pt idx="3223">
                  <c:v>2.5755682086862342</c:v>
                </c:pt>
                <c:pt idx="3224">
                  <c:v>2.5186406393634102</c:v>
                </c:pt>
                <c:pt idx="3225">
                  <c:v>2.2800800408261099</c:v>
                </c:pt>
                <c:pt idx="3226">
                  <c:v>2.1710606999502682</c:v>
                </c:pt>
                <c:pt idx="3227">
                  <c:v>2.131979084320248</c:v>
                </c:pt>
                <c:pt idx="3228">
                  <c:v>2.1230909182021769</c:v>
                </c:pt>
                <c:pt idx="3229">
                  <c:v>2.0254612459538812</c:v>
                </c:pt>
                <c:pt idx="3230">
                  <c:v>1.998693754873178</c:v>
                </c:pt>
                <c:pt idx="3231">
                  <c:v>1.9485695248006201</c:v>
                </c:pt>
                <c:pt idx="3232">
                  <c:v>1.2390988221740931</c:v>
                </c:pt>
                <c:pt idx="3233">
                  <c:v>0.88544453221771424</c:v>
                </c:pt>
                <c:pt idx="3234">
                  <c:v>1.167970958923972</c:v>
                </c:pt>
                <c:pt idx="3235">
                  <c:v>2.143140497461034</c:v>
                </c:pt>
                <c:pt idx="3236">
                  <c:v>2.756498461399933</c:v>
                </c:pt>
                <c:pt idx="3237">
                  <c:v>2.0574998583808841</c:v>
                </c:pt>
                <c:pt idx="3238">
                  <c:v>0.80850974201159254</c:v>
                </c:pt>
                <c:pt idx="3239">
                  <c:v>0.31823776122171288</c:v>
                </c:pt>
                <c:pt idx="3240">
                  <c:v>0.4291963976114862</c:v>
                </c:pt>
                <c:pt idx="3241">
                  <c:v>1.332020635962746</c:v>
                </c:pt>
                <c:pt idx="3242">
                  <c:v>1.8481016368247121</c:v>
                </c:pt>
                <c:pt idx="3243">
                  <c:v>1.785123627935683</c:v>
                </c:pt>
                <c:pt idx="3244">
                  <c:v>1.515129914627787</c:v>
                </c:pt>
                <c:pt idx="3245">
                  <c:v>1.249300580443383</c:v>
                </c:pt>
                <c:pt idx="3246">
                  <c:v>1.1573881269897699</c:v>
                </c:pt>
                <c:pt idx="3247">
                  <c:v>1.398828710188488</c:v>
                </c:pt>
                <c:pt idx="3248">
                  <c:v>2.4425890225562101</c:v>
                </c:pt>
                <c:pt idx="3249">
                  <c:v>2.8874036830674892</c:v>
                </c:pt>
                <c:pt idx="3250">
                  <c:v>2.8493086618856238</c:v>
                </c:pt>
                <c:pt idx="3251">
                  <c:v>2.5884583085124229</c:v>
                </c:pt>
                <c:pt idx="3252">
                  <c:v>2.5143463923041889</c:v>
                </c:pt>
                <c:pt idx="3253">
                  <c:v>2.1498945229924029</c:v>
                </c:pt>
                <c:pt idx="3254">
                  <c:v>2.0755807316719199</c:v>
                </c:pt>
                <c:pt idx="3255">
                  <c:v>2.210351241548715</c:v>
                </c:pt>
                <c:pt idx="3256">
                  <c:v>3.0704968544000129</c:v>
                </c:pt>
                <c:pt idx="3257">
                  <c:v>3.3329600284078351</c:v>
                </c:pt>
                <c:pt idx="3258">
                  <c:v>3.1710836991664699</c:v>
                </c:pt>
                <c:pt idx="3259">
                  <c:v>2.2018788472489819</c:v>
                </c:pt>
                <c:pt idx="3260">
                  <c:v>1.600515404776957</c:v>
                </c:pt>
                <c:pt idx="3261">
                  <c:v>1.647547571958208</c:v>
                </c:pt>
                <c:pt idx="3262">
                  <c:v>1.951553429348988</c:v>
                </c:pt>
                <c:pt idx="3263">
                  <c:v>2.5528345085892128</c:v>
                </c:pt>
                <c:pt idx="3264">
                  <c:v>2.6219592875412241</c:v>
                </c:pt>
                <c:pt idx="3265">
                  <c:v>2.0425574572100569</c:v>
                </c:pt>
                <c:pt idx="3266">
                  <c:v>1.387912927636537</c:v>
                </c:pt>
                <c:pt idx="3267">
                  <c:v>0.95896231010209687</c:v>
                </c:pt>
                <c:pt idx="3268">
                  <c:v>1.0448782541468089</c:v>
                </c:pt>
                <c:pt idx="3269">
                  <c:v>1.6848149715064169</c:v>
                </c:pt>
                <c:pt idx="3270">
                  <c:v>2.0674072610150982</c:v>
                </c:pt>
                <c:pt idx="3271">
                  <c:v>1.9994857983867149</c:v>
                </c:pt>
                <c:pt idx="3272">
                  <c:v>1.9521962904365779</c:v>
                </c:pt>
                <c:pt idx="3273">
                  <c:v>0.8581115736401943</c:v>
                </c:pt>
                <c:pt idx="3274">
                  <c:v>0.77803403789962922</c:v>
                </c:pt>
                <c:pt idx="3275">
                  <c:v>0.9863182060226976</c:v>
                </c:pt>
                <c:pt idx="3276">
                  <c:v>2.3579715531955161</c:v>
                </c:pt>
                <c:pt idx="3277">
                  <c:v>3.0445251793687071</c:v>
                </c:pt>
                <c:pt idx="3278">
                  <c:v>2.933772033702124</c:v>
                </c:pt>
                <c:pt idx="3279">
                  <c:v>2.101532053612666</c:v>
                </c:pt>
                <c:pt idx="3280">
                  <c:v>1.4435149577049691</c:v>
                </c:pt>
                <c:pt idx="3281">
                  <c:v>1.3394988925754121</c:v>
                </c:pt>
                <c:pt idx="3282">
                  <c:v>1.3872673458743841</c:v>
                </c:pt>
                <c:pt idx="3283">
                  <c:v>1.9605780055840101</c:v>
                </c:pt>
                <c:pt idx="3284">
                  <c:v>2.160442974797316</c:v>
                </c:pt>
                <c:pt idx="3285">
                  <c:v>2.0946561507170771</c:v>
                </c:pt>
                <c:pt idx="3286">
                  <c:v>1.402354447702205</c:v>
                </c:pt>
                <c:pt idx="3287">
                  <c:v>0.9276257903148768</c:v>
                </c:pt>
                <c:pt idx="3288">
                  <c:v>1.1046217540772461</c:v>
                </c:pt>
                <c:pt idx="3289">
                  <c:v>2.0784991693639081</c:v>
                </c:pt>
                <c:pt idx="3290">
                  <c:v>2.9466119222029148</c:v>
                </c:pt>
                <c:pt idx="3291">
                  <c:v>3.0711514755045481</c:v>
                </c:pt>
                <c:pt idx="3292">
                  <c:v>3.462253881731018</c:v>
                </c:pt>
                <c:pt idx="3293">
                  <c:v>3.7239499355222252</c:v>
                </c:pt>
                <c:pt idx="3294">
                  <c:v>3.9555912090032939</c:v>
                </c:pt>
                <c:pt idx="3295">
                  <c:v>3.5020218020543799</c:v>
                </c:pt>
                <c:pt idx="3296">
                  <c:v>3.189668703006086</c:v>
                </c:pt>
                <c:pt idx="3297">
                  <c:v>3.1688224658359481</c:v>
                </c:pt>
                <c:pt idx="3298">
                  <c:v>3.143800678514574</c:v>
                </c:pt>
                <c:pt idx="3299">
                  <c:v>2.5589978099747341</c:v>
                </c:pt>
                <c:pt idx="3300">
                  <c:v>2.426577721404942</c:v>
                </c:pt>
                <c:pt idx="3301">
                  <c:v>2.3096556692099721</c:v>
                </c:pt>
                <c:pt idx="3302">
                  <c:v>1.580375031117728</c:v>
                </c:pt>
                <c:pt idx="3303">
                  <c:v>1.341087053609568</c:v>
                </c:pt>
                <c:pt idx="3304">
                  <c:v>1.385594331028583</c:v>
                </c:pt>
                <c:pt idx="3305">
                  <c:v>1.792553566173817</c:v>
                </c:pt>
                <c:pt idx="3306">
                  <c:v>2.0277944662838632</c:v>
                </c:pt>
                <c:pt idx="3307">
                  <c:v>1.9270772834396801</c:v>
                </c:pt>
                <c:pt idx="3308">
                  <c:v>1.373438231547923</c:v>
                </c:pt>
                <c:pt idx="3309">
                  <c:v>0.94625703267314865</c:v>
                </c:pt>
                <c:pt idx="3310">
                  <c:v>0.93871042610221167</c:v>
                </c:pt>
                <c:pt idx="3311">
                  <c:v>0.8657153061563696</c:v>
                </c:pt>
                <c:pt idx="3312">
                  <c:v>0.8486458411934108</c:v>
                </c:pt>
                <c:pt idx="3313">
                  <c:v>1.201163760203809</c:v>
                </c:pt>
                <c:pt idx="3314">
                  <c:v>1.7498623717490891</c:v>
                </c:pt>
                <c:pt idx="3315">
                  <c:v>2.2905724427768619</c:v>
                </c:pt>
                <c:pt idx="3316">
                  <c:v>2.540787424899098</c:v>
                </c:pt>
                <c:pt idx="3317">
                  <c:v>2.4265983808211482</c:v>
                </c:pt>
                <c:pt idx="3318">
                  <c:v>1.4942586917976559</c:v>
                </c:pt>
                <c:pt idx="3319">
                  <c:v>1.0944721562663371</c:v>
                </c:pt>
                <c:pt idx="3320">
                  <c:v>1.135224209735886</c:v>
                </c:pt>
                <c:pt idx="3321">
                  <c:v>1.415675179402119</c:v>
                </c:pt>
                <c:pt idx="3322">
                  <c:v>1.5587426594895559</c:v>
                </c:pt>
                <c:pt idx="3323">
                  <c:v>1.7382411931020481</c:v>
                </c:pt>
                <c:pt idx="3324">
                  <c:v>1.9489548817093501</c:v>
                </c:pt>
                <c:pt idx="3325">
                  <c:v>4.4603394173574964</c:v>
                </c:pt>
                <c:pt idx="3326">
                  <c:v>4.8431010149909373</c:v>
                </c:pt>
                <c:pt idx="3327">
                  <c:v>4.707233990865582</c:v>
                </c:pt>
                <c:pt idx="3328">
                  <c:v>3.093604378042405</c:v>
                </c:pt>
                <c:pt idx="3329">
                  <c:v>2.4333617465655282</c:v>
                </c:pt>
                <c:pt idx="3330">
                  <c:v>2.6543509433781649</c:v>
                </c:pt>
                <c:pt idx="3331">
                  <c:v>3.9970594215002322</c:v>
                </c:pt>
                <c:pt idx="3332">
                  <c:v>5.3447355308211257</c:v>
                </c:pt>
                <c:pt idx="3333">
                  <c:v>6.4715028907981909</c:v>
                </c:pt>
                <c:pt idx="3334">
                  <c:v>6.6405632464959554</c:v>
                </c:pt>
                <c:pt idx="3335">
                  <c:v>6.1276079987901406</c:v>
                </c:pt>
                <c:pt idx="3336">
                  <c:v>5.0873761837792726</c:v>
                </c:pt>
                <c:pt idx="3337">
                  <c:v>4.5708406061736504</c:v>
                </c:pt>
                <c:pt idx="3338">
                  <c:v>4.3052613681826148</c:v>
                </c:pt>
                <c:pt idx="3339">
                  <c:v>2.295904326235481</c:v>
                </c:pt>
                <c:pt idx="3340">
                  <c:v>1.7708660421903559</c:v>
                </c:pt>
                <c:pt idx="3341">
                  <c:v>1.9569460866714199</c:v>
                </c:pt>
                <c:pt idx="3342">
                  <c:v>2.266431643039803</c:v>
                </c:pt>
                <c:pt idx="3343">
                  <c:v>2.4435784282114938</c:v>
                </c:pt>
                <c:pt idx="3344">
                  <c:v>2.362529708715448</c:v>
                </c:pt>
                <c:pt idx="3345">
                  <c:v>1.5338766963148249</c:v>
                </c:pt>
                <c:pt idx="3346">
                  <c:v>1.5739498179300491</c:v>
                </c:pt>
                <c:pt idx="3347">
                  <c:v>1.7964042223838821</c:v>
                </c:pt>
                <c:pt idx="3348">
                  <c:v>1.9751536100670291</c:v>
                </c:pt>
                <c:pt idx="3349">
                  <c:v>2.1444812205998378</c:v>
                </c:pt>
                <c:pt idx="3350">
                  <c:v>2.2892380983995442</c:v>
                </c:pt>
                <c:pt idx="3351">
                  <c:v>2.382915468170129</c:v>
                </c:pt>
                <c:pt idx="3352">
                  <c:v>4.2416199825784258</c:v>
                </c:pt>
                <c:pt idx="3353">
                  <c:v>4.7822559769426718</c:v>
                </c:pt>
                <c:pt idx="3354">
                  <c:v>4.637337057727752</c:v>
                </c:pt>
                <c:pt idx="3355">
                  <c:v>3.466346704726877</c:v>
                </c:pt>
                <c:pt idx="3356">
                  <c:v>2.9042131402900511</c:v>
                </c:pt>
                <c:pt idx="3357">
                  <c:v>3.2322247875855039</c:v>
                </c:pt>
                <c:pt idx="3358">
                  <c:v>6.4205591194800382</c:v>
                </c:pt>
                <c:pt idx="3359">
                  <c:v>6.3215451414854718</c:v>
                </c:pt>
                <c:pt idx="3360">
                  <c:v>5.3280103761263966</c:v>
                </c:pt>
                <c:pt idx="3361">
                  <c:v>5.0028054949632583</c:v>
                </c:pt>
                <c:pt idx="3362">
                  <c:v>4.9187538168551797</c:v>
                </c:pt>
                <c:pt idx="3363">
                  <c:v>4.7628503945878444</c:v>
                </c:pt>
                <c:pt idx="3364">
                  <c:v>4.7275814241649643</c:v>
                </c:pt>
                <c:pt idx="3365">
                  <c:v>4.2987303441767919</c:v>
                </c:pt>
                <c:pt idx="3366">
                  <c:v>4.0836670148840666</c:v>
                </c:pt>
                <c:pt idx="3367">
                  <c:v>3.8306078202567031</c:v>
                </c:pt>
                <c:pt idx="3368">
                  <c:v>1.602823020938575</c:v>
                </c:pt>
                <c:pt idx="3369">
                  <c:v>1.245097368868008</c:v>
                </c:pt>
                <c:pt idx="3370">
                  <c:v>1.4821288470688769</c:v>
                </c:pt>
                <c:pt idx="3371">
                  <c:v>2.7795107210661301</c:v>
                </c:pt>
                <c:pt idx="3372">
                  <c:v>4.1762848365911633</c:v>
                </c:pt>
                <c:pt idx="3373">
                  <c:v>5.1498447130171332</c:v>
                </c:pt>
                <c:pt idx="3374">
                  <c:v>5.311189018504539</c:v>
                </c:pt>
                <c:pt idx="3375">
                  <c:v>5.3763645107321736</c:v>
                </c:pt>
                <c:pt idx="3376">
                  <c:v>6.0636715101180396</c:v>
                </c:pt>
                <c:pt idx="3377">
                  <c:v>5.9776753664811526</c:v>
                </c:pt>
                <c:pt idx="3378">
                  <c:v>5.2729490852543623</c:v>
                </c:pt>
                <c:pt idx="3379">
                  <c:v>5.0175509453939799</c:v>
                </c:pt>
                <c:pt idx="3380">
                  <c:v>4.9014615321343022</c:v>
                </c:pt>
                <c:pt idx="3381">
                  <c:v>4.113726022944225</c:v>
                </c:pt>
                <c:pt idx="3382">
                  <c:v>3.8933128050258592</c:v>
                </c:pt>
                <c:pt idx="3383">
                  <c:v>3.8050912008227948</c:v>
                </c:pt>
                <c:pt idx="3384">
                  <c:v>3.1011091903605301</c:v>
                </c:pt>
                <c:pt idx="3385">
                  <c:v>2.3403025806098241</c:v>
                </c:pt>
                <c:pt idx="3386">
                  <c:v>2.1643306414569179</c:v>
                </c:pt>
                <c:pt idx="3387">
                  <c:v>2.0617203250942868</c:v>
                </c:pt>
                <c:pt idx="3388">
                  <c:v>1.4068325999420359</c:v>
                </c:pt>
                <c:pt idx="3389">
                  <c:v>1.3759156559499599</c:v>
                </c:pt>
                <c:pt idx="3390">
                  <c:v>1.49338983677614</c:v>
                </c:pt>
                <c:pt idx="3391">
                  <c:v>1.6243566360979409</c:v>
                </c:pt>
                <c:pt idx="3392">
                  <c:v>1.756188824054288</c:v>
                </c:pt>
                <c:pt idx="3393">
                  <c:v>1.775734510364668</c:v>
                </c:pt>
                <c:pt idx="3394">
                  <c:v>2.0725709750784742</c:v>
                </c:pt>
                <c:pt idx="3395">
                  <c:v>4.3191077430607114</c:v>
                </c:pt>
                <c:pt idx="3396">
                  <c:v>4.3335435459116489</c:v>
                </c:pt>
                <c:pt idx="3397">
                  <c:v>4.4476097288108454</c:v>
                </c:pt>
                <c:pt idx="3398">
                  <c:v>4.4893042292507372</c:v>
                </c:pt>
                <c:pt idx="3399">
                  <c:v>4.6976867374602156</c:v>
                </c:pt>
                <c:pt idx="3400">
                  <c:v>6.6489762287197003</c:v>
                </c:pt>
                <c:pt idx="3401">
                  <c:v>6.9081288539441212</c:v>
                </c:pt>
                <c:pt idx="3402">
                  <c:v>7.0693482907500389</c:v>
                </c:pt>
                <c:pt idx="3403">
                  <c:v>8.5783739942579427</c:v>
                </c:pt>
                <c:pt idx="3404">
                  <c:v>9.5469073655599086</c:v>
                </c:pt>
                <c:pt idx="3405">
                  <c:v>9.5654418138925728</c:v>
                </c:pt>
                <c:pt idx="3406">
                  <c:v>9.7308577233577331</c:v>
                </c:pt>
                <c:pt idx="3407">
                  <c:v>9.8697295887714667</c:v>
                </c:pt>
                <c:pt idx="3408">
                  <c:v>9.8809541545785358</c:v>
                </c:pt>
                <c:pt idx="3409">
                  <c:v>8.7373876376105279</c:v>
                </c:pt>
                <c:pt idx="3410">
                  <c:v>7.4875574636294786</c:v>
                </c:pt>
                <c:pt idx="3411">
                  <c:v>6.3517391270353949</c:v>
                </c:pt>
                <c:pt idx="3412">
                  <c:v>5.8402983727723887</c:v>
                </c:pt>
                <c:pt idx="3413">
                  <c:v>5.9801242560878656</c:v>
                </c:pt>
                <c:pt idx="3414">
                  <c:v>6.9265418076798468</c:v>
                </c:pt>
                <c:pt idx="3415">
                  <c:v>7.2415311612648816</c:v>
                </c:pt>
                <c:pt idx="3416">
                  <c:v>6.8471879894260992</c:v>
                </c:pt>
                <c:pt idx="3417">
                  <c:v>3.6059298937044102</c:v>
                </c:pt>
                <c:pt idx="3418">
                  <c:v>1.8402736562766291</c:v>
                </c:pt>
                <c:pt idx="3419">
                  <c:v>1.524475917502085</c:v>
                </c:pt>
                <c:pt idx="3420">
                  <c:v>1.551147403107296</c:v>
                </c:pt>
                <c:pt idx="3421">
                  <c:v>1.584087138951827</c:v>
                </c:pt>
                <c:pt idx="3422">
                  <c:v>1.5884664132058881</c:v>
                </c:pt>
                <c:pt idx="3423">
                  <c:v>1.665895295151649</c:v>
                </c:pt>
                <c:pt idx="3424">
                  <c:v>2.3284194954594879</c:v>
                </c:pt>
                <c:pt idx="3425">
                  <c:v>2.7325523187178011</c:v>
                </c:pt>
                <c:pt idx="3426">
                  <c:v>2.7386283316710061</c:v>
                </c:pt>
                <c:pt idx="3427">
                  <c:v>2.8123014419409711</c:v>
                </c:pt>
                <c:pt idx="3428">
                  <c:v>2.8639279997315721</c:v>
                </c:pt>
                <c:pt idx="3429">
                  <c:v>2.8621318597027541</c:v>
                </c:pt>
                <c:pt idx="3430">
                  <c:v>2.8459976871183521</c:v>
                </c:pt>
                <c:pt idx="3431">
                  <c:v>2.910545408873987</c:v>
                </c:pt>
                <c:pt idx="3432">
                  <c:v>3.7330060589827649</c:v>
                </c:pt>
                <c:pt idx="3433">
                  <c:v>4.0858049243549077</c:v>
                </c:pt>
                <c:pt idx="3434">
                  <c:v>3.9916115468531488</c:v>
                </c:pt>
                <c:pt idx="3435">
                  <c:v>2.4253700878461411</c:v>
                </c:pt>
                <c:pt idx="3436">
                  <c:v>2.3695632327071778</c:v>
                </c:pt>
                <c:pt idx="3437">
                  <c:v>1.4770777268447131</c:v>
                </c:pt>
                <c:pt idx="3438">
                  <c:v>0.99825638514845205</c:v>
                </c:pt>
                <c:pt idx="3439">
                  <c:v>1.1682645887086569</c:v>
                </c:pt>
                <c:pt idx="3440">
                  <c:v>1.64164329752851</c:v>
                </c:pt>
                <c:pt idx="3441">
                  <c:v>2.232294888359827</c:v>
                </c:pt>
                <c:pt idx="3442">
                  <c:v>2.0560897127147788</c:v>
                </c:pt>
                <c:pt idx="3443">
                  <c:v>0.5640929237677933</c:v>
                </c:pt>
                <c:pt idx="3444">
                  <c:v>0.87900742483419825</c:v>
                </c:pt>
                <c:pt idx="3445">
                  <c:v>2.5953134198149659</c:v>
                </c:pt>
                <c:pt idx="3446">
                  <c:v>4.7807740616622034</c:v>
                </c:pt>
                <c:pt idx="3447">
                  <c:v>4.6822373842696594</c:v>
                </c:pt>
                <c:pt idx="3448">
                  <c:v>4.6134476283541108</c:v>
                </c:pt>
                <c:pt idx="3449">
                  <c:v>3.3386172244032459</c:v>
                </c:pt>
                <c:pt idx="3450">
                  <c:v>2.3983425655898629</c:v>
                </c:pt>
                <c:pt idx="3451">
                  <c:v>2.6011535967894481</c:v>
                </c:pt>
                <c:pt idx="3452">
                  <c:v>2.7181450675315468</c:v>
                </c:pt>
                <c:pt idx="3453">
                  <c:v>5.0892431998329473</c:v>
                </c:pt>
                <c:pt idx="3454">
                  <c:v>2.918013175603388</c:v>
                </c:pt>
                <c:pt idx="3455">
                  <c:v>1.4637328144110331</c:v>
                </c:pt>
                <c:pt idx="3456">
                  <c:v>2.5067403286414081</c:v>
                </c:pt>
                <c:pt idx="3457">
                  <c:v>3.6458652550997859</c:v>
                </c:pt>
                <c:pt idx="3458">
                  <c:v>4.4892561550184444</c:v>
                </c:pt>
                <c:pt idx="3459">
                  <c:v>4.7771630865139372</c:v>
                </c:pt>
                <c:pt idx="3460">
                  <c:v>4.6248910201742346</c:v>
                </c:pt>
                <c:pt idx="3461">
                  <c:v>3.5306493071331282</c:v>
                </c:pt>
                <c:pt idx="3462">
                  <c:v>3.226707325934028</c:v>
                </c:pt>
                <c:pt idx="3463">
                  <c:v>2.971322970604394</c:v>
                </c:pt>
                <c:pt idx="3464">
                  <c:v>1.7898348677775711</c:v>
                </c:pt>
                <c:pt idx="3465">
                  <c:v>1.6283974459776369</c:v>
                </c:pt>
                <c:pt idx="3466">
                  <c:v>1.1585953089771011</c:v>
                </c:pt>
                <c:pt idx="3467">
                  <c:v>0.57561556970321548</c:v>
                </c:pt>
                <c:pt idx="3468">
                  <c:v>0.45803035851398521</c:v>
                </c:pt>
                <c:pt idx="3469">
                  <c:v>0.54204526567339695</c:v>
                </c:pt>
                <c:pt idx="3470">
                  <c:v>1.449892172027996</c:v>
                </c:pt>
                <c:pt idx="3471">
                  <c:v>1.752885279185918</c:v>
                </c:pt>
                <c:pt idx="3472">
                  <c:v>1.667364075176067</c:v>
                </c:pt>
                <c:pt idx="3473">
                  <c:v>1.083855764563399</c:v>
                </c:pt>
                <c:pt idx="3474">
                  <c:v>0.64009868121816582</c:v>
                </c:pt>
                <c:pt idx="3475">
                  <c:v>0.70480922453096717</c:v>
                </c:pt>
                <c:pt idx="3476">
                  <c:v>1.566393334055286</c:v>
                </c:pt>
                <c:pt idx="3477">
                  <c:v>1.701975793448957</c:v>
                </c:pt>
                <c:pt idx="3478">
                  <c:v>1.668981338431754</c:v>
                </c:pt>
                <c:pt idx="3479">
                  <c:v>1.104347893230591</c:v>
                </c:pt>
                <c:pt idx="3480">
                  <c:v>0.90157374436161175</c:v>
                </c:pt>
                <c:pt idx="3481">
                  <c:v>0.89086710545894532</c:v>
                </c:pt>
                <c:pt idx="3482">
                  <c:v>0.80921549040879204</c:v>
                </c:pt>
                <c:pt idx="3483">
                  <c:v>0.72777728848776846</c:v>
                </c:pt>
                <c:pt idx="3484">
                  <c:v>0.66978227064682128</c:v>
                </c:pt>
                <c:pt idx="3485">
                  <c:v>0.64892982269245658</c:v>
                </c:pt>
                <c:pt idx="3486">
                  <c:v>0.74785860924469838</c:v>
                </c:pt>
                <c:pt idx="3487">
                  <c:v>2.175451786929234</c:v>
                </c:pt>
                <c:pt idx="3488">
                  <c:v>2.5943576147001939</c:v>
                </c:pt>
                <c:pt idx="3489">
                  <c:v>2.7883712382216159</c:v>
                </c:pt>
                <c:pt idx="3490">
                  <c:v>3.324877504589955</c:v>
                </c:pt>
                <c:pt idx="3491">
                  <c:v>3.4704753262151522</c:v>
                </c:pt>
                <c:pt idx="3492">
                  <c:v>3.3159599062317029</c:v>
                </c:pt>
                <c:pt idx="3493">
                  <c:v>2.1309937668112262</c:v>
                </c:pt>
                <c:pt idx="3494">
                  <c:v>1.8023533113554231</c:v>
                </c:pt>
                <c:pt idx="3495">
                  <c:v>1.892529019697792</c:v>
                </c:pt>
                <c:pt idx="3496">
                  <c:v>2.4359567484581488</c:v>
                </c:pt>
                <c:pt idx="3497">
                  <c:v>2.9683741732205711</c:v>
                </c:pt>
                <c:pt idx="3498">
                  <c:v>3.3148526168442132</c:v>
                </c:pt>
                <c:pt idx="3499">
                  <c:v>3.368482941826799</c:v>
                </c:pt>
                <c:pt idx="3500">
                  <c:v>3.691186129349739</c:v>
                </c:pt>
                <c:pt idx="3501">
                  <c:v>2.9904263048628241</c:v>
                </c:pt>
                <c:pt idx="3502">
                  <c:v>2.475514062517076</c:v>
                </c:pt>
                <c:pt idx="3503">
                  <c:v>1.2201226798757061</c:v>
                </c:pt>
                <c:pt idx="3504">
                  <c:v>0.65762756720141347</c:v>
                </c:pt>
                <c:pt idx="3505">
                  <c:v>0.72628405846508448</c:v>
                </c:pt>
                <c:pt idx="3506">
                  <c:v>1.176081503989018</c:v>
                </c:pt>
                <c:pt idx="3507">
                  <c:v>1.378256106898166</c:v>
                </c:pt>
                <c:pt idx="3508">
                  <c:v>1.365718302621048</c:v>
                </c:pt>
                <c:pt idx="3509">
                  <c:v>1.2398875314714</c:v>
                </c:pt>
                <c:pt idx="3510">
                  <c:v>1.264255515961189</c:v>
                </c:pt>
                <c:pt idx="3511">
                  <c:v>1.510684862319706</c:v>
                </c:pt>
                <c:pt idx="3512">
                  <c:v>1.5732850744367839</c:v>
                </c:pt>
                <c:pt idx="3513">
                  <c:v>1.5054125229635491</c:v>
                </c:pt>
                <c:pt idx="3514">
                  <c:v>1.108576096907389</c:v>
                </c:pt>
                <c:pt idx="3515">
                  <c:v>0.83928878545923868</c:v>
                </c:pt>
                <c:pt idx="3516">
                  <c:v>0.83749901995897824</c:v>
                </c:pt>
                <c:pt idx="3517">
                  <c:v>0.8100686258138331</c:v>
                </c:pt>
                <c:pt idx="3518">
                  <c:v>0.80570985606124734</c:v>
                </c:pt>
                <c:pt idx="3519">
                  <c:v>0.79044886160533545</c:v>
                </c:pt>
                <c:pt idx="3520">
                  <c:v>0.65846016564997301</c:v>
                </c:pt>
                <c:pt idx="3521">
                  <c:v>0.59802723259938673</c:v>
                </c:pt>
                <c:pt idx="3522">
                  <c:v>0.61491919919922799</c:v>
                </c:pt>
                <c:pt idx="3523">
                  <c:v>0.72816944678408368</c:v>
                </c:pt>
                <c:pt idx="3524">
                  <c:v>0.91912576404926694</c:v>
                </c:pt>
                <c:pt idx="3525">
                  <c:v>0.94735182537076756</c:v>
                </c:pt>
                <c:pt idx="3526">
                  <c:v>1.0776604707354029</c:v>
                </c:pt>
                <c:pt idx="3527">
                  <c:v>2.3719858819628241</c:v>
                </c:pt>
                <c:pt idx="3528">
                  <c:v>2.3936421945822128</c:v>
                </c:pt>
                <c:pt idx="3529">
                  <c:v>2.666409798012582</c:v>
                </c:pt>
                <c:pt idx="3530">
                  <c:v>2.640463084933975</c:v>
                </c:pt>
                <c:pt idx="3531">
                  <c:v>2.4866177505879579</c:v>
                </c:pt>
                <c:pt idx="3532">
                  <c:v>2.280248010562385</c:v>
                </c:pt>
                <c:pt idx="3533">
                  <c:v>2.2412664668365991</c:v>
                </c:pt>
                <c:pt idx="3534">
                  <c:v>2.282017332585951</c:v>
                </c:pt>
                <c:pt idx="3535">
                  <c:v>2.5451927465762689</c:v>
                </c:pt>
                <c:pt idx="3536">
                  <c:v>2.7224198051250128</c:v>
                </c:pt>
                <c:pt idx="3537">
                  <c:v>2.7102436576607851</c:v>
                </c:pt>
                <c:pt idx="3538">
                  <c:v>2.54973500116468</c:v>
                </c:pt>
                <c:pt idx="3539">
                  <c:v>2.4901265678257212</c:v>
                </c:pt>
                <c:pt idx="3540">
                  <c:v>2.3395217753626221</c:v>
                </c:pt>
                <c:pt idx="3541">
                  <c:v>2.1345083223049879</c:v>
                </c:pt>
                <c:pt idx="3542">
                  <c:v>2.072239508001362</c:v>
                </c:pt>
                <c:pt idx="3543">
                  <c:v>2.0479990506125341</c:v>
                </c:pt>
                <c:pt idx="3544">
                  <c:v>1.9114101770740981</c:v>
                </c:pt>
                <c:pt idx="3545">
                  <c:v>1.788571419428604</c:v>
                </c:pt>
                <c:pt idx="3546">
                  <c:v>1.360582459116872</c:v>
                </c:pt>
                <c:pt idx="3547">
                  <c:v>0.87641570822185255</c:v>
                </c:pt>
                <c:pt idx="3548">
                  <c:v>0.8630620027534941</c:v>
                </c:pt>
                <c:pt idx="3549">
                  <c:v>0.84988578514785995</c:v>
                </c:pt>
                <c:pt idx="3550">
                  <c:v>0.53133117078406555</c:v>
                </c:pt>
                <c:pt idx="3551">
                  <c:v>0.43021422960183242</c:v>
                </c:pt>
                <c:pt idx="3552">
                  <c:v>0.58072861369707374</c:v>
                </c:pt>
                <c:pt idx="3553">
                  <c:v>1.537784491169399</c:v>
                </c:pt>
                <c:pt idx="3554">
                  <c:v>1.507125436056902</c:v>
                </c:pt>
                <c:pt idx="3555">
                  <c:v>1.4569323629872519</c:v>
                </c:pt>
                <c:pt idx="3556">
                  <c:v>1.444619997474516</c:v>
                </c:pt>
                <c:pt idx="3557">
                  <c:v>1.490079869247531</c:v>
                </c:pt>
                <c:pt idx="3558">
                  <c:v>1.8786292135976339</c:v>
                </c:pt>
                <c:pt idx="3559">
                  <c:v>2.2970324495809828</c:v>
                </c:pt>
                <c:pt idx="3560">
                  <c:v>2.5963507792234881</c:v>
                </c:pt>
                <c:pt idx="3561">
                  <c:v>2.598982606978109</c:v>
                </c:pt>
                <c:pt idx="3562">
                  <c:v>2.6018203387533618</c:v>
                </c:pt>
                <c:pt idx="3563">
                  <c:v>2.6735354612362618</c:v>
                </c:pt>
                <c:pt idx="3564">
                  <c:v>2.5253069724509678</c:v>
                </c:pt>
                <c:pt idx="3565">
                  <c:v>1.1954063928152721</c:v>
                </c:pt>
                <c:pt idx="3566">
                  <c:v>0.87304267626271181</c:v>
                </c:pt>
                <c:pt idx="3567">
                  <c:v>0.87570614325289042</c:v>
                </c:pt>
                <c:pt idx="3568">
                  <c:v>0.89807790297693679</c:v>
                </c:pt>
                <c:pt idx="3569">
                  <c:v>0.90958927160174907</c:v>
                </c:pt>
                <c:pt idx="3570">
                  <c:v>0.93379929693803509</c:v>
                </c:pt>
                <c:pt idx="3571">
                  <c:v>1.0570047290216209</c:v>
                </c:pt>
                <c:pt idx="3572">
                  <c:v>1.1528154862350459</c:v>
                </c:pt>
                <c:pt idx="3573">
                  <c:v>1.2519432332225531</c:v>
                </c:pt>
                <c:pt idx="3574">
                  <c:v>1.7499217969587071</c:v>
                </c:pt>
                <c:pt idx="3575">
                  <c:v>1.37262146165456</c:v>
                </c:pt>
                <c:pt idx="3576">
                  <c:v>0.7498230725454238</c:v>
                </c:pt>
                <c:pt idx="3577">
                  <c:v>0.85919635497055002</c:v>
                </c:pt>
                <c:pt idx="3578">
                  <c:v>1.838105846236088</c:v>
                </c:pt>
                <c:pt idx="3579">
                  <c:v>2.630537241407704</c:v>
                </c:pt>
                <c:pt idx="3580">
                  <c:v>2.880807732587976</c:v>
                </c:pt>
                <c:pt idx="3581">
                  <c:v>2.7559178575851271</c:v>
                </c:pt>
                <c:pt idx="3582">
                  <c:v>2.012030320613813</c:v>
                </c:pt>
                <c:pt idx="3583">
                  <c:v>1.9098429978837399</c:v>
                </c:pt>
                <c:pt idx="3584">
                  <c:v>1.7620898329592709</c:v>
                </c:pt>
                <c:pt idx="3585">
                  <c:v>1.6383551209612821</c:v>
                </c:pt>
                <c:pt idx="3586">
                  <c:v>1.4408538749108271</c:v>
                </c:pt>
                <c:pt idx="3587">
                  <c:v>1.336500082852996</c:v>
                </c:pt>
                <c:pt idx="3588">
                  <c:v>1.265043411411817</c:v>
                </c:pt>
                <c:pt idx="3589">
                  <c:v>0.90552719625331779</c:v>
                </c:pt>
                <c:pt idx="3590">
                  <c:v>0.65667309065240698</c:v>
                </c:pt>
                <c:pt idx="3591">
                  <c:v>0.89241517303152207</c:v>
                </c:pt>
                <c:pt idx="3592">
                  <c:v>1.495438075996059</c:v>
                </c:pt>
                <c:pt idx="3593">
                  <c:v>1.471621133194301</c:v>
                </c:pt>
                <c:pt idx="3594">
                  <c:v>1.429596874783146</c:v>
                </c:pt>
                <c:pt idx="3595">
                  <c:v>1.384980737342439</c:v>
                </c:pt>
                <c:pt idx="3596">
                  <c:v>1.337362363528545</c:v>
                </c:pt>
                <c:pt idx="3597">
                  <c:v>1.319590083109909</c:v>
                </c:pt>
                <c:pt idx="3598">
                  <c:v>1.3994693980408039</c:v>
                </c:pt>
                <c:pt idx="3599">
                  <c:v>2.2319347807495782</c:v>
                </c:pt>
                <c:pt idx="3600">
                  <c:v>2.5790656021193801</c:v>
                </c:pt>
                <c:pt idx="3601">
                  <c:v>2.5135021151554979</c:v>
                </c:pt>
                <c:pt idx="3602">
                  <c:v>2.0396462323448521</c:v>
                </c:pt>
                <c:pt idx="3603">
                  <c:v>1.7205307179196909</c:v>
                </c:pt>
                <c:pt idx="3604">
                  <c:v>1.6607281586145231</c:v>
                </c:pt>
                <c:pt idx="3605">
                  <c:v>1.6556004121159851</c:v>
                </c:pt>
                <c:pt idx="3606">
                  <c:v>1.6162458811643261</c:v>
                </c:pt>
                <c:pt idx="3607">
                  <c:v>1.6025982740622631</c:v>
                </c:pt>
                <c:pt idx="3608">
                  <c:v>1.606987855586109</c:v>
                </c:pt>
                <c:pt idx="3609">
                  <c:v>1.6445616842287649</c:v>
                </c:pt>
                <c:pt idx="3610">
                  <c:v>1.6633970694221309</c:v>
                </c:pt>
                <c:pt idx="3611">
                  <c:v>1.6530181211272119</c:v>
                </c:pt>
                <c:pt idx="3612">
                  <c:v>1.5570333882151011</c:v>
                </c:pt>
                <c:pt idx="3613">
                  <c:v>1.543883851460905</c:v>
                </c:pt>
                <c:pt idx="3614">
                  <c:v>1.5375768367236791</c:v>
                </c:pt>
                <c:pt idx="3615">
                  <c:v>1.49028107352592</c:v>
                </c:pt>
                <c:pt idx="3616">
                  <c:v>1.474585122420595</c:v>
                </c:pt>
                <c:pt idx="3617">
                  <c:v>1.47100959293551</c:v>
                </c:pt>
                <c:pt idx="3618">
                  <c:v>1.448755311080353</c:v>
                </c:pt>
                <c:pt idx="3619">
                  <c:v>1.4364877536887679</c:v>
                </c:pt>
                <c:pt idx="3620">
                  <c:v>1.50149679274564</c:v>
                </c:pt>
                <c:pt idx="3621">
                  <c:v>1.9471429669478471</c:v>
                </c:pt>
                <c:pt idx="3622">
                  <c:v>2.0266847219206672</c:v>
                </c:pt>
                <c:pt idx="3623">
                  <c:v>1.999345432656884</c:v>
                </c:pt>
                <c:pt idx="3624">
                  <c:v>1.786300012163762</c:v>
                </c:pt>
                <c:pt idx="3625">
                  <c:v>1.6760164109202731</c:v>
                </c:pt>
                <c:pt idx="3626">
                  <c:v>1.7752084899062111</c:v>
                </c:pt>
                <c:pt idx="3627">
                  <c:v>2.8277301023375858</c:v>
                </c:pt>
                <c:pt idx="3628">
                  <c:v>3.5585951613089439</c:v>
                </c:pt>
                <c:pt idx="3629">
                  <c:v>3.8221295176089258</c:v>
                </c:pt>
                <c:pt idx="3630">
                  <c:v>3.3128685488852612</c:v>
                </c:pt>
                <c:pt idx="3631">
                  <c:v>1.2502080757697589</c:v>
                </c:pt>
                <c:pt idx="3632">
                  <c:v>0.56779787833115369</c:v>
                </c:pt>
                <c:pt idx="3633">
                  <c:v>1.017181216056916</c:v>
                </c:pt>
                <c:pt idx="3634">
                  <c:v>3.336800477555649</c:v>
                </c:pt>
                <c:pt idx="3635">
                  <c:v>5.4851056818446402</c:v>
                </c:pt>
                <c:pt idx="3636">
                  <c:v>7.1891173852619046</c:v>
                </c:pt>
                <c:pt idx="3637">
                  <c:v>7.4637715494371539</c:v>
                </c:pt>
                <c:pt idx="3638">
                  <c:v>7.39205374389498</c:v>
                </c:pt>
                <c:pt idx="3639">
                  <c:v>6.6441575537135318</c:v>
                </c:pt>
                <c:pt idx="3640">
                  <c:v>6.3979140220080959</c:v>
                </c:pt>
                <c:pt idx="3641">
                  <c:v>6.2111996862587269</c:v>
                </c:pt>
                <c:pt idx="3642">
                  <c:v>5.6867040055599807</c:v>
                </c:pt>
                <c:pt idx="3643">
                  <c:v>5.6008245814729491</c:v>
                </c:pt>
                <c:pt idx="3644">
                  <c:v>5.2958633794387566</c:v>
                </c:pt>
                <c:pt idx="3645">
                  <c:v>2.9003907841733438</c:v>
                </c:pt>
                <c:pt idx="3646">
                  <c:v>2.2882884933549792</c:v>
                </c:pt>
                <c:pt idx="3647">
                  <c:v>2.304830832732176</c:v>
                </c:pt>
                <c:pt idx="3648">
                  <c:v>2.4849867356821509</c:v>
                </c:pt>
                <c:pt idx="3649">
                  <c:v>2.691176349958913</c:v>
                </c:pt>
                <c:pt idx="3650">
                  <c:v>2.782953576394676</c:v>
                </c:pt>
                <c:pt idx="3651">
                  <c:v>2.5760620369861669</c:v>
                </c:pt>
                <c:pt idx="3652">
                  <c:v>1.002444539402368</c:v>
                </c:pt>
                <c:pt idx="3653">
                  <c:v>0.73388700301214971</c:v>
                </c:pt>
                <c:pt idx="3654">
                  <c:v>0.76872151431188251</c:v>
                </c:pt>
                <c:pt idx="3655">
                  <c:v>0.98833441717456627</c:v>
                </c:pt>
                <c:pt idx="3656">
                  <c:v>1.2716286441132101</c:v>
                </c:pt>
                <c:pt idx="3657">
                  <c:v>1.327244769846458</c:v>
                </c:pt>
                <c:pt idx="3658">
                  <c:v>1.5863856455556939</c:v>
                </c:pt>
                <c:pt idx="3659">
                  <c:v>3.2469271998949392</c:v>
                </c:pt>
                <c:pt idx="3660">
                  <c:v>3.5608216732615992</c:v>
                </c:pt>
                <c:pt idx="3661">
                  <c:v>3.436366403533806</c:v>
                </c:pt>
                <c:pt idx="3662">
                  <c:v>3.0338167048389488</c:v>
                </c:pt>
                <c:pt idx="3663">
                  <c:v>2.788137672599035</c:v>
                </c:pt>
                <c:pt idx="3664">
                  <c:v>2.7566573840564899</c:v>
                </c:pt>
                <c:pt idx="3665">
                  <c:v>2.7139584590321362</c:v>
                </c:pt>
                <c:pt idx="3666">
                  <c:v>1.7544339670914131</c:v>
                </c:pt>
                <c:pt idx="3667">
                  <c:v>1.516042671463639</c:v>
                </c:pt>
                <c:pt idx="3668">
                  <c:v>1.5523141974304</c:v>
                </c:pt>
                <c:pt idx="3669">
                  <c:v>2.0585079738015519</c:v>
                </c:pt>
                <c:pt idx="3670">
                  <c:v>2.2417184159593759</c:v>
                </c:pt>
                <c:pt idx="3671">
                  <c:v>2.3460148912925738</c:v>
                </c:pt>
                <c:pt idx="3672">
                  <c:v>3.5715935017679268</c:v>
                </c:pt>
                <c:pt idx="3673">
                  <c:v>4.3521561896046563</c:v>
                </c:pt>
                <c:pt idx="3674">
                  <c:v>4.4910749301609636</c:v>
                </c:pt>
                <c:pt idx="3675">
                  <c:v>4.3362863577518516</c:v>
                </c:pt>
                <c:pt idx="3676">
                  <c:v>2.9168465419557208</c:v>
                </c:pt>
                <c:pt idx="3677">
                  <c:v>2.6888326844820889</c:v>
                </c:pt>
                <c:pt idx="3678">
                  <c:v>2.612958975104323</c:v>
                </c:pt>
                <c:pt idx="3679">
                  <c:v>2.115686648109282</c:v>
                </c:pt>
                <c:pt idx="3680">
                  <c:v>1.5843643637446521</c:v>
                </c:pt>
                <c:pt idx="3681">
                  <c:v>1.1592151665339729</c:v>
                </c:pt>
                <c:pt idx="3682">
                  <c:v>1.161626568565771</c:v>
                </c:pt>
                <c:pt idx="3683">
                  <c:v>1.1845144084120109</c:v>
                </c:pt>
                <c:pt idx="3684">
                  <c:v>1.171856936686182</c:v>
                </c:pt>
                <c:pt idx="3685">
                  <c:v>1.016755340595549</c:v>
                </c:pt>
                <c:pt idx="3686">
                  <c:v>0.96598803661670507</c:v>
                </c:pt>
                <c:pt idx="3687">
                  <c:v>1.115935559361293</c:v>
                </c:pt>
                <c:pt idx="3688">
                  <c:v>1.985776164714129</c:v>
                </c:pt>
                <c:pt idx="3689">
                  <c:v>2.6323201882301972</c:v>
                </c:pt>
                <c:pt idx="3690">
                  <c:v>2.6473848232465702</c:v>
                </c:pt>
                <c:pt idx="3691">
                  <c:v>2.6789768287833882</c:v>
                </c:pt>
                <c:pt idx="3692">
                  <c:v>2.6942168289298958</c:v>
                </c:pt>
                <c:pt idx="3693">
                  <c:v>2.6819722180302619</c:v>
                </c:pt>
                <c:pt idx="3694">
                  <c:v>2.5792846311102289</c:v>
                </c:pt>
                <c:pt idx="3695">
                  <c:v>2.5367171973343239</c:v>
                </c:pt>
                <c:pt idx="3696">
                  <c:v>2.5084792602373209</c:v>
                </c:pt>
                <c:pt idx="3697">
                  <c:v>2.3144995787370308</c:v>
                </c:pt>
                <c:pt idx="3698">
                  <c:v>2.1877571478367122</c:v>
                </c:pt>
                <c:pt idx="3699">
                  <c:v>2.1653456206341088</c:v>
                </c:pt>
                <c:pt idx="3700">
                  <c:v>1.9823763344580021</c:v>
                </c:pt>
                <c:pt idx="3701">
                  <c:v>1.252618246589182</c:v>
                </c:pt>
                <c:pt idx="3702">
                  <c:v>0.91123368174066499</c:v>
                </c:pt>
                <c:pt idx="3703">
                  <c:v>0.91883577452298038</c:v>
                </c:pt>
                <c:pt idx="3704">
                  <c:v>0.96302889120534696</c:v>
                </c:pt>
                <c:pt idx="3705">
                  <c:v>0.9934796628864232</c:v>
                </c:pt>
                <c:pt idx="3706">
                  <c:v>0.99895911881326793</c:v>
                </c:pt>
                <c:pt idx="3707">
                  <c:v>0.99072270873767943</c:v>
                </c:pt>
                <c:pt idx="3708">
                  <c:v>0.87211482148887409</c:v>
                </c:pt>
                <c:pt idx="3709">
                  <c:v>0.82910842802801943</c:v>
                </c:pt>
                <c:pt idx="3710">
                  <c:v>0.70217055106815551</c:v>
                </c:pt>
                <c:pt idx="3711">
                  <c:v>0.51705190894567821</c:v>
                </c:pt>
                <c:pt idx="3712">
                  <c:v>0.33352949162329498</c:v>
                </c:pt>
                <c:pt idx="3713">
                  <c:v>0.33381509436169132</c:v>
                </c:pt>
                <c:pt idx="3714">
                  <c:v>0.33410448444074903</c:v>
                </c:pt>
                <c:pt idx="3715">
                  <c:v>0.34080087525531411</c:v>
                </c:pt>
                <c:pt idx="3716">
                  <c:v>0.34184375986332349</c:v>
                </c:pt>
                <c:pt idx="3717">
                  <c:v>0.35391760234914799</c:v>
                </c:pt>
                <c:pt idx="3718">
                  <c:v>0.45423487375353871</c:v>
                </c:pt>
                <c:pt idx="3719">
                  <c:v>0.56408829744082545</c:v>
                </c:pt>
                <c:pt idx="3720">
                  <c:v>0.64575945267531953</c:v>
                </c:pt>
                <c:pt idx="3721">
                  <c:v>0.62912924692549821</c:v>
                </c:pt>
                <c:pt idx="3722">
                  <c:v>0.61911213471550663</c:v>
                </c:pt>
                <c:pt idx="3723">
                  <c:v>0.46379548171105639</c:v>
                </c:pt>
                <c:pt idx="3724">
                  <c:v>0.4560008788238184</c:v>
                </c:pt>
                <c:pt idx="3725">
                  <c:v>0.35522736316180931</c:v>
                </c:pt>
                <c:pt idx="3726">
                  <c:v>0.26677066133080718</c:v>
                </c:pt>
                <c:pt idx="3727">
                  <c:v>0.25409719183386081</c:v>
                </c:pt>
                <c:pt idx="3728">
                  <c:v>0.245316482089461</c:v>
                </c:pt>
                <c:pt idx="3729">
                  <c:v>0.19722764290403669</c:v>
                </c:pt>
                <c:pt idx="3730">
                  <c:v>0.13999243695615651</c:v>
                </c:pt>
                <c:pt idx="3731">
                  <c:v>0.12610628166883661</c:v>
                </c:pt>
                <c:pt idx="3732">
                  <c:v>6.3579580473629924E-2</c:v>
                </c:pt>
                <c:pt idx="3733">
                  <c:v>4.7192721160922997E-2</c:v>
                </c:pt>
                <c:pt idx="3734">
                  <c:v>5.5114985703263203E-2</c:v>
                </c:pt>
                <c:pt idx="3735">
                  <c:v>0.1150052109063516</c:v>
                </c:pt>
                <c:pt idx="3736">
                  <c:v>0.15112864248241939</c:v>
                </c:pt>
                <c:pt idx="3737">
                  <c:v>0.1459259919888414</c:v>
                </c:pt>
                <c:pt idx="3738">
                  <c:v>0.1065797645222364</c:v>
                </c:pt>
                <c:pt idx="3739">
                  <c:v>0.10447818448367931</c:v>
                </c:pt>
                <c:pt idx="3740">
                  <c:v>9.6879725090384672E-2</c:v>
                </c:pt>
                <c:pt idx="3741">
                  <c:v>8.8597972830918525E-2</c:v>
                </c:pt>
                <c:pt idx="3742">
                  <c:v>8.2933779969041582E-2</c:v>
                </c:pt>
                <c:pt idx="3743">
                  <c:v>9.7242403305936767E-2</c:v>
                </c:pt>
                <c:pt idx="3744">
                  <c:v>0.17396304315395669</c:v>
                </c:pt>
                <c:pt idx="3745">
                  <c:v>0.2390665865371201</c:v>
                </c:pt>
                <c:pt idx="3746">
                  <c:v>0.26825539297138201</c:v>
                </c:pt>
                <c:pt idx="3747">
                  <c:v>0.26690461453462039</c:v>
                </c:pt>
                <c:pt idx="3748">
                  <c:v>0.25283207065005242</c:v>
                </c:pt>
                <c:pt idx="3749">
                  <c:v>0.24501758238654789</c:v>
                </c:pt>
                <c:pt idx="3750">
                  <c:v>0.25096811736125157</c:v>
                </c:pt>
                <c:pt idx="3751">
                  <c:v>0.31290899593032862</c:v>
                </c:pt>
                <c:pt idx="3752">
                  <c:v>0.44732906669833089</c:v>
                </c:pt>
                <c:pt idx="3753">
                  <c:v>0.47548431626737242</c:v>
                </c:pt>
                <c:pt idx="3754">
                  <c:v>0.46160940507462511</c:v>
                </c:pt>
                <c:pt idx="3755">
                  <c:v>0.25488758753370888</c:v>
                </c:pt>
                <c:pt idx="3756">
                  <c:v>0.17305944087127251</c:v>
                </c:pt>
                <c:pt idx="3757">
                  <c:v>0.17719585022163209</c:v>
                </c:pt>
                <c:pt idx="3758">
                  <c:v>0.1987904119736473</c:v>
                </c:pt>
                <c:pt idx="3759">
                  <c:v>0.2361950687329866</c:v>
                </c:pt>
                <c:pt idx="3760">
                  <c:v>0.238252700596221</c:v>
                </c:pt>
                <c:pt idx="3761">
                  <c:v>0.2175623752546483</c:v>
                </c:pt>
                <c:pt idx="3762">
                  <c:v>7.4599406372713006E-2</c:v>
                </c:pt>
                <c:pt idx="3763">
                  <c:v>3.665184160679523E-2</c:v>
                </c:pt>
                <c:pt idx="3764">
                  <c:v>6.5564087791690318E-2</c:v>
                </c:pt>
                <c:pt idx="3765">
                  <c:v>0.20721880800430281</c:v>
                </c:pt>
                <c:pt idx="3766">
                  <c:v>0.25564127646394053</c:v>
                </c:pt>
                <c:pt idx="3767">
                  <c:v>0.2512157809155014</c:v>
                </c:pt>
                <c:pt idx="3768">
                  <c:v>0.22786339542503581</c:v>
                </c:pt>
                <c:pt idx="3769">
                  <c:v>0.20513231479980201</c:v>
                </c:pt>
                <c:pt idx="3770">
                  <c:v>0.19637885815383449</c:v>
                </c:pt>
                <c:pt idx="3771">
                  <c:v>0.1864042198063445</c:v>
                </c:pt>
                <c:pt idx="3772">
                  <c:v>0.13683672488165599</c:v>
                </c:pt>
                <c:pt idx="3773">
                  <c:v>0.1273652430106727</c:v>
                </c:pt>
                <c:pt idx="3774">
                  <c:v>0.1205175739219406</c:v>
                </c:pt>
                <c:pt idx="3775">
                  <c:v>7.7443966871103664E-2</c:v>
                </c:pt>
                <c:pt idx="3776">
                  <c:v>2.388429762286157E-2</c:v>
                </c:pt>
                <c:pt idx="3777">
                  <c:v>1.2961966344698759E-2</c:v>
                </c:pt>
                <c:pt idx="3778">
                  <c:v>1.570067470553738E-2</c:v>
                </c:pt>
                <c:pt idx="3779">
                  <c:v>5.3156008243431523E-2</c:v>
                </c:pt>
                <c:pt idx="3780">
                  <c:v>3.9429343065924577E-2</c:v>
                </c:pt>
                <c:pt idx="3781">
                  <c:v>2.13767035463765E-2</c:v>
                </c:pt>
                <c:pt idx="3782">
                  <c:v>6.7238470702533819E-3</c:v>
                </c:pt>
                <c:pt idx="3783">
                  <c:v>8.8733122593203893E-3</c:v>
                </c:pt>
                <c:pt idx="3784">
                  <c:v>4.4419530724878732E-2</c:v>
                </c:pt>
                <c:pt idx="3785">
                  <c:v>5.6515893399753728E-2</c:v>
                </c:pt>
                <c:pt idx="3786">
                  <c:v>5.3517878227478721E-2</c:v>
                </c:pt>
                <c:pt idx="3787">
                  <c:v>3.880302355832517E-2</c:v>
                </c:pt>
                <c:pt idx="3788">
                  <c:v>2.6737091147797501E-2</c:v>
                </c:pt>
                <c:pt idx="3789">
                  <c:v>2.5664534767659581E-2</c:v>
                </c:pt>
                <c:pt idx="3790">
                  <c:v>3.1226303672640069E-2</c:v>
                </c:pt>
                <c:pt idx="3791">
                  <c:v>3.6368448993494222E-2</c:v>
                </c:pt>
                <c:pt idx="3792">
                  <c:v>4.1525603681512688E-2</c:v>
                </c:pt>
                <c:pt idx="3793">
                  <c:v>3.7235774357790193E-2</c:v>
                </c:pt>
                <c:pt idx="3794">
                  <c:v>2.405613457432217E-2</c:v>
                </c:pt>
                <c:pt idx="3795">
                  <c:v>1.430447487989516E-2</c:v>
                </c:pt>
                <c:pt idx="3796">
                  <c:v>1.368865440883767E-2</c:v>
                </c:pt>
                <c:pt idx="3797">
                  <c:v>1.345384697020947E-2</c:v>
                </c:pt>
                <c:pt idx="3798">
                  <c:v>9.1845599656416206E-3</c:v>
                </c:pt>
                <c:pt idx="3799">
                  <c:v>8.1301227131808426E-3</c:v>
                </c:pt>
                <c:pt idx="3800">
                  <c:v>8.0788998951036063E-3</c:v>
                </c:pt>
                <c:pt idx="3801">
                  <c:v>7.5565520690306087E-3</c:v>
                </c:pt>
                <c:pt idx="3802">
                  <c:v>7.2077145204252962E-3</c:v>
                </c:pt>
                <c:pt idx="3803">
                  <c:v>6.8824032544422299E-3</c:v>
                </c:pt>
                <c:pt idx="3804">
                  <c:v>6.8293823697124492E-3</c:v>
                </c:pt>
                <c:pt idx="3805">
                  <c:v>7.4402643817440212E-3</c:v>
                </c:pt>
                <c:pt idx="3806">
                  <c:v>1.1944874620951181E-2</c:v>
                </c:pt>
                <c:pt idx="3807">
                  <c:v>1.2777845961869891E-2</c:v>
                </c:pt>
                <c:pt idx="3808">
                  <c:v>1.324158245001999E-2</c:v>
                </c:pt>
                <c:pt idx="3809">
                  <c:v>1.7018773256407521E-2</c:v>
                </c:pt>
                <c:pt idx="3810">
                  <c:v>1.719499860942246E-2</c:v>
                </c:pt>
                <c:pt idx="3811">
                  <c:v>1.7264674918749001E-2</c:v>
                </c:pt>
                <c:pt idx="3812">
                  <c:v>1.7544034511213061E-2</c:v>
                </c:pt>
                <c:pt idx="3813">
                  <c:v>1.8296349698045122E-2</c:v>
                </c:pt>
                <c:pt idx="3814">
                  <c:v>2.3868871350296011E-2</c:v>
                </c:pt>
                <c:pt idx="3815">
                  <c:v>2.8503055671771541E-2</c:v>
                </c:pt>
                <c:pt idx="3816">
                  <c:v>3.2032019980991901E-2</c:v>
                </c:pt>
                <c:pt idx="3817">
                  <c:v>3.122797791764282E-2</c:v>
                </c:pt>
                <c:pt idx="3818">
                  <c:v>2.371160218891025E-2</c:v>
                </c:pt>
                <c:pt idx="3819">
                  <c:v>1.8833595797810462E-2</c:v>
                </c:pt>
                <c:pt idx="3820">
                  <c:v>1.7942694871340769E-2</c:v>
                </c:pt>
                <c:pt idx="3821">
                  <c:v>1.329786867825233E-2</c:v>
                </c:pt>
                <c:pt idx="3822">
                  <c:v>7.8100469857012656E-3</c:v>
                </c:pt>
                <c:pt idx="3823">
                  <c:v>3.6025703381283112E-3</c:v>
                </c:pt>
                <c:pt idx="3824">
                  <c:v>4.8658778377255038E-3</c:v>
                </c:pt>
                <c:pt idx="3825">
                  <c:v>1.343965700518202E-2</c:v>
                </c:pt>
                <c:pt idx="3826">
                  <c:v>1.9915936194448969E-2</c:v>
                </c:pt>
                <c:pt idx="3827">
                  <c:v>2.098414516345298E-2</c:v>
                </c:pt>
                <c:pt idx="3828">
                  <c:v>2.1010584677438E-2</c:v>
                </c:pt>
                <c:pt idx="3829">
                  <c:v>2.1262212714671609E-2</c:v>
                </c:pt>
                <c:pt idx="3830">
                  <c:v>2.1356755625855591E-2</c:v>
                </c:pt>
                <c:pt idx="3831">
                  <c:v>2.039547552969679E-2</c:v>
                </c:pt>
                <c:pt idx="3832">
                  <c:v>1.2625069632007021E-2</c:v>
                </c:pt>
                <c:pt idx="3833">
                  <c:v>7.9614632862100212E-3</c:v>
                </c:pt>
                <c:pt idx="3834">
                  <c:v>8.0165101689976485E-3</c:v>
                </c:pt>
                <c:pt idx="3835">
                  <c:v>8.0581743660175491E-3</c:v>
                </c:pt>
                <c:pt idx="3836">
                  <c:v>8.970356862065168E-3</c:v>
                </c:pt>
                <c:pt idx="3837">
                  <c:v>9.0414968479911994E-3</c:v>
                </c:pt>
                <c:pt idx="3838">
                  <c:v>1.001602171364905E-2</c:v>
                </c:pt>
                <c:pt idx="3839">
                  <c:v>1.6459696477830101E-2</c:v>
                </c:pt>
                <c:pt idx="3840">
                  <c:v>2.0028910242586871E-2</c:v>
                </c:pt>
                <c:pt idx="3841">
                  <c:v>1.591634433860226E-2</c:v>
                </c:pt>
                <c:pt idx="3842">
                  <c:v>1.481085730682803E-2</c:v>
                </c:pt>
                <c:pt idx="3843">
                  <c:v>7.246661904990603E-3</c:v>
                </c:pt>
                <c:pt idx="3844">
                  <c:v>5.4117453873732402E-3</c:v>
                </c:pt>
                <c:pt idx="3845">
                  <c:v>6.339354965145043E-3</c:v>
                </c:pt>
                <c:pt idx="3846">
                  <c:v>1.1686471019324671E-2</c:v>
                </c:pt>
                <c:pt idx="3847">
                  <c:v>1.256055156733331E-2</c:v>
                </c:pt>
                <c:pt idx="3848">
                  <c:v>1.149190883258536E-2</c:v>
                </c:pt>
                <c:pt idx="3849">
                  <c:v>1.102950030483343E-2</c:v>
                </c:pt>
                <c:pt idx="3850">
                  <c:v>8.794038975936674E-3</c:v>
                </c:pt>
                <c:pt idx="3851">
                  <c:v>8.6007229126610595E-3</c:v>
                </c:pt>
                <c:pt idx="3852">
                  <c:v>8.7589117497855334E-3</c:v>
                </c:pt>
                <c:pt idx="3853">
                  <c:v>9.157217067017602E-3</c:v>
                </c:pt>
                <c:pt idx="3854">
                  <c:v>9.3630961471022831E-3</c:v>
                </c:pt>
                <c:pt idx="3855">
                  <c:v>9.1198619739692299E-3</c:v>
                </c:pt>
                <c:pt idx="3856">
                  <c:v>7.4618542398917293E-3</c:v>
                </c:pt>
                <c:pt idx="3857">
                  <c:v>6.9869005196650999E-3</c:v>
                </c:pt>
                <c:pt idx="3858">
                  <c:v>7.8179732010548522E-3</c:v>
                </c:pt>
                <c:pt idx="3859">
                  <c:v>1.305605665170112E-2</c:v>
                </c:pt>
                <c:pt idx="3860">
                  <c:v>1.8142586008719021E-2</c:v>
                </c:pt>
                <c:pt idx="3861">
                  <c:v>2.0785315426747671E-2</c:v>
                </c:pt>
                <c:pt idx="3862">
                  <c:v>1.858145238084425E-2</c:v>
                </c:pt>
                <c:pt idx="3863">
                  <c:v>4.6320667422474664E-3</c:v>
                </c:pt>
                <c:pt idx="3864">
                  <c:v>1.1855602726303901E-2</c:v>
                </c:pt>
                <c:pt idx="3865">
                  <c:v>2.2719437614072809E-2</c:v>
                </c:pt>
                <c:pt idx="3866">
                  <c:v>3.8378306368774609E-2</c:v>
                </c:pt>
                <c:pt idx="3867">
                  <c:v>4.353473178370796E-2</c:v>
                </c:pt>
                <c:pt idx="3868">
                  <c:v>4.1252168065627391E-2</c:v>
                </c:pt>
                <c:pt idx="3869">
                  <c:v>1.9985694749399659E-2</c:v>
                </c:pt>
                <c:pt idx="3870">
                  <c:v>4.9653641026772494E-3</c:v>
                </c:pt>
                <c:pt idx="3871">
                  <c:v>5.6982263811913396E-3</c:v>
                </c:pt>
                <c:pt idx="3872">
                  <c:v>1.314196630795166E-2</c:v>
                </c:pt>
                <c:pt idx="3873">
                  <c:v>2.1050691882846521E-2</c:v>
                </c:pt>
                <c:pt idx="3874">
                  <c:v>2.33515290213492E-2</c:v>
                </c:pt>
                <c:pt idx="3875">
                  <c:v>2.2825154381321659E-2</c:v>
                </c:pt>
                <c:pt idx="3876">
                  <c:v>1.7267681411442339E-2</c:v>
                </c:pt>
                <c:pt idx="3877">
                  <c:v>1.5013811041577899E-2</c:v>
                </c:pt>
                <c:pt idx="3878">
                  <c:v>1.4418552208007361E-2</c:v>
                </c:pt>
                <c:pt idx="3879">
                  <c:v>8.1920215752303155E-3</c:v>
                </c:pt>
                <c:pt idx="3880">
                  <c:v>7.7679261717438211E-3</c:v>
                </c:pt>
                <c:pt idx="3881">
                  <c:v>7.6471975899420784E-3</c:v>
                </c:pt>
                <c:pt idx="3882">
                  <c:v>6.3658122122486269E-3</c:v>
                </c:pt>
                <c:pt idx="3883">
                  <c:v>5.0483784001181904E-3</c:v>
                </c:pt>
                <c:pt idx="3884">
                  <c:v>4.1545402770135076E-3</c:v>
                </c:pt>
                <c:pt idx="3885">
                  <c:v>4.5864666354639774E-3</c:v>
                </c:pt>
                <c:pt idx="3886">
                  <c:v>8.9370671852411002E-3</c:v>
                </c:pt>
                <c:pt idx="3887">
                  <c:v>9.1772689477908707E-3</c:v>
                </c:pt>
                <c:pt idx="3888">
                  <c:v>1.1169897408633561E-2</c:v>
                </c:pt>
                <c:pt idx="3889">
                  <c:v>1.13575633272676E-2</c:v>
                </c:pt>
                <c:pt idx="3890">
                  <c:v>1.404246645875965E-2</c:v>
                </c:pt>
                <c:pt idx="3891">
                  <c:v>1.6711731275688941E-2</c:v>
                </c:pt>
                <c:pt idx="3892">
                  <c:v>1.9041498057407541E-2</c:v>
                </c:pt>
                <c:pt idx="3893">
                  <c:v>1.9452101554145739E-2</c:v>
                </c:pt>
                <c:pt idx="3894">
                  <c:v>1.8505333508230221E-2</c:v>
                </c:pt>
                <c:pt idx="3895">
                  <c:v>1.1285190718891549E-2</c:v>
                </c:pt>
                <c:pt idx="3896">
                  <c:v>8.8210756360416961E-3</c:v>
                </c:pt>
                <c:pt idx="3897">
                  <c:v>8.2076474444937007E-3</c:v>
                </c:pt>
                <c:pt idx="3898">
                  <c:v>5.1212959241714404E-3</c:v>
                </c:pt>
                <c:pt idx="3899">
                  <c:v>4.0610281064986081E-3</c:v>
                </c:pt>
                <c:pt idx="3900">
                  <c:v>4.8429749028743863E-3</c:v>
                </c:pt>
                <c:pt idx="3901">
                  <c:v>5.7842527542955784E-3</c:v>
                </c:pt>
                <c:pt idx="3902">
                  <c:v>7.2948200118285993E-3</c:v>
                </c:pt>
                <c:pt idx="3903">
                  <c:v>7.6578451403636807E-3</c:v>
                </c:pt>
                <c:pt idx="3904">
                  <c:v>8.0949320100592997E-3</c:v>
                </c:pt>
                <c:pt idx="3905">
                  <c:v>1.244449286012202E-2</c:v>
                </c:pt>
                <c:pt idx="3906">
                  <c:v>1.337171541004338E-2</c:v>
                </c:pt>
                <c:pt idx="3907">
                  <c:v>1.3606331277755811E-2</c:v>
                </c:pt>
                <c:pt idx="3908">
                  <c:v>1.4876165376881479E-2</c:v>
                </c:pt>
                <c:pt idx="3909">
                  <c:v>1.6306923994272481E-2</c:v>
                </c:pt>
                <c:pt idx="3910">
                  <c:v>1.6468483285320822E-2</c:v>
                </c:pt>
                <c:pt idx="3911">
                  <c:v>1.6736590086865139E-2</c:v>
                </c:pt>
                <c:pt idx="3912">
                  <c:v>1.881669288632442E-2</c:v>
                </c:pt>
                <c:pt idx="3913">
                  <c:v>1.963152773038843E-2</c:v>
                </c:pt>
                <c:pt idx="3914">
                  <c:v>1.900335489992204E-2</c:v>
                </c:pt>
                <c:pt idx="3915">
                  <c:v>1.1701182106737471E-2</c:v>
                </c:pt>
                <c:pt idx="3916">
                  <c:v>7.0245186021149816E-3</c:v>
                </c:pt>
                <c:pt idx="3917">
                  <c:v>6.1855595529532953E-3</c:v>
                </c:pt>
                <c:pt idx="3918">
                  <c:v>6.6881467139203168E-3</c:v>
                </c:pt>
                <c:pt idx="3919">
                  <c:v>1.343347402727022E-2</c:v>
                </c:pt>
                <c:pt idx="3920">
                  <c:v>1.5314984792060759E-2</c:v>
                </c:pt>
                <c:pt idx="3921">
                  <c:v>1.504678796933726E-2</c:v>
                </c:pt>
                <c:pt idx="3922">
                  <c:v>1.3127535356960599E-2</c:v>
                </c:pt>
                <c:pt idx="3923">
                  <c:v>1.180522361066294E-2</c:v>
                </c:pt>
                <c:pt idx="3924">
                  <c:v>1.1557837739201099E-2</c:v>
                </c:pt>
                <c:pt idx="3925">
                  <c:v>1.095598464627367E-2</c:v>
                </c:pt>
                <c:pt idx="3926">
                  <c:v>7.8471684535432532E-3</c:v>
                </c:pt>
                <c:pt idx="3927">
                  <c:v>5.5220595633651733E-3</c:v>
                </c:pt>
                <c:pt idx="3928">
                  <c:v>5.6704811914920468E-3</c:v>
                </c:pt>
                <c:pt idx="3929">
                  <c:v>6.6596711888097689E-3</c:v>
                </c:pt>
                <c:pt idx="3930">
                  <c:v>7.4898061447630712E-3</c:v>
                </c:pt>
                <c:pt idx="3931">
                  <c:v>8.3101851299697566E-3</c:v>
                </c:pt>
                <c:pt idx="3932">
                  <c:v>1.148071747146703E-2</c:v>
                </c:pt>
                <c:pt idx="3933">
                  <c:v>1.5351234300122659E-2</c:v>
                </c:pt>
                <c:pt idx="3934">
                  <c:v>1.6383499069632421E-2</c:v>
                </c:pt>
                <c:pt idx="3935">
                  <c:v>1.941562085672436E-2</c:v>
                </c:pt>
                <c:pt idx="3936">
                  <c:v>2.268089292430173E-2</c:v>
                </c:pt>
                <c:pt idx="3937">
                  <c:v>2.4912201108505651E-2</c:v>
                </c:pt>
                <c:pt idx="3938">
                  <c:v>2.4022085221837349E-2</c:v>
                </c:pt>
                <c:pt idx="3939">
                  <c:v>6.4481218258888792E-3</c:v>
                </c:pt>
                <c:pt idx="3940">
                  <c:v>3.7056147965881222E-3</c:v>
                </c:pt>
                <c:pt idx="3941">
                  <c:v>5.7642132614106343E-3</c:v>
                </c:pt>
                <c:pt idx="3942">
                  <c:v>8.1210890570960446E-3</c:v>
                </c:pt>
                <c:pt idx="3943">
                  <c:v>1.043767466865619E-2</c:v>
                </c:pt>
                <c:pt idx="3944">
                  <c:v>1.128470941939267E-2</c:v>
                </c:pt>
                <c:pt idx="3945">
                  <c:v>2.4317248063271589E-2</c:v>
                </c:pt>
                <c:pt idx="3946">
                  <c:v>2.5922843683772959E-2</c:v>
                </c:pt>
                <c:pt idx="3947">
                  <c:v>2.532648596194537E-2</c:v>
                </c:pt>
                <c:pt idx="3948">
                  <c:v>2.1672188999404221E-2</c:v>
                </c:pt>
                <c:pt idx="3949">
                  <c:v>1.8076857990945449E-2</c:v>
                </c:pt>
                <c:pt idx="3950">
                  <c:v>1.535212580360802E-2</c:v>
                </c:pt>
                <c:pt idx="3951">
                  <c:v>1.4709514365979851E-2</c:v>
                </c:pt>
                <c:pt idx="3952">
                  <c:v>9.9366094925210924E-3</c:v>
                </c:pt>
                <c:pt idx="3953">
                  <c:v>7.5918702967566034E-3</c:v>
                </c:pt>
                <c:pt idx="3954">
                  <c:v>8.2264050132079096E-3</c:v>
                </c:pt>
                <c:pt idx="3955">
                  <c:v>9.5864122429659884E-3</c:v>
                </c:pt>
                <c:pt idx="3956">
                  <c:v>1.0757566229979859E-2</c:v>
                </c:pt>
                <c:pt idx="3957">
                  <c:v>1.153901217516809E-2</c:v>
                </c:pt>
                <c:pt idx="3958">
                  <c:v>1.242694588380849E-2</c:v>
                </c:pt>
                <c:pt idx="3959">
                  <c:v>2.1935822071254121E-2</c:v>
                </c:pt>
                <c:pt idx="3960">
                  <c:v>2.6703531529809709E-2</c:v>
                </c:pt>
                <c:pt idx="3961">
                  <c:v>2.5759136398775591E-2</c:v>
                </c:pt>
                <c:pt idx="3962">
                  <c:v>1.039988204222978E-2</c:v>
                </c:pt>
                <c:pt idx="3963">
                  <c:v>1.179106326322669E-2</c:v>
                </c:pt>
                <c:pt idx="3964">
                  <c:v>1.3350504265698121E-2</c:v>
                </c:pt>
                <c:pt idx="3965">
                  <c:v>1.547136623000264E-2</c:v>
                </c:pt>
                <c:pt idx="3966">
                  <c:v>1.409734134315313E-2</c:v>
                </c:pt>
                <c:pt idx="3967">
                  <c:v>1.0089783976776409E-2</c:v>
                </c:pt>
                <c:pt idx="3968">
                  <c:v>5.2091920551503631E-3</c:v>
                </c:pt>
                <c:pt idx="3969">
                  <c:v>3.6729191146230621E-3</c:v>
                </c:pt>
                <c:pt idx="3970">
                  <c:v>3.6721260467035529E-3</c:v>
                </c:pt>
                <c:pt idx="3971">
                  <c:v>3.6649854515157592E-3</c:v>
                </c:pt>
                <c:pt idx="3972">
                  <c:v>3.6612574261869011E-3</c:v>
                </c:pt>
                <c:pt idx="3973">
                  <c:v>4.0018824274967984E-3</c:v>
                </c:pt>
                <c:pt idx="3974">
                  <c:v>4.1949681425250364E-3</c:v>
                </c:pt>
                <c:pt idx="3975">
                  <c:v>7.6559344256756931E-3</c:v>
                </c:pt>
                <c:pt idx="3976">
                  <c:v>8.4873325946215415E-3</c:v>
                </c:pt>
                <c:pt idx="3977">
                  <c:v>1.2726148992534009E-2</c:v>
                </c:pt>
                <c:pt idx="3978">
                  <c:v>1.6778061926109821E-2</c:v>
                </c:pt>
                <c:pt idx="3979">
                  <c:v>1.8902682949882739E-2</c:v>
                </c:pt>
                <c:pt idx="3980">
                  <c:v>1.7256952666870811E-2</c:v>
                </c:pt>
                <c:pt idx="3981">
                  <c:v>6.5914967995401499E-3</c:v>
                </c:pt>
                <c:pt idx="3982">
                  <c:v>1.556139052829983E-3</c:v>
                </c:pt>
                <c:pt idx="3983">
                  <c:v>4.9949029573813936E-3</c:v>
                </c:pt>
                <c:pt idx="3984">
                  <c:v>3.145919410285062E-2</c:v>
                </c:pt>
                <c:pt idx="3985">
                  <c:v>3.9977040169445061E-2</c:v>
                </c:pt>
                <c:pt idx="3986">
                  <c:v>3.8608634821050022E-2</c:v>
                </c:pt>
                <c:pt idx="3987">
                  <c:v>2.2455683722328069E-2</c:v>
                </c:pt>
                <c:pt idx="3988">
                  <c:v>1.4430026133216371E-2</c:v>
                </c:pt>
                <c:pt idx="3989">
                  <c:v>1.475843076043634E-2</c:v>
                </c:pt>
                <c:pt idx="3990">
                  <c:v>1.6869644221774071E-2</c:v>
                </c:pt>
                <c:pt idx="3991">
                  <c:v>1.8537550761978799E-2</c:v>
                </c:pt>
                <c:pt idx="3992">
                  <c:v>1.9439001085879471E-2</c:v>
                </c:pt>
                <c:pt idx="3993">
                  <c:v>1.851772455364379E-2</c:v>
                </c:pt>
                <c:pt idx="3994">
                  <c:v>1.3272187505336021E-2</c:v>
                </c:pt>
                <c:pt idx="3995">
                  <c:v>1.10746285627199E-2</c:v>
                </c:pt>
                <c:pt idx="3996">
                  <c:v>1.04067905145405E-2</c:v>
                </c:pt>
                <c:pt idx="3997">
                  <c:v>4.157241711046083E-3</c:v>
                </c:pt>
                <c:pt idx="3998">
                  <c:v>3.7184797440351228E-3</c:v>
                </c:pt>
                <c:pt idx="3999">
                  <c:v>3.7010236808988298E-3</c:v>
                </c:pt>
                <c:pt idx="4000">
                  <c:v>3.4550530560873861E-3</c:v>
                </c:pt>
                <c:pt idx="4001">
                  <c:v>3.389797493538974E-3</c:v>
                </c:pt>
                <c:pt idx="4002">
                  <c:v>3.3437081055326169E-3</c:v>
                </c:pt>
                <c:pt idx="4003">
                  <c:v>2.810209036425287E-3</c:v>
                </c:pt>
                <c:pt idx="4004">
                  <c:v>2.3311314524998381E-3</c:v>
                </c:pt>
                <c:pt idx="4005">
                  <c:v>2.1416896648599601E-3</c:v>
                </c:pt>
                <c:pt idx="4006">
                  <c:v>3.589079733528604E-3</c:v>
                </c:pt>
                <c:pt idx="4007">
                  <c:v>6.4655513527801297E-3</c:v>
                </c:pt>
                <c:pt idx="4008">
                  <c:v>9.7264420200741525E-3</c:v>
                </c:pt>
                <c:pt idx="4009">
                  <c:v>9.5149308294880178E-3</c:v>
                </c:pt>
                <c:pt idx="4010">
                  <c:v>7.5141116262827604E-3</c:v>
                </c:pt>
                <c:pt idx="4011">
                  <c:v>6.5994582309734443E-3</c:v>
                </c:pt>
                <c:pt idx="4012">
                  <c:v>6.2912237230239804E-3</c:v>
                </c:pt>
                <c:pt idx="4013">
                  <c:v>6.4766533657971128E-3</c:v>
                </c:pt>
                <c:pt idx="4014">
                  <c:v>8.7108131275352128E-3</c:v>
                </c:pt>
                <c:pt idx="4015">
                  <c:v>9.3884551268968944E-3</c:v>
                </c:pt>
                <c:pt idx="4016">
                  <c:v>9.6198041589645802E-3</c:v>
                </c:pt>
                <c:pt idx="4017">
                  <c:v>1.120649256052674E-2</c:v>
                </c:pt>
                <c:pt idx="4018">
                  <c:v>1.169524779079688E-2</c:v>
                </c:pt>
                <c:pt idx="4019">
                  <c:v>1.1991521905742651E-2</c:v>
                </c:pt>
                <c:pt idx="4020">
                  <c:v>1.4132080749849389E-2</c:v>
                </c:pt>
                <c:pt idx="4021">
                  <c:v>1.5777983947321581E-2</c:v>
                </c:pt>
                <c:pt idx="4022">
                  <c:v>1.6586415133413461E-2</c:v>
                </c:pt>
                <c:pt idx="4023">
                  <c:v>1.6182605351443748E-2</c:v>
                </c:pt>
                <c:pt idx="4024">
                  <c:v>1.375575034149534E-2</c:v>
                </c:pt>
                <c:pt idx="4025">
                  <c:v>1.273796077407461E-2</c:v>
                </c:pt>
                <c:pt idx="4026">
                  <c:v>1.244178283366333E-2</c:v>
                </c:pt>
                <c:pt idx="4027">
                  <c:v>9.1474613924513691E-3</c:v>
                </c:pt>
                <c:pt idx="4028">
                  <c:v>6.1136426953060912E-3</c:v>
                </c:pt>
                <c:pt idx="4029">
                  <c:v>6.934971490637919E-3</c:v>
                </c:pt>
                <c:pt idx="4030">
                  <c:v>1.296278297141725E-2</c:v>
                </c:pt>
                <c:pt idx="4031">
                  <c:v>1.502332785420569E-2</c:v>
                </c:pt>
                <c:pt idx="4032">
                  <c:v>1.341458997477051E-2</c:v>
                </c:pt>
                <c:pt idx="4033">
                  <c:v>3.4695991092208909E-3</c:v>
                </c:pt>
                <c:pt idx="4034">
                  <c:v>2.7096936834065991E-3</c:v>
                </c:pt>
                <c:pt idx="4035">
                  <c:v>2.906634387170585E-3</c:v>
                </c:pt>
                <c:pt idx="4036">
                  <c:v>6.3323153988695874E-3</c:v>
                </c:pt>
                <c:pt idx="4037">
                  <c:v>6.9105104594485173E-3</c:v>
                </c:pt>
                <c:pt idx="4038">
                  <c:v>6.8835782652537742E-3</c:v>
                </c:pt>
                <c:pt idx="4039">
                  <c:v>6.7205526929699144E-3</c:v>
                </c:pt>
                <c:pt idx="4040">
                  <c:v>6.7002301544821707E-3</c:v>
                </c:pt>
                <c:pt idx="4041">
                  <c:v>7.1376076772336882E-3</c:v>
                </c:pt>
                <c:pt idx="4042">
                  <c:v>7.3415327299018946E-3</c:v>
                </c:pt>
                <c:pt idx="4043">
                  <c:v>8.0182274670407856E-3</c:v>
                </c:pt>
                <c:pt idx="4044">
                  <c:v>8.4007853321078664E-3</c:v>
                </c:pt>
                <c:pt idx="4045">
                  <c:v>8.8289456156202921E-3</c:v>
                </c:pt>
                <c:pt idx="4046">
                  <c:v>8.5887870538039514E-3</c:v>
                </c:pt>
                <c:pt idx="4047">
                  <c:v>5.8997690435025896E-3</c:v>
                </c:pt>
                <c:pt idx="4048">
                  <c:v>4.2985743953794821E-3</c:v>
                </c:pt>
                <c:pt idx="4049">
                  <c:v>4.7464271337093996E-3</c:v>
                </c:pt>
                <c:pt idx="4050">
                  <c:v>5.0673813960451916E-3</c:v>
                </c:pt>
                <c:pt idx="4051">
                  <c:v>9.8322543664090406E-3</c:v>
                </c:pt>
                <c:pt idx="4052">
                  <c:v>1.032636117843057E-2</c:v>
                </c:pt>
                <c:pt idx="4053">
                  <c:v>1.342851377376434E-2</c:v>
                </c:pt>
                <c:pt idx="4054">
                  <c:v>1.614490907422643E-2</c:v>
                </c:pt>
                <c:pt idx="4055">
                  <c:v>1.7300484415407449E-2</c:v>
                </c:pt>
                <c:pt idx="4056">
                  <c:v>1.6986124880668849E-2</c:v>
                </c:pt>
                <c:pt idx="4057">
                  <c:v>1.2753244202611071E-2</c:v>
                </c:pt>
                <c:pt idx="4058">
                  <c:v>9.4068887640616217E-3</c:v>
                </c:pt>
                <c:pt idx="4059">
                  <c:v>9.3731647048997269E-3</c:v>
                </c:pt>
                <c:pt idx="4060">
                  <c:v>9.2448627262489806E-3</c:v>
                </c:pt>
                <c:pt idx="4061">
                  <c:v>9.113567235501498E-3</c:v>
                </c:pt>
                <c:pt idx="4062">
                  <c:v>9.0140912978962772E-3</c:v>
                </c:pt>
                <c:pt idx="4063">
                  <c:v>1.0323379138652351E-2</c:v>
                </c:pt>
                <c:pt idx="4064">
                  <c:v>1.585920735357808E-2</c:v>
                </c:pt>
                <c:pt idx="4065">
                  <c:v>1.6300965141047129E-2</c:v>
                </c:pt>
                <c:pt idx="4066">
                  <c:v>1.5395018886337699E-2</c:v>
                </c:pt>
                <c:pt idx="4067">
                  <c:v>7.4372229044431153E-3</c:v>
                </c:pt>
                <c:pt idx="4068">
                  <c:v>7.8649407823746503E-3</c:v>
                </c:pt>
                <c:pt idx="4069">
                  <c:v>1.0424729129464639E-2</c:v>
                </c:pt>
                <c:pt idx="4070">
                  <c:v>1.4447248196807309E-2</c:v>
                </c:pt>
                <c:pt idx="4071">
                  <c:v>1.389574216795786E-2</c:v>
                </c:pt>
                <c:pt idx="4072">
                  <c:v>1.011596040566122E-2</c:v>
                </c:pt>
                <c:pt idx="4073">
                  <c:v>9.410534974151603E-3</c:v>
                </c:pt>
                <c:pt idx="4074">
                  <c:v>8.9786484365627951E-3</c:v>
                </c:pt>
                <c:pt idx="4075">
                  <c:v>5.7276288389937124E-3</c:v>
                </c:pt>
                <c:pt idx="4076">
                  <c:v>4.2108664106596874E-3</c:v>
                </c:pt>
                <c:pt idx="4077">
                  <c:v>4.453947031225051E-3</c:v>
                </c:pt>
                <c:pt idx="4078">
                  <c:v>7.1779782403274053E-3</c:v>
                </c:pt>
                <c:pt idx="4079">
                  <c:v>7.6383597628079964E-3</c:v>
                </c:pt>
                <c:pt idx="4080">
                  <c:v>7.9523054607998772E-3</c:v>
                </c:pt>
                <c:pt idx="4081">
                  <c:v>8.3213406369732068E-3</c:v>
                </c:pt>
                <c:pt idx="4082">
                  <c:v>8.9556826659843783E-3</c:v>
                </c:pt>
                <c:pt idx="4083">
                  <c:v>9.4090495944370942E-3</c:v>
                </c:pt>
                <c:pt idx="4084">
                  <c:v>9.5882838447788089E-3</c:v>
                </c:pt>
                <c:pt idx="4085">
                  <c:v>9.7244817802611457E-3</c:v>
                </c:pt>
                <c:pt idx="4086">
                  <c:v>1.2162955104242141E-2</c:v>
                </c:pt>
                <c:pt idx="4087">
                  <c:v>1.1366269088736339E-2</c:v>
                </c:pt>
                <c:pt idx="4088">
                  <c:v>1.0027905503888251E-2</c:v>
                </c:pt>
                <c:pt idx="4089">
                  <c:v>8.0421133808918979E-3</c:v>
                </c:pt>
                <c:pt idx="4090">
                  <c:v>6.4888325667421488E-3</c:v>
                </c:pt>
                <c:pt idx="4091">
                  <c:v>6.3429256693924834E-3</c:v>
                </c:pt>
                <c:pt idx="4092">
                  <c:v>4.3230295548788338E-3</c:v>
                </c:pt>
                <c:pt idx="4093">
                  <c:v>5.0800876825723507E-3</c:v>
                </c:pt>
                <c:pt idx="4094">
                  <c:v>1.039537018639131E-2</c:v>
                </c:pt>
                <c:pt idx="4095">
                  <c:v>1.174260545084004E-2</c:v>
                </c:pt>
                <c:pt idx="4096">
                  <c:v>1.151518058353476E-2</c:v>
                </c:pt>
                <c:pt idx="4097">
                  <c:v>8.5938198215363276E-3</c:v>
                </c:pt>
                <c:pt idx="4098">
                  <c:v>5.6875597922120156E-3</c:v>
                </c:pt>
                <c:pt idx="4099">
                  <c:v>5.9235748067256056E-3</c:v>
                </c:pt>
                <c:pt idx="4100">
                  <c:v>6.1288894306794194E-3</c:v>
                </c:pt>
                <c:pt idx="4101">
                  <c:v>1.0909069311547521E-2</c:v>
                </c:pt>
                <c:pt idx="4102">
                  <c:v>1.1685291348538599E-2</c:v>
                </c:pt>
                <c:pt idx="4103">
                  <c:v>1.210627064365293E-2</c:v>
                </c:pt>
                <c:pt idx="4104">
                  <c:v>1.502210247574385E-2</c:v>
                </c:pt>
                <c:pt idx="4105">
                  <c:v>1.5317932426246191E-2</c:v>
                </c:pt>
                <c:pt idx="4106">
                  <c:v>1.514176155950255E-2</c:v>
                </c:pt>
                <c:pt idx="4107">
                  <c:v>1.23895909913815E-2</c:v>
                </c:pt>
                <c:pt idx="4108">
                  <c:v>1.089425385780904E-2</c:v>
                </c:pt>
                <c:pt idx="4109">
                  <c:v>9.9959747313936032E-3</c:v>
                </c:pt>
                <c:pt idx="4110">
                  <c:v>9.031078810395856E-3</c:v>
                </c:pt>
                <c:pt idx="4111">
                  <c:v>6.1842429311956713E-3</c:v>
                </c:pt>
                <c:pt idx="4112">
                  <c:v>3.9687885131988888E-3</c:v>
                </c:pt>
                <c:pt idx="4113">
                  <c:v>4.2099401973789401E-3</c:v>
                </c:pt>
                <c:pt idx="4114">
                  <c:v>4.4626200066301127E-3</c:v>
                </c:pt>
                <c:pt idx="4115">
                  <c:v>9.7532991258085112E-3</c:v>
                </c:pt>
                <c:pt idx="4116">
                  <c:v>1.062948879467555E-2</c:v>
                </c:pt>
                <c:pt idx="4117">
                  <c:v>1.019856347885648E-2</c:v>
                </c:pt>
                <c:pt idx="4118">
                  <c:v>4.0007457504150643E-3</c:v>
                </c:pt>
                <c:pt idx="4119">
                  <c:v>2.2178109906803752E-3</c:v>
                </c:pt>
                <c:pt idx="4120">
                  <c:v>2.7200192467961601E-3</c:v>
                </c:pt>
                <c:pt idx="4121">
                  <c:v>7.5552576263364177E-3</c:v>
                </c:pt>
                <c:pt idx="4122">
                  <c:v>8.500981175439494E-3</c:v>
                </c:pt>
                <c:pt idx="4123">
                  <c:v>8.1338755084712812E-3</c:v>
                </c:pt>
                <c:pt idx="4124">
                  <c:v>5.7467832476524412E-3</c:v>
                </c:pt>
                <c:pt idx="4125">
                  <c:v>3.3783676074763411E-3</c:v>
                </c:pt>
                <c:pt idx="4126">
                  <c:v>1.0934641569422981E-3</c:v>
                </c:pt>
                <c:pt idx="4127">
                  <c:v>4.9616736520815804E-4</c:v>
                </c:pt>
                <c:pt idx="4128">
                  <c:v>8.8864938240576096E-4</c:v>
                </c:pt>
                <c:pt idx="4129">
                  <c:v>3.2835168375300958E-3</c:v>
                </c:pt>
                <c:pt idx="4130">
                  <c:v>5.9391554056596836E-3</c:v>
                </c:pt>
                <c:pt idx="4131">
                  <c:v>6.240009331227145E-3</c:v>
                </c:pt>
                <c:pt idx="4132">
                  <c:v>6.3335542286125888E-3</c:v>
                </c:pt>
                <c:pt idx="4133">
                  <c:v>7.1709911588697644E-3</c:v>
                </c:pt>
                <c:pt idx="4134">
                  <c:v>7.5096206968754478E-3</c:v>
                </c:pt>
                <c:pt idx="4135">
                  <c:v>1.12781977311401E-2</c:v>
                </c:pt>
                <c:pt idx="4136">
                  <c:v>1.156429109562937E-2</c:v>
                </c:pt>
                <c:pt idx="4137">
                  <c:v>1.120768615420047E-2</c:v>
                </c:pt>
                <c:pt idx="4138">
                  <c:v>1.0886863133954001E-2</c:v>
                </c:pt>
                <c:pt idx="4139">
                  <c:v>1.0458282492365341E-2</c:v>
                </c:pt>
                <c:pt idx="4140">
                  <c:v>1.027907464460172E-2</c:v>
                </c:pt>
                <c:pt idx="4141">
                  <c:v>1.152358197006388E-2</c:v>
                </c:pt>
                <c:pt idx="4142">
                  <c:v>2.076654056368742E-2</c:v>
                </c:pt>
                <c:pt idx="4143">
                  <c:v>2.4694724938367021E-2</c:v>
                </c:pt>
                <c:pt idx="4144">
                  <c:v>2.4274723437964121E-2</c:v>
                </c:pt>
                <c:pt idx="4145">
                  <c:v>2.1773434328838302E-2</c:v>
                </c:pt>
                <c:pt idx="4146">
                  <c:v>2.0066810385649749E-2</c:v>
                </c:pt>
                <c:pt idx="4147">
                  <c:v>1.942904298661103E-2</c:v>
                </c:pt>
                <c:pt idx="4148">
                  <c:v>1.9014082150237751E-2</c:v>
                </c:pt>
                <c:pt idx="4149">
                  <c:v>1.2011184088150729E-2</c:v>
                </c:pt>
                <c:pt idx="4150">
                  <c:v>9.3243179862862787E-3</c:v>
                </c:pt>
                <c:pt idx="4151">
                  <c:v>8.6889061198130377E-3</c:v>
                </c:pt>
                <c:pt idx="4152">
                  <c:v>7.9625381192276988E-3</c:v>
                </c:pt>
                <c:pt idx="4153">
                  <c:v>2.5204264791199131E-3</c:v>
                </c:pt>
                <c:pt idx="4154">
                  <c:v>2.0313480089486561E-3</c:v>
                </c:pt>
                <c:pt idx="4155">
                  <c:v>2.6475676939855101E-3</c:v>
                </c:pt>
                <c:pt idx="4156">
                  <c:v>7.8636467247658135E-3</c:v>
                </c:pt>
                <c:pt idx="4157">
                  <c:v>9.2350850614916942E-3</c:v>
                </c:pt>
                <c:pt idx="4158">
                  <c:v>9.1831787995202887E-3</c:v>
                </c:pt>
                <c:pt idx="4159">
                  <c:v>8.7855464265971534E-3</c:v>
                </c:pt>
                <c:pt idx="4160">
                  <c:v>8.7154437766497582E-3</c:v>
                </c:pt>
                <c:pt idx="4161">
                  <c:v>9.1150728104096024E-3</c:v>
                </c:pt>
                <c:pt idx="4162">
                  <c:v>9.8027531048113584E-3</c:v>
                </c:pt>
                <c:pt idx="4163">
                  <c:v>1.0302531735567321E-2</c:v>
                </c:pt>
                <c:pt idx="4164">
                  <c:v>1.057400193710391E-2</c:v>
                </c:pt>
                <c:pt idx="4165">
                  <c:v>9.140777019356762E-3</c:v>
                </c:pt>
                <c:pt idx="4166">
                  <c:v>5.8798784859287606E-3</c:v>
                </c:pt>
                <c:pt idx="4167">
                  <c:v>2.1787747457423421E-3</c:v>
                </c:pt>
                <c:pt idx="4168">
                  <c:v>3.5238442223374318E-3</c:v>
                </c:pt>
                <c:pt idx="4169">
                  <c:v>5.6376162492030096E-3</c:v>
                </c:pt>
                <c:pt idx="4170">
                  <c:v>7.133712866876884E-3</c:v>
                </c:pt>
                <c:pt idx="4171">
                  <c:v>7.0670770715065756E-3</c:v>
                </c:pt>
                <c:pt idx="4172">
                  <c:v>6.5512494285059342E-3</c:v>
                </c:pt>
                <c:pt idx="4173">
                  <c:v>4.1538051419518097E-3</c:v>
                </c:pt>
                <c:pt idx="4174">
                  <c:v>3.1244510186120992E-3</c:v>
                </c:pt>
                <c:pt idx="4175">
                  <c:v>3.1554367520994961E-3</c:v>
                </c:pt>
                <c:pt idx="4176">
                  <c:v>3.175084002370022E-3</c:v>
                </c:pt>
                <c:pt idx="4177">
                  <c:v>3.590059133986617E-3</c:v>
                </c:pt>
                <c:pt idx="4178">
                  <c:v>3.6602016536440118E-3</c:v>
                </c:pt>
                <c:pt idx="4179">
                  <c:v>3.7405670956456969E-3</c:v>
                </c:pt>
                <c:pt idx="4180">
                  <c:v>4.3989240691560318E-3</c:v>
                </c:pt>
                <c:pt idx="4181">
                  <c:v>7.2863996542554699E-3</c:v>
                </c:pt>
                <c:pt idx="4182">
                  <c:v>8.7013792345535627E-3</c:v>
                </c:pt>
                <c:pt idx="4183">
                  <c:v>1.2718194670757649E-2</c:v>
                </c:pt>
                <c:pt idx="4184">
                  <c:v>1.3625184441770461E-2</c:v>
                </c:pt>
                <c:pt idx="4185">
                  <c:v>1.3407063842095231E-2</c:v>
                </c:pt>
                <c:pt idx="4186">
                  <c:v>9.9312217643904837E-3</c:v>
                </c:pt>
                <c:pt idx="4187">
                  <c:v>8.9075513233312417E-3</c:v>
                </c:pt>
                <c:pt idx="4188">
                  <c:v>8.8271775692354872E-3</c:v>
                </c:pt>
                <c:pt idx="4189">
                  <c:v>8.6288352663666072E-3</c:v>
                </c:pt>
                <c:pt idx="4190">
                  <c:v>8.3718244324781036E-3</c:v>
                </c:pt>
                <c:pt idx="4191">
                  <c:v>8.1238760822311979E-3</c:v>
                </c:pt>
                <c:pt idx="4192">
                  <c:v>6.8545493518397879E-3</c:v>
                </c:pt>
                <c:pt idx="4193">
                  <c:v>3.5467683858290021E-3</c:v>
                </c:pt>
                <c:pt idx="4194">
                  <c:v>2.8584463915392101E-3</c:v>
                </c:pt>
                <c:pt idx="4195">
                  <c:v>3.2903397069775501E-3</c:v>
                </c:pt>
                <c:pt idx="4196">
                  <c:v>5.7465506480279772E-3</c:v>
                </c:pt>
                <c:pt idx="4197">
                  <c:v>7.5568387385366578E-3</c:v>
                </c:pt>
                <c:pt idx="4198">
                  <c:v>7.792851770110432E-3</c:v>
                </c:pt>
                <c:pt idx="4199">
                  <c:v>1.2013489843098499E-2</c:v>
                </c:pt>
                <c:pt idx="4200">
                  <c:v>1.3039274741305919E-2</c:v>
                </c:pt>
                <c:pt idx="4201">
                  <c:v>1.280217650114614E-2</c:v>
                </c:pt>
                <c:pt idx="4202">
                  <c:v>1.001415727211203E-2</c:v>
                </c:pt>
                <c:pt idx="4203">
                  <c:v>8.083380410585865E-3</c:v>
                </c:pt>
                <c:pt idx="4204">
                  <c:v>7.9315796991195463E-3</c:v>
                </c:pt>
                <c:pt idx="4205">
                  <c:v>6.5258502177773488E-3</c:v>
                </c:pt>
                <c:pt idx="4206">
                  <c:v>4.4271367653003846E-3</c:v>
                </c:pt>
                <c:pt idx="4207">
                  <c:v>4.072146895676647E-3</c:v>
                </c:pt>
                <c:pt idx="4208">
                  <c:v>4.3572430206959296E-3</c:v>
                </c:pt>
                <c:pt idx="4209">
                  <c:v>7.9880248904126341E-3</c:v>
                </c:pt>
                <c:pt idx="4210">
                  <c:v>8.64074192166874E-3</c:v>
                </c:pt>
                <c:pt idx="4211">
                  <c:v>7.9988242163561343E-3</c:v>
                </c:pt>
                <c:pt idx="4212">
                  <c:v>6.4838591170100976E-3</c:v>
                </c:pt>
                <c:pt idx="4213">
                  <c:v>4.9295016143603657E-3</c:v>
                </c:pt>
                <c:pt idx="4214">
                  <c:v>4.7121321085401091E-3</c:v>
                </c:pt>
                <c:pt idx="4215">
                  <c:v>5.1652106929419026E-3</c:v>
                </c:pt>
                <c:pt idx="4216">
                  <c:v>9.9988583712753813E-3</c:v>
                </c:pt>
                <c:pt idx="4217">
                  <c:v>1.021687421063433E-2</c:v>
                </c:pt>
                <c:pt idx="4218">
                  <c:v>8.3750374000610833E-3</c:v>
                </c:pt>
                <c:pt idx="4219">
                  <c:v>7.3407185809015322E-3</c:v>
                </c:pt>
                <c:pt idx="4220">
                  <c:v>4.4553726055637528E-3</c:v>
                </c:pt>
                <c:pt idx="4221">
                  <c:v>4.1593800953896136E-3</c:v>
                </c:pt>
                <c:pt idx="4222">
                  <c:v>3.8939442640225121E-3</c:v>
                </c:pt>
                <c:pt idx="4223">
                  <c:v>2.5025672452094979E-3</c:v>
                </c:pt>
                <c:pt idx="4224">
                  <c:v>5.7437145083301848E-3</c:v>
                </c:pt>
                <c:pt idx="4225">
                  <c:v>1.0489480646739741E-2</c:v>
                </c:pt>
                <c:pt idx="4226">
                  <c:v>1.2894749455720471E-2</c:v>
                </c:pt>
                <c:pt idx="4227">
                  <c:v>1.227918892128689E-2</c:v>
                </c:pt>
                <c:pt idx="4228">
                  <c:v>8.2585371758097381E-3</c:v>
                </c:pt>
                <c:pt idx="4229">
                  <c:v>5.0603371203619147E-3</c:v>
                </c:pt>
                <c:pt idx="4230">
                  <c:v>3.766339157193363E-3</c:v>
                </c:pt>
                <c:pt idx="4231">
                  <c:v>3.8987634280466198E-3</c:v>
                </c:pt>
                <c:pt idx="4232">
                  <c:v>4.696738633995585E-3</c:v>
                </c:pt>
                <c:pt idx="4233">
                  <c:v>4.3936385888915944E-3</c:v>
                </c:pt>
                <c:pt idx="4234">
                  <c:v>3.4687962924635891E-3</c:v>
                </c:pt>
                <c:pt idx="4235">
                  <c:v>2.263581222437896E-3</c:v>
                </c:pt>
                <c:pt idx="4236">
                  <c:v>2.0135951875392402E-3</c:v>
                </c:pt>
                <c:pt idx="4237">
                  <c:v>5.7166000471307122E-3</c:v>
                </c:pt>
                <c:pt idx="4238">
                  <c:v>1.1769189293956791E-2</c:v>
                </c:pt>
                <c:pt idx="4239">
                  <c:v>8.7378038447053184E-3</c:v>
                </c:pt>
                <c:pt idx="4240">
                  <c:v>5.9676979644468922E-3</c:v>
                </c:pt>
                <c:pt idx="4241">
                  <c:v>2.6789506329346871E-3</c:v>
                </c:pt>
                <c:pt idx="4242">
                  <c:v>1.8345886886167229E-3</c:v>
                </c:pt>
                <c:pt idx="4243">
                  <c:v>2.4437178612948742E-3</c:v>
                </c:pt>
                <c:pt idx="4244">
                  <c:v>8.9064729671306311E-3</c:v>
                </c:pt>
                <c:pt idx="4245">
                  <c:v>1.0766296263451229E-2</c:v>
                </c:pt>
                <c:pt idx="4246">
                  <c:v>1.0811390448341481E-2</c:v>
                </c:pt>
                <c:pt idx="4247">
                  <c:v>1.131666953170081E-2</c:v>
                </c:pt>
                <c:pt idx="4248">
                  <c:v>1.18191116394506E-2</c:v>
                </c:pt>
                <c:pt idx="4249">
                  <c:v>1.225751588646584E-2</c:v>
                </c:pt>
                <c:pt idx="4250">
                  <c:v>1.2369835716512109E-2</c:v>
                </c:pt>
                <c:pt idx="4251">
                  <c:v>1.1280384215062019E-2</c:v>
                </c:pt>
                <c:pt idx="4252">
                  <c:v>4.5910994924715899E-3</c:v>
                </c:pt>
                <c:pt idx="4253">
                  <c:v>4.9236664407764294E-3</c:v>
                </c:pt>
                <c:pt idx="4254">
                  <c:v>5.9550613254617836E-3</c:v>
                </c:pt>
                <c:pt idx="4255">
                  <c:v>7.520248029423424E-3</c:v>
                </c:pt>
                <c:pt idx="4256">
                  <c:v>7.2660052055914014E-3</c:v>
                </c:pt>
                <c:pt idx="4257">
                  <c:v>5.0131384130155353E-3</c:v>
                </c:pt>
                <c:pt idx="4258">
                  <c:v>4.7665836797053272E-3</c:v>
                </c:pt>
                <c:pt idx="4259">
                  <c:v>6.9809034776267811E-3</c:v>
                </c:pt>
                <c:pt idx="4260">
                  <c:v>1.1655049335296191E-2</c:v>
                </c:pt>
                <c:pt idx="4261">
                  <c:v>1.262535480435055E-2</c:v>
                </c:pt>
                <c:pt idx="4262">
                  <c:v>1.244704303101017E-2</c:v>
                </c:pt>
                <c:pt idx="4263">
                  <c:v>1.102042371321812E-2</c:v>
                </c:pt>
                <c:pt idx="4264">
                  <c:v>9.7831277028393934E-3</c:v>
                </c:pt>
                <c:pt idx="4265">
                  <c:v>9.4828310130804921E-3</c:v>
                </c:pt>
                <c:pt idx="4266">
                  <c:v>9.3967041218323902E-3</c:v>
                </c:pt>
                <c:pt idx="4267">
                  <c:v>8.6381943375521356E-3</c:v>
                </c:pt>
                <c:pt idx="4268">
                  <c:v>7.801877633344334E-3</c:v>
                </c:pt>
                <c:pt idx="4269">
                  <c:v>6.9839458358041022E-3</c:v>
                </c:pt>
                <c:pt idx="4270">
                  <c:v>6.2692779466022846E-3</c:v>
                </c:pt>
                <c:pt idx="4271">
                  <c:v>5.8879725632501956E-3</c:v>
                </c:pt>
                <c:pt idx="4272">
                  <c:v>6.0802553696176764E-3</c:v>
                </c:pt>
                <c:pt idx="4273">
                  <c:v>8.1006287911920029E-3</c:v>
                </c:pt>
                <c:pt idx="4274">
                  <c:v>8.8942053458307465E-3</c:v>
                </c:pt>
                <c:pt idx="4275">
                  <c:v>8.9135462961798303E-3</c:v>
                </c:pt>
                <c:pt idx="4276">
                  <c:v>9.0634665849102167E-3</c:v>
                </c:pt>
                <c:pt idx="4277">
                  <c:v>9.16040812814755E-3</c:v>
                </c:pt>
                <c:pt idx="4278">
                  <c:v>9.1979462812621267E-3</c:v>
                </c:pt>
                <c:pt idx="4279">
                  <c:v>9.3523821484822155E-3</c:v>
                </c:pt>
                <c:pt idx="4280">
                  <c:v>1.123767590219475E-2</c:v>
                </c:pt>
                <c:pt idx="4281">
                  <c:v>1.172745711487528E-2</c:v>
                </c:pt>
                <c:pt idx="4282">
                  <c:v>1.1336156969158189E-2</c:v>
                </c:pt>
                <c:pt idx="4283">
                  <c:v>6.5648237665356024E-3</c:v>
                </c:pt>
                <c:pt idx="4284">
                  <c:v>3.3838510982822059E-3</c:v>
                </c:pt>
                <c:pt idx="4285">
                  <c:v>3.3699508756929088E-3</c:v>
                </c:pt>
                <c:pt idx="4286">
                  <c:v>3.048063401531703E-3</c:v>
                </c:pt>
                <c:pt idx="4287">
                  <c:v>2.8814622541964039E-3</c:v>
                </c:pt>
                <c:pt idx="4288">
                  <c:v>2.5697148646185511E-3</c:v>
                </c:pt>
                <c:pt idx="4289">
                  <c:v>2.5578927245628329E-3</c:v>
                </c:pt>
                <c:pt idx="4290">
                  <c:v>2.389781377844599E-3</c:v>
                </c:pt>
                <c:pt idx="4291">
                  <c:v>2.1606901596220372E-3</c:v>
                </c:pt>
                <c:pt idx="4292">
                  <c:v>1.939605470114457E-3</c:v>
                </c:pt>
                <c:pt idx="4293">
                  <c:v>1.9086684786458999E-3</c:v>
                </c:pt>
                <c:pt idx="4294">
                  <c:v>2.4076230248273899E-3</c:v>
                </c:pt>
                <c:pt idx="4295">
                  <c:v>6.2995238321917803E-3</c:v>
                </c:pt>
                <c:pt idx="4296">
                  <c:v>6.5334524340165782E-3</c:v>
                </c:pt>
                <c:pt idx="4297">
                  <c:v>7.8043837257370926E-3</c:v>
                </c:pt>
                <c:pt idx="4298">
                  <c:v>8.7661112358937837E-3</c:v>
                </c:pt>
                <c:pt idx="4299">
                  <c:v>7.6086933955384871E-3</c:v>
                </c:pt>
                <c:pt idx="4300">
                  <c:v>5.6516993308581998E-3</c:v>
                </c:pt>
                <c:pt idx="4301">
                  <c:v>3.1943308059660062E-3</c:v>
                </c:pt>
                <c:pt idx="4302">
                  <c:v>3.2575574306903778E-3</c:v>
                </c:pt>
                <c:pt idx="4303">
                  <c:v>3.2850343081081181E-3</c:v>
                </c:pt>
                <c:pt idx="4304">
                  <c:v>3.9835747593514586E-3</c:v>
                </c:pt>
                <c:pt idx="4305">
                  <c:v>4.2392246878959266E-3</c:v>
                </c:pt>
                <c:pt idx="4306">
                  <c:v>4.6452505615139066E-3</c:v>
                </c:pt>
                <c:pt idx="4307">
                  <c:v>1.009833495203173E-2</c:v>
                </c:pt>
                <c:pt idx="4308">
                  <c:v>1.054992857853855E-2</c:v>
                </c:pt>
                <c:pt idx="4309">
                  <c:v>5.9030958067053654E-3</c:v>
                </c:pt>
                <c:pt idx="4310">
                  <c:v>1.715003423884721E-3</c:v>
                </c:pt>
                <c:pt idx="4311">
                  <c:v>1.889772053354024E-3</c:v>
                </c:pt>
                <c:pt idx="4312">
                  <c:v>1.9996168867464541E-3</c:v>
                </c:pt>
                <c:pt idx="4313">
                  <c:v>4.5836472396726356E-3</c:v>
                </c:pt>
                <c:pt idx="4314">
                  <c:v>5.8697370247021742E-3</c:v>
                </c:pt>
                <c:pt idx="4315">
                  <c:v>6.0743394525186456E-3</c:v>
                </c:pt>
                <c:pt idx="4316">
                  <c:v>7.3180881331562564E-3</c:v>
                </c:pt>
                <c:pt idx="4317">
                  <c:v>1.5601326245591549E-2</c:v>
                </c:pt>
                <c:pt idx="4318">
                  <c:v>1.7116972984069279E-2</c:v>
                </c:pt>
                <c:pt idx="4319">
                  <c:v>1.35719000654631E-2</c:v>
                </c:pt>
                <c:pt idx="4320">
                  <c:v>8.5134483953055798E-3</c:v>
                </c:pt>
                <c:pt idx="4321">
                  <c:v>4.5474927543915954E-3</c:v>
                </c:pt>
                <c:pt idx="4322">
                  <c:v>4.6466489140179817E-3</c:v>
                </c:pt>
                <c:pt idx="4323">
                  <c:v>5.0550128879930552E-3</c:v>
                </c:pt>
                <c:pt idx="4324">
                  <c:v>6.2824016364231806E-3</c:v>
                </c:pt>
                <c:pt idx="4325">
                  <c:v>6.2297660222148934E-3</c:v>
                </c:pt>
                <c:pt idx="4326">
                  <c:v>5.8845920389742996E-3</c:v>
                </c:pt>
                <c:pt idx="4327">
                  <c:v>5.5294712501932569E-3</c:v>
                </c:pt>
                <c:pt idx="4328">
                  <c:v>5.1859568074363281E-3</c:v>
                </c:pt>
                <c:pt idx="4329">
                  <c:v>4.9111097662015756E-3</c:v>
                </c:pt>
                <c:pt idx="4330">
                  <c:v>5.5170672393684197E-3</c:v>
                </c:pt>
                <c:pt idx="4331">
                  <c:v>1.123987142679502E-2</c:v>
                </c:pt>
                <c:pt idx="4332">
                  <c:v>1.1747201514964211E-2</c:v>
                </c:pt>
                <c:pt idx="4333">
                  <c:v>1.183636091780761E-2</c:v>
                </c:pt>
                <c:pt idx="4334">
                  <c:v>1.261480715064978E-2</c:v>
                </c:pt>
                <c:pt idx="4335">
                  <c:v>1.2787705077493191E-2</c:v>
                </c:pt>
                <c:pt idx="4336">
                  <c:v>1.260523169058874E-2</c:v>
                </c:pt>
                <c:pt idx="4337">
                  <c:v>1.2406703701382559E-2</c:v>
                </c:pt>
                <c:pt idx="4338">
                  <c:v>1.1970436296530679E-2</c:v>
                </c:pt>
                <c:pt idx="4339">
                  <c:v>1.1869829444857739E-2</c:v>
                </c:pt>
                <c:pt idx="4340">
                  <c:v>1.038362033287028E-2</c:v>
                </c:pt>
                <c:pt idx="4341">
                  <c:v>6.5611748426832516E-3</c:v>
                </c:pt>
                <c:pt idx="4342">
                  <c:v>5.1695788051998228E-3</c:v>
                </c:pt>
                <c:pt idx="4343">
                  <c:v>5.1851626442976683E-3</c:v>
                </c:pt>
                <c:pt idx="4344">
                  <c:v>5.2736807628096828E-3</c:v>
                </c:pt>
                <c:pt idx="4345">
                  <c:v>5.3322176685118667E-3</c:v>
                </c:pt>
                <c:pt idx="4346">
                  <c:v>5.3427826206275302E-3</c:v>
                </c:pt>
                <c:pt idx="4347">
                  <c:v>5.3406044941783602E-3</c:v>
                </c:pt>
                <c:pt idx="4348">
                  <c:v>5.3012541795197949E-3</c:v>
                </c:pt>
                <c:pt idx="4349">
                  <c:v>5.2939257601173012E-3</c:v>
                </c:pt>
                <c:pt idx="4350">
                  <c:v>5.5898650498056018E-3</c:v>
                </c:pt>
                <c:pt idx="4351">
                  <c:v>7.7241812748307668E-3</c:v>
                </c:pt>
                <c:pt idx="4352">
                  <c:v>8.8741735481832895E-3</c:v>
                </c:pt>
                <c:pt idx="4353">
                  <c:v>8.5054855335598301E-3</c:v>
                </c:pt>
                <c:pt idx="4354">
                  <c:v>8.2913066440358039E-3</c:v>
                </c:pt>
                <c:pt idx="4355">
                  <c:v>3.3062688414528399E-3</c:v>
                </c:pt>
                <c:pt idx="4356">
                  <c:v>2.93744910549511E-3</c:v>
                </c:pt>
                <c:pt idx="4357">
                  <c:v>3.5758028469136962E-3</c:v>
                </c:pt>
                <c:pt idx="4358">
                  <c:v>7.3106967405589694E-3</c:v>
                </c:pt>
                <c:pt idx="4359">
                  <c:v>9.2302991453042937E-3</c:v>
                </c:pt>
                <c:pt idx="4360">
                  <c:v>9.3813198947603899E-3</c:v>
                </c:pt>
                <c:pt idx="4361">
                  <c:v>1.000558034745982E-2</c:v>
                </c:pt>
                <c:pt idx="4362">
                  <c:v>1.068481280410616E-2</c:v>
                </c:pt>
                <c:pt idx="4363">
                  <c:v>1.0669513252043281E-2</c:v>
                </c:pt>
                <c:pt idx="4364">
                  <c:v>1.05444696340714E-2</c:v>
                </c:pt>
                <c:pt idx="4365">
                  <c:v>1.0486326633784709E-2</c:v>
                </c:pt>
                <c:pt idx="4366">
                  <c:v>1.088884008539759E-2</c:v>
                </c:pt>
                <c:pt idx="4367">
                  <c:v>1.3570704360710419E-2</c:v>
                </c:pt>
                <c:pt idx="4368">
                  <c:v>1.4068980122924469E-2</c:v>
                </c:pt>
                <c:pt idx="4369">
                  <c:v>1.7765341364009282E-2</c:v>
                </c:pt>
                <c:pt idx="4370">
                  <c:v>1.8101148932319421E-2</c:v>
                </c:pt>
                <c:pt idx="4371">
                  <c:v>1.494109578900359E-2</c:v>
                </c:pt>
                <c:pt idx="4372">
                  <c:v>7.381251428862241E-3</c:v>
                </c:pt>
                <c:pt idx="4373">
                  <c:v>7.7076528708415791E-3</c:v>
                </c:pt>
                <c:pt idx="4374">
                  <c:v>1.1091133689135739E-2</c:v>
                </c:pt>
                <c:pt idx="4375">
                  <c:v>1.227733394866368E-2</c:v>
                </c:pt>
                <c:pt idx="4376">
                  <c:v>1.1441157799007231E-2</c:v>
                </c:pt>
                <c:pt idx="4377">
                  <c:v>1.1074069637543959E-2</c:v>
                </c:pt>
                <c:pt idx="4378">
                  <c:v>3.4379050392278729E-3</c:v>
                </c:pt>
                <c:pt idx="4379">
                  <c:v>4.1460573996587296E-3</c:v>
                </c:pt>
                <c:pt idx="4380">
                  <c:v>5.8541358692481959E-3</c:v>
                </c:pt>
                <c:pt idx="4381">
                  <c:v>1.1499977612696249E-2</c:v>
                </c:pt>
                <c:pt idx="4382">
                  <c:v>1.459125545209863E-2</c:v>
                </c:pt>
                <c:pt idx="4383">
                  <c:v>1.514452206297973E-2</c:v>
                </c:pt>
                <c:pt idx="4384">
                  <c:v>1.4167703306690911E-2</c:v>
                </c:pt>
                <c:pt idx="4385">
                  <c:v>6.7976275658902423E-3</c:v>
                </c:pt>
                <c:pt idx="4386">
                  <c:v>7.1895187023371604E-3</c:v>
                </c:pt>
                <c:pt idx="4387">
                  <c:v>8.5135896167556676E-3</c:v>
                </c:pt>
                <c:pt idx="4388">
                  <c:v>9.7434202700193828E-3</c:v>
                </c:pt>
                <c:pt idx="4389">
                  <c:v>1.1119413669392999E-2</c:v>
                </c:pt>
                <c:pt idx="4390">
                  <c:v>1.13288153394867E-2</c:v>
                </c:pt>
                <c:pt idx="4391">
                  <c:v>1.4706709929357339E-2</c:v>
                </c:pt>
                <c:pt idx="4392">
                  <c:v>2.2763990727348121E-2</c:v>
                </c:pt>
                <c:pt idx="4393">
                  <c:v>2.460576136866682E-2</c:v>
                </c:pt>
                <c:pt idx="4394">
                  <c:v>2.3977136587293689E-2</c:v>
                </c:pt>
                <c:pt idx="4395">
                  <c:v>1.7115825160123301E-2</c:v>
                </c:pt>
                <c:pt idx="4396">
                  <c:v>1.192075134145028E-2</c:v>
                </c:pt>
                <c:pt idx="4397">
                  <c:v>1.201949313649105E-2</c:v>
                </c:pt>
                <c:pt idx="4398">
                  <c:v>1.345167408892888E-2</c:v>
                </c:pt>
                <c:pt idx="4399">
                  <c:v>1.3563336239883411E-2</c:v>
                </c:pt>
                <c:pt idx="4400">
                  <c:v>1.2329947801408911E-2</c:v>
                </c:pt>
                <c:pt idx="4401">
                  <c:v>8.5528101808161668E-3</c:v>
                </c:pt>
                <c:pt idx="4402">
                  <c:v>6.9733985913429187E-3</c:v>
                </c:pt>
                <c:pt idx="4403">
                  <c:v>6.3089554179600171E-3</c:v>
                </c:pt>
                <c:pt idx="4404">
                  <c:v>3.6400440673275102E-3</c:v>
                </c:pt>
                <c:pt idx="4405">
                  <c:v>3.365242765053665E-3</c:v>
                </c:pt>
                <c:pt idx="4406">
                  <c:v>2.969707520950137E-3</c:v>
                </c:pt>
                <c:pt idx="4407">
                  <c:v>2.8675573749956471E-3</c:v>
                </c:pt>
                <c:pt idx="4408">
                  <c:v>3.4542201763602181E-3</c:v>
                </c:pt>
                <c:pt idx="4409">
                  <c:v>7.4685613126915101E-3</c:v>
                </c:pt>
                <c:pt idx="4410">
                  <c:v>1.0112452148846649E-2</c:v>
                </c:pt>
                <c:pt idx="4411">
                  <c:v>1.2888848043714809E-2</c:v>
                </c:pt>
                <c:pt idx="4412">
                  <c:v>1.402903399741633E-2</c:v>
                </c:pt>
                <c:pt idx="4413">
                  <c:v>7.5383297342483521E-3</c:v>
                </c:pt>
                <c:pt idx="4414">
                  <c:v>1.887949460292864E-3</c:v>
                </c:pt>
                <c:pt idx="4415">
                  <c:v>2.5133471787336212E-3</c:v>
                </c:pt>
                <c:pt idx="4416">
                  <c:v>4.5559216945846876E-3</c:v>
                </c:pt>
                <c:pt idx="4417">
                  <c:v>6.6332941690793127E-3</c:v>
                </c:pt>
                <c:pt idx="4418">
                  <c:v>7.3042652406825536E-3</c:v>
                </c:pt>
                <c:pt idx="4419">
                  <c:v>5.8993586377169248E-3</c:v>
                </c:pt>
                <c:pt idx="4420">
                  <c:v>3.4603278255588652E-3</c:v>
                </c:pt>
                <c:pt idx="4421">
                  <c:v>2.626578700824903E-3</c:v>
                </c:pt>
                <c:pt idx="4422">
                  <c:v>2.834717940311864E-3</c:v>
                </c:pt>
                <c:pt idx="4423">
                  <c:v>3.5969706130384218E-3</c:v>
                </c:pt>
                <c:pt idx="4424">
                  <c:v>5.4030471780375502E-3</c:v>
                </c:pt>
                <c:pt idx="4425">
                  <c:v>6.1602837364016496E-3</c:v>
                </c:pt>
                <c:pt idx="4426">
                  <c:v>5.8654369083646829E-3</c:v>
                </c:pt>
                <c:pt idx="4427">
                  <c:v>4.0123732839255936E-3</c:v>
                </c:pt>
                <c:pt idx="4428">
                  <c:v>2.405149798595302E-3</c:v>
                </c:pt>
                <c:pt idx="4429">
                  <c:v>2.0977984504965972E-3</c:v>
                </c:pt>
                <c:pt idx="4430">
                  <c:v>1.2843489579970569E-3</c:v>
                </c:pt>
                <c:pt idx="4431">
                  <c:v>1.509130756265259E-3</c:v>
                </c:pt>
                <c:pt idx="4432">
                  <c:v>2.5634409601157909E-3</c:v>
                </c:pt>
                <c:pt idx="4433">
                  <c:v>3.9305171437110974E-3</c:v>
                </c:pt>
                <c:pt idx="4434">
                  <c:v>5.041397790595762E-3</c:v>
                </c:pt>
                <c:pt idx="4435">
                  <c:v>5.2214589393896329E-3</c:v>
                </c:pt>
                <c:pt idx="4436">
                  <c:v>4.862692044298283E-3</c:v>
                </c:pt>
                <c:pt idx="4437">
                  <c:v>4.0331043568737563E-3</c:v>
                </c:pt>
                <c:pt idx="4438">
                  <c:v>4.070652583352213E-3</c:v>
                </c:pt>
                <c:pt idx="4439">
                  <c:v>4.1804223136777769E-3</c:v>
                </c:pt>
                <c:pt idx="4440">
                  <c:v>4.3406729044612249E-3</c:v>
                </c:pt>
                <c:pt idx="4441">
                  <c:v>4.3506540785884099E-3</c:v>
                </c:pt>
                <c:pt idx="4442">
                  <c:v>5.4162672551812266E-3</c:v>
                </c:pt>
                <c:pt idx="4443">
                  <c:v>6.5115382239254432E-3</c:v>
                </c:pt>
                <c:pt idx="4444">
                  <c:v>6.6327179427412104E-3</c:v>
                </c:pt>
                <c:pt idx="4445">
                  <c:v>7.0706041140339189E-3</c:v>
                </c:pt>
                <c:pt idx="4446">
                  <c:v>7.4976713625214443E-3</c:v>
                </c:pt>
                <c:pt idx="4447">
                  <c:v>7.6018910577454867E-3</c:v>
                </c:pt>
                <c:pt idx="4448">
                  <c:v>6.699179402738121E-3</c:v>
                </c:pt>
                <c:pt idx="4449">
                  <c:v>6.1357794172226532E-3</c:v>
                </c:pt>
                <c:pt idx="4450">
                  <c:v>5.3848650880406104E-3</c:v>
                </c:pt>
                <c:pt idx="4451">
                  <c:v>6.2795148125867374E-3</c:v>
                </c:pt>
                <c:pt idx="4452">
                  <c:v>1.21688592923033E-2</c:v>
                </c:pt>
                <c:pt idx="4453">
                  <c:v>1.3312378007517049E-2</c:v>
                </c:pt>
                <c:pt idx="4454">
                  <c:v>1.2422108542350339E-2</c:v>
                </c:pt>
                <c:pt idx="4455">
                  <c:v>9.4030335520093183E-3</c:v>
                </c:pt>
                <c:pt idx="4456">
                  <c:v>7.7244906907663526E-3</c:v>
                </c:pt>
                <c:pt idx="4457">
                  <c:v>7.9771112425116794E-3</c:v>
                </c:pt>
                <c:pt idx="4458">
                  <c:v>8.4470004722057516E-3</c:v>
                </c:pt>
                <c:pt idx="4459">
                  <c:v>8.9814897741521717E-3</c:v>
                </c:pt>
                <c:pt idx="4460">
                  <c:v>9.0531056631719623E-3</c:v>
                </c:pt>
                <c:pt idx="4461">
                  <c:v>8.6881052749784634E-3</c:v>
                </c:pt>
                <c:pt idx="4462">
                  <c:v>6.1679981666627869E-3</c:v>
                </c:pt>
                <c:pt idx="4463">
                  <c:v>4.7848496868015478E-3</c:v>
                </c:pt>
                <c:pt idx="4464">
                  <c:v>4.850218381263054E-3</c:v>
                </c:pt>
                <c:pt idx="4465">
                  <c:v>5.0913177761215036E-3</c:v>
                </c:pt>
                <c:pt idx="4466">
                  <c:v>8.0866665441962325E-3</c:v>
                </c:pt>
                <c:pt idx="4467">
                  <c:v>8.3210671830039728E-3</c:v>
                </c:pt>
                <c:pt idx="4468">
                  <c:v>7.7007882919275794E-3</c:v>
                </c:pt>
                <c:pt idx="4469">
                  <c:v>6.8601399768755686E-3</c:v>
                </c:pt>
                <c:pt idx="4470">
                  <c:v>6.7331349180044971E-3</c:v>
                </c:pt>
                <c:pt idx="4471">
                  <c:v>7.6807499662531796E-3</c:v>
                </c:pt>
                <c:pt idx="4472">
                  <c:v>1.160854955850847E-2</c:v>
                </c:pt>
                <c:pt idx="4473">
                  <c:v>2.0975596978863122E-2</c:v>
                </c:pt>
                <c:pt idx="4474">
                  <c:v>2.1726093800196519E-2</c:v>
                </c:pt>
                <c:pt idx="4475">
                  <c:v>2.0398890395714041E-2</c:v>
                </c:pt>
                <c:pt idx="4476">
                  <c:v>1.6840699603026511E-2</c:v>
                </c:pt>
                <c:pt idx="4477">
                  <c:v>1.480153515517961E-2</c:v>
                </c:pt>
                <c:pt idx="4478">
                  <c:v>1.377323508810541E-2</c:v>
                </c:pt>
                <c:pt idx="4479">
                  <c:v>9.1553732081310554E-3</c:v>
                </c:pt>
                <c:pt idx="4480">
                  <c:v>3.33817480511124E-3</c:v>
                </c:pt>
                <c:pt idx="4481">
                  <c:v>3.321724225224114E-3</c:v>
                </c:pt>
                <c:pt idx="4482">
                  <c:v>3.2627757180374488E-3</c:v>
                </c:pt>
                <c:pt idx="4483">
                  <c:v>3.1959334251718541E-3</c:v>
                </c:pt>
                <c:pt idx="4484">
                  <c:v>3.1912627395080679E-3</c:v>
                </c:pt>
                <c:pt idx="4485">
                  <c:v>6.7606496295920743E-3</c:v>
                </c:pt>
                <c:pt idx="4486">
                  <c:v>7.5751483754602986E-3</c:v>
                </c:pt>
                <c:pt idx="4487">
                  <c:v>7.5278495958025961E-3</c:v>
                </c:pt>
                <c:pt idx="4488">
                  <c:v>7.4820358210005667E-3</c:v>
                </c:pt>
                <c:pt idx="4489">
                  <c:v>7.4407052483577256E-3</c:v>
                </c:pt>
                <c:pt idx="4490">
                  <c:v>7.4312204673443591E-3</c:v>
                </c:pt>
                <c:pt idx="4491">
                  <c:v>6.1144463603426706E-3</c:v>
                </c:pt>
                <c:pt idx="4492">
                  <c:v>5.1928262117282471E-3</c:v>
                </c:pt>
                <c:pt idx="4493">
                  <c:v>3.0881178505438069E-3</c:v>
                </c:pt>
                <c:pt idx="4494">
                  <c:v>2.5387975499778842E-3</c:v>
                </c:pt>
                <c:pt idx="4495">
                  <c:v>2.6489280234437999E-3</c:v>
                </c:pt>
                <c:pt idx="4496">
                  <c:v>3.458016996106158E-3</c:v>
                </c:pt>
                <c:pt idx="4497">
                  <c:v>3.6580293994780948E-3</c:v>
                </c:pt>
                <c:pt idx="4498">
                  <c:v>5.5690315926583741E-3</c:v>
                </c:pt>
                <c:pt idx="4499">
                  <c:v>8.3525127283240793E-3</c:v>
                </c:pt>
                <c:pt idx="4500">
                  <c:v>1.060939767140124E-2</c:v>
                </c:pt>
                <c:pt idx="4501">
                  <c:v>9.9807317432251703E-3</c:v>
                </c:pt>
                <c:pt idx="4502">
                  <c:v>8.0719062360026621E-3</c:v>
                </c:pt>
                <c:pt idx="4503">
                  <c:v>7.5482810663935092E-3</c:v>
                </c:pt>
                <c:pt idx="4504">
                  <c:v>7.3488468216891889E-3</c:v>
                </c:pt>
                <c:pt idx="4505">
                  <c:v>5.2975519985194661E-3</c:v>
                </c:pt>
                <c:pt idx="4506">
                  <c:v>4.3218929130183154E-3</c:v>
                </c:pt>
                <c:pt idx="4507">
                  <c:v>4.3153740030696533E-3</c:v>
                </c:pt>
                <c:pt idx="4508">
                  <c:v>4.277454830638852E-3</c:v>
                </c:pt>
                <c:pt idx="4509">
                  <c:v>4.2560906651272854E-3</c:v>
                </c:pt>
                <c:pt idx="4510">
                  <c:v>4.2292219389735717E-3</c:v>
                </c:pt>
                <c:pt idx="4511">
                  <c:v>3.9446758079712306E-3</c:v>
                </c:pt>
                <c:pt idx="4512">
                  <c:v>3.705632466507324E-3</c:v>
                </c:pt>
                <c:pt idx="4513">
                  <c:v>3.5600581757898779E-3</c:v>
                </c:pt>
                <c:pt idx="4514">
                  <c:v>3.6351004840137749E-3</c:v>
                </c:pt>
                <c:pt idx="4515">
                  <c:v>4.0352998206716114E-3</c:v>
                </c:pt>
                <c:pt idx="4516">
                  <c:v>4.3891600311525203E-3</c:v>
                </c:pt>
                <c:pt idx="4517">
                  <c:v>6.3132592226073101E-3</c:v>
                </c:pt>
                <c:pt idx="4518">
                  <c:v>8.0601392315906972E-3</c:v>
                </c:pt>
                <c:pt idx="4519">
                  <c:v>9.4778562190049546E-3</c:v>
                </c:pt>
                <c:pt idx="4520">
                  <c:v>9.6407256499887253E-3</c:v>
                </c:pt>
                <c:pt idx="4521">
                  <c:v>1.0805393459954521E-2</c:v>
                </c:pt>
                <c:pt idx="4522">
                  <c:v>1.095309064356528E-2</c:v>
                </c:pt>
                <c:pt idx="4523">
                  <c:v>1.07181026108704E-2</c:v>
                </c:pt>
                <c:pt idx="4524">
                  <c:v>9.1541106667525993E-3</c:v>
                </c:pt>
                <c:pt idx="4525">
                  <c:v>7.3490731996197194E-3</c:v>
                </c:pt>
                <c:pt idx="4526">
                  <c:v>6.5533887191614668E-3</c:v>
                </c:pt>
                <c:pt idx="4527">
                  <c:v>6.2202647566433136E-3</c:v>
                </c:pt>
                <c:pt idx="4528">
                  <c:v>4.6801455013602763E-3</c:v>
                </c:pt>
                <c:pt idx="4529">
                  <c:v>3.2475814403247422E-3</c:v>
                </c:pt>
                <c:pt idx="4530">
                  <c:v>2.8172436792209092E-3</c:v>
                </c:pt>
                <c:pt idx="4531">
                  <c:v>2.73576097182383E-3</c:v>
                </c:pt>
                <c:pt idx="4532">
                  <c:v>2.5933562067652922E-3</c:v>
                </c:pt>
                <c:pt idx="4533">
                  <c:v>2.4041976844724638E-3</c:v>
                </c:pt>
                <c:pt idx="4534">
                  <c:v>2.2941414207929122E-3</c:v>
                </c:pt>
                <c:pt idx="4535">
                  <c:v>3.8175624546345692E-3</c:v>
                </c:pt>
                <c:pt idx="4536">
                  <c:v>1.25967173915702E-2</c:v>
                </c:pt>
                <c:pt idx="4537">
                  <c:v>1.481492186548463E-2</c:v>
                </c:pt>
                <c:pt idx="4538">
                  <c:v>1.2611794387169639E-2</c:v>
                </c:pt>
                <c:pt idx="4539">
                  <c:v>7.7998994049479561E-3</c:v>
                </c:pt>
                <c:pt idx="4540">
                  <c:v>3.2262884736813588E-3</c:v>
                </c:pt>
                <c:pt idx="4541">
                  <c:v>2.025368285219748E-3</c:v>
                </c:pt>
                <c:pt idx="4542">
                  <c:v>2.379613360648414E-3</c:v>
                </c:pt>
                <c:pt idx="4543">
                  <c:v>5.1380673937309607E-3</c:v>
                </c:pt>
                <c:pt idx="4544">
                  <c:v>6.4101668771070746E-3</c:v>
                </c:pt>
                <c:pt idx="4545">
                  <c:v>7.021259442244571E-3</c:v>
                </c:pt>
                <c:pt idx="4546">
                  <c:v>1.17332803875363E-2</c:v>
                </c:pt>
                <c:pt idx="4547">
                  <c:v>1.467618144190257E-2</c:v>
                </c:pt>
                <c:pt idx="4548">
                  <c:v>1.5181266313215669E-2</c:v>
                </c:pt>
                <c:pt idx="4549">
                  <c:v>1.261569242955541E-2</c:v>
                </c:pt>
                <c:pt idx="4550">
                  <c:v>9.1058205469598478E-3</c:v>
                </c:pt>
                <c:pt idx="4551">
                  <c:v>7.5318656911382972E-3</c:v>
                </c:pt>
                <c:pt idx="4552">
                  <c:v>7.2773360005025387E-3</c:v>
                </c:pt>
                <c:pt idx="4553">
                  <c:v>5.6282158756229463E-3</c:v>
                </c:pt>
                <c:pt idx="4554">
                  <c:v>5.3719118969029079E-3</c:v>
                </c:pt>
                <c:pt idx="4555">
                  <c:v>5.7476896650167503E-3</c:v>
                </c:pt>
                <c:pt idx="4556">
                  <c:v>8.0476437449173918E-3</c:v>
                </c:pt>
                <c:pt idx="4557">
                  <c:v>1.050821645828056E-2</c:v>
                </c:pt>
                <c:pt idx="4558">
                  <c:v>1.168258308855122E-2</c:v>
                </c:pt>
                <c:pt idx="4559">
                  <c:v>1.1523708914174251E-2</c:v>
                </c:pt>
                <c:pt idx="4560">
                  <c:v>1.0590483896562079E-2</c:v>
                </c:pt>
                <c:pt idx="4561">
                  <c:v>1.037646846446719E-2</c:v>
                </c:pt>
                <c:pt idx="4562">
                  <c:v>9.9824284148744332E-3</c:v>
                </c:pt>
                <c:pt idx="4563">
                  <c:v>6.814556271049094E-3</c:v>
                </c:pt>
                <c:pt idx="4564">
                  <c:v>3.3893308185620101E-3</c:v>
                </c:pt>
                <c:pt idx="4565">
                  <c:v>2.6017659881051661E-3</c:v>
                </c:pt>
                <c:pt idx="4566">
                  <c:v>2.7890426261396721E-3</c:v>
                </c:pt>
                <c:pt idx="4567">
                  <c:v>4.1521094647518301E-3</c:v>
                </c:pt>
                <c:pt idx="4568">
                  <c:v>4.8999600764628743E-3</c:v>
                </c:pt>
                <c:pt idx="4569">
                  <c:v>6.0277132189452201E-3</c:v>
                </c:pt>
                <c:pt idx="4570">
                  <c:v>1.56837404251201E-2</c:v>
                </c:pt>
                <c:pt idx="4571">
                  <c:v>1.6393275253601271E-2</c:v>
                </c:pt>
                <c:pt idx="4572">
                  <c:v>1.582187019056119E-2</c:v>
                </c:pt>
                <c:pt idx="4573">
                  <c:v>1.4999130348639721E-2</c:v>
                </c:pt>
                <c:pt idx="4574">
                  <c:v>1.3663381342863431E-2</c:v>
                </c:pt>
                <c:pt idx="4575">
                  <c:v>1.3354766976250961E-2</c:v>
                </c:pt>
                <c:pt idx="4576">
                  <c:v>1.2803120415175411E-2</c:v>
                </c:pt>
                <c:pt idx="4577">
                  <c:v>5.9363654522412218E-3</c:v>
                </c:pt>
                <c:pt idx="4578">
                  <c:v>1.8842707127045069E-3</c:v>
                </c:pt>
                <c:pt idx="4579">
                  <c:v>1.277928521374516E-3</c:v>
                </c:pt>
                <c:pt idx="4580">
                  <c:v>4.0149450773632536E-3</c:v>
                </c:pt>
                <c:pt idx="4581">
                  <c:v>9.4163281115500191E-3</c:v>
                </c:pt>
                <c:pt idx="4582">
                  <c:v>9.2610077791083056E-3</c:v>
                </c:pt>
                <c:pt idx="4583">
                  <c:v>8.3095560072267392E-3</c:v>
                </c:pt>
                <c:pt idx="4584">
                  <c:v>7.3763489730044804E-3</c:v>
                </c:pt>
                <c:pt idx="4585">
                  <c:v>6.8281912608747384E-3</c:v>
                </c:pt>
                <c:pt idx="4586">
                  <c:v>5.963444335115739E-3</c:v>
                </c:pt>
                <c:pt idx="4587">
                  <c:v>5.1998843822027496E-3</c:v>
                </c:pt>
                <c:pt idx="4588">
                  <c:v>4.3706243636279334E-3</c:v>
                </c:pt>
                <c:pt idx="4589">
                  <c:v>4.3601540712958683E-3</c:v>
                </c:pt>
                <c:pt idx="4590">
                  <c:v>4.2808718397712589E-3</c:v>
                </c:pt>
                <c:pt idx="4591">
                  <c:v>4.227903815115436E-3</c:v>
                </c:pt>
                <c:pt idx="4592">
                  <c:v>4.135296183524196E-3</c:v>
                </c:pt>
                <c:pt idx="4593">
                  <c:v>4.0597267184661508E-3</c:v>
                </c:pt>
                <c:pt idx="4594">
                  <c:v>2.2500120337827141E-3</c:v>
                </c:pt>
                <c:pt idx="4595">
                  <c:v>2.117690672065116E-3</c:v>
                </c:pt>
                <c:pt idx="4596">
                  <c:v>2.4853866371610969E-3</c:v>
                </c:pt>
                <c:pt idx="4597">
                  <c:v>4.7891580656526794E-3</c:v>
                </c:pt>
                <c:pt idx="4598">
                  <c:v>5.6996265535147698E-3</c:v>
                </c:pt>
                <c:pt idx="4599">
                  <c:v>5.752723130645474E-3</c:v>
                </c:pt>
                <c:pt idx="4600">
                  <c:v>6.2963068600914796E-3</c:v>
                </c:pt>
                <c:pt idx="4601">
                  <c:v>6.3329268429557252E-3</c:v>
                </c:pt>
                <c:pt idx="4602">
                  <c:v>6.33563204389514E-3</c:v>
                </c:pt>
                <c:pt idx="4603">
                  <c:v>6.3718097647294256E-3</c:v>
                </c:pt>
                <c:pt idx="4604">
                  <c:v>6.3853947361833139E-3</c:v>
                </c:pt>
                <c:pt idx="4605">
                  <c:v>5.9219931308500352E-3</c:v>
                </c:pt>
                <c:pt idx="4606">
                  <c:v>1.7492085114228729E-3</c:v>
                </c:pt>
                <c:pt idx="4607">
                  <c:v>1.4552552912711341E-3</c:v>
                </c:pt>
                <c:pt idx="4608">
                  <c:v>1.7645054508291841E-3</c:v>
                </c:pt>
                <c:pt idx="4609">
                  <c:v>6.3486407531612096E-3</c:v>
                </c:pt>
                <c:pt idx="4610">
                  <c:v>8.0082207814085194E-3</c:v>
                </c:pt>
                <c:pt idx="4611">
                  <c:v>8.1314517849562108E-3</c:v>
                </c:pt>
                <c:pt idx="4612">
                  <c:v>9.0786845470170272E-3</c:v>
                </c:pt>
                <c:pt idx="4613">
                  <c:v>9.9485332088552481E-3</c:v>
                </c:pt>
                <c:pt idx="4614">
                  <c:v>1.067436340093047E-2</c:v>
                </c:pt>
                <c:pt idx="4615">
                  <c:v>1.079167507225836E-2</c:v>
                </c:pt>
                <c:pt idx="4616">
                  <c:v>1.060185369638135E-2</c:v>
                </c:pt>
                <c:pt idx="4617">
                  <c:v>9.5755410586241072E-3</c:v>
                </c:pt>
                <c:pt idx="4618">
                  <c:v>9.1271050564469113E-3</c:v>
                </c:pt>
                <c:pt idx="4619">
                  <c:v>9.144468419465094E-3</c:v>
                </c:pt>
                <c:pt idx="4620">
                  <c:v>9.2808388159006609E-3</c:v>
                </c:pt>
                <c:pt idx="4621">
                  <c:v>9.3032446340047936E-3</c:v>
                </c:pt>
                <c:pt idx="4622">
                  <c:v>9.3017988374867969E-3</c:v>
                </c:pt>
                <c:pt idx="4623">
                  <c:v>9.2921605958780334E-3</c:v>
                </c:pt>
                <c:pt idx="4624">
                  <c:v>9.2857073741980205E-3</c:v>
                </c:pt>
                <c:pt idx="4625">
                  <c:v>9.1752390916933751E-3</c:v>
                </c:pt>
                <c:pt idx="4626">
                  <c:v>9.1023999718319471E-3</c:v>
                </c:pt>
                <c:pt idx="4627">
                  <c:v>7.8306604939047553E-3</c:v>
                </c:pt>
                <c:pt idx="4628">
                  <c:v>7.7197451843107091E-3</c:v>
                </c:pt>
                <c:pt idx="4629">
                  <c:v>7.3863358700470717E-3</c:v>
                </c:pt>
                <c:pt idx="4630">
                  <c:v>4.8147247312488976E-3</c:v>
                </c:pt>
                <c:pt idx="4631">
                  <c:v>3.7660852326587332E-3</c:v>
                </c:pt>
                <c:pt idx="4632">
                  <c:v>3.9793655673428562E-3</c:v>
                </c:pt>
                <c:pt idx="4633">
                  <c:v>5.3379133596550433E-3</c:v>
                </c:pt>
                <c:pt idx="4634">
                  <c:v>6.6070282502689801E-3</c:v>
                </c:pt>
                <c:pt idx="4635">
                  <c:v>7.6985217277700854E-3</c:v>
                </c:pt>
                <c:pt idx="4636">
                  <c:v>6.780311628010547E-3</c:v>
                </c:pt>
                <c:pt idx="4637">
                  <c:v>5.6520478755816839E-3</c:v>
                </c:pt>
                <c:pt idx="4638">
                  <c:v>5.4991292353935928E-3</c:v>
                </c:pt>
                <c:pt idx="4639">
                  <c:v>5.6644498187190667E-3</c:v>
                </c:pt>
                <c:pt idx="4640">
                  <c:v>6.6548333984430856E-3</c:v>
                </c:pt>
                <c:pt idx="4641">
                  <c:v>7.257133205771182E-3</c:v>
                </c:pt>
                <c:pt idx="4642">
                  <c:v>7.3346024929842324E-3</c:v>
                </c:pt>
                <c:pt idx="4643">
                  <c:v>1.053071103811439E-2</c:v>
                </c:pt>
                <c:pt idx="4644">
                  <c:v>8.8634271560498173E-3</c:v>
                </c:pt>
                <c:pt idx="4645">
                  <c:v>6.9987520621359574E-3</c:v>
                </c:pt>
                <c:pt idx="4646">
                  <c:v>6.0364727657763982E-3</c:v>
                </c:pt>
                <c:pt idx="4647">
                  <c:v>6.0096012150354476E-3</c:v>
                </c:pt>
                <c:pt idx="4648">
                  <c:v>5.8272338312117707E-3</c:v>
                </c:pt>
                <c:pt idx="4649">
                  <c:v>5.7223037025867446E-3</c:v>
                </c:pt>
                <c:pt idx="4650">
                  <c:v>5.8747087133609027E-3</c:v>
                </c:pt>
                <c:pt idx="4651">
                  <c:v>5.9643565196984862E-3</c:v>
                </c:pt>
                <c:pt idx="4652">
                  <c:v>7.2085237076539507E-3</c:v>
                </c:pt>
                <c:pt idx="4653">
                  <c:v>9.1097528420599136E-3</c:v>
                </c:pt>
                <c:pt idx="4654">
                  <c:v>9.7385029865089331E-3</c:v>
                </c:pt>
                <c:pt idx="4655">
                  <c:v>9.6487324974740257E-3</c:v>
                </c:pt>
                <c:pt idx="4656">
                  <c:v>8.9621564822674419E-3</c:v>
                </c:pt>
                <c:pt idx="4657">
                  <c:v>8.4810518083992918E-3</c:v>
                </c:pt>
                <c:pt idx="4658">
                  <c:v>8.6073047194103226E-3</c:v>
                </c:pt>
                <c:pt idx="4659">
                  <c:v>9.7814356881086046E-3</c:v>
                </c:pt>
                <c:pt idx="4660">
                  <c:v>1.171756866003811E-2</c:v>
                </c:pt>
                <c:pt idx="4661">
                  <c:v>1.193910479599102E-2</c:v>
                </c:pt>
                <c:pt idx="4662">
                  <c:v>1.1729308804551671E-2</c:v>
                </c:pt>
                <c:pt idx="4663">
                  <c:v>1.007891367189542E-2</c:v>
                </c:pt>
                <c:pt idx="4664">
                  <c:v>9.9051260807233657E-3</c:v>
                </c:pt>
                <c:pt idx="4665">
                  <c:v>9.6651351571280381E-3</c:v>
                </c:pt>
                <c:pt idx="4666">
                  <c:v>8.2611641733378368E-3</c:v>
                </c:pt>
                <c:pt idx="4667">
                  <c:v>6.4888832379624154E-3</c:v>
                </c:pt>
                <c:pt idx="4668">
                  <c:v>6.1369691412916996E-3</c:v>
                </c:pt>
                <c:pt idx="4669">
                  <c:v>5.542619686539769E-3</c:v>
                </c:pt>
                <c:pt idx="4670">
                  <c:v>4.9547740461749362E-4</c:v>
                </c:pt>
                <c:pt idx="4671">
                  <c:v>7.8646224613621008E-4</c:v>
                </c:pt>
                <c:pt idx="4672">
                  <c:v>3.6003676639731288E-3</c:v>
                </c:pt>
                <c:pt idx="4673">
                  <c:v>4.4922314177185561E-3</c:v>
                </c:pt>
                <c:pt idx="4674">
                  <c:v>4.9272758950456236E-3</c:v>
                </c:pt>
                <c:pt idx="4675">
                  <c:v>1.08782603608554E-2</c:v>
                </c:pt>
                <c:pt idx="4676">
                  <c:v>1.259974815314103E-2</c:v>
                </c:pt>
                <c:pt idx="4677">
                  <c:v>1.259974815314103E-2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51-45EB-90CC-5A228EFC9D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velocity_aruco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Sheet1!$C$2:$C$4679</c:f>
              <c:numCache>
                <c:formatCode>General</c:formatCode>
                <c:ptCount val="4678"/>
                <c:pt idx="0">
                  <c:v>2.5952262803912158E-3</c:v>
                </c:pt>
                <c:pt idx="1">
                  <c:v>2.5952262803912158E-3</c:v>
                </c:pt>
                <c:pt idx="2">
                  <c:v>2.5952262803912158E-3</c:v>
                </c:pt>
                <c:pt idx="3">
                  <c:v>2.5952262803912158E-3</c:v>
                </c:pt>
                <c:pt idx="4">
                  <c:v>2.5952262803912158E-3</c:v>
                </c:pt>
                <c:pt idx="5">
                  <c:v>2.5952262803912158E-3</c:v>
                </c:pt>
                <c:pt idx="6">
                  <c:v>2.5952262803912158E-3</c:v>
                </c:pt>
                <c:pt idx="7">
                  <c:v>2.5952262803912158E-3</c:v>
                </c:pt>
                <c:pt idx="8">
                  <c:v>2.5952262803912158E-3</c:v>
                </c:pt>
                <c:pt idx="9">
                  <c:v>2.5952262803912158E-3</c:v>
                </c:pt>
                <c:pt idx="10">
                  <c:v>2.5952262803912158E-3</c:v>
                </c:pt>
                <c:pt idx="11">
                  <c:v>2.5952262803912158E-3</c:v>
                </c:pt>
                <c:pt idx="12">
                  <c:v>2.5952262803912158E-3</c:v>
                </c:pt>
                <c:pt idx="13">
                  <c:v>2.5952262803912158E-3</c:v>
                </c:pt>
                <c:pt idx="14">
                  <c:v>2.5952262803912158E-3</c:v>
                </c:pt>
                <c:pt idx="15">
                  <c:v>2.5952262803912158E-3</c:v>
                </c:pt>
                <c:pt idx="16">
                  <c:v>2.5952262803912158E-3</c:v>
                </c:pt>
                <c:pt idx="17">
                  <c:v>2.5952262803912158E-3</c:v>
                </c:pt>
                <c:pt idx="18">
                  <c:v>2.5952262803912158E-3</c:v>
                </c:pt>
                <c:pt idx="19">
                  <c:v>2.5952262803912158E-3</c:v>
                </c:pt>
                <c:pt idx="20">
                  <c:v>2.5952262803912158E-3</c:v>
                </c:pt>
                <c:pt idx="21">
                  <c:v>2.5952262803912158E-3</c:v>
                </c:pt>
                <c:pt idx="22">
                  <c:v>2.5952262803912158E-3</c:v>
                </c:pt>
                <c:pt idx="23">
                  <c:v>2.5952262803912158E-3</c:v>
                </c:pt>
                <c:pt idx="24">
                  <c:v>2.5952262803912158E-3</c:v>
                </c:pt>
                <c:pt idx="25">
                  <c:v>2.5952262803912158E-3</c:v>
                </c:pt>
                <c:pt idx="26">
                  <c:v>2.5952262803912158E-3</c:v>
                </c:pt>
                <c:pt idx="27">
                  <c:v>1.664825879543258E-2</c:v>
                </c:pt>
                <c:pt idx="28">
                  <c:v>7.1749292314052582E-2</c:v>
                </c:pt>
                <c:pt idx="29">
                  <c:v>7.2756215628327278E-2</c:v>
                </c:pt>
                <c:pt idx="30">
                  <c:v>7.425880171004183E-2</c:v>
                </c:pt>
                <c:pt idx="31">
                  <c:v>8.235991504759381E-2</c:v>
                </c:pt>
                <c:pt idx="32">
                  <c:v>9.1266380396470226E-2</c:v>
                </c:pt>
                <c:pt idx="33">
                  <c:v>0.10050919785999179</c:v>
                </c:pt>
                <c:pt idx="34">
                  <c:v>0.10400789976120001</c:v>
                </c:pt>
                <c:pt idx="35">
                  <c:v>0.1045802332088563</c:v>
                </c:pt>
                <c:pt idx="36">
                  <c:v>0.10835398474685989</c:v>
                </c:pt>
                <c:pt idx="37">
                  <c:v>0.11020189523696899</c:v>
                </c:pt>
                <c:pt idx="38">
                  <c:v>0.1250414609015266</c:v>
                </c:pt>
                <c:pt idx="39">
                  <c:v>0.25614916236515861</c:v>
                </c:pt>
                <c:pt idx="40">
                  <c:v>0.29789498448371893</c:v>
                </c:pt>
                <c:pt idx="41">
                  <c:v>0.32038143640151812</c:v>
                </c:pt>
                <c:pt idx="42">
                  <c:v>0.3641672896104825</c:v>
                </c:pt>
                <c:pt idx="43">
                  <c:v>0.39199104905128479</c:v>
                </c:pt>
                <c:pt idx="44">
                  <c:v>0.39145168134753588</c:v>
                </c:pt>
                <c:pt idx="45">
                  <c:v>0.38786248247112981</c:v>
                </c:pt>
                <c:pt idx="46">
                  <c:v>0.38293928621420781</c:v>
                </c:pt>
                <c:pt idx="47">
                  <c:v>0.38122424483299261</c:v>
                </c:pt>
                <c:pt idx="48">
                  <c:v>0.37911607140055231</c:v>
                </c:pt>
                <c:pt idx="49">
                  <c:v>0.36386695698129029</c:v>
                </c:pt>
                <c:pt idx="50">
                  <c:v>0.35706186294555659</c:v>
                </c:pt>
                <c:pt idx="51">
                  <c:v>0.35887261626629902</c:v>
                </c:pt>
                <c:pt idx="52">
                  <c:v>0.37633422119853083</c:v>
                </c:pt>
                <c:pt idx="53">
                  <c:v>0.37773901224136353</c:v>
                </c:pt>
                <c:pt idx="54">
                  <c:v>0.39029675452423901</c:v>
                </c:pt>
                <c:pt idx="55">
                  <c:v>0.40366520304489673</c:v>
                </c:pt>
                <c:pt idx="56">
                  <c:v>0.41535550355911249</c:v>
                </c:pt>
                <c:pt idx="57">
                  <c:v>0.42817551220795191</c:v>
                </c:pt>
                <c:pt idx="58">
                  <c:v>0.50211842623993763</c:v>
                </c:pt>
                <c:pt idx="59">
                  <c:v>0.55512383523456377</c:v>
                </c:pt>
                <c:pt idx="60">
                  <c:v>0.56424057483673096</c:v>
                </c:pt>
                <c:pt idx="61">
                  <c:v>0.57160881550172782</c:v>
                </c:pt>
                <c:pt idx="62">
                  <c:v>0.62420769284371147</c:v>
                </c:pt>
                <c:pt idx="63">
                  <c:v>0.64508748054504395</c:v>
                </c:pt>
                <c:pt idx="64">
                  <c:v>0.64322146835353577</c:v>
                </c:pt>
                <c:pt idx="65">
                  <c:v>0.61818814277648926</c:v>
                </c:pt>
                <c:pt idx="66">
                  <c:v>0.62155077647726253</c:v>
                </c:pt>
                <c:pt idx="67">
                  <c:v>0.65810513146247862</c:v>
                </c:pt>
                <c:pt idx="68">
                  <c:v>0.66695034503936768</c:v>
                </c:pt>
                <c:pt idx="69">
                  <c:v>0.67756446271151183</c:v>
                </c:pt>
                <c:pt idx="70">
                  <c:v>0.73976968710163893</c:v>
                </c:pt>
                <c:pt idx="71">
                  <c:v>0.83530232910053148</c:v>
                </c:pt>
                <c:pt idx="72">
                  <c:v>0.86658638715744019</c:v>
                </c:pt>
                <c:pt idx="73">
                  <c:v>0.87941085998212909</c:v>
                </c:pt>
                <c:pt idx="74">
                  <c:v>1.0059189796447749</c:v>
                </c:pt>
                <c:pt idx="75">
                  <c:v>1.012027999531022</c:v>
                </c:pt>
                <c:pt idx="76">
                  <c:v>1.0564416458619079</c:v>
                </c:pt>
                <c:pt idx="77">
                  <c:v>1.0924476068455911</c:v>
                </c:pt>
                <c:pt idx="78">
                  <c:v>1.101026773452759</c:v>
                </c:pt>
                <c:pt idx="79">
                  <c:v>1.094303852616481</c:v>
                </c:pt>
                <c:pt idx="80">
                  <c:v>1.0485418578647321</c:v>
                </c:pt>
                <c:pt idx="81">
                  <c:v>1.0240724554035929</c:v>
                </c:pt>
                <c:pt idx="82">
                  <c:v>1.019115805625916</c:v>
                </c:pt>
                <c:pt idx="83">
                  <c:v>1.012875329564016</c:v>
                </c:pt>
                <c:pt idx="84">
                  <c:v>0.91588371992111206</c:v>
                </c:pt>
                <c:pt idx="85">
                  <c:v>0.91031304027532256</c:v>
                </c:pt>
                <c:pt idx="86">
                  <c:v>0.8313013297892714</c:v>
                </c:pt>
                <c:pt idx="87">
                  <c:v>0.80506688356399536</c:v>
                </c:pt>
                <c:pt idx="88">
                  <c:v>0.80062133342439035</c:v>
                </c:pt>
                <c:pt idx="89">
                  <c:v>0.75664402606249626</c:v>
                </c:pt>
                <c:pt idx="90">
                  <c:v>0.7529594898223877</c:v>
                </c:pt>
                <c:pt idx="91">
                  <c:v>0.79292918658172562</c:v>
                </c:pt>
                <c:pt idx="92">
                  <c:v>0.84396302700042725</c:v>
                </c:pt>
                <c:pt idx="93">
                  <c:v>0.8701731544261988</c:v>
                </c:pt>
                <c:pt idx="94">
                  <c:v>0.90999351348009205</c:v>
                </c:pt>
                <c:pt idx="95">
                  <c:v>0.91782498359680176</c:v>
                </c:pt>
                <c:pt idx="96">
                  <c:v>0.91825110445803459</c:v>
                </c:pt>
                <c:pt idx="97">
                  <c:v>0.92170584503193076</c:v>
                </c:pt>
                <c:pt idx="98">
                  <c:v>0.92377265280882948</c:v>
                </c:pt>
                <c:pt idx="99">
                  <c:v>0.92396265268325806</c:v>
                </c:pt>
                <c:pt idx="100">
                  <c:v>0.89692192089888012</c:v>
                </c:pt>
                <c:pt idx="101">
                  <c:v>0.87089677834694257</c:v>
                </c:pt>
                <c:pt idx="102">
                  <c:v>0.858634352684021</c:v>
                </c:pt>
                <c:pt idx="103">
                  <c:v>0.85116298484166786</c:v>
                </c:pt>
                <c:pt idx="104">
                  <c:v>0.8020643637623468</c:v>
                </c:pt>
                <c:pt idx="105">
                  <c:v>0.77362239360809326</c:v>
                </c:pt>
                <c:pt idx="106">
                  <c:v>0.77768289462888152</c:v>
                </c:pt>
                <c:pt idx="107">
                  <c:v>0.82596720004686752</c:v>
                </c:pt>
                <c:pt idx="108">
                  <c:v>0.90145249617400491</c:v>
                </c:pt>
                <c:pt idx="109">
                  <c:v>0.91980916261672974</c:v>
                </c:pt>
                <c:pt idx="110">
                  <c:v>0.91020365111856139</c:v>
                </c:pt>
                <c:pt idx="111">
                  <c:v>0.85794107115448215</c:v>
                </c:pt>
                <c:pt idx="112">
                  <c:v>0.82734209299087524</c:v>
                </c:pt>
                <c:pt idx="113">
                  <c:v>0.83036767478435347</c:v>
                </c:pt>
                <c:pt idx="114">
                  <c:v>0.85084856914454343</c:v>
                </c:pt>
                <c:pt idx="115">
                  <c:v>0.87714604264930396</c:v>
                </c:pt>
                <c:pt idx="116">
                  <c:v>0.88797295093536377</c:v>
                </c:pt>
                <c:pt idx="117">
                  <c:v>0.88400324314694612</c:v>
                </c:pt>
                <c:pt idx="118">
                  <c:v>0.83844958894058308</c:v>
                </c:pt>
                <c:pt idx="119">
                  <c:v>0.8138543963432312</c:v>
                </c:pt>
                <c:pt idx="120">
                  <c:v>0.8190349960064256</c:v>
                </c:pt>
                <c:pt idx="121">
                  <c:v>0.8596017929089399</c:v>
                </c:pt>
                <c:pt idx="122">
                  <c:v>0.86627817153930664</c:v>
                </c:pt>
                <c:pt idx="123">
                  <c:v>0.87267112861458562</c:v>
                </c:pt>
                <c:pt idx="124">
                  <c:v>0.93331720831689835</c:v>
                </c:pt>
                <c:pt idx="125">
                  <c:v>0.96092677116394043</c:v>
                </c:pt>
                <c:pt idx="126">
                  <c:v>0.9568952299616359</c:v>
                </c:pt>
                <c:pt idx="127">
                  <c:v>0.89239742284979884</c:v>
                </c:pt>
                <c:pt idx="128">
                  <c:v>0.8766855001449585</c:v>
                </c:pt>
                <c:pt idx="129">
                  <c:v>0.87637999967380076</c:v>
                </c:pt>
                <c:pt idx="130">
                  <c:v>0.87130865999643359</c:v>
                </c:pt>
                <c:pt idx="131">
                  <c:v>0.87041658163070679</c:v>
                </c:pt>
                <c:pt idx="132">
                  <c:v>0.87023856336919236</c:v>
                </c:pt>
                <c:pt idx="133">
                  <c:v>0.86871302541100814</c:v>
                </c:pt>
                <c:pt idx="134">
                  <c:v>0.86759591102600098</c:v>
                </c:pt>
                <c:pt idx="135">
                  <c:v>0.86752903202097287</c:v>
                </c:pt>
                <c:pt idx="136">
                  <c:v>0.86740319608757221</c:v>
                </c:pt>
                <c:pt idx="137">
                  <c:v>0.86470185133834632</c:v>
                </c:pt>
                <c:pt idx="138">
                  <c:v>0.86400067806243896</c:v>
                </c:pt>
                <c:pt idx="139">
                  <c:v>0.87833360132574645</c:v>
                </c:pt>
                <c:pt idx="140">
                  <c:v>0.90956801145870991</c:v>
                </c:pt>
                <c:pt idx="141">
                  <c:v>0.92799484729766846</c:v>
                </c:pt>
                <c:pt idx="142">
                  <c:v>0.92644472137703393</c:v>
                </c:pt>
                <c:pt idx="143">
                  <c:v>0.90463709831237793</c:v>
                </c:pt>
                <c:pt idx="144">
                  <c:v>0.90412206430010345</c:v>
                </c:pt>
                <c:pt idx="145">
                  <c:v>0.90272316536953257</c:v>
                </c:pt>
                <c:pt idx="146">
                  <c:v>0.90195834573896827</c:v>
                </c:pt>
                <c:pt idx="147">
                  <c:v>0.90114233015417855</c:v>
                </c:pt>
                <c:pt idx="148">
                  <c:v>0.90102052688598633</c:v>
                </c:pt>
                <c:pt idx="149">
                  <c:v>0.90105278238996012</c:v>
                </c:pt>
                <c:pt idx="150">
                  <c:v>0.9016636162375038</c:v>
                </c:pt>
                <c:pt idx="151">
                  <c:v>0.90171313285827637</c:v>
                </c:pt>
                <c:pt idx="152">
                  <c:v>0.90213669614070091</c:v>
                </c:pt>
                <c:pt idx="153">
                  <c:v>0.90811339300999339</c:v>
                </c:pt>
                <c:pt idx="154">
                  <c:v>0.90957725048065186</c:v>
                </c:pt>
                <c:pt idx="155">
                  <c:v>0.91522168681728067</c:v>
                </c:pt>
                <c:pt idx="156">
                  <c:v>0.95117770630348675</c:v>
                </c:pt>
                <c:pt idx="157">
                  <c:v>0.97160204872488976</c:v>
                </c:pt>
                <c:pt idx="158">
                  <c:v>0.97573703527450562</c:v>
                </c:pt>
                <c:pt idx="159">
                  <c:v>0.97315775886798406</c:v>
                </c:pt>
                <c:pt idx="160">
                  <c:v>0.9272035060118774</c:v>
                </c:pt>
                <c:pt idx="161">
                  <c:v>0.92024761438369751</c:v>
                </c:pt>
                <c:pt idx="162">
                  <c:v>0.91326198037133066</c:v>
                </c:pt>
                <c:pt idx="163">
                  <c:v>0.85960954427719116</c:v>
                </c:pt>
                <c:pt idx="164">
                  <c:v>0.85371115559388633</c:v>
                </c:pt>
                <c:pt idx="165">
                  <c:v>0.83048246619484833</c:v>
                </c:pt>
                <c:pt idx="166">
                  <c:v>0.82548832893371582</c:v>
                </c:pt>
                <c:pt idx="167">
                  <c:v>0.8247832747816578</c:v>
                </c:pt>
                <c:pt idx="168">
                  <c:v>0.81771761370815199</c:v>
                </c:pt>
                <c:pt idx="169">
                  <c:v>0.81048847246863653</c:v>
                </c:pt>
                <c:pt idx="170">
                  <c:v>0.80695921182632446</c:v>
                </c:pt>
                <c:pt idx="171">
                  <c:v>0.81501414909948977</c:v>
                </c:pt>
                <c:pt idx="172">
                  <c:v>0.89498785103072409</c:v>
                </c:pt>
                <c:pt idx="173">
                  <c:v>0.94223850947512122</c:v>
                </c:pt>
                <c:pt idx="174">
                  <c:v>0.95159399509429932</c:v>
                </c:pt>
                <c:pt idx="175">
                  <c:v>0.96044038582788682</c:v>
                </c:pt>
                <c:pt idx="176">
                  <c:v>1.0748723019988431</c:v>
                </c:pt>
                <c:pt idx="177">
                  <c:v>1.1027762889862061</c:v>
                </c:pt>
                <c:pt idx="178">
                  <c:v>1.114736286818121</c:v>
                </c:pt>
                <c:pt idx="179">
                  <c:v>1.2276908159255979</c:v>
                </c:pt>
                <c:pt idx="180">
                  <c:v>1.194264482656314</c:v>
                </c:pt>
                <c:pt idx="181">
                  <c:v>1.126808137382626</c:v>
                </c:pt>
                <c:pt idx="182">
                  <c:v>1.116823077201843</c:v>
                </c:pt>
                <c:pt idx="183">
                  <c:v>1.117782689284851</c:v>
                </c:pt>
                <c:pt idx="184">
                  <c:v>1.126392235007964</c:v>
                </c:pt>
                <c:pt idx="185">
                  <c:v>1.1286541223526001</c:v>
                </c:pt>
                <c:pt idx="186">
                  <c:v>1.1246667228288909</c:v>
                </c:pt>
                <c:pt idx="187">
                  <c:v>1.0834660261820539</c:v>
                </c:pt>
                <c:pt idx="188">
                  <c:v>1.0490661072644289</c:v>
                </c:pt>
                <c:pt idx="189">
                  <c:v>1.040987610816956</c:v>
                </c:pt>
                <c:pt idx="190">
                  <c:v>1.0208092029771709</c:v>
                </c:pt>
                <c:pt idx="191">
                  <c:v>1.0071363439919001</c:v>
                </c:pt>
                <c:pt idx="192">
                  <c:v>0.95924734659507316</c:v>
                </c:pt>
                <c:pt idx="193">
                  <c:v>0.94585597515106201</c:v>
                </c:pt>
                <c:pt idx="194">
                  <c:v>0.94032783110011542</c:v>
                </c:pt>
                <c:pt idx="195">
                  <c:v>0.89761531296139119</c:v>
                </c:pt>
                <c:pt idx="196">
                  <c:v>0.89415818452835083</c:v>
                </c:pt>
                <c:pt idx="197">
                  <c:v>0.92965929217162002</c:v>
                </c:pt>
                <c:pt idx="198">
                  <c:v>0.94834291544733762</c:v>
                </c:pt>
                <c:pt idx="199">
                  <c:v>1.015333008750954</c:v>
                </c:pt>
                <c:pt idx="200">
                  <c:v>1.034673690795898</c:v>
                </c:pt>
                <c:pt idx="201">
                  <c:v>1.0271726135093631</c:v>
                </c:pt>
                <c:pt idx="202">
                  <c:v>0.98422951885798693</c:v>
                </c:pt>
                <c:pt idx="203">
                  <c:v>0.97035503387451172</c:v>
                </c:pt>
                <c:pt idx="204">
                  <c:v>0.96827575947682476</c:v>
                </c:pt>
                <c:pt idx="205">
                  <c:v>0.94747700329274775</c:v>
                </c:pt>
                <c:pt idx="206">
                  <c:v>0.93454980850219727</c:v>
                </c:pt>
                <c:pt idx="207">
                  <c:v>0.93389526569035086</c:v>
                </c:pt>
                <c:pt idx="208">
                  <c:v>0.93039235598283532</c:v>
                </c:pt>
                <c:pt idx="209">
                  <c:v>0.92814177274703979</c:v>
                </c:pt>
                <c:pt idx="210">
                  <c:v>0.92457558388821726</c:v>
                </c:pt>
                <c:pt idx="211">
                  <c:v>0.90280562632858619</c:v>
                </c:pt>
                <c:pt idx="212">
                  <c:v>0.88261562585830688</c:v>
                </c:pt>
                <c:pt idx="213">
                  <c:v>0.88051756109254009</c:v>
                </c:pt>
                <c:pt idx="214">
                  <c:v>0.87837494347666378</c:v>
                </c:pt>
                <c:pt idx="215">
                  <c:v>0.87472559455924237</c:v>
                </c:pt>
                <c:pt idx="216">
                  <c:v>0.87313556671142578</c:v>
                </c:pt>
                <c:pt idx="217">
                  <c:v>0.87094157155951102</c:v>
                </c:pt>
                <c:pt idx="218">
                  <c:v>0.85701660068615271</c:v>
                </c:pt>
                <c:pt idx="219">
                  <c:v>0.84904128313064575</c:v>
                </c:pt>
                <c:pt idx="220">
                  <c:v>0.83374336456478637</c:v>
                </c:pt>
                <c:pt idx="221">
                  <c:v>0.74361610412597656</c:v>
                </c:pt>
                <c:pt idx="222">
                  <c:v>0.78988128132371449</c:v>
                </c:pt>
                <c:pt idx="223">
                  <c:v>0.90234714660297077</c:v>
                </c:pt>
                <c:pt idx="224">
                  <c:v>1.0348880377241321</c:v>
                </c:pt>
                <c:pt idx="225">
                  <c:v>1.077278733253479</c:v>
                </c:pt>
                <c:pt idx="226">
                  <c:v>1.1379216991775289</c:v>
                </c:pt>
                <c:pt idx="227">
                  <c:v>1.472350923532258</c:v>
                </c:pt>
                <c:pt idx="228">
                  <c:v>1.777341572083718</c:v>
                </c:pt>
                <c:pt idx="229">
                  <c:v>2.0310685800520161</c:v>
                </c:pt>
                <c:pt idx="230">
                  <c:v>2.0731179714202881</c:v>
                </c:pt>
                <c:pt idx="231">
                  <c:v>2.011052262667139</c:v>
                </c:pt>
                <c:pt idx="232">
                  <c:v>1.936566548927924</c:v>
                </c:pt>
                <c:pt idx="233">
                  <c:v>1.926275372505188</c:v>
                </c:pt>
                <c:pt idx="234">
                  <c:v>1.891615982070225</c:v>
                </c:pt>
                <c:pt idx="235">
                  <c:v>1.6529767513275151</c:v>
                </c:pt>
                <c:pt idx="236">
                  <c:v>1.644116827118036</c:v>
                </c:pt>
                <c:pt idx="237">
                  <c:v>1.573430165767647</c:v>
                </c:pt>
                <c:pt idx="238">
                  <c:v>1.5434215506052991</c:v>
                </c:pt>
                <c:pt idx="239">
                  <c:v>1.532656073570251</c:v>
                </c:pt>
                <c:pt idx="240">
                  <c:v>1.5268758609763291</c:v>
                </c:pt>
                <c:pt idx="241">
                  <c:v>1.456274747848511</c:v>
                </c:pt>
                <c:pt idx="242">
                  <c:v>1.450242330945871</c:v>
                </c:pt>
                <c:pt idx="243">
                  <c:v>1.4382798090572231</c:v>
                </c:pt>
                <c:pt idx="244">
                  <c:v>1.3021571257955951</c:v>
                </c:pt>
                <c:pt idx="245">
                  <c:v>1.2903420925140381</c:v>
                </c:pt>
                <c:pt idx="246">
                  <c:v>1.2899804522380789</c:v>
                </c:pt>
                <c:pt idx="247">
                  <c:v>1.289599470283386</c:v>
                </c:pt>
                <c:pt idx="248">
                  <c:v>1.2889700019543231</c:v>
                </c:pt>
                <c:pt idx="249">
                  <c:v>1.288827657699585</c:v>
                </c:pt>
                <c:pt idx="250">
                  <c:v>1.2950442316242341</c:v>
                </c:pt>
                <c:pt idx="251">
                  <c:v>1.3583979260626551</c:v>
                </c:pt>
                <c:pt idx="252">
                  <c:v>1.370736360549927</c:v>
                </c:pt>
                <c:pt idx="253">
                  <c:v>1.34714652140083</c:v>
                </c:pt>
                <c:pt idx="254">
                  <c:v>1.2636967541880579</c:v>
                </c:pt>
                <c:pt idx="255">
                  <c:v>1.2100568965917731</c:v>
                </c:pt>
                <c:pt idx="256">
                  <c:v>1.1826082468032839</c:v>
                </c:pt>
                <c:pt idx="257">
                  <c:v>1.1791381154434579</c:v>
                </c:pt>
                <c:pt idx="258">
                  <c:v>1.1247828589806641</c:v>
                </c:pt>
                <c:pt idx="259">
                  <c:v>1.11513888835907</c:v>
                </c:pt>
                <c:pt idx="260">
                  <c:v>1.1098450149012291</c:v>
                </c:pt>
                <c:pt idx="261">
                  <c:v>1.0717553017656221</c:v>
                </c:pt>
                <c:pt idx="262">
                  <c:v>1.0592536389523231</c:v>
                </c:pt>
                <c:pt idx="263">
                  <c:v>1.0387693643569951</c:v>
                </c:pt>
                <c:pt idx="264">
                  <c:v>1.037345404257761</c:v>
                </c:pt>
                <c:pt idx="265">
                  <c:v>1.022491952640038</c:v>
                </c:pt>
                <c:pt idx="266">
                  <c:v>1.0187574625015261</c:v>
                </c:pt>
                <c:pt idx="267">
                  <c:v>1.0126505360099041</c:v>
                </c:pt>
                <c:pt idx="268">
                  <c:v>0.97388296082171799</c:v>
                </c:pt>
                <c:pt idx="269">
                  <c:v>0.93418532609939575</c:v>
                </c:pt>
                <c:pt idx="270">
                  <c:v>0.92828448510128525</c:v>
                </c:pt>
                <c:pt idx="271">
                  <c:v>0.92592918872833252</c:v>
                </c:pt>
                <c:pt idx="272">
                  <c:v>0.92491437832608592</c:v>
                </c:pt>
                <c:pt idx="273">
                  <c:v>0.92332546726268427</c:v>
                </c:pt>
                <c:pt idx="274">
                  <c:v>0.88336986288989883</c:v>
                </c:pt>
                <c:pt idx="275">
                  <c:v>0.8691871166229248</c:v>
                </c:pt>
                <c:pt idx="276">
                  <c:v>0.86701811078459456</c:v>
                </c:pt>
                <c:pt idx="277">
                  <c:v>0.85179194514356571</c:v>
                </c:pt>
                <c:pt idx="278">
                  <c:v>0.84157931804656982</c:v>
                </c:pt>
                <c:pt idx="279">
                  <c:v>0.83679608973866582</c:v>
                </c:pt>
                <c:pt idx="280">
                  <c:v>0.81033926538456191</c:v>
                </c:pt>
                <c:pt idx="281">
                  <c:v>0.78837819388156738</c:v>
                </c:pt>
                <c:pt idx="282">
                  <c:v>0.78174138069152832</c:v>
                </c:pt>
                <c:pt idx="283">
                  <c:v>0.77838671630369083</c:v>
                </c:pt>
                <c:pt idx="284">
                  <c:v>0.73199719690878606</c:v>
                </c:pt>
                <c:pt idx="285">
                  <c:v>0.71945589780807495</c:v>
                </c:pt>
                <c:pt idx="286">
                  <c:v>0.71829442455888837</c:v>
                </c:pt>
                <c:pt idx="287">
                  <c:v>0.70665608610183495</c:v>
                </c:pt>
                <c:pt idx="288">
                  <c:v>0.69966304302215576</c:v>
                </c:pt>
                <c:pt idx="289">
                  <c:v>0.70102918606950182</c:v>
                </c:pt>
                <c:pt idx="290">
                  <c:v>0.73572520140430642</c:v>
                </c:pt>
                <c:pt idx="291">
                  <c:v>0.76011585288375394</c:v>
                </c:pt>
                <c:pt idx="292">
                  <c:v>0.76834750175476074</c:v>
                </c:pt>
                <c:pt idx="293">
                  <c:v>0.76525195360499099</c:v>
                </c:pt>
                <c:pt idx="294">
                  <c:v>0.74795298712316971</c:v>
                </c:pt>
                <c:pt idx="295">
                  <c:v>0.74180454015731812</c:v>
                </c:pt>
                <c:pt idx="296">
                  <c:v>0.77792911258787123</c:v>
                </c:pt>
                <c:pt idx="297">
                  <c:v>0.87115469856956484</c:v>
                </c:pt>
                <c:pt idx="298">
                  <c:v>0.98101842403411865</c:v>
                </c:pt>
                <c:pt idx="299">
                  <c:v>0.99641517034375238</c:v>
                </c:pt>
                <c:pt idx="300">
                  <c:v>1.151379704728956</c:v>
                </c:pt>
                <c:pt idx="301">
                  <c:v>1.188204765319824</c:v>
                </c:pt>
                <c:pt idx="302">
                  <c:v>1.184901459974333</c:v>
                </c:pt>
                <c:pt idx="303">
                  <c:v>1.1638080954172669</c:v>
                </c:pt>
                <c:pt idx="304">
                  <c:v>1.1529766321182251</c:v>
                </c:pt>
                <c:pt idx="305">
                  <c:v>1.23124488442015</c:v>
                </c:pt>
                <c:pt idx="306">
                  <c:v>2.0280535221099849</c:v>
                </c:pt>
                <c:pt idx="307">
                  <c:v>1.983264930258769</c:v>
                </c:pt>
                <c:pt idx="308">
                  <c:v>1.893433212918215</c:v>
                </c:pt>
                <c:pt idx="309">
                  <c:v>1.7998274680218691</c:v>
                </c:pt>
                <c:pt idx="310">
                  <c:v>1.7659091949462891</c:v>
                </c:pt>
                <c:pt idx="311">
                  <c:v>1.8353063631211639</c:v>
                </c:pt>
                <c:pt idx="312">
                  <c:v>2.171760439855253</c:v>
                </c:pt>
                <c:pt idx="313">
                  <c:v>2.5163025024485322</c:v>
                </c:pt>
                <c:pt idx="314">
                  <c:v>2.6022744178771968</c:v>
                </c:pt>
                <c:pt idx="315">
                  <c:v>2.6456365888856608</c:v>
                </c:pt>
                <c:pt idx="316">
                  <c:v>3.0320064980042649</c:v>
                </c:pt>
                <c:pt idx="317">
                  <c:v>3.174452543258667</c:v>
                </c:pt>
                <c:pt idx="318">
                  <c:v>3.149896199719425</c:v>
                </c:pt>
                <c:pt idx="319">
                  <c:v>2.900954445264543</c:v>
                </c:pt>
                <c:pt idx="320">
                  <c:v>2.7149114608764648</c:v>
                </c:pt>
                <c:pt idx="321">
                  <c:v>2.808419231080217</c:v>
                </c:pt>
                <c:pt idx="322">
                  <c:v>3.5632681846618648</c:v>
                </c:pt>
                <c:pt idx="323">
                  <c:v>3.594009279892568</c:v>
                </c:pt>
                <c:pt idx="324">
                  <c:v>3.8768196536248012</c:v>
                </c:pt>
                <c:pt idx="325">
                  <c:v>4.1399333038956021</c:v>
                </c:pt>
                <c:pt idx="326">
                  <c:v>4.2838139533996582</c:v>
                </c:pt>
                <c:pt idx="327">
                  <c:v>4.3175401123073014</c:v>
                </c:pt>
                <c:pt idx="328">
                  <c:v>4.8828511238098136</c:v>
                </c:pt>
                <c:pt idx="329">
                  <c:v>4.90783382760078</c:v>
                </c:pt>
                <c:pt idx="330">
                  <c:v>4.9450643871489142</c:v>
                </c:pt>
                <c:pt idx="331">
                  <c:v>5.1656451038857316</c:v>
                </c:pt>
                <c:pt idx="332">
                  <c:v>5.2270207405090332</c:v>
                </c:pt>
                <c:pt idx="333">
                  <c:v>5.1965465103930963</c:v>
                </c:pt>
                <c:pt idx="334">
                  <c:v>4.8213361214018446</c:v>
                </c:pt>
                <c:pt idx="335">
                  <c:v>4.5987253189086914</c:v>
                </c:pt>
                <c:pt idx="336">
                  <c:v>4.6498555684418159</c:v>
                </c:pt>
                <c:pt idx="337">
                  <c:v>5.0364660382526987</c:v>
                </c:pt>
                <c:pt idx="338">
                  <c:v>5.0675649642944336</c:v>
                </c:pt>
                <c:pt idx="339">
                  <c:v>4.9129019255500062</c:v>
                </c:pt>
                <c:pt idx="340">
                  <c:v>4.7157218992829897</c:v>
                </c:pt>
                <c:pt idx="341">
                  <c:v>4.6561179161071777</c:v>
                </c:pt>
                <c:pt idx="342">
                  <c:v>4.6826970691088121</c:v>
                </c:pt>
                <c:pt idx="343">
                  <c:v>4.9813664656846512</c:v>
                </c:pt>
                <c:pt idx="344">
                  <c:v>5.1243438720703116</c:v>
                </c:pt>
                <c:pt idx="345">
                  <c:v>5.1078199706707634</c:v>
                </c:pt>
                <c:pt idx="346">
                  <c:v>4.8544093582940242</c:v>
                </c:pt>
                <c:pt idx="347">
                  <c:v>4.7836882705691064</c:v>
                </c:pt>
                <c:pt idx="348">
                  <c:v>4.5116925239562988</c:v>
                </c:pt>
                <c:pt idx="349">
                  <c:v>4.4831052526271673</c:v>
                </c:pt>
                <c:pt idx="350">
                  <c:v>4.4548885409855199</c:v>
                </c:pt>
                <c:pt idx="351">
                  <c:v>4.2356840662054802</c:v>
                </c:pt>
                <c:pt idx="352">
                  <c:v>4.1067509651184082</c:v>
                </c:pt>
                <c:pt idx="353">
                  <c:v>4.1169706673743969</c:v>
                </c:pt>
                <c:pt idx="354">
                  <c:v>4.2112707278459069</c:v>
                </c:pt>
                <c:pt idx="355">
                  <c:v>4.2261695861816406</c:v>
                </c:pt>
                <c:pt idx="356">
                  <c:v>4.2024955246738323</c:v>
                </c:pt>
                <c:pt idx="357">
                  <c:v>4.0585085276873212</c:v>
                </c:pt>
                <c:pt idx="358">
                  <c:v>3.981515645980835</c:v>
                </c:pt>
                <c:pt idx="359">
                  <c:v>3.9515232919139369</c:v>
                </c:pt>
                <c:pt idx="360">
                  <c:v>3.5691652297973628</c:v>
                </c:pt>
                <c:pt idx="361">
                  <c:v>3.548532936835727</c:v>
                </c:pt>
                <c:pt idx="362">
                  <c:v>3.4894410175115289</c:v>
                </c:pt>
                <c:pt idx="363">
                  <c:v>3.4171768229913799</c:v>
                </c:pt>
                <c:pt idx="364">
                  <c:v>3.3947291374206539</c:v>
                </c:pt>
                <c:pt idx="365">
                  <c:v>3.3574383508058512</c:v>
                </c:pt>
                <c:pt idx="366">
                  <c:v>3.1080473502301622</c:v>
                </c:pt>
                <c:pt idx="367">
                  <c:v>2.9800219535827641</c:v>
                </c:pt>
                <c:pt idx="368">
                  <c:v>2.963789197678679</c:v>
                </c:pt>
                <c:pt idx="369">
                  <c:v>2.812256696158836</c:v>
                </c:pt>
                <c:pt idx="370">
                  <c:v>2.7107480598964231</c:v>
                </c:pt>
                <c:pt idx="371">
                  <c:v>2.69297194480896</c:v>
                </c:pt>
                <c:pt idx="372">
                  <c:v>2.6661528031679902</c:v>
                </c:pt>
                <c:pt idx="373">
                  <c:v>2.421098535962753</c:v>
                </c:pt>
                <c:pt idx="374">
                  <c:v>2.3579106330871582</c:v>
                </c:pt>
                <c:pt idx="375">
                  <c:v>2.3494384243943212</c:v>
                </c:pt>
                <c:pt idx="376">
                  <c:v>2.2910801325394972</c:v>
                </c:pt>
                <c:pt idx="377">
                  <c:v>2.252477645874023</c:v>
                </c:pt>
                <c:pt idx="378">
                  <c:v>2.2261549102928559</c:v>
                </c:pt>
                <c:pt idx="379">
                  <c:v>2.159788333676572</c:v>
                </c:pt>
                <c:pt idx="380">
                  <c:v>1.9757957263528629</c:v>
                </c:pt>
                <c:pt idx="381">
                  <c:v>1.9563219547271731</c:v>
                </c:pt>
                <c:pt idx="382">
                  <c:v>1.932173546224617</c:v>
                </c:pt>
                <c:pt idx="383">
                  <c:v>1.747551804603459</c:v>
                </c:pt>
                <c:pt idx="384">
                  <c:v>1.6993981599807739</c:v>
                </c:pt>
                <c:pt idx="385">
                  <c:v>1.6920572373510261</c:v>
                </c:pt>
                <c:pt idx="386">
                  <c:v>1.624106645829511</c:v>
                </c:pt>
                <c:pt idx="387">
                  <c:v>1.5440415262523459</c:v>
                </c:pt>
                <c:pt idx="388">
                  <c:v>1.4941907267324681</c:v>
                </c:pt>
                <c:pt idx="389">
                  <c:v>1.485549688339233</c:v>
                </c:pt>
                <c:pt idx="390">
                  <c:v>1.49381130305549</c:v>
                </c:pt>
                <c:pt idx="391">
                  <c:v>1.553238955824441</c:v>
                </c:pt>
                <c:pt idx="392">
                  <c:v>1.588263273239136</c:v>
                </c:pt>
                <c:pt idx="393">
                  <c:v>1.5658242427298841</c:v>
                </c:pt>
                <c:pt idx="394">
                  <c:v>1.5044604395827439</c:v>
                </c:pt>
                <c:pt idx="395">
                  <c:v>1.4937325716018679</c:v>
                </c:pt>
                <c:pt idx="396">
                  <c:v>1.4958699577672181</c:v>
                </c:pt>
                <c:pt idx="397">
                  <c:v>1.5081699399396691</c:v>
                </c:pt>
                <c:pt idx="398">
                  <c:v>1.5247763594230479</c:v>
                </c:pt>
                <c:pt idx="399">
                  <c:v>1.5309135913848879</c:v>
                </c:pt>
                <c:pt idx="400">
                  <c:v>1.5528684427971731</c:v>
                </c:pt>
                <c:pt idx="401">
                  <c:v>1.6032745838165281</c:v>
                </c:pt>
                <c:pt idx="402">
                  <c:v>1.6134802310397129</c:v>
                </c:pt>
                <c:pt idx="403">
                  <c:v>1.7238307470449039</c:v>
                </c:pt>
                <c:pt idx="404">
                  <c:v>1.7998021231016099</c:v>
                </c:pt>
                <c:pt idx="405">
                  <c:v>1.8130003213882451</c:v>
                </c:pt>
                <c:pt idx="406">
                  <c:v>1.8151749490538169</c:v>
                </c:pt>
                <c:pt idx="407">
                  <c:v>1.8283682910771231</c:v>
                </c:pt>
                <c:pt idx="408">
                  <c:v>1.844702195930545</c:v>
                </c:pt>
                <c:pt idx="409">
                  <c:v>1.851293087005615</c:v>
                </c:pt>
                <c:pt idx="410">
                  <c:v>1.8430701877852891</c:v>
                </c:pt>
                <c:pt idx="411">
                  <c:v>1.819318155510294</c:v>
                </c:pt>
                <c:pt idx="412">
                  <c:v>1.80085813999176</c:v>
                </c:pt>
                <c:pt idx="413">
                  <c:v>1.7815728846740131</c:v>
                </c:pt>
                <c:pt idx="414">
                  <c:v>1.642305895988992</c:v>
                </c:pt>
                <c:pt idx="415">
                  <c:v>1.545869112014771</c:v>
                </c:pt>
                <c:pt idx="416">
                  <c:v>1.552302782665322</c:v>
                </c:pt>
                <c:pt idx="417">
                  <c:v>1.6018457357059039</c:v>
                </c:pt>
                <c:pt idx="418">
                  <c:v>1.64328905154445</c:v>
                </c:pt>
                <c:pt idx="419">
                  <c:v>1.6620116233825679</c:v>
                </c:pt>
                <c:pt idx="420">
                  <c:v>1.6683471989240619</c:v>
                </c:pt>
                <c:pt idx="421">
                  <c:v>1.700516956748374</c:v>
                </c:pt>
                <c:pt idx="422">
                  <c:v>1.73047924041748</c:v>
                </c:pt>
                <c:pt idx="423">
                  <c:v>1.739741918886802</c:v>
                </c:pt>
                <c:pt idx="424">
                  <c:v>1.877291351739049</c:v>
                </c:pt>
                <c:pt idx="425">
                  <c:v>1.911121606826782</c:v>
                </c:pt>
                <c:pt idx="426">
                  <c:v>1.9349053949447219</c:v>
                </c:pt>
                <c:pt idx="427">
                  <c:v>2.151344920516256</c:v>
                </c:pt>
                <c:pt idx="428">
                  <c:v>2.3927481255548009</c:v>
                </c:pt>
                <c:pt idx="429">
                  <c:v>2.5620400905609131</c:v>
                </c:pt>
                <c:pt idx="430">
                  <c:v>2.56911602074151</c:v>
                </c:pt>
                <c:pt idx="431">
                  <c:v>2.5737097339567039</c:v>
                </c:pt>
                <c:pt idx="432">
                  <c:v>2.6710310328160598</c:v>
                </c:pt>
                <c:pt idx="433">
                  <c:v>2.6789944171905522</c:v>
                </c:pt>
                <c:pt idx="434">
                  <c:v>2.6625397510211841</c:v>
                </c:pt>
                <c:pt idx="435">
                  <c:v>2.51776387836252</c:v>
                </c:pt>
                <c:pt idx="436">
                  <c:v>2.4919660091400151</c:v>
                </c:pt>
                <c:pt idx="437">
                  <c:v>2.477429620348599</c:v>
                </c:pt>
                <c:pt idx="438">
                  <c:v>2.3661501227826158</c:v>
                </c:pt>
                <c:pt idx="439">
                  <c:v>2.2874093055725102</c:v>
                </c:pt>
                <c:pt idx="440">
                  <c:v>2.2845400333553072</c:v>
                </c:pt>
                <c:pt idx="441">
                  <c:v>2.2788400428921691</c:v>
                </c:pt>
                <c:pt idx="442">
                  <c:v>2.191843435105012</c:v>
                </c:pt>
                <c:pt idx="443">
                  <c:v>2.169137716293335</c:v>
                </c:pt>
                <c:pt idx="444">
                  <c:v>2.0898086115650529</c:v>
                </c:pt>
                <c:pt idx="445">
                  <c:v>1.896469354629517</c:v>
                </c:pt>
                <c:pt idx="446">
                  <c:v>1.8813031718972899</c:v>
                </c:pt>
                <c:pt idx="447">
                  <c:v>1.8771016954330391</c:v>
                </c:pt>
                <c:pt idx="448">
                  <c:v>1.821553771599324</c:v>
                </c:pt>
                <c:pt idx="449">
                  <c:v>1.7396186996866609</c:v>
                </c:pt>
                <c:pt idx="450">
                  <c:v>1.732579112052917</c:v>
                </c:pt>
                <c:pt idx="451">
                  <c:v>1.7100666760859811</c:v>
                </c:pt>
                <c:pt idx="452">
                  <c:v>1.650683641433716</c:v>
                </c:pt>
                <c:pt idx="453">
                  <c:v>1.6495503673427521</c:v>
                </c:pt>
                <c:pt idx="454">
                  <c:v>1.6118945636849371</c:v>
                </c:pt>
                <c:pt idx="455">
                  <c:v>1.5649356885345289</c:v>
                </c:pt>
                <c:pt idx="456">
                  <c:v>1.5284520387649541</c:v>
                </c:pt>
                <c:pt idx="457">
                  <c:v>1.5192452164282</c:v>
                </c:pt>
                <c:pt idx="458">
                  <c:v>1.5120252197965971</c:v>
                </c:pt>
                <c:pt idx="459">
                  <c:v>1.3381116390228269</c:v>
                </c:pt>
                <c:pt idx="460">
                  <c:v>1.338468748918292</c:v>
                </c:pt>
                <c:pt idx="461">
                  <c:v>1.3413391526166201</c:v>
                </c:pt>
                <c:pt idx="462">
                  <c:v>1.3421226739883421</c:v>
                </c:pt>
                <c:pt idx="463">
                  <c:v>1.335027170244645</c:v>
                </c:pt>
                <c:pt idx="464">
                  <c:v>1.2829989384057561</c:v>
                </c:pt>
                <c:pt idx="465">
                  <c:v>1.2510672807693479</c:v>
                </c:pt>
                <c:pt idx="466">
                  <c:v>1.2495614228436469</c:v>
                </c:pt>
                <c:pt idx="467">
                  <c:v>1.247373451482547</c:v>
                </c:pt>
                <c:pt idx="468">
                  <c:v>1.196069657777816</c:v>
                </c:pt>
                <c:pt idx="469">
                  <c:v>1.188390970230103</c:v>
                </c:pt>
                <c:pt idx="470">
                  <c:v>1.18520640727994</c:v>
                </c:pt>
                <c:pt idx="471">
                  <c:v>1.1635044432972179</c:v>
                </c:pt>
                <c:pt idx="472">
                  <c:v>1.138667081086701</c:v>
                </c:pt>
                <c:pt idx="473">
                  <c:v>1.135794878005981</c:v>
                </c:pt>
                <c:pt idx="474">
                  <c:v>1.13115110379821</c:v>
                </c:pt>
                <c:pt idx="475">
                  <c:v>1.105330114971552</c:v>
                </c:pt>
                <c:pt idx="476">
                  <c:v>1.078514638599557</c:v>
                </c:pt>
                <c:pt idx="477">
                  <c:v>1.0756599903106689</c:v>
                </c:pt>
                <c:pt idx="478">
                  <c:v>1.065430046934956</c:v>
                </c:pt>
                <c:pt idx="479">
                  <c:v>0.97232025866389649</c:v>
                </c:pt>
                <c:pt idx="480">
                  <c:v>0.94604074954986572</c:v>
                </c:pt>
                <c:pt idx="481">
                  <c:v>0.92927425344944059</c:v>
                </c:pt>
                <c:pt idx="482">
                  <c:v>0.90033014569125547</c:v>
                </c:pt>
                <c:pt idx="483">
                  <c:v>0.89569211006164551</c:v>
                </c:pt>
                <c:pt idx="484">
                  <c:v>0.90126142845064972</c:v>
                </c:pt>
                <c:pt idx="485">
                  <c:v>0.93387290888461938</c:v>
                </c:pt>
                <c:pt idx="486">
                  <c:v>0.978332961187943</c:v>
                </c:pt>
                <c:pt idx="487">
                  <c:v>0.98657065629959106</c:v>
                </c:pt>
                <c:pt idx="488">
                  <c:v>1.004196095626994</c:v>
                </c:pt>
                <c:pt idx="489">
                  <c:v>1.137345196224862</c:v>
                </c:pt>
                <c:pt idx="490">
                  <c:v>1.193774461746216</c:v>
                </c:pt>
                <c:pt idx="491">
                  <c:v>1.195829921391401</c:v>
                </c:pt>
                <c:pt idx="492">
                  <c:v>1.218353810478491</c:v>
                </c:pt>
                <c:pt idx="493">
                  <c:v>1.2281068563461299</c:v>
                </c:pt>
                <c:pt idx="494">
                  <c:v>1.2246894034922171</c:v>
                </c:pt>
                <c:pt idx="495">
                  <c:v>1.21066022847847</c:v>
                </c:pt>
                <c:pt idx="496">
                  <c:v>1.1955939471141761</c:v>
                </c:pt>
                <c:pt idx="497">
                  <c:v>1.1892943382263179</c:v>
                </c:pt>
                <c:pt idx="498">
                  <c:v>1.1852752019988899</c:v>
                </c:pt>
                <c:pt idx="499">
                  <c:v>1.160447244151072</c:v>
                </c:pt>
                <c:pt idx="500">
                  <c:v>1.142547488212585</c:v>
                </c:pt>
                <c:pt idx="501">
                  <c:v>1.13886615882389</c:v>
                </c:pt>
                <c:pt idx="502">
                  <c:v>1.106044615212322</c:v>
                </c:pt>
                <c:pt idx="503">
                  <c:v>1.066861629486084</c:v>
                </c:pt>
                <c:pt idx="504">
                  <c:v>1.0556566061345789</c:v>
                </c:pt>
                <c:pt idx="505">
                  <c:v>0.968832139476272</c:v>
                </c:pt>
                <c:pt idx="506">
                  <c:v>0.93067401647567749</c:v>
                </c:pt>
                <c:pt idx="507">
                  <c:v>0.92970787810543165</c:v>
                </c:pt>
                <c:pt idx="508">
                  <c:v>0.92018365719223827</c:v>
                </c:pt>
                <c:pt idx="509">
                  <c:v>0.91129482749787249</c:v>
                </c:pt>
                <c:pt idx="510">
                  <c:v>0.9087873101234436</c:v>
                </c:pt>
                <c:pt idx="511">
                  <c:v>0.90957615944627579</c:v>
                </c:pt>
                <c:pt idx="512">
                  <c:v>0.91664331070231231</c:v>
                </c:pt>
                <c:pt idx="513">
                  <c:v>0.92588247877064289</c:v>
                </c:pt>
                <c:pt idx="514">
                  <c:v>0.92945390939712524</c:v>
                </c:pt>
                <c:pt idx="515">
                  <c:v>0.92438317551960791</c:v>
                </c:pt>
                <c:pt idx="516">
                  <c:v>0.89648144191379708</c:v>
                </c:pt>
                <c:pt idx="517">
                  <c:v>0.87829506397247314</c:v>
                </c:pt>
                <c:pt idx="518">
                  <c:v>0.88234622559055376</c:v>
                </c:pt>
                <c:pt idx="519">
                  <c:v>0.93729639866639269</c:v>
                </c:pt>
                <c:pt idx="520">
                  <c:v>0.9549216628074646</c:v>
                </c:pt>
                <c:pt idx="521">
                  <c:v>0.99968912499354556</c:v>
                </c:pt>
                <c:pt idx="522">
                  <c:v>1.4665860534803099</c:v>
                </c:pt>
                <c:pt idx="523">
                  <c:v>1.9527687285488911</c:v>
                </c:pt>
                <c:pt idx="524">
                  <c:v>2.189731121063232</c:v>
                </c:pt>
                <c:pt idx="525">
                  <c:v>2.2476170170217209</c:v>
                </c:pt>
                <c:pt idx="526">
                  <c:v>2.8709253176889109</c:v>
                </c:pt>
                <c:pt idx="527">
                  <c:v>3.0264849662780762</c:v>
                </c:pt>
                <c:pt idx="528">
                  <c:v>3.0737796831891462</c:v>
                </c:pt>
                <c:pt idx="529">
                  <c:v>3.3204739100929692</c:v>
                </c:pt>
                <c:pt idx="530">
                  <c:v>3.5805333054400732</c:v>
                </c:pt>
                <c:pt idx="531">
                  <c:v>3.674596786499023</c:v>
                </c:pt>
                <c:pt idx="532">
                  <c:v>3.766126670412453</c:v>
                </c:pt>
                <c:pt idx="533">
                  <c:v>4.5557030925663007</c:v>
                </c:pt>
                <c:pt idx="534">
                  <c:v>4.8006572723388672</c:v>
                </c:pt>
                <c:pt idx="535">
                  <c:v>4.8566110229772814</c:v>
                </c:pt>
                <c:pt idx="536">
                  <c:v>5.1527184684233314</c:v>
                </c:pt>
                <c:pt idx="537">
                  <c:v>5.3775367240101293</c:v>
                </c:pt>
                <c:pt idx="538">
                  <c:v>5.4855790138244629</c:v>
                </c:pt>
                <c:pt idx="539">
                  <c:v>5.4281884930901461</c:v>
                </c:pt>
                <c:pt idx="540">
                  <c:v>4.8937109924003659</c:v>
                </c:pt>
                <c:pt idx="541">
                  <c:v>4.7880845069885254</c:v>
                </c:pt>
                <c:pt idx="542">
                  <c:v>4.8435709785598702</c:v>
                </c:pt>
                <c:pt idx="543">
                  <c:v>5.5230910968830367</c:v>
                </c:pt>
                <c:pt idx="544">
                  <c:v>5.8586187362670898</c:v>
                </c:pt>
                <c:pt idx="545">
                  <c:v>5.7928220891523248</c:v>
                </c:pt>
                <c:pt idx="546">
                  <c:v>5.5589604874908236</c:v>
                </c:pt>
                <c:pt idx="547">
                  <c:v>5.3575247020465628</c:v>
                </c:pt>
                <c:pt idx="548">
                  <c:v>5.2156543731689453</c:v>
                </c:pt>
                <c:pt idx="549">
                  <c:v>5.1855922455518577</c:v>
                </c:pt>
                <c:pt idx="550">
                  <c:v>5.0033226343209138</c:v>
                </c:pt>
                <c:pt idx="551">
                  <c:v>4.8851146697998047</c:v>
                </c:pt>
                <c:pt idx="552">
                  <c:v>4.8818133251022751</c:v>
                </c:pt>
                <c:pt idx="553">
                  <c:v>4.7523089530282174</c:v>
                </c:pt>
                <c:pt idx="554">
                  <c:v>4.7335900905154826</c:v>
                </c:pt>
                <c:pt idx="555">
                  <c:v>4.5536489486694336</c:v>
                </c:pt>
                <c:pt idx="556">
                  <c:v>4.5860230798399657</c:v>
                </c:pt>
                <c:pt idx="557">
                  <c:v>4.9038065520303729</c:v>
                </c:pt>
                <c:pt idx="558">
                  <c:v>5.1336926725387224</c:v>
                </c:pt>
                <c:pt idx="559">
                  <c:v>5.3357114791870117</c:v>
                </c:pt>
                <c:pt idx="560">
                  <c:v>5.2426078183120772</c:v>
                </c:pt>
                <c:pt idx="561">
                  <c:v>4.8102106530163242</c:v>
                </c:pt>
                <c:pt idx="562">
                  <c:v>4.616370677947998</c:v>
                </c:pt>
                <c:pt idx="563">
                  <c:v>4.697173090611158</c:v>
                </c:pt>
                <c:pt idx="564">
                  <c:v>5.334743549252023</c:v>
                </c:pt>
                <c:pt idx="565">
                  <c:v>5.7754178047180176</c:v>
                </c:pt>
                <c:pt idx="566">
                  <c:v>5.7373823116098439</c:v>
                </c:pt>
                <c:pt idx="567">
                  <c:v>5.5254176502715806</c:v>
                </c:pt>
                <c:pt idx="568">
                  <c:v>5.3632707596857063</c:v>
                </c:pt>
                <c:pt idx="569">
                  <c:v>5.148216724395752</c:v>
                </c:pt>
                <c:pt idx="570">
                  <c:v>5.108163474375627</c:v>
                </c:pt>
                <c:pt idx="571">
                  <c:v>5.0806565430662776</c:v>
                </c:pt>
                <c:pt idx="572">
                  <c:v>4.4369268417358398</c:v>
                </c:pt>
                <c:pt idx="573">
                  <c:v>4.8954610347243426</c:v>
                </c:pt>
                <c:pt idx="574">
                  <c:v>5.3795242309570313</c:v>
                </c:pt>
                <c:pt idx="575">
                  <c:v>5.3516948431775688</c:v>
                </c:pt>
                <c:pt idx="576">
                  <c:v>4.9175526280009318</c:v>
                </c:pt>
                <c:pt idx="577">
                  <c:v>4.7592678070068359</c:v>
                </c:pt>
                <c:pt idx="578">
                  <c:v>4.711715773886989</c:v>
                </c:pt>
                <c:pt idx="579">
                  <c:v>4.0986547470092773</c:v>
                </c:pt>
                <c:pt idx="580">
                  <c:v>4.0383188612616978</c:v>
                </c:pt>
                <c:pt idx="581">
                  <c:v>3.8492279170318628</c:v>
                </c:pt>
                <c:pt idx="582">
                  <c:v>3.7576420307159419</c:v>
                </c:pt>
                <c:pt idx="583">
                  <c:v>3.844332660492638</c:v>
                </c:pt>
                <c:pt idx="584">
                  <c:v>4.7594552829799186</c:v>
                </c:pt>
                <c:pt idx="585">
                  <c:v>5.3244256973266602</c:v>
                </c:pt>
                <c:pt idx="586">
                  <c:v>5.3719125667237551</c:v>
                </c:pt>
                <c:pt idx="587">
                  <c:v>5.4019849445923054</c:v>
                </c:pt>
                <c:pt idx="588">
                  <c:v>6.0209261759801391</c:v>
                </c:pt>
                <c:pt idx="589">
                  <c:v>6.0684356689453116</c:v>
                </c:pt>
                <c:pt idx="590">
                  <c:v>6.0115769959129519</c:v>
                </c:pt>
                <c:pt idx="591">
                  <c:v>5.7205344682873802</c:v>
                </c:pt>
                <c:pt idx="592">
                  <c:v>5.4779202020642348</c:v>
                </c:pt>
                <c:pt idx="593">
                  <c:v>5.298906866823188</c:v>
                </c:pt>
                <c:pt idx="594">
                  <c:v>5.2679953575134277</c:v>
                </c:pt>
                <c:pt idx="595">
                  <c:v>5.1763486325391828</c:v>
                </c:pt>
                <c:pt idx="596">
                  <c:v>4.6232943701404929</c:v>
                </c:pt>
                <c:pt idx="597">
                  <c:v>4.5637693405151367</c:v>
                </c:pt>
                <c:pt idx="598">
                  <c:v>4.5283119004470942</c:v>
                </c:pt>
                <c:pt idx="599">
                  <c:v>4.1302939808845318</c:v>
                </c:pt>
                <c:pt idx="600">
                  <c:v>4.0041289329528809</c:v>
                </c:pt>
                <c:pt idx="601">
                  <c:v>3.970149662173438</c:v>
                </c:pt>
                <c:pt idx="602">
                  <c:v>3.6109494130472188</c:v>
                </c:pt>
                <c:pt idx="603">
                  <c:v>3.4183940887451172</c:v>
                </c:pt>
                <c:pt idx="604">
                  <c:v>3.526946925709042</c:v>
                </c:pt>
                <c:pt idx="605">
                  <c:v>4.9741554260253906</c:v>
                </c:pt>
                <c:pt idx="606">
                  <c:v>5.0249004169687952</c:v>
                </c:pt>
                <c:pt idx="607">
                  <c:v>5.5625838218195591</c:v>
                </c:pt>
                <c:pt idx="608">
                  <c:v>5.7071447372436523</c:v>
                </c:pt>
                <c:pt idx="609">
                  <c:v>5.6086790408444056</c:v>
                </c:pt>
                <c:pt idx="610">
                  <c:v>5.0166724440236106</c:v>
                </c:pt>
                <c:pt idx="611">
                  <c:v>4.894627571105957</c:v>
                </c:pt>
                <c:pt idx="612">
                  <c:v>4.7544118865986942</c:v>
                </c:pt>
                <c:pt idx="613">
                  <c:v>4.5603910190692556</c:v>
                </c:pt>
                <c:pt idx="614">
                  <c:v>4.345181271366334</c:v>
                </c:pt>
                <c:pt idx="615">
                  <c:v>4.2220902442932129</c:v>
                </c:pt>
                <c:pt idx="616">
                  <c:v>4.1865851325467984</c:v>
                </c:pt>
                <c:pt idx="617">
                  <c:v>3.879223925060467</c:v>
                </c:pt>
                <c:pt idx="618">
                  <c:v>3.7138700485229492</c:v>
                </c:pt>
                <c:pt idx="619">
                  <c:v>3.8808689022237708</c:v>
                </c:pt>
                <c:pt idx="620">
                  <c:v>4.7541971835617884</c:v>
                </c:pt>
                <c:pt idx="621">
                  <c:v>4.8909473419189453</c:v>
                </c:pt>
                <c:pt idx="622">
                  <c:v>4.8325609431821386</c:v>
                </c:pt>
                <c:pt idx="623">
                  <c:v>4.4655211893133773</c:v>
                </c:pt>
                <c:pt idx="624">
                  <c:v>4.3246097564697266</c:v>
                </c:pt>
                <c:pt idx="625">
                  <c:v>4.3653295569892956</c:v>
                </c:pt>
                <c:pt idx="626">
                  <c:v>4.7762635427104518</c:v>
                </c:pt>
                <c:pt idx="627">
                  <c:v>5.0548745887980333</c:v>
                </c:pt>
                <c:pt idx="628">
                  <c:v>5.1050238609313956</c:v>
                </c:pt>
                <c:pt idx="629">
                  <c:v>5.0496732662452919</c:v>
                </c:pt>
                <c:pt idx="630">
                  <c:v>4.4877037816435896</c:v>
                </c:pt>
                <c:pt idx="631">
                  <c:v>4.3989596366882324</c:v>
                </c:pt>
                <c:pt idx="632">
                  <c:v>4.3558295053355227</c:v>
                </c:pt>
                <c:pt idx="633">
                  <c:v>4.0793277508413439</c:v>
                </c:pt>
                <c:pt idx="634">
                  <c:v>3.7718992233276372</c:v>
                </c:pt>
                <c:pt idx="635">
                  <c:v>3.6032072983799539</c:v>
                </c:pt>
                <c:pt idx="636">
                  <c:v>3.3681562311133062</c:v>
                </c:pt>
                <c:pt idx="637">
                  <c:v>3.327919721603394</c:v>
                </c:pt>
                <c:pt idx="638">
                  <c:v>3.2836477421336809</c:v>
                </c:pt>
                <c:pt idx="639">
                  <c:v>2.9620241519076749</c:v>
                </c:pt>
                <c:pt idx="640">
                  <c:v>2.8728091716766362</c:v>
                </c:pt>
                <c:pt idx="641">
                  <c:v>2.785024343508812</c:v>
                </c:pt>
                <c:pt idx="642">
                  <c:v>2.6638240428794622</c:v>
                </c:pt>
                <c:pt idx="643">
                  <c:v>2.55812093030378</c:v>
                </c:pt>
                <c:pt idx="644">
                  <c:v>2.5398769378662109</c:v>
                </c:pt>
                <c:pt idx="645">
                  <c:v>2.5061410357043972</c:v>
                </c:pt>
                <c:pt idx="646">
                  <c:v>2.2758788118480981</c:v>
                </c:pt>
                <c:pt idx="647">
                  <c:v>2.1738991737365718</c:v>
                </c:pt>
                <c:pt idx="648">
                  <c:v>2.1467491382900392</c:v>
                </c:pt>
                <c:pt idx="649">
                  <c:v>1.945541620254517</c:v>
                </c:pt>
                <c:pt idx="650">
                  <c:v>1.925665738112825</c:v>
                </c:pt>
                <c:pt idx="651">
                  <c:v>1.865553668752018</c:v>
                </c:pt>
                <c:pt idx="652">
                  <c:v>1.7895810653359421</c:v>
                </c:pt>
                <c:pt idx="653">
                  <c:v>1.767664790153503</c:v>
                </c:pt>
                <c:pt idx="654">
                  <c:v>1.7544285486021669</c:v>
                </c:pt>
                <c:pt idx="655">
                  <c:v>1.6003925800323491</c:v>
                </c:pt>
                <c:pt idx="656">
                  <c:v>1.5733571713382151</c:v>
                </c:pt>
                <c:pt idx="657">
                  <c:v>1.465625675503065</c:v>
                </c:pt>
                <c:pt idx="658">
                  <c:v>1.3893085718154909</c:v>
                </c:pt>
                <c:pt idx="659">
                  <c:v>1.3886059743061621</c:v>
                </c:pt>
                <c:pt idx="660">
                  <c:v>1.386339122212255</c:v>
                </c:pt>
                <c:pt idx="661">
                  <c:v>1.3337182666451259</c:v>
                </c:pt>
                <c:pt idx="662">
                  <c:v>1.317351341247559</c:v>
                </c:pt>
                <c:pt idx="663">
                  <c:v>1.2862434211081151</c:v>
                </c:pt>
                <c:pt idx="664">
                  <c:v>1.249043216364345</c:v>
                </c:pt>
                <c:pt idx="665">
                  <c:v>1.191895723342896</c:v>
                </c:pt>
                <c:pt idx="666">
                  <c:v>1.19247178923234</c:v>
                </c:pt>
                <c:pt idx="667">
                  <c:v>1.1931243349614979</c:v>
                </c:pt>
                <c:pt idx="668">
                  <c:v>1.2082681655883789</c:v>
                </c:pt>
                <c:pt idx="669">
                  <c:v>1.25607598030128</c:v>
                </c:pt>
                <c:pt idx="670">
                  <c:v>1.297946343623027</c:v>
                </c:pt>
                <c:pt idx="671">
                  <c:v>1.89694000847206</c:v>
                </c:pt>
                <c:pt idx="672">
                  <c:v>2.8222940739863538</c:v>
                </c:pt>
                <c:pt idx="673">
                  <c:v>3.0508179664611821</c:v>
                </c:pt>
                <c:pt idx="674">
                  <c:v>3.1535416368060929</c:v>
                </c:pt>
                <c:pt idx="675">
                  <c:v>3.8736603653080648</c:v>
                </c:pt>
                <c:pt idx="676">
                  <c:v>4.3427352905273438</c:v>
                </c:pt>
                <c:pt idx="677">
                  <c:v>3.966174376073123</c:v>
                </c:pt>
                <c:pt idx="678">
                  <c:v>3.7657420635223389</c:v>
                </c:pt>
                <c:pt idx="679">
                  <c:v>3.7772155738993409</c:v>
                </c:pt>
                <c:pt idx="680">
                  <c:v>3.8988316383135548</c:v>
                </c:pt>
                <c:pt idx="681">
                  <c:v>3.9318828582763672</c:v>
                </c:pt>
                <c:pt idx="682">
                  <c:v>3.9686929800277921</c:v>
                </c:pt>
                <c:pt idx="683">
                  <c:v>4.2321993876536768</c:v>
                </c:pt>
                <c:pt idx="684">
                  <c:v>4.4703221321105957</c:v>
                </c:pt>
                <c:pt idx="685">
                  <c:v>4.5661918829024692</c:v>
                </c:pt>
                <c:pt idx="686">
                  <c:v>5.2993459749303868</c:v>
                </c:pt>
                <c:pt idx="687">
                  <c:v>5.3631124496459961</c:v>
                </c:pt>
                <c:pt idx="688">
                  <c:v>5.7000559032257989</c:v>
                </c:pt>
                <c:pt idx="689">
                  <c:v>6.1940557096786826</c:v>
                </c:pt>
                <c:pt idx="690">
                  <c:v>6.5990595817565918</c:v>
                </c:pt>
                <c:pt idx="691">
                  <c:v>6.6562470152692974</c:v>
                </c:pt>
                <c:pt idx="692">
                  <c:v>6.7232676244006964</c:v>
                </c:pt>
                <c:pt idx="693">
                  <c:v>7.6047515869140616</c:v>
                </c:pt>
                <c:pt idx="694">
                  <c:v>7.5244751903090981</c:v>
                </c:pt>
                <c:pt idx="695">
                  <c:v>7.4905789349298839</c:v>
                </c:pt>
                <c:pt idx="696">
                  <c:v>6.923313720673554</c:v>
                </c:pt>
                <c:pt idx="697">
                  <c:v>6.6991314888000488</c:v>
                </c:pt>
                <c:pt idx="698">
                  <c:v>6.6543336710124947</c:v>
                </c:pt>
                <c:pt idx="699">
                  <c:v>6.1582531538320318</c:v>
                </c:pt>
                <c:pt idx="700">
                  <c:v>5.7967672348022461</c:v>
                </c:pt>
                <c:pt idx="701">
                  <c:v>5.7401853670449334</c:v>
                </c:pt>
                <c:pt idx="702">
                  <c:v>5.0720708901642739</c:v>
                </c:pt>
                <c:pt idx="703">
                  <c:v>4.9653034210205078</c:v>
                </c:pt>
                <c:pt idx="704">
                  <c:v>5.1440621993645808</c:v>
                </c:pt>
                <c:pt idx="705">
                  <c:v>6.035312924960051</c:v>
                </c:pt>
                <c:pt idx="706">
                  <c:v>6.2417516708374023</c:v>
                </c:pt>
                <c:pt idx="707">
                  <c:v>6.282670829616106</c:v>
                </c:pt>
                <c:pt idx="708">
                  <c:v>6.5517614578966761</c:v>
                </c:pt>
                <c:pt idx="709">
                  <c:v>6.8199208390313393</c:v>
                </c:pt>
                <c:pt idx="710">
                  <c:v>7.0990482421066856</c:v>
                </c:pt>
                <c:pt idx="711">
                  <c:v>7.2303938865661621</c:v>
                </c:pt>
                <c:pt idx="712">
                  <c:v>6.898559404514117</c:v>
                </c:pt>
                <c:pt idx="713">
                  <c:v>6.3242694553516836</c:v>
                </c:pt>
                <c:pt idx="714">
                  <c:v>6.2200403213500977</c:v>
                </c:pt>
                <c:pt idx="715">
                  <c:v>6.5607571452764581</c:v>
                </c:pt>
                <c:pt idx="716">
                  <c:v>7.016682557300296</c:v>
                </c:pt>
                <c:pt idx="717">
                  <c:v>7.5316104888916016</c:v>
                </c:pt>
                <c:pt idx="718">
                  <c:v>7.4724206919036469</c:v>
                </c:pt>
                <c:pt idx="719">
                  <c:v>7.434924828664216</c:v>
                </c:pt>
                <c:pt idx="720">
                  <c:v>6.6984030000612851</c:v>
                </c:pt>
                <c:pt idx="721">
                  <c:v>6.5791573524475098</c:v>
                </c:pt>
                <c:pt idx="722">
                  <c:v>6.6376715886575663</c:v>
                </c:pt>
                <c:pt idx="723">
                  <c:v>7.1306717120458876</c:v>
                </c:pt>
                <c:pt idx="724">
                  <c:v>7.3463973999023438</c:v>
                </c:pt>
                <c:pt idx="725">
                  <c:v>7.3103484988180822</c:v>
                </c:pt>
                <c:pt idx="726">
                  <c:v>6.9688437592655719</c:v>
                </c:pt>
                <c:pt idx="727">
                  <c:v>6.686133861541748</c:v>
                </c:pt>
                <c:pt idx="728">
                  <c:v>6.681567155312778</c:v>
                </c:pt>
                <c:pt idx="729">
                  <c:v>6.6663538085263276</c:v>
                </c:pt>
                <c:pt idx="730">
                  <c:v>6.3329403431747062</c:v>
                </c:pt>
                <c:pt idx="731">
                  <c:v>6.1910042762756348</c:v>
                </c:pt>
                <c:pt idx="732">
                  <c:v>6.1258061522871889</c:v>
                </c:pt>
                <c:pt idx="733">
                  <c:v>5.5498237609863281</c:v>
                </c:pt>
                <c:pt idx="734">
                  <c:v>5.7632938105588671</c:v>
                </c:pt>
                <c:pt idx="735">
                  <c:v>5.967014665381992</c:v>
                </c:pt>
                <c:pt idx="736">
                  <c:v>6.1667680740356454</c:v>
                </c:pt>
                <c:pt idx="737">
                  <c:v>6.1779773108162077</c:v>
                </c:pt>
                <c:pt idx="738">
                  <c:v>6.2000124422484637</c:v>
                </c:pt>
                <c:pt idx="739">
                  <c:v>6.2199168955419788</c:v>
                </c:pt>
                <c:pt idx="740">
                  <c:v>6.2396554946899414</c:v>
                </c:pt>
                <c:pt idx="741">
                  <c:v>6.35124528278714</c:v>
                </c:pt>
                <c:pt idx="742">
                  <c:v>6.8348778348532537</c:v>
                </c:pt>
                <c:pt idx="743">
                  <c:v>7.2375386672684714</c:v>
                </c:pt>
                <c:pt idx="744">
                  <c:v>7.3121209144592294</c:v>
                </c:pt>
                <c:pt idx="745">
                  <c:v>7.1989354761038564</c:v>
                </c:pt>
                <c:pt idx="746">
                  <c:v>6.5955855360180076</c:v>
                </c:pt>
                <c:pt idx="747">
                  <c:v>6.4767398834228516</c:v>
                </c:pt>
                <c:pt idx="748">
                  <c:v>6.3937084342005894</c:v>
                </c:pt>
                <c:pt idx="749">
                  <c:v>5.8594031142248566</c:v>
                </c:pt>
                <c:pt idx="750">
                  <c:v>5.5545649528503418</c:v>
                </c:pt>
                <c:pt idx="751">
                  <c:v>5.5104891190001464</c:v>
                </c:pt>
                <c:pt idx="752">
                  <c:v>5.2701784539067358</c:v>
                </c:pt>
                <c:pt idx="753">
                  <c:v>4.8573413611044476</c:v>
                </c:pt>
                <c:pt idx="754">
                  <c:v>4.797278881072998</c:v>
                </c:pt>
                <c:pt idx="755">
                  <c:v>4.7346556399083699</c:v>
                </c:pt>
                <c:pt idx="756">
                  <c:v>4.3619344704369523</c:v>
                </c:pt>
                <c:pt idx="757">
                  <c:v>4.2001028060913086</c:v>
                </c:pt>
                <c:pt idx="758">
                  <c:v>4.1572474929394163</c:v>
                </c:pt>
                <c:pt idx="759">
                  <c:v>3.8947166831725051</c:v>
                </c:pt>
                <c:pt idx="760">
                  <c:v>3.7321215389661542</c:v>
                </c:pt>
                <c:pt idx="761">
                  <c:v>3.7030165195465088</c:v>
                </c:pt>
                <c:pt idx="762">
                  <c:v>3.704067148552701</c:v>
                </c:pt>
                <c:pt idx="763">
                  <c:v>3.720031855572135</c:v>
                </c:pt>
                <c:pt idx="764">
                  <c:v>3.7229914665222168</c:v>
                </c:pt>
                <c:pt idx="765">
                  <c:v>3.715138040026785</c:v>
                </c:pt>
                <c:pt idx="766">
                  <c:v>3.620310541941886</c:v>
                </c:pt>
                <c:pt idx="767">
                  <c:v>3.5989782810211182</c:v>
                </c:pt>
                <c:pt idx="768">
                  <c:v>3.9703522985563802</c:v>
                </c:pt>
                <c:pt idx="769">
                  <c:v>4.3236075788794759</c:v>
                </c:pt>
                <c:pt idx="770">
                  <c:v>4.7318050001519003</c:v>
                </c:pt>
                <c:pt idx="771">
                  <c:v>4.9212179183959961</c:v>
                </c:pt>
                <c:pt idx="772">
                  <c:v>4.9585821133646437</c:v>
                </c:pt>
                <c:pt idx="773">
                  <c:v>5.4528702245668974</c:v>
                </c:pt>
                <c:pt idx="774">
                  <c:v>5.4985055923461914</c:v>
                </c:pt>
                <c:pt idx="775">
                  <c:v>5.4215875242071672</c:v>
                </c:pt>
                <c:pt idx="776">
                  <c:v>5.079201386200161</c:v>
                </c:pt>
                <c:pt idx="777">
                  <c:v>4.9327511787414551</c:v>
                </c:pt>
                <c:pt idx="778">
                  <c:v>4.9918464587025344</c:v>
                </c:pt>
                <c:pt idx="779">
                  <c:v>5.5378866493108658</c:v>
                </c:pt>
                <c:pt idx="780">
                  <c:v>5.6203041076660156</c:v>
                </c:pt>
                <c:pt idx="781">
                  <c:v>5.6000567023472874</c:v>
                </c:pt>
                <c:pt idx="782">
                  <c:v>5.300152382042973</c:v>
                </c:pt>
                <c:pt idx="783">
                  <c:v>5.1906576156616211</c:v>
                </c:pt>
                <c:pt idx="784">
                  <c:v>5.2925246176498888</c:v>
                </c:pt>
                <c:pt idx="785">
                  <c:v>6.1589198112487793</c:v>
                </c:pt>
                <c:pt idx="786">
                  <c:v>6.4986960377662903</c:v>
                </c:pt>
                <c:pt idx="787">
                  <c:v>7.2072277069091797</c:v>
                </c:pt>
                <c:pt idx="788">
                  <c:v>7.1802693417250234</c:v>
                </c:pt>
                <c:pt idx="789">
                  <c:v>7.0337663057353774</c:v>
                </c:pt>
                <c:pt idx="790">
                  <c:v>6.7076132501196222</c:v>
                </c:pt>
                <c:pt idx="791">
                  <c:v>6.5337945384116214</c:v>
                </c:pt>
                <c:pt idx="792">
                  <c:v>6.5097861289978027</c:v>
                </c:pt>
                <c:pt idx="793">
                  <c:v>6.4236091079759197</c:v>
                </c:pt>
                <c:pt idx="794">
                  <c:v>5.7230501174926758</c:v>
                </c:pt>
                <c:pt idx="795">
                  <c:v>5.6744885996879377</c:v>
                </c:pt>
                <c:pt idx="796">
                  <c:v>5.124903678894043</c:v>
                </c:pt>
                <c:pt idx="797">
                  <c:v>5.0046665378216799</c:v>
                </c:pt>
                <c:pt idx="798">
                  <c:v>4.6140317639729851</c:v>
                </c:pt>
                <c:pt idx="799">
                  <c:v>4.3801355361938477</c:v>
                </c:pt>
                <c:pt idx="800">
                  <c:v>4.2636555048246558</c:v>
                </c:pt>
                <c:pt idx="801">
                  <c:v>4.1206704915750461</c:v>
                </c:pt>
                <c:pt idx="802">
                  <c:v>3.8510210514068599</c:v>
                </c:pt>
                <c:pt idx="803">
                  <c:v>3.8294985194304441</c:v>
                </c:pt>
                <c:pt idx="804">
                  <c:v>3.5136289925252591</c:v>
                </c:pt>
                <c:pt idx="805">
                  <c:v>3.442912101745605</c:v>
                </c:pt>
                <c:pt idx="806">
                  <c:v>3.39824162332186</c:v>
                </c:pt>
                <c:pt idx="807">
                  <c:v>3.1390791425667919</c:v>
                </c:pt>
                <c:pt idx="808">
                  <c:v>2.9784865379333501</c:v>
                </c:pt>
                <c:pt idx="809">
                  <c:v>2.953032762746524</c:v>
                </c:pt>
                <c:pt idx="810">
                  <c:v>2.7995506038175741</c:v>
                </c:pt>
                <c:pt idx="811">
                  <c:v>2.684125944240539</c:v>
                </c:pt>
                <c:pt idx="812">
                  <c:v>2.605632066726685</c:v>
                </c:pt>
                <c:pt idx="813">
                  <c:v>2.5222553805928469</c:v>
                </c:pt>
                <c:pt idx="814">
                  <c:v>2.3957276447885278</c:v>
                </c:pt>
                <c:pt idx="815">
                  <c:v>2.2728000468190062</c:v>
                </c:pt>
                <c:pt idx="816">
                  <c:v>2.2525510787963872</c:v>
                </c:pt>
                <c:pt idx="817">
                  <c:v>2.2314105984408048</c:v>
                </c:pt>
                <c:pt idx="818">
                  <c:v>2.0131324032578131</c:v>
                </c:pt>
                <c:pt idx="819">
                  <c:v>1.994381308555603</c:v>
                </c:pt>
                <c:pt idx="820">
                  <c:v>1.946987136436745</c:v>
                </c:pt>
                <c:pt idx="821">
                  <c:v>1.819391288736862</c:v>
                </c:pt>
                <c:pt idx="822">
                  <c:v>1.751559972763062</c:v>
                </c:pt>
                <c:pt idx="823">
                  <c:v>1.738119709796887</c:v>
                </c:pt>
                <c:pt idx="824">
                  <c:v>1.6720997806340729</c:v>
                </c:pt>
                <c:pt idx="825">
                  <c:v>1.626946729490762</c:v>
                </c:pt>
                <c:pt idx="826">
                  <c:v>1.6179854869842529</c:v>
                </c:pt>
                <c:pt idx="827">
                  <c:v>1.6139527487448759</c:v>
                </c:pt>
                <c:pt idx="828">
                  <c:v>1.569383946535067</c:v>
                </c:pt>
                <c:pt idx="829">
                  <c:v>1.5028264862191221</c:v>
                </c:pt>
                <c:pt idx="830">
                  <c:v>1.486074805259705</c:v>
                </c:pt>
                <c:pt idx="831">
                  <c:v>1.4928003723249259</c:v>
                </c:pt>
                <c:pt idx="832">
                  <c:v>1.536964699570482</c:v>
                </c:pt>
                <c:pt idx="833">
                  <c:v>1.5417747497558589</c:v>
                </c:pt>
                <c:pt idx="834">
                  <c:v>1.589646330727291</c:v>
                </c:pt>
                <c:pt idx="835">
                  <c:v>1.640676195527957</c:v>
                </c:pt>
                <c:pt idx="836">
                  <c:v>1.722964800138848</c:v>
                </c:pt>
                <c:pt idx="837">
                  <c:v>1.7323558330535891</c:v>
                </c:pt>
                <c:pt idx="838">
                  <c:v>1.71422563348407</c:v>
                </c:pt>
                <c:pt idx="839">
                  <c:v>1.5710481621453991</c:v>
                </c:pt>
                <c:pt idx="840">
                  <c:v>1.5130412578582759</c:v>
                </c:pt>
                <c:pt idx="841">
                  <c:v>1.4927406687760589</c:v>
                </c:pt>
                <c:pt idx="842">
                  <c:v>1.380450983981198</c:v>
                </c:pt>
                <c:pt idx="843">
                  <c:v>1.308876156806946</c:v>
                </c:pt>
                <c:pt idx="844">
                  <c:v>1.305041091322773</c:v>
                </c:pt>
                <c:pt idx="845">
                  <c:v>1.3008469776159739</c:v>
                </c:pt>
                <c:pt idx="846">
                  <c:v>1.191033986475404</c:v>
                </c:pt>
                <c:pt idx="847">
                  <c:v>1.168614506721497</c:v>
                </c:pt>
                <c:pt idx="848">
                  <c:v>1.187098383678278</c:v>
                </c:pt>
                <c:pt idx="849">
                  <c:v>1.3438577651977539</c:v>
                </c:pt>
                <c:pt idx="850">
                  <c:v>1.3835718055700881</c:v>
                </c:pt>
                <c:pt idx="851">
                  <c:v>1.407603419927842</c:v>
                </c:pt>
                <c:pt idx="852">
                  <c:v>1.4675126479587</c:v>
                </c:pt>
                <c:pt idx="853">
                  <c:v>1.485772967338562</c:v>
                </c:pt>
                <c:pt idx="854">
                  <c:v>1.495976686030041</c:v>
                </c:pt>
                <c:pt idx="855">
                  <c:v>1.599879883366262</c:v>
                </c:pt>
                <c:pt idx="856">
                  <c:v>1.63169801235199</c:v>
                </c:pt>
                <c:pt idx="857">
                  <c:v>1.6362717780233891</c:v>
                </c:pt>
                <c:pt idx="858">
                  <c:v>1.659514688621377</c:v>
                </c:pt>
                <c:pt idx="859">
                  <c:v>1.6706352233886721</c:v>
                </c:pt>
                <c:pt idx="860">
                  <c:v>1.666214774451519</c:v>
                </c:pt>
                <c:pt idx="861">
                  <c:v>1.625705369703158</c:v>
                </c:pt>
                <c:pt idx="862">
                  <c:v>1.5930079221725459</c:v>
                </c:pt>
                <c:pt idx="863">
                  <c:v>1.5865327074041331</c:v>
                </c:pt>
                <c:pt idx="864">
                  <c:v>1.558503878384311</c:v>
                </c:pt>
                <c:pt idx="865">
                  <c:v>1.5461910963058469</c:v>
                </c:pt>
                <c:pt idx="866">
                  <c:v>1.54426722658324</c:v>
                </c:pt>
                <c:pt idx="867">
                  <c:v>1.532948162950158</c:v>
                </c:pt>
                <c:pt idx="868">
                  <c:v>1.530051957721176</c:v>
                </c:pt>
                <c:pt idx="869">
                  <c:v>1.5151956763021119</c:v>
                </c:pt>
                <c:pt idx="870">
                  <c:v>1.5137971639633181</c:v>
                </c:pt>
                <c:pt idx="871">
                  <c:v>1.5157502556144491</c:v>
                </c:pt>
                <c:pt idx="872">
                  <c:v>1.5350369628724949</c:v>
                </c:pt>
                <c:pt idx="873">
                  <c:v>1.5382988452911379</c:v>
                </c:pt>
                <c:pt idx="874">
                  <c:v>1.5484780537103091</c:v>
                </c:pt>
                <c:pt idx="875">
                  <c:v>1.604122279159617</c:v>
                </c:pt>
                <c:pt idx="876">
                  <c:v>1.638512134552002</c:v>
                </c:pt>
                <c:pt idx="877">
                  <c:v>1.627091389079365</c:v>
                </c:pt>
                <c:pt idx="878">
                  <c:v>1.498204201257245</c:v>
                </c:pt>
                <c:pt idx="879">
                  <c:v>1.4861981868743901</c:v>
                </c:pt>
                <c:pt idx="880">
                  <c:v>1.5235571290570269</c:v>
                </c:pt>
                <c:pt idx="881">
                  <c:v>1.5555339886362249</c:v>
                </c:pt>
                <c:pt idx="882">
                  <c:v>1.5654788017272949</c:v>
                </c:pt>
                <c:pt idx="883">
                  <c:v>1.4918420642231169</c:v>
                </c:pt>
                <c:pt idx="884">
                  <c:v>1.361353278160095</c:v>
                </c:pt>
                <c:pt idx="885">
                  <c:v>1.4154490324103419</c:v>
                </c:pt>
                <c:pt idx="886">
                  <c:v>1.497660314743086</c:v>
                </c:pt>
                <c:pt idx="887">
                  <c:v>1.5267083644866939</c:v>
                </c:pt>
                <c:pt idx="888">
                  <c:v>1.5338114254027719</c:v>
                </c:pt>
                <c:pt idx="889">
                  <c:v>1.5842694452565</c:v>
                </c:pt>
                <c:pt idx="890">
                  <c:v>1.6087502241134639</c:v>
                </c:pt>
                <c:pt idx="891">
                  <c:v>1.5954408932157469</c:v>
                </c:pt>
                <c:pt idx="892">
                  <c:v>1.522931420341779</c:v>
                </c:pt>
                <c:pt idx="893">
                  <c:v>1.4918198585510249</c:v>
                </c:pt>
                <c:pt idx="894">
                  <c:v>1.479809155562275</c:v>
                </c:pt>
                <c:pt idx="895">
                  <c:v>1.444942536027972</c:v>
                </c:pt>
                <c:pt idx="896">
                  <c:v>1.42914342880249</c:v>
                </c:pt>
                <c:pt idx="897">
                  <c:v>1.4277766853012941</c:v>
                </c:pt>
                <c:pt idx="898">
                  <c:v>1.423836118610702</c:v>
                </c:pt>
                <c:pt idx="899">
                  <c:v>1.4204668998718259</c:v>
                </c:pt>
                <c:pt idx="900">
                  <c:v>1.423848689322577</c:v>
                </c:pt>
                <c:pt idx="901">
                  <c:v>1.4573499961638441</c:v>
                </c:pt>
                <c:pt idx="902">
                  <c:v>1.460008382797241</c:v>
                </c:pt>
                <c:pt idx="903">
                  <c:v>1.451674005238986</c:v>
                </c:pt>
                <c:pt idx="904">
                  <c:v>1.380822491524162</c:v>
                </c:pt>
                <c:pt idx="905">
                  <c:v>1.353608131408691</c:v>
                </c:pt>
                <c:pt idx="906">
                  <c:v>1.3477137947411291</c:v>
                </c:pt>
                <c:pt idx="907">
                  <c:v>1.3161601646216321</c:v>
                </c:pt>
                <c:pt idx="908">
                  <c:v>1.257567351613561</c:v>
                </c:pt>
                <c:pt idx="909">
                  <c:v>1.2495796680450439</c:v>
                </c:pt>
                <c:pt idx="910">
                  <c:v>1.261464084043431</c:v>
                </c:pt>
                <c:pt idx="911">
                  <c:v>1.3697515966322491</c:v>
                </c:pt>
                <c:pt idx="912">
                  <c:v>1.404146671295166</c:v>
                </c:pt>
                <c:pt idx="913">
                  <c:v>1.398993199659152</c:v>
                </c:pt>
                <c:pt idx="914">
                  <c:v>1.327042837701101</c:v>
                </c:pt>
                <c:pt idx="915">
                  <c:v>1.2877364158630371</c:v>
                </c:pt>
                <c:pt idx="916">
                  <c:v>1.287505478716978</c:v>
                </c:pt>
                <c:pt idx="917">
                  <c:v>1.2847670964908491</c:v>
                </c:pt>
                <c:pt idx="918">
                  <c:v>1.281556287945697</c:v>
                </c:pt>
                <c:pt idx="919">
                  <c:v>1.2811154127120969</c:v>
                </c:pt>
                <c:pt idx="920">
                  <c:v>1.2787910013926089</c:v>
                </c:pt>
                <c:pt idx="921">
                  <c:v>1.2636974930143441</c:v>
                </c:pt>
                <c:pt idx="922">
                  <c:v>1.2564554214477539</c:v>
                </c:pt>
                <c:pt idx="923">
                  <c:v>1.252591260004825</c:v>
                </c:pt>
                <c:pt idx="924">
                  <c:v>1.2018240248037051</c:v>
                </c:pt>
                <c:pt idx="925">
                  <c:v>1.1925767660140989</c:v>
                </c:pt>
                <c:pt idx="926">
                  <c:v>1.194258350069469</c:v>
                </c:pt>
                <c:pt idx="927">
                  <c:v>1.2044747432741809</c:v>
                </c:pt>
                <c:pt idx="928">
                  <c:v>1.2149918079376221</c:v>
                </c:pt>
                <c:pt idx="929">
                  <c:v>1.2136975239028069</c:v>
                </c:pt>
                <c:pt idx="930">
                  <c:v>1.208265292288726</c:v>
                </c:pt>
                <c:pt idx="931">
                  <c:v>1.2036845684051509</c:v>
                </c:pt>
                <c:pt idx="932">
                  <c:v>1.189041062786681</c:v>
                </c:pt>
                <c:pt idx="933">
                  <c:v>1.187895006473733</c:v>
                </c:pt>
                <c:pt idx="934">
                  <c:v>1.1642711119463061</c:v>
                </c:pt>
                <c:pt idx="935">
                  <c:v>1.1605033874511721</c:v>
                </c:pt>
                <c:pt idx="936">
                  <c:v>1.256022024379301</c:v>
                </c:pt>
                <c:pt idx="937">
                  <c:v>1.566635950448676</c:v>
                </c:pt>
                <c:pt idx="938">
                  <c:v>1.673062801361084</c:v>
                </c:pt>
                <c:pt idx="939">
                  <c:v>1.663127825870991</c:v>
                </c:pt>
                <c:pt idx="940">
                  <c:v>1.636500853393648</c:v>
                </c:pt>
                <c:pt idx="941">
                  <c:v>1.6114882230758669</c:v>
                </c:pt>
                <c:pt idx="942">
                  <c:v>1.6041501500616679</c:v>
                </c:pt>
                <c:pt idx="943">
                  <c:v>1.5965541432013941</c:v>
                </c:pt>
                <c:pt idx="944">
                  <c:v>1.4564337549205959</c:v>
                </c:pt>
                <c:pt idx="945">
                  <c:v>1.4442673921585081</c:v>
                </c:pt>
                <c:pt idx="946">
                  <c:v>1.43963381437093</c:v>
                </c:pt>
                <c:pt idx="947">
                  <c:v>1.4030176122190929</c:v>
                </c:pt>
                <c:pt idx="948">
                  <c:v>1.3536441562014561</c:v>
                </c:pt>
                <c:pt idx="949">
                  <c:v>1.3421281576156621</c:v>
                </c:pt>
                <c:pt idx="950">
                  <c:v>1.2934315155067719</c:v>
                </c:pt>
                <c:pt idx="951">
                  <c:v>1.1851752498019339</c:v>
                </c:pt>
                <c:pt idx="952">
                  <c:v>1.1761617660522461</c:v>
                </c:pt>
                <c:pt idx="953">
                  <c:v>1.170956081724412</c:v>
                </c:pt>
                <c:pt idx="954">
                  <c:v>1.097565611054403</c:v>
                </c:pt>
                <c:pt idx="955">
                  <c:v>1.070878744125366</c:v>
                </c:pt>
                <c:pt idx="956">
                  <c:v>1.0863960035244871</c:v>
                </c:pt>
                <c:pt idx="957">
                  <c:v>1.1603169627132739</c:v>
                </c:pt>
                <c:pt idx="958">
                  <c:v>1.187514543533325</c:v>
                </c:pt>
                <c:pt idx="959">
                  <c:v>1.176315534275715</c:v>
                </c:pt>
                <c:pt idx="960">
                  <c:v>1.1500027691176771</c:v>
                </c:pt>
                <c:pt idx="961">
                  <c:v>1.1268594264984131</c:v>
                </c:pt>
                <c:pt idx="962">
                  <c:v>1.1299702164596011</c:v>
                </c:pt>
                <c:pt idx="963">
                  <c:v>1.147545733014268</c:v>
                </c:pt>
                <c:pt idx="964">
                  <c:v>1.1636738571794909</c:v>
                </c:pt>
                <c:pt idx="965">
                  <c:v>1.172510623931885</c:v>
                </c:pt>
                <c:pt idx="966">
                  <c:v>1.1778041879086361</c:v>
                </c:pt>
                <c:pt idx="967">
                  <c:v>1.1939391979795411</c:v>
                </c:pt>
                <c:pt idx="968">
                  <c:v>1.206073522567749</c:v>
                </c:pt>
                <c:pt idx="969">
                  <c:v>1.184223797810144</c:v>
                </c:pt>
                <c:pt idx="970">
                  <c:v>1.1671197132476541</c:v>
                </c:pt>
                <c:pt idx="971">
                  <c:v>1.161293506622314</c:v>
                </c:pt>
                <c:pt idx="972">
                  <c:v>1.1703906593621549</c:v>
                </c:pt>
                <c:pt idx="973">
                  <c:v>1.2020431864277119</c:v>
                </c:pt>
                <c:pt idx="974">
                  <c:v>1.2231864929199221</c:v>
                </c:pt>
                <c:pt idx="975">
                  <c:v>1.273826143623022</c:v>
                </c:pt>
                <c:pt idx="976">
                  <c:v>1.43375488892303</c:v>
                </c:pt>
                <c:pt idx="977">
                  <c:v>1.4811966419219971</c:v>
                </c:pt>
                <c:pt idx="978">
                  <c:v>1.4707837156040959</c:v>
                </c:pt>
                <c:pt idx="979">
                  <c:v>1.456864714622498</c:v>
                </c:pt>
                <c:pt idx="980">
                  <c:v>1.3940760322874579</c:v>
                </c:pt>
                <c:pt idx="981">
                  <c:v>1.318272714219116</c:v>
                </c:pt>
                <c:pt idx="982">
                  <c:v>1.258592578677979</c:v>
                </c:pt>
                <c:pt idx="983">
                  <c:v>1.2487937211990361</c:v>
                </c:pt>
                <c:pt idx="984">
                  <c:v>1.2542706818126339</c:v>
                </c:pt>
                <c:pt idx="985">
                  <c:v>1.258074830468541</c:v>
                </c:pt>
                <c:pt idx="986">
                  <c:v>1.269761402547986</c:v>
                </c:pt>
                <c:pt idx="987">
                  <c:v>1.2744390964508061</c:v>
                </c:pt>
                <c:pt idx="988">
                  <c:v>1.2746646504191079</c:v>
                </c:pt>
                <c:pt idx="989">
                  <c:v>1.2770040035247801</c:v>
                </c:pt>
                <c:pt idx="990">
                  <c:v>1.2648162849918021</c:v>
                </c:pt>
                <c:pt idx="991">
                  <c:v>1.2567130327224729</c:v>
                </c:pt>
                <c:pt idx="992">
                  <c:v>1.2508057994343911</c:v>
                </c:pt>
                <c:pt idx="993">
                  <c:v>1.2396225542549211</c:v>
                </c:pt>
                <c:pt idx="994">
                  <c:v>1.2016968727111821</c:v>
                </c:pt>
                <c:pt idx="995">
                  <c:v>1.2057287094618789</c:v>
                </c:pt>
                <c:pt idx="996">
                  <c:v>1.220978555077463</c:v>
                </c:pt>
                <c:pt idx="997">
                  <c:v>1.232037796507325</c:v>
                </c:pt>
                <c:pt idx="998">
                  <c:v>1.2744489367239999</c:v>
                </c:pt>
                <c:pt idx="999">
                  <c:v>1.277718067169189</c:v>
                </c:pt>
                <c:pt idx="1000">
                  <c:v>1.2889240042076571</c:v>
                </c:pt>
                <c:pt idx="1001">
                  <c:v>1.411782026290894</c:v>
                </c:pt>
                <c:pt idx="1002">
                  <c:v>1.4257377267612641</c:v>
                </c:pt>
                <c:pt idx="1003">
                  <c:v>1.4838824930049701</c:v>
                </c:pt>
                <c:pt idx="1004">
                  <c:v>1.5657240500351259</c:v>
                </c:pt>
                <c:pt idx="1005">
                  <c:v>1.623264126197252</c:v>
                </c:pt>
                <c:pt idx="1006">
                  <c:v>1.6304657459259031</c:v>
                </c:pt>
                <c:pt idx="1007">
                  <c:v>1.618572915416983</c:v>
                </c:pt>
                <c:pt idx="1008">
                  <c:v>1.5298564434051509</c:v>
                </c:pt>
                <c:pt idx="1009">
                  <c:v>1.5306814984631061</c:v>
                </c:pt>
                <c:pt idx="1010">
                  <c:v>1.540421990456561</c:v>
                </c:pt>
                <c:pt idx="1011">
                  <c:v>1.548430712083537</c:v>
                </c:pt>
                <c:pt idx="1012">
                  <c:v>1.55324923992157</c:v>
                </c:pt>
                <c:pt idx="1013">
                  <c:v>1.5635228871292639</c:v>
                </c:pt>
                <c:pt idx="1014">
                  <c:v>1.626897000151118</c:v>
                </c:pt>
                <c:pt idx="1015">
                  <c:v>1.6670044505816231</c:v>
                </c:pt>
                <c:pt idx="1016">
                  <c:v>1.6742391586303711</c:v>
                </c:pt>
                <c:pt idx="1017">
                  <c:v>1.6479333650686081</c:v>
                </c:pt>
                <c:pt idx="1018">
                  <c:v>1.5670937658398689</c:v>
                </c:pt>
                <c:pt idx="1019">
                  <c:v>1.5525398254394529</c:v>
                </c:pt>
                <c:pt idx="1020">
                  <c:v>1.654493613834942</c:v>
                </c:pt>
                <c:pt idx="1021">
                  <c:v>1.799435539704074</c:v>
                </c:pt>
                <c:pt idx="1022">
                  <c:v>1.8133004903793331</c:v>
                </c:pt>
                <c:pt idx="1023">
                  <c:v>1.8078069761249189</c:v>
                </c:pt>
                <c:pt idx="1024">
                  <c:v>1.7860658950367589</c:v>
                </c:pt>
                <c:pt idx="1025">
                  <c:v>1.7600378629684621</c:v>
                </c:pt>
                <c:pt idx="1026">
                  <c:v>1.742906215492398</c:v>
                </c:pt>
                <c:pt idx="1027">
                  <c:v>1.7347888946533201</c:v>
                </c:pt>
                <c:pt idx="1028">
                  <c:v>1.7805544103183171</c:v>
                </c:pt>
                <c:pt idx="1029">
                  <c:v>1.844843433053539</c:v>
                </c:pt>
                <c:pt idx="1030">
                  <c:v>1.8766558170318599</c:v>
                </c:pt>
                <c:pt idx="1031">
                  <c:v>1.840394012119809</c:v>
                </c:pt>
                <c:pt idx="1032">
                  <c:v>1.606059670448303</c:v>
                </c:pt>
                <c:pt idx="1033">
                  <c:v>1.585913723362522</c:v>
                </c:pt>
                <c:pt idx="1034">
                  <c:v>1.5733783375464441</c:v>
                </c:pt>
                <c:pt idx="1035">
                  <c:v>1.549034694254801</c:v>
                </c:pt>
                <c:pt idx="1036">
                  <c:v>1.5398226976394651</c:v>
                </c:pt>
                <c:pt idx="1037">
                  <c:v>1.534390370202976</c:v>
                </c:pt>
                <c:pt idx="1038">
                  <c:v>1.4987579352646609</c:v>
                </c:pt>
                <c:pt idx="1039">
                  <c:v>1.481087207794189</c:v>
                </c:pt>
                <c:pt idx="1040">
                  <c:v>1.474132381226511</c:v>
                </c:pt>
                <c:pt idx="1041">
                  <c:v>1.393970386989458</c:v>
                </c:pt>
                <c:pt idx="1042">
                  <c:v>1.3438559770584111</c:v>
                </c:pt>
                <c:pt idx="1043">
                  <c:v>1.340148232622038</c:v>
                </c:pt>
                <c:pt idx="1044">
                  <c:v>1.32237817238068</c:v>
                </c:pt>
                <c:pt idx="1045">
                  <c:v>1.2703857961472611</c:v>
                </c:pt>
                <c:pt idx="1046">
                  <c:v>1.2529921531677251</c:v>
                </c:pt>
                <c:pt idx="1047">
                  <c:v>1.2204560587483071</c:v>
                </c:pt>
                <c:pt idx="1048">
                  <c:v>1.160859154116723</c:v>
                </c:pt>
                <c:pt idx="1049">
                  <c:v>1.1529688835144041</c:v>
                </c:pt>
                <c:pt idx="1050">
                  <c:v>1.14646940658228</c:v>
                </c:pt>
                <c:pt idx="1051">
                  <c:v>1.1040758173696501</c:v>
                </c:pt>
                <c:pt idx="1052">
                  <c:v>1.052958741419213</c:v>
                </c:pt>
                <c:pt idx="1053">
                  <c:v>1.036828279495239</c:v>
                </c:pt>
                <c:pt idx="1054">
                  <c:v>1.049232832649168</c:v>
                </c:pt>
                <c:pt idx="1055">
                  <c:v>1.0712234740977851</c:v>
                </c:pt>
                <c:pt idx="1056">
                  <c:v>1.0881838798522949</c:v>
                </c:pt>
                <c:pt idx="1057">
                  <c:v>1.087828121650668</c:v>
                </c:pt>
                <c:pt idx="1058">
                  <c:v>1.084309563749096</c:v>
                </c:pt>
                <c:pt idx="1059">
                  <c:v>1.081967368322899</c:v>
                </c:pt>
                <c:pt idx="1060">
                  <c:v>1.08154833316803</c:v>
                </c:pt>
                <c:pt idx="1061">
                  <c:v>1.0747337250765789</c:v>
                </c:pt>
                <c:pt idx="1062">
                  <c:v>0.9882633112879754</c:v>
                </c:pt>
                <c:pt idx="1063">
                  <c:v>0.97472274303436279</c:v>
                </c:pt>
                <c:pt idx="1064">
                  <c:v>0.97203475953156449</c:v>
                </c:pt>
                <c:pt idx="1065">
                  <c:v>0.94685351035652299</c:v>
                </c:pt>
                <c:pt idx="1066">
                  <c:v>0.93303889036178589</c:v>
                </c:pt>
                <c:pt idx="1067">
                  <c:v>0.92629481658691781</c:v>
                </c:pt>
                <c:pt idx="1068">
                  <c:v>0.89124756232096203</c:v>
                </c:pt>
                <c:pt idx="1069">
                  <c:v>0.82823719160440457</c:v>
                </c:pt>
                <c:pt idx="1070">
                  <c:v>0.82378828525543213</c:v>
                </c:pt>
                <c:pt idx="1071">
                  <c:v>0.81827924797499862</c:v>
                </c:pt>
                <c:pt idx="1072">
                  <c:v>0.7733767418491021</c:v>
                </c:pt>
                <c:pt idx="1073">
                  <c:v>0.76864445209503174</c:v>
                </c:pt>
                <c:pt idx="1074">
                  <c:v>0.78558711084509236</c:v>
                </c:pt>
                <c:pt idx="1075">
                  <c:v>0.80905179995607757</c:v>
                </c:pt>
                <c:pt idx="1076">
                  <c:v>0.82692515850067139</c:v>
                </c:pt>
                <c:pt idx="1077">
                  <c:v>0.7910744714455018</c:v>
                </c:pt>
                <c:pt idx="1078">
                  <c:v>0.74902963423574997</c:v>
                </c:pt>
                <c:pt idx="1079">
                  <c:v>0.7350776195526123</c:v>
                </c:pt>
                <c:pt idx="1080">
                  <c:v>0.72439523570275721</c:v>
                </c:pt>
                <c:pt idx="1081">
                  <c:v>0.64539843797683716</c:v>
                </c:pt>
                <c:pt idx="1082">
                  <c:v>0.6433177969593119</c:v>
                </c:pt>
                <c:pt idx="1083">
                  <c:v>0.6337954549642334</c:v>
                </c:pt>
                <c:pt idx="1084">
                  <c:v>0.62924528072987995</c:v>
                </c:pt>
                <c:pt idx="1085">
                  <c:v>0.62761789560317993</c:v>
                </c:pt>
                <c:pt idx="1086">
                  <c:v>0.67504989867196608</c:v>
                </c:pt>
                <c:pt idx="1087">
                  <c:v>0.80553452880441279</c:v>
                </c:pt>
                <c:pt idx="1088">
                  <c:v>0.83326494693756104</c:v>
                </c:pt>
                <c:pt idx="1089">
                  <c:v>0.82513179885035981</c:v>
                </c:pt>
                <c:pt idx="1090">
                  <c:v>0.77047606464956786</c:v>
                </c:pt>
                <c:pt idx="1091">
                  <c:v>0.72841167449951172</c:v>
                </c:pt>
                <c:pt idx="1092">
                  <c:v>0.72284920525810636</c:v>
                </c:pt>
                <c:pt idx="1093">
                  <c:v>0.71327184014444567</c:v>
                </c:pt>
                <c:pt idx="1094">
                  <c:v>0.71007388830184937</c:v>
                </c:pt>
                <c:pt idx="1095">
                  <c:v>0.7059754799659721</c:v>
                </c:pt>
                <c:pt idx="1096">
                  <c:v>0.66023658556815856</c:v>
                </c:pt>
                <c:pt idx="1097">
                  <c:v>0.64398747682571411</c:v>
                </c:pt>
                <c:pt idx="1098">
                  <c:v>0.64550196979012631</c:v>
                </c:pt>
                <c:pt idx="1099">
                  <c:v>0.65978147488315508</c:v>
                </c:pt>
                <c:pt idx="1100">
                  <c:v>0.67263847589492798</c:v>
                </c:pt>
                <c:pt idx="1101">
                  <c:v>0.67299633682565407</c:v>
                </c:pt>
                <c:pt idx="1102">
                  <c:v>0.67970743870812056</c:v>
                </c:pt>
                <c:pt idx="1103">
                  <c:v>0.68135488033294678</c:v>
                </c:pt>
                <c:pt idx="1104">
                  <c:v>0.68211474030701524</c:v>
                </c:pt>
                <c:pt idx="1105">
                  <c:v>0.68991972912899735</c:v>
                </c:pt>
                <c:pt idx="1106">
                  <c:v>0.69913271833286772</c:v>
                </c:pt>
                <c:pt idx="1107">
                  <c:v>0.70573538046749607</c:v>
                </c:pt>
                <c:pt idx="1108">
                  <c:v>0.70673871040344238</c:v>
                </c:pt>
                <c:pt idx="1109">
                  <c:v>0.70132366586196759</c:v>
                </c:pt>
                <c:pt idx="1110">
                  <c:v>0.64949804544448853</c:v>
                </c:pt>
                <c:pt idx="1111">
                  <c:v>0.65606480814448231</c:v>
                </c:pt>
                <c:pt idx="1112">
                  <c:v>0.66952805145137428</c:v>
                </c:pt>
                <c:pt idx="1113">
                  <c:v>0.70664724617427033</c:v>
                </c:pt>
                <c:pt idx="1114">
                  <c:v>0.72665631771087646</c:v>
                </c:pt>
                <c:pt idx="1115">
                  <c:v>0.72650029193567989</c:v>
                </c:pt>
                <c:pt idx="1116">
                  <c:v>0.72612800488444129</c:v>
                </c:pt>
                <c:pt idx="1117">
                  <c:v>0.72581663852914369</c:v>
                </c:pt>
                <c:pt idx="1118">
                  <c:v>0.72575908899307251</c:v>
                </c:pt>
                <c:pt idx="1119">
                  <c:v>0.73975455106831289</c:v>
                </c:pt>
                <c:pt idx="1120">
                  <c:v>0.86191608184634882</c:v>
                </c:pt>
                <c:pt idx="1121">
                  <c:v>0.88164496421813965</c:v>
                </c:pt>
                <c:pt idx="1122">
                  <c:v>0.90338793375074666</c:v>
                </c:pt>
                <c:pt idx="1123">
                  <c:v>0.93268098028270086</c:v>
                </c:pt>
                <c:pt idx="1124">
                  <c:v>0.95316630601882935</c:v>
                </c:pt>
                <c:pt idx="1125">
                  <c:v>0.93117762969028905</c:v>
                </c:pt>
                <c:pt idx="1126">
                  <c:v>0.89158872102443365</c:v>
                </c:pt>
                <c:pt idx="1127">
                  <c:v>0.8758467435836792</c:v>
                </c:pt>
                <c:pt idx="1128">
                  <c:v>0.88819298290895343</c:v>
                </c:pt>
                <c:pt idx="1129">
                  <c:v>0.95667131541210881</c:v>
                </c:pt>
                <c:pt idx="1130">
                  <c:v>1.0056042671203611</c:v>
                </c:pt>
                <c:pt idx="1131">
                  <c:v>1.0116720736779661</c:v>
                </c:pt>
                <c:pt idx="1132">
                  <c:v>1.0171307424446689</c:v>
                </c:pt>
                <c:pt idx="1133">
                  <c:v>1.021409153938293</c:v>
                </c:pt>
                <c:pt idx="1134">
                  <c:v>1.023376284032923</c:v>
                </c:pt>
                <c:pt idx="1135">
                  <c:v>1.0530943363438099</c:v>
                </c:pt>
                <c:pt idx="1136">
                  <c:v>1.0839026834823271</c:v>
                </c:pt>
                <c:pt idx="1137">
                  <c:v>1.0987646579742429</c:v>
                </c:pt>
                <c:pt idx="1138">
                  <c:v>1.098036882462063</c:v>
                </c:pt>
                <c:pt idx="1139">
                  <c:v>1.089187670582936</c:v>
                </c:pt>
                <c:pt idx="1140">
                  <c:v>1.084967255592346</c:v>
                </c:pt>
                <c:pt idx="1141">
                  <c:v>1.087465711946644</c:v>
                </c:pt>
                <c:pt idx="1142">
                  <c:v>1.1178390165956349</c:v>
                </c:pt>
                <c:pt idx="1143">
                  <c:v>1.140495503098699</c:v>
                </c:pt>
                <c:pt idx="1144">
                  <c:v>1.1441923379898069</c:v>
                </c:pt>
                <c:pt idx="1145">
                  <c:v>1.1473577303081379</c:v>
                </c:pt>
                <c:pt idx="1146">
                  <c:v>1.179173542375467</c:v>
                </c:pt>
                <c:pt idx="1147">
                  <c:v>1.224321955585828</c:v>
                </c:pt>
                <c:pt idx="1148">
                  <c:v>1.2448828220367429</c:v>
                </c:pt>
                <c:pt idx="1149">
                  <c:v>1.257784366037995</c:v>
                </c:pt>
                <c:pt idx="1150">
                  <c:v>1.4206585884094241</c:v>
                </c:pt>
                <c:pt idx="1151">
                  <c:v>1.438554418898166</c:v>
                </c:pt>
                <c:pt idx="1152">
                  <c:v>1.4573298033554589</c:v>
                </c:pt>
                <c:pt idx="1153">
                  <c:v>1.604720720184678</c:v>
                </c:pt>
                <c:pt idx="1154">
                  <c:v>1.630069375038147</c:v>
                </c:pt>
                <c:pt idx="1155">
                  <c:v>1.598258481141414</c:v>
                </c:pt>
                <c:pt idx="1156">
                  <c:v>1.5300886453338549</c:v>
                </c:pt>
                <c:pt idx="1157">
                  <c:v>1.4873203039169309</c:v>
                </c:pt>
                <c:pt idx="1158">
                  <c:v>1.481535168921394</c:v>
                </c:pt>
                <c:pt idx="1159">
                  <c:v>1.4068977832794189</c:v>
                </c:pt>
                <c:pt idx="1160">
                  <c:v>1.3969371177154291</c:v>
                </c:pt>
                <c:pt idx="1161">
                  <c:v>1.378538968266338</c:v>
                </c:pt>
                <c:pt idx="1162">
                  <c:v>1.3456041812896731</c:v>
                </c:pt>
                <c:pt idx="1163">
                  <c:v>1.3388184191417689</c:v>
                </c:pt>
                <c:pt idx="1164">
                  <c:v>1.334314069271088</c:v>
                </c:pt>
                <c:pt idx="1165">
                  <c:v>1.2337673003482821</c:v>
                </c:pt>
                <c:pt idx="1166">
                  <c:v>1.188172340393066</c:v>
                </c:pt>
                <c:pt idx="1167">
                  <c:v>1.185165995840314</c:v>
                </c:pt>
                <c:pt idx="1168">
                  <c:v>1.1817346064144041</c:v>
                </c:pt>
                <c:pt idx="1169">
                  <c:v>1.098701477050781</c:v>
                </c:pt>
                <c:pt idx="1170">
                  <c:v>1.084651879195643</c:v>
                </c:pt>
                <c:pt idx="1171">
                  <c:v>0.9850947017851982</c:v>
                </c:pt>
                <c:pt idx="1172">
                  <c:v>0.94858312606811523</c:v>
                </c:pt>
                <c:pt idx="1173">
                  <c:v>0.94406671410255205</c:v>
                </c:pt>
                <c:pt idx="1174">
                  <c:v>0.92695462144799046</c:v>
                </c:pt>
                <c:pt idx="1175">
                  <c:v>0.91903054714202881</c:v>
                </c:pt>
                <c:pt idx="1176">
                  <c:v>0.92288672355228252</c:v>
                </c:pt>
                <c:pt idx="1177">
                  <c:v>0.93082403962702276</c:v>
                </c:pt>
                <c:pt idx="1178">
                  <c:v>0.94672870613767046</c:v>
                </c:pt>
                <c:pt idx="1179">
                  <c:v>0.95167946815490723</c:v>
                </c:pt>
                <c:pt idx="1180">
                  <c:v>0.94513109329507916</c:v>
                </c:pt>
                <c:pt idx="1181">
                  <c:v>0.90014413454817288</c:v>
                </c:pt>
                <c:pt idx="1182">
                  <c:v>0.87124228477478027</c:v>
                </c:pt>
                <c:pt idx="1183">
                  <c:v>0.86649334195497563</c:v>
                </c:pt>
                <c:pt idx="1184">
                  <c:v>0.82729418259204568</c:v>
                </c:pt>
                <c:pt idx="1185">
                  <c:v>0.79615303550542749</c:v>
                </c:pt>
                <c:pt idx="1186">
                  <c:v>0.78629738092422485</c:v>
                </c:pt>
                <c:pt idx="1187">
                  <c:v>0.78622912159327063</c:v>
                </c:pt>
                <c:pt idx="1188">
                  <c:v>0.78549758054000896</c:v>
                </c:pt>
                <c:pt idx="1189">
                  <c:v>0.78455008575565055</c:v>
                </c:pt>
                <c:pt idx="1190">
                  <c:v>0.7842710018157959</c:v>
                </c:pt>
                <c:pt idx="1191">
                  <c:v>0.81213492775032969</c:v>
                </c:pt>
                <c:pt idx="1192">
                  <c:v>0.98930422726796052</c:v>
                </c:pt>
                <c:pt idx="1193">
                  <c:v>1.0507609844207759</c:v>
                </c:pt>
                <c:pt idx="1194">
                  <c:v>1.0501339816482309</c:v>
                </c:pt>
                <c:pt idx="1195">
                  <c:v>1.044840051096128</c:v>
                </c:pt>
                <c:pt idx="1196">
                  <c:v>1.0425024032592769</c:v>
                </c:pt>
                <c:pt idx="1197">
                  <c:v>1.039114759178176</c:v>
                </c:pt>
                <c:pt idx="1198">
                  <c:v>1.0202651896437549</c:v>
                </c:pt>
                <c:pt idx="1199">
                  <c:v>1.0055216869880179</c:v>
                </c:pt>
                <c:pt idx="1200">
                  <c:v>0.99143576622009277</c:v>
                </c:pt>
                <c:pt idx="1201">
                  <c:v>1.0560416357690019</c:v>
                </c:pt>
                <c:pt idx="1202">
                  <c:v>1.234083638773666</c:v>
                </c:pt>
                <c:pt idx="1203">
                  <c:v>1.2518730163574221</c:v>
                </c:pt>
                <c:pt idx="1204">
                  <c:v>1.250709107316621</c:v>
                </c:pt>
                <c:pt idx="1205">
                  <c:v>1.2420333623886111</c:v>
                </c:pt>
                <c:pt idx="1206">
                  <c:v>1.2303404542943479</c:v>
                </c:pt>
                <c:pt idx="1207">
                  <c:v>1.164247273047003</c:v>
                </c:pt>
                <c:pt idx="1208">
                  <c:v>1.083986759185791</c:v>
                </c:pt>
                <c:pt idx="1209">
                  <c:v>1.0736446306237739</c:v>
                </c:pt>
                <c:pt idx="1210">
                  <c:v>1.0256284600953141</c:v>
                </c:pt>
                <c:pt idx="1211">
                  <c:v>0.97855545722060788</c:v>
                </c:pt>
                <c:pt idx="1212">
                  <c:v>0.95842337608337402</c:v>
                </c:pt>
                <c:pt idx="1213">
                  <c:v>0.94564154626321639</c:v>
                </c:pt>
                <c:pt idx="1214">
                  <c:v>0.86899155202990608</c:v>
                </c:pt>
                <c:pt idx="1215">
                  <c:v>0.82303261756896973</c:v>
                </c:pt>
                <c:pt idx="1216">
                  <c:v>0.82564088754765286</c:v>
                </c:pt>
                <c:pt idx="1217">
                  <c:v>0.85058412541346295</c:v>
                </c:pt>
                <c:pt idx="1218">
                  <c:v>0.87065417613332408</c:v>
                </c:pt>
                <c:pt idx="1219">
                  <c:v>0.87701320648193359</c:v>
                </c:pt>
                <c:pt idx="1220">
                  <c:v>0.88330113014054157</c:v>
                </c:pt>
                <c:pt idx="1221">
                  <c:v>0.9562011432640255</c:v>
                </c:pt>
                <c:pt idx="1222">
                  <c:v>0.97561490535736084</c:v>
                </c:pt>
                <c:pt idx="1223">
                  <c:v>0.95921430184920731</c:v>
                </c:pt>
                <c:pt idx="1224">
                  <c:v>0.92993211080541349</c:v>
                </c:pt>
                <c:pt idx="1225">
                  <c:v>0.91299301385879517</c:v>
                </c:pt>
                <c:pt idx="1226">
                  <c:v>0.9221019491074639</c:v>
                </c:pt>
                <c:pt idx="1227">
                  <c:v>0.94580021065322395</c:v>
                </c:pt>
                <c:pt idx="1228">
                  <c:v>0.9588063555530798</c:v>
                </c:pt>
                <c:pt idx="1229">
                  <c:v>0.96340680122375488</c:v>
                </c:pt>
                <c:pt idx="1230">
                  <c:v>0.99284341938695675</c:v>
                </c:pt>
                <c:pt idx="1231">
                  <c:v>1.055855870246887</c:v>
                </c:pt>
                <c:pt idx="1232">
                  <c:v>1.029166209925924</c:v>
                </c:pt>
                <c:pt idx="1233">
                  <c:v>1.010490859365994</c:v>
                </c:pt>
                <c:pt idx="1234">
                  <c:v>0.96963009605281703</c:v>
                </c:pt>
                <c:pt idx="1235">
                  <c:v>0.96533644199371338</c:v>
                </c:pt>
                <c:pt idx="1236">
                  <c:v>0.95751893887328099</c:v>
                </c:pt>
                <c:pt idx="1237">
                  <c:v>0.86304828169825387</c:v>
                </c:pt>
                <c:pt idx="1238">
                  <c:v>0.83737063407897949</c:v>
                </c:pt>
                <c:pt idx="1239">
                  <c:v>0.83872963791642774</c:v>
                </c:pt>
                <c:pt idx="1240">
                  <c:v>0.84795479528645679</c:v>
                </c:pt>
                <c:pt idx="1241">
                  <c:v>0.84893065690994263</c:v>
                </c:pt>
                <c:pt idx="1242">
                  <c:v>0.84583449379090891</c:v>
                </c:pt>
                <c:pt idx="1243">
                  <c:v>0.8283912177953221</c:v>
                </c:pt>
                <c:pt idx="1244">
                  <c:v>0.80542691453255166</c:v>
                </c:pt>
                <c:pt idx="1245">
                  <c:v>0.8012387752532959</c:v>
                </c:pt>
                <c:pt idx="1246">
                  <c:v>0.79091416884890842</c:v>
                </c:pt>
                <c:pt idx="1247">
                  <c:v>0.73151683807373047</c:v>
                </c:pt>
                <c:pt idx="1248">
                  <c:v>0.73746635744813671</c:v>
                </c:pt>
                <c:pt idx="1249">
                  <c:v>0.76052324718390418</c:v>
                </c:pt>
                <c:pt idx="1250">
                  <c:v>0.77767695891846333</c:v>
                </c:pt>
                <c:pt idx="1251">
                  <c:v>0.78228724002838135</c:v>
                </c:pt>
                <c:pt idx="1252">
                  <c:v>0.78734949333499982</c:v>
                </c:pt>
                <c:pt idx="1253">
                  <c:v>0.82202321523936683</c:v>
                </c:pt>
                <c:pt idx="1254">
                  <c:v>0.83514517545700073</c:v>
                </c:pt>
                <c:pt idx="1255">
                  <c:v>0.83788731632528901</c:v>
                </c:pt>
                <c:pt idx="1256">
                  <c:v>0.85703015092640666</c:v>
                </c:pt>
                <c:pt idx="1257">
                  <c:v>0.86964756575729463</c:v>
                </c:pt>
                <c:pt idx="1258">
                  <c:v>0.87191683053970337</c:v>
                </c:pt>
                <c:pt idx="1259">
                  <c:v>0.88175891711054621</c:v>
                </c:pt>
                <c:pt idx="1260">
                  <c:v>0.98820092450717856</c:v>
                </c:pt>
                <c:pt idx="1261">
                  <c:v>1.015859127044678</c:v>
                </c:pt>
                <c:pt idx="1262">
                  <c:v>1.011944914903381</c:v>
                </c:pt>
                <c:pt idx="1263">
                  <c:v>0.95673714836988066</c:v>
                </c:pt>
                <c:pt idx="1264">
                  <c:v>0.93673646450042725</c:v>
                </c:pt>
                <c:pt idx="1265">
                  <c:v>0.93266026417050196</c:v>
                </c:pt>
                <c:pt idx="1266">
                  <c:v>0.90003789886147334</c:v>
                </c:pt>
                <c:pt idx="1267">
                  <c:v>0.84563161998772607</c:v>
                </c:pt>
                <c:pt idx="1268">
                  <c:v>0.83324986696243286</c:v>
                </c:pt>
                <c:pt idx="1269">
                  <c:v>0.83393204270353205</c:v>
                </c:pt>
                <c:pt idx="1270">
                  <c:v>0.83713901042938232</c:v>
                </c:pt>
                <c:pt idx="1271">
                  <c:v>0.84588727947932441</c:v>
                </c:pt>
                <c:pt idx="1272">
                  <c:v>0.85329261838683867</c:v>
                </c:pt>
                <c:pt idx="1273">
                  <c:v>0.85965775775059849</c:v>
                </c:pt>
                <c:pt idx="1274">
                  <c:v>0.86191654205322266</c:v>
                </c:pt>
                <c:pt idx="1275">
                  <c:v>0.86168534190555213</c:v>
                </c:pt>
                <c:pt idx="1276">
                  <c:v>0.85866548403449172</c:v>
                </c:pt>
                <c:pt idx="1277">
                  <c:v>0.85782384872436523</c:v>
                </c:pt>
                <c:pt idx="1278">
                  <c:v>0.85364654270357931</c:v>
                </c:pt>
                <c:pt idx="1279">
                  <c:v>0.82085605001926076</c:v>
                </c:pt>
                <c:pt idx="1280">
                  <c:v>0.80841845273971558</c:v>
                </c:pt>
                <c:pt idx="1281">
                  <c:v>0.79403996627429774</c:v>
                </c:pt>
                <c:pt idx="1282">
                  <c:v>0.74693965171103938</c:v>
                </c:pt>
                <c:pt idx="1283">
                  <c:v>0.73773002624511719</c:v>
                </c:pt>
                <c:pt idx="1284">
                  <c:v>0.7406450812331421</c:v>
                </c:pt>
                <c:pt idx="1285">
                  <c:v>0.756609716375789</c:v>
                </c:pt>
                <c:pt idx="1286">
                  <c:v>0.77228915691375732</c:v>
                </c:pt>
                <c:pt idx="1287">
                  <c:v>0.77458523715921035</c:v>
                </c:pt>
                <c:pt idx="1288">
                  <c:v>0.79546980286633062</c:v>
                </c:pt>
                <c:pt idx="1289">
                  <c:v>0.80431925913849489</c:v>
                </c:pt>
                <c:pt idx="1290">
                  <c:v>0.80590689182281494</c:v>
                </c:pt>
                <c:pt idx="1291">
                  <c:v>0.82772931605389155</c:v>
                </c:pt>
                <c:pt idx="1292">
                  <c:v>1.028577728812639</c:v>
                </c:pt>
                <c:pt idx="1293">
                  <c:v>1.0628963708877559</c:v>
                </c:pt>
                <c:pt idx="1294">
                  <c:v>1.1465489864042671</c:v>
                </c:pt>
                <c:pt idx="1295">
                  <c:v>1.6966561245032821</c:v>
                </c:pt>
                <c:pt idx="1296">
                  <c:v>1.937193870544434</c:v>
                </c:pt>
                <c:pt idx="1297">
                  <c:v>1.9355993392843589</c:v>
                </c:pt>
                <c:pt idx="1298">
                  <c:v>1.9228265285491939</c:v>
                </c:pt>
                <c:pt idx="1299">
                  <c:v>1.9863829347465729</c:v>
                </c:pt>
                <c:pt idx="1300">
                  <c:v>2.360677735048299</c:v>
                </c:pt>
                <c:pt idx="1301">
                  <c:v>2.7684241666022991</c:v>
                </c:pt>
                <c:pt idx="1302">
                  <c:v>2.9582185745239258</c:v>
                </c:pt>
                <c:pt idx="1303">
                  <c:v>2.9395974856230018</c:v>
                </c:pt>
                <c:pt idx="1304">
                  <c:v>2.8467617694525189</c:v>
                </c:pt>
                <c:pt idx="1305">
                  <c:v>2.7601227807918041</c:v>
                </c:pt>
                <c:pt idx="1306">
                  <c:v>2.693498477425051</c:v>
                </c:pt>
                <c:pt idx="1307">
                  <c:v>2.6698803901672359</c:v>
                </c:pt>
                <c:pt idx="1308">
                  <c:v>2.6487932134519458</c:v>
                </c:pt>
                <c:pt idx="1309">
                  <c:v>2.5510505915633059</c:v>
                </c:pt>
                <c:pt idx="1310">
                  <c:v>2.5314843654632568</c:v>
                </c:pt>
                <c:pt idx="1311">
                  <c:v>2.5108748194095032</c:v>
                </c:pt>
                <c:pt idx="1312">
                  <c:v>2.3551850590291319</c:v>
                </c:pt>
                <c:pt idx="1313">
                  <c:v>2.2692844867706299</c:v>
                </c:pt>
                <c:pt idx="1314">
                  <c:v>2.2583769689175219</c:v>
                </c:pt>
                <c:pt idx="1315">
                  <c:v>2.25106771194474</c:v>
                </c:pt>
                <c:pt idx="1316">
                  <c:v>2.0872588157653809</c:v>
                </c:pt>
                <c:pt idx="1317">
                  <c:v>2.079337280941445</c:v>
                </c:pt>
                <c:pt idx="1318">
                  <c:v>1.995387552039682</c:v>
                </c:pt>
                <c:pt idx="1319">
                  <c:v>1.9705944061279299</c:v>
                </c:pt>
                <c:pt idx="1320">
                  <c:v>1.9418130685800441</c:v>
                </c:pt>
                <c:pt idx="1321">
                  <c:v>1.8692641377476491</c:v>
                </c:pt>
                <c:pt idx="1322">
                  <c:v>1.857694149017334</c:v>
                </c:pt>
                <c:pt idx="1323">
                  <c:v>1.8588821631501029</c:v>
                </c:pt>
                <c:pt idx="1324">
                  <c:v>1.865714953529449</c:v>
                </c:pt>
                <c:pt idx="1325">
                  <c:v>1.870414257049561</c:v>
                </c:pt>
                <c:pt idx="1326">
                  <c:v>1.874237636772929</c:v>
                </c:pt>
                <c:pt idx="1327">
                  <c:v>1.896501124453347</c:v>
                </c:pt>
                <c:pt idx="1328">
                  <c:v>1.920261755108454</c:v>
                </c:pt>
                <c:pt idx="1329">
                  <c:v>1.9343903064727781</c:v>
                </c:pt>
                <c:pt idx="1330">
                  <c:v>1.9228601607368689</c:v>
                </c:pt>
                <c:pt idx="1331">
                  <c:v>1.737516403198242</c:v>
                </c:pt>
                <c:pt idx="1332">
                  <c:v>1.713606649856634</c:v>
                </c:pt>
                <c:pt idx="1333">
                  <c:v>1.6067707550578521</c:v>
                </c:pt>
                <c:pt idx="1334">
                  <c:v>1.5275411605834961</c:v>
                </c:pt>
                <c:pt idx="1335">
                  <c:v>1.524444137166298</c:v>
                </c:pt>
                <c:pt idx="1336">
                  <c:v>1.516473992919281</c:v>
                </c:pt>
                <c:pt idx="1337">
                  <c:v>1.51173389361116</c:v>
                </c:pt>
                <c:pt idx="1338">
                  <c:v>1.510952949523926</c:v>
                </c:pt>
                <c:pt idx="1339">
                  <c:v>1.501591330598393</c:v>
                </c:pt>
                <c:pt idx="1340">
                  <c:v>1.4035122686511621</c:v>
                </c:pt>
                <c:pt idx="1341">
                  <c:v>1.376458048820496</c:v>
                </c:pt>
                <c:pt idx="1342">
                  <c:v>1.377757539357656</c:v>
                </c:pt>
                <c:pt idx="1343">
                  <c:v>1.396745100169549</c:v>
                </c:pt>
                <c:pt idx="1344">
                  <c:v>1.403807640075684</c:v>
                </c:pt>
                <c:pt idx="1345">
                  <c:v>1.4094019814847061</c:v>
                </c:pt>
                <c:pt idx="1346">
                  <c:v>1.430199086234089</c:v>
                </c:pt>
                <c:pt idx="1347">
                  <c:v>1.4385157494330429</c:v>
                </c:pt>
                <c:pt idx="1348">
                  <c:v>1.4706213655444711</c:v>
                </c:pt>
                <c:pt idx="1349">
                  <c:v>1.4765312671661379</c:v>
                </c:pt>
                <c:pt idx="1350">
                  <c:v>1.4855221632989479</c:v>
                </c:pt>
                <c:pt idx="1351">
                  <c:v>1.6237396492698939</c:v>
                </c:pt>
                <c:pt idx="1352">
                  <c:v>1.6761506795883181</c:v>
                </c:pt>
                <c:pt idx="1353">
                  <c:v>1.6740628090252809</c:v>
                </c:pt>
                <c:pt idx="1354">
                  <c:v>1.655517229437772</c:v>
                </c:pt>
                <c:pt idx="1355">
                  <c:v>1.6475586891174321</c:v>
                </c:pt>
                <c:pt idx="1356">
                  <c:v>1.6420111746767889</c:v>
                </c:pt>
                <c:pt idx="1357">
                  <c:v>1.576014275418917</c:v>
                </c:pt>
                <c:pt idx="1358">
                  <c:v>1.5322055816650391</c:v>
                </c:pt>
                <c:pt idx="1359">
                  <c:v>1.522157196201084</c:v>
                </c:pt>
                <c:pt idx="1360">
                  <c:v>1.431939313160099</c:v>
                </c:pt>
                <c:pt idx="1361">
                  <c:v>1.39368736743927</c:v>
                </c:pt>
                <c:pt idx="1362">
                  <c:v>1.4165701434551821</c:v>
                </c:pt>
                <c:pt idx="1363">
                  <c:v>1.437426222114065</c:v>
                </c:pt>
                <c:pt idx="1364">
                  <c:v>1.8297350406646731</c:v>
                </c:pt>
                <c:pt idx="1365">
                  <c:v>1.8210075045494321</c:v>
                </c:pt>
                <c:pt idx="1366">
                  <c:v>1.763050351689835</c:v>
                </c:pt>
                <c:pt idx="1367">
                  <c:v>1.713832942509232</c:v>
                </c:pt>
                <c:pt idx="1368">
                  <c:v>1.69965124130249</c:v>
                </c:pt>
                <c:pt idx="1369">
                  <c:v>1.9934095685505031</c:v>
                </c:pt>
                <c:pt idx="1370">
                  <c:v>2.4853724461785411</c:v>
                </c:pt>
                <c:pt idx="1371">
                  <c:v>2.5323009490966801</c:v>
                </c:pt>
                <c:pt idx="1372">
                  <c:v>2.924576315803733</c:v>
                </c:pt>
                <c:pt idx="1373">
                  <c:v>3.4813343974758491</c:v>
                </c:pt>
                <c:pt idx="1374">
                  <c:v>3.535753726959229</c:v>
                </c:pt>
                <c:pt idx="1375">
                  <c:v>3.554394131011422</c:v>
                </c:pt>
                <c:pt idx="1376">
                  <c:v>3.8408377766187001</c:v>
                </c:pt>
                <c:pt idx="1377">
                  <c:v>3.950041770935059</c:v>
                </c:pt>
                <c:pt idx="1378">
                  <c:v>4.0063361158438173</c:v>
                </c:pt>
                <c:pt idx="1379">
                  <c:v>4.5258662655623922</c:v>
                </c:pt>
                <c:pt idx="1380">
                  <c:v>4.8914341926574707</c:v>
                </c:pt>
                <c:pt idx="1381">
                  <c:v>4.9162753072311931</c:v>
                </c:pt>
                <c:pt idx="1382">
                  <c:v>5.1806082454365674</c:v>
                </c:pt>
                <c:pt idx="1383">
                  <c:v>5.3839917182922363</c:v>
                </c:pt>
                <c:pt idx="1384">
                  <c:v>5.3977335265238651</c:v>
                </c:pt>
                <c:pt idx="1385">
                  <c:v>5.4414997693583391</c:v>
                </c:pt>
                <c:pt idx="1386">
                  <c:v>5.6250919460566289</c:v>
                </c:pt>
                <c:pt idx="1387">
                  <c:v>5.8999252201111148</c:v>
                </c:pt>
                <c:pt idx="1388">
                  <c:v>6.0353574752807617</c:v>
                </c:pt>
                <c:pt idx="1389">
                  <c:v>5.9737649981069882</c:v>
                </c:pt>
                <c:pt idx="1390">
                  <c:v>5.5265748997168211</c:v>
                </c:pt>
                <c:pt idx="1391">
                  <c:v>5.2985405921936044</c:v>
                </c:pt>
                <c:pt idx="1392">
                  <c:v>5.2540225568954799</c:v>
                </c:pt>
                <c:pt idx="1393">
                  <c:v>4.7655894020903871</c:v>
                </c:pt>
                <c:pt idx="1394">
                  <c:v>4.6143674850463867</c:v>
                </c:pt>
                <c:pt idx="1395">
                  <c:v>4.5810430159812858</c:v>
                </c:pt>
                <c:pt idx="1396">
                  <c:v>4.3899249975186763</c:v>
                </c:pt>
                <c:pt idx="1397">
                  <c:v>4.0364013720842324</c:v>
                </c:pt>
                <c:pt idx="1398">
                  <c:v>3.996878862380981</c:v>
                </c:pt>
                <c:pt idx="1399">
                  <c:v>3.982666565925439</c:v>
                </c:pt>
                <c:pt idx="1400">
                  <c:v>3.7557272688271741</c:v>
                </c:pt>
                <c:pt idx="1401">
                  <c:v>3.6947271823883061</c:v>
                </c:pt>
                <c:pt idx="1402">
                  <c:v>3.688836277986153</c:v>
                </c:pt>
                <c:pt idx="1403">
                  <c:v>3.6127622184015808</c:v>
                </c:pt>
                <c:pt idx="1404">
                  <c:v>3.5826621055603032</c:v>
                </c:pt>
                <c:pt idx="1405">
                  <c:v>3.5751827550993309</c:v>
                </c:pt>
                <c:pt idx="1406">
                  <c:v>3.522956132789564</c:v>
                </c:pt>
                <c:pt idx="1407">
                  <c:v>3.4689648450175001</c:v>
                </c:pt>
                <c:pt idx="1408">
                  <c:v>3.4622855186462398</c:v>
                </c:pt>
                <c:pt idx="1409">
                  <c:v>3.443352048184412</c:v>
                </c:pt>
                <c:pt idx="1410">
                  <c:v>3.2615132745611168</c:v>
                </c:pt>
                <c:pt idx="1411">
                  <c:v>3.237446546554565</c:v>
                </c:pt>
                <c:pt idx="1412">
                  <c:v>3.22221931869601</c:v>
                </c:pt>
                <c:pt idx="1413">
                  <c:v>2.9723656824060498</c:v>
                </c:pt>
                <c:pt idx="1414">
                  <c:v>2.8670326080569448</c:v>
                </c:pt>
                <c:pt idx="1415">
                  <c:v>2.8481001853942871</c:v>
                </c:pt>
                <c:pt idx="1416">
                  <c:v>2.8089296460785791</c:v>
                </c:pt>
                <c:pt idx="1417">
                  <c:v>2.542040109634399</c:v>
                </c:pt>
                <c:pt idx="1418">
                  <c:v>2.5293143425560478</c:v>
                </c:pt>
                <c:pt idx="1419">
                  <c:v>2.462284890979586</c:v>
                </c:pt>
                <c:pt idx="1420">
                  <c:v>2.415028156880286</c:v>
                </c:pt>
                <c:pt idx="1421">
                  <c:v>2.4107973575592041</c:v>
                </c:pt>
                <c:pt idx="1422">
                  <c:v>2.4493296321064868</c:v>
                </c:pt>
                <c:pt idx="1423">
                  <c:v>2.5038879521673731</c:v>
                </c:pt>
                <c:pt idx="1424">
                  <c:v>2.5400122476831268</c:v>
                </c:pt>
                <c:pt idx="1425">
                  <c:v>2.552923440933228</c:v>
                </c:pt>
                <c:pt idx="1426">
                  <c:v>2.578373999682178</c:v>
                </c:pt>
                <c:pt idx="1427">
                  <c:v>2.9381833821594481</c:v>
                </c:pt>
                <c:pt idx="1428">
                  <c:v>3.1375153064727779</c:v>
                </c:pt>
                <c:pt idx="1429">
                  <c:v>3.115634439611362</c:v>
                </c:pt>
                <c:pt idx="1430">
                  <c:v>2.8746028565287571</c:v>
                </c:pt>
                <c:pt idx="1431">
                  <c:v>2.7617739741560841</c:v>
                </c:pt>
                <c:pt idx="1432">
                  <c:v>2.729782342910767</c:v>
                </c:pt>
                <c:pt idx="1433">
                  <c:v>2.740850254555018</c:v>
                </c:pt>
                <c:pt idx="1434">
                  <c:v>2.8770074844360352</c:v>
                </c:pt>
                <c:pt idx="1435">
                  <c:v>2.8008372772586552</c:v>
                </c:pt>
                <c:pt idx="1436">
                  <c:v>2.7492919063199861</c:v>
                </c:pt>
                <c:pt idx="1437">
                  <c:v>2.6951828274718062</c:v>
                </c:pt>
                <c:pt idx="1438">
                  <c:v>2.6862082481384282</c:v>
                </c:pt>
                <c:pt idx="1439">
                  <c:v>2.6617728145207851</c:v>
                </c:pt>
                <c:pt idx="1440">
                  <c:v>2.4069609642028809</c:v>
                </c:pt>
                <c:pt idx="1441">
                  <c:v>2.3832666801542808</c:v>
                </c:pt>
                <c:pt idx="1442">
                  <c:v>2.1536767676346629</c:v>
                </c:pt>
                <c:pt idx="1443">
                  <c:v>2.1373081207275391</c:v>
                </c:pt>
                <c:pt idx="1444">
                  <c:v>2.1116075461136639</c:v>
                </c:pt>
                <c:pt idx="1445">
                  <c:v>1.93823621171956</c:v>
                </c:pt>
                <c:pt idx="1446">
                  <c:v>1.8511863946914671</c:v>
                </c:pt>
                <c:pt idx="1447">
                  <c:v>1.838016571138408</c:v>
                </c:pt>
                <c:pt idx="1448">
                  <c:v>1.731946442241024</c:v>
                </c:pt>
                <c:pt idx="1449">
                  <c:v>1.6947882175445561</c:v>
                </c:pt>
                <c:pt idx="1450">
                  <c:v>1.701418073165001</c:v>
                </c:pt>
                <c:pt idx="1451">
                  <c:v>1.7334368844111869</c:v>
                </c:pt>
                <c:pt idx="1452">
                  <c:v>1.763459329188485</c:v>
                </c:pt>
                <c:pt idx="1453">
                  <c:v>1.7794278860092161</c:v>
                </c:pt>
                <c:pt idx="1454">
                  <c:v>1.783471852676461</c:v>
                </c:pt>
                <c:pt idx="1455">
                  <c:v>1.804382692009612</c:v>
                </c:pt>
                <c:pt idx="1456">
                  <c:v>1.821675777435303</c:v>
                </c:pt>
                <c:pt idx="1457">
                  <c:v>1.8258644341553261</c:v>
                </c:pt>
                <c:pt idx="1458">
                  <c:v>1.8540675640106199</c:v>
                </c:pt>
                <c:pt idx="1459">
                  <c:v>1.831560055993724</c:v>
                </c:pt>
                <c:pt idx="1460">
                  <c:v>1.6908134653620821</c:v>
                </c:pt>
                <c:pt idx="1461">
                  <c:v>1.579582571983337</c:v>
                </c:pt>
                <c:pt idx="1462">
                  <c:v>1.5837408732415781</c:v>
                </c:pt>
                <c:pt idx="1463">
                  <c:v>1.585080988031947</c:v>
                </c:pt>
                <c:pt idx="1464">
                  <c:v>1.602902052173701</c:v>
                </c:pt>
                <c:pt idx="1465">
                  <c:v>1.6208330051986799</c:v>
                </c:pt>
                <c:pt idx="1466">
                  <c:v>1.6373870372772219</c:v>
                </c:pt>
                <c:pt idx="1467">
                  <c:v>1.7790275244263929</c:v>
                </c:pt>
                <c:pt idx="1468">
                  <c:v>2.1110177471708389</c:v>
                </c:pt>
                <c:pt idx="1469">
                  <c:v>2.4689829929288618</c:v>
                </c:pt>
                <c:pt idx="1470">
                  <c:v>2.6222672462463379</c:v>
                </c:pt>
                <c:pt idx="1471">
                  <c:v>2.7280691749657588</c:v>
                </c:pt>
                <c:pt idx="1472">
                  <c:v>3.2742335345774558</c:v>
                </c:pt>
                <c:pt idx="1473">
                  <c:v>3.3419895172119141</c:v>
                </c:pt>
                <c:pt idx="1474">
                  <c:v>3.3139661984943078</c:v>
                </c:pt>
                <c:pt idx="1475">
                  <c:v>3.0736779799545402</c:v>
                </c:pt>
                <c:pt idx="1476">
                  <c:v>2.9057921019454911</c:v>
                </c:pt>
                <c:pt idx="1477">
                  <c:v>2.8626704216003418</c:v>
                </c:pt>
                <c:pt idx="1478">
                  <c:v>2.9396364384935612</c:v>
                </c:pt>
                <c:pt idx="1479">
                  <c:v>3.5200223698922448</c:v>
                </c:pt>
                <c:pt idx="1480">
                  <c:v>3.641749382019043</c:v>
                </c:pt>
                <c:pt idx="1481">
                  <c:v>3.590439328687753</c:v>
                </c:pt>
                <c:pt idx="1482">
                  <c:v>3.10733962059021</c:v>
                </c:pt>
                <c:pt idx="1483">
                  <c:v>3.0115962539823089</c:v>
                </c:pt>
                <c:pt idx="1484">
                  <c:v>2.7863663037313882</c:v>
                </c:pt>
                <c:pt idx="1485">
                  <c:v>2.725440502166748</c:v>
                </c:pt>
                <c:pt idx="1486">
                  <c:v>2.5880144362461022</c:v>
                </c:pt>
                <c:pt idx="1487">
                  <c:v>2.3668861389160161</c:v>
                </c:pt>
                <c:pt idx="1488">
                  <c:v>2.3370077867514452</c:v>
                </c:pt>
                <c:pt idx="1489">
                  <c:v>2.2575591485390571</c:v>
                </c:pt>
                <c:pt idx="1490">
                  <c:v>2.1214128719135701</c:v>
                </c:pt>
                <c:pt idx="1491">
                  <c:v>2.0974185466766362</c:v>
                </c:pt>
                <c:pt idx="1492">
                  <c:v>2.1579277657756499</c:v>
                </c:pt>
                <c:pt idx="1493">
                  <c:v>2.907037123405884</c:v>
                </c:pt>
                <c:pt idx="1494">
                  <c:v>3.0400972366333008</c:v>
                </c:pt>
                <c:pt idx="1495">
                  <c:v>3.007661411585429</c:v>
                </c:pt>
                <c:pt idx="1496">
                  <c:v>2.8168681976431338</c:v>
                </c:pt>
                <c:pt idx="1497">
                  <c:v>2.7113912105560298</c:v>
                </c:pt>
                <c:pt idx="1498">
                  <c:v>2.6713239890003071</c:v>
                </c:pt>
                <c:pt idx="1499">
                  <c:v>2.3326166295306399</c:v>
                </c:pt>
                <c:pt idx="1500">
                  <c:v>2.306594610214233</c:v>
                </c:pt>
                <c:pt idx="1501">
                  <c:v>2.424964016442638</c:v>
                </c:pt>
                <c:pt idx="1502">
                  <c:v>3.4578790664672852</c:v>
                </c:pt>
                <c:pt idx="1503">
                  <c:v>3.4442227396094678</c:v>
                </c:pt>
                <c:pt idx="1504">
                  <c:v>3.438799516770946</c:v>
                </c:pt>
                <c:pt idx="1505">
                  <c:v>3.3544650414400841</c:v>
                </c:pt>
                <c:pt idx="1506">
                  <c:v>3.2205594944119609</c:v>
                </c:pt>
                <c:pt idx="1507">
                  <c:v>3.1833146208005729</c:v>
                </c:pt>
                <c:pt idx="1508">
                  <c:v>3.0992857327280889</c:v>
                </c:pt>
                <c:pt idx="1509">
                  <c:v>3.0169661045074458</c:v>
                </c:pt>
                <c:pt idx="1510">
                  <c:v>2.9645780088743048</c:v>
                </c:pt>
                <c:pt idx="1511">
                  <c:v>2.659889698028564</c:v>
                </c:pt>
                <c:pt idx="1512">
                  <c:v>2.6130789945122088</c:v>
                </c:pt>
                <c:pt idx="1513">
                  <c:v>2.3178541660308838</c:v>
                </c:pt>
                <c:pt idx="1514">
                  <c:v>2.3355599080691518</c:v>
                </c:pt>
                <c:pt idx="1515">
                  <c:v>2.5146205047890668</c:v>
                </c:pt>
                <c:pt idx="1516">
                  <c:v>2.5866856575012211</c:v>
                </c:pt>
                <c:pt idx="1517">
                  <c:v>2.7615068348881939</c:v>
                </c:pt>
                <c:pt idx="1518">
                  <c:v>3.3035969262791718</c:v>
                </c:pt>
                <c:pt idx="1519">
                  <c:v>3.543986320495605</c:v>
                </c:pt>
                <c:pt idx="1520">
                  <c:v>3.62116376176315</c:v>
                </c:pt>
                <c:pt idx="1521">
                  <c:v>4.2756571769714364</c:v>
                </c:pt>
                <c:pt idx="1522">
                  <c:v>4.2577513299773333</c:v>
                </c:pt>
                <c:pt idx="1523">
                  <c:v>4.246649654252356</c:v>
                </c:pt>
                <c:pt idx="1524">
                  <c:v>4.0801396949678868</c:v>
                </c:pt>
                <c:pt idx="1525">
                  <c:v>3.835143999508817</c:v>
                </c:pt>
                <c:pt idx="1526">
                  <c:v>3.771336555480957</c:v>
                </c:pt>
                <c:pt idx="1527">
                  <c:v>3.767942475803014</c:v>
                </c:pt>
                <c:pt idx="1528">
                  <c:v>3.7300901412963872</c:v>
                </c:pt>
                <c:pt idx="1529">
                  <c:v>4.1832567356050294</c:v>
                </c:pt>
                <c:pt idx="1530">
                  <c:v>4.5966379356490457</c:v>
                </c:pt>
                <c:pt idx="1531">
                  <c:v>4.6391201019287109</c:v>
                </c:pt>
                <c:pt idx="1532">
                  <c:v>4.760320139822511</c:v>
                </c:pt>
                <c:pt idx="1533">
                  <c:v>4.992062093589495</c:v>
                </c:pt>
                <c:pt idx="1534">
                  <c:v>5.2152603592205971</c:v>
                </c:pt>
                <c:pt idx="1535">
                  <c:v>5.2829394340515137</c:v>
                </c:pt>
                <c:pt idx="1536">
                  <c:v>5.027301521078714</c:v>
                </c:pt>
                <c:pt idx="1537">
                  <c:v>4.5811610088166113</c:v>
                </c:pt>
                <c:pt idx="1538">
                  <c:v>4.5000085830688477</c:v>
                </c:pt>
                <c:pt idx="1539">
                  <c:v>4.4157923607840468</c:v>
                </c:pt>
                <c:pt idx="1540">
                  <c:v>4.136441771017882</c:v>
                </c:pt>
                <c:pt idx="1541">
                  <c:v>3.9070055484771729</c:v>
                </c:pt>
                <c:pt idx="1542">
                  <c:v>3.8970441775209181</c:v>
                </c:pt>
                <c:pt idx="1543">
                  <c:v>3.8036737730672558</c:v>
                </c:pt>
                <c:pt idx="1544">
                  <c:v>3.648681044814142</c:v>
                </c:pt>
                <c:pt idx="1545">
                  <c:v>3.6158783137034169</c:v>
                </c:pt>
                <c:pt idx="1546">
                  <c:v>3.508303967138882</c:v>
                </c:pt>
                <c:pt idx="1547">
                  <c:v>3.4368443489074711</c:v>
                </c:pt>
                <c:pt idx="1548">
                  <c:v>3.33155748325707</c:v>
                </c:pt>
                <c:pt idx="1549">
                  <c:v>3.0276281833648682</c:v>
                </c:pt>
                <c:pt idx="1550">
                  <c:v>2.7173919348244779</c:v>
                </c:pt>
                <c:pt idx="1551">
                  <c:v>2.6136167049407959</c:v>
                </c:pt>
                <c:pt idx="1552">
                  <c:v>2.6071838627394639</c:v>
                </c:pt>
                <c:pt idx="1553">
                  <c:v>2.570642717036502</c:v>
                </c:pt>
                <c:pt idx="1554">
                  <c:v>2.527508564043409</c:v>
                </c:pt>
                <c:pt idx="1555">
                  <c:v>2.5091316699981689</c:v>
                </c:pt>
                <c:pt idx="1556">
                  <c:v>2.4888221893993672</c:v>
                </c:pt>
                <c:pt idx="1557">
                  <c:v>2.2703826427459721</c:v>
                </c:pt>
                <c:pt idx="1558">
                  <c:v>2.231467726766788</c:v>
                </c:pt>
                <c:pt idx="1559">
                  <c:v>2.1213952984706661</c:v>
                </c:pt>
                <c:pt idx="1560">
                  <c:v>2.042878389358521</c:v>
                </c:pt>
                <c:pt idx="1561">
                  <c:v>2.0863694381643039</c:v>
                </c:pt>
                <c:pt idx="1562">
                  <c:v>2.4159330863125459</c:v>
                </c:pt>
                <c:pt idx="1563">
                  <c:v>2.6148414583677551</c:v>
                </c:pt>
                <c:pt idx="1564">
                  <c:v>2.753058910369873</c:v>
                </c:pt>
                <c:pt idx="1565">
                  <c:v>2.9641043610976112</c:v>
                </c:pt>
                <c:pt idx="1566">
                  <c:v>3.7715315818786621</c:v>
                </c:pt>
                <c:pt idx="1567">
                  <c:v>3.7639798565735991</c:v>
                </c:pt>
                <c:pt idx="1568">
                  <c:v>3.758823963831023</c:v>
                </c:pt>
                <c:pt idx="1569">
                  <c:v>3.6853862978066338</c:v>
                </c:pt>
                <c:pt idx="1570">
                  <c:v>3.583176830995416</c:v>
                </c:pt>
                <c:pt idx="1571">
                  <c:v>3.5510811805725102</c:v>
                </c:pt>
                <c:pt idx="1572">
                  <c:v>3.5384950317263621</c:v>
                </c:pt>
                <c:pt idx="1573">
                  <c:v>3.429746106106363</c:v>
                </c:pt>
                <c:pt idx="1574">
                  <c:v>3.3920249938964839</c:v>
                </c:pt>
                <c:pt idx="1575">
                  <c:v>3.361545737854517</c:v>
                </c:pt>
                <c:pt idx="1576">
                  <c:v>3.273915690321858</c:v>
                </c:pt>
                <c:pt idx="1577">
                  <c:v>3.2624037265777588</c:v>
                </c:pt>
                <c:pt idx="1578">
                  <c:v>3.252122780059933</c:v>
                </c:pt>
                <c:pt idx="1579">
                  <c:v>3.1924902617330511</c:v>
                </c:pt>
                <c:pt idx="1580">
                  <c:v>3.110458249203798</c:v>
                </c:pt>
                <c:pt idx="1581">
                  <c:v>3.0954902172088619</c:v>
                </c:pt>
                <c:pt idx="1582">
                  <c:v>3.1006054489328019</c:v>
                </c:pt>
                <c:pt idx="1583">
                  <c:v>3.1361290271300151</c:v>
                </c:pt>
                <c:pt idx="1584">
                  <c:v>3.17059748067713</c:v>
                </c:pt>
                <c:pt idx="1585">
                  <c:v>3.179417966326322</c:v>
                </c:pt>
                <c:pt idx="1586">
                  <c:v>3.2052509610506168</c:v>
                </c:pt>
                <c:pt idx="1587">
                  <c:v>3.2482998371124272</c:v>
                </c:pt>
                <c:pt idx="1588">
                  <c:v>3.0063460249637739</c:v>
                </c:pt>
                <c:pt idx="1589">
                  <c:v>2.9144871234893799</c:v>
                </c:pt>
                <c:pt idx="1590">
                  <c:v>2.8317478538749601</c:v>
                </c:pt>
                <c:pt idx="1591">
                  <c:v>2.7479032481083161</c:v>
                </c:pt>
                <c:pt idx="1592">
                  <c:v>2.6840746402740479</c:v>
                </c:pt>
                <c:pt idx="1593">
                  <c:v>2.7048257042562769</c:v>
                </c:pt>
                <c:pt idx="1594">
                  <c:v>2.928764820098877</c:v>
                </c:pt>
                <c:pt idx="1595">
                  <c:v>2.8920664923459221</c:v>
                </c:pt>
                <c:pt idx="1596">
                  <c:v>2.823788692303967</c:v>
                </c:pt>
                <c:pt idx="1597">
                  <c:v>2.7293635084032539</c:v>
                </c:pt>
                <c:pt idx="1598">
                  <c:v>2.709792852401733</c:v>
                </c:pt>
                <c:pt idx="1599">
                  <c:v>2.7473731922816591</c:v>
                </c:pt>
                <c:pt idx="1600">
                  <c:v>2.996223093266043</c:v>
                </c:pt>
                <c:pt idx="1601">
                  <c:v>3.0842220783233638</c:v>
                </c:pt>
                <c:pt idx="1602">
                  <c:v>3.0502300783385921</c:v>
                </c:pt>
                <c:pt idx="1603">
                  <c:v>2.882287051264846</c:v>
                </c:pt>
                <c:pt idx="1604">
                  <c:v>2.6970272002536069</c:v>
                </c:pt>
                <c:pt idx="1605">
                  <c:v>2.686252117156982</c:v>
                </c:pt>
                <c:pt idx="1606">
                  <c:v>2.6585072778189049</c:v>
                </c:pt>
                <c:pt idx="1607">
                  <c:v>2.413353097256429</c:v>
                </c:pt>
                <c:pt idx="1608">
                  <c:v>2.392880916595459</c:v>
                </c:pt>
                <c:pt idx="1609">
                  <c:v>2.385585415980664</c:v>
                </c:pt>
                <c:pt idx="1610">
                  <c:v>2.2748904197551538</c:v>
                </c:pt>
                <c:pt idx="1611">
                  <c:v>2.2151768207550049</c:v>
                </c:pt>
                <c:pt idx="1612">
                  <c:v>2.2097994956241021</c:v>
                </c:pt>
                <c:pt idx="1613">
                  <c:v>2.1699019993731321</c:v>
                </c:pt>
                <c:pt idx="1614">
                  <c:v>2.1376032829284668</c:v>
                </c:pt>
                <c:pt idx="1615">
                  <c:v>2.097941147398823</c:v>
                </c:pt>
                <c:pt idx="1616">
                  <c:v>2.0006777903988029</c:v>
                </c:pt>
                <c:pt idx="1617">
                  <c:v>1.9623973369598391</c:v>
                </c:pt>
                <c:pt idx="1618">
                  <c:v>1.9447396356658799</c:v>
                </c:pt>
                <c:pt idx="1619">
                  <c:v>1.779860629709757</c:v>
                </c:pt>
                <c:pt idx="1620">
                  <c:v>1.6775722503662109</c:v>
                </c:pt>
                <c:pt idx="1621">
                  <c:v>1.67562189619472</c:v>
                </c:pt>
                <c:pt idx="1622">
                  <c:v>1.665687915917603</c:v>
                </c:pt>
                <c:pt idx="1623">
                  <c:v>1.649377497678616</c:v>
                </c:pt>
                <c:pt idx="1624">
                  <c:v>1.6457954328884561</c:v>
                </c:pt>
                <c:pt idx="1625">
                  <c:v>1.632483741778795</c:v>
                </c:pt>
                <c:pt idx="1626">
                  <c:v>1.622327573016852</c:v>
                </c:pt>
                <c:pt idx="1627">
                  <c:v>1.621241450309753</c:v>
                </c:pt>
                <c:pt idx="1628">
                  <c:v>1.4581729173660281</c:v>
                </c:pt>
                <c:pt idx="1629">
                  <c:v>1.463160059032045</c:v>
                </c:pt>
                <c:pt idx="1630">
                  <c:v>1.4713184833526609</c:v>
                </c:pt>
                <c:pt idx="1631">
                  <c:v>1.467628987633967</c:v>
                </c:pt>
                <c:pt idx="1632">
                  <c:v>1.4304601941107951</c:v>
                </c:pt>
                <c:pt idx="1633">
                  <c:v>1.391403164375699</c:v>
                </c:pt>
                <c:pt idx="1634">
                  <c:v>1.375217080116272</c:v>
                </c:pt>
                <c:pt idx="1635">
                  <c:v>1.370712246334717</c:v>
                </c:pt>
                <c:pt idx="1636">
                  <c:v>1.3271747699517249</c:v>
                </c:pt>
                <c:pt idx="1637">
                  <c:v>1.3218731880187991</c:v>
                </c:pt>
                <c:pt idx="1638">
                  <c:v>1.326080527288835</c:v>
                </c:pt>
                <c:pt idx="1639">
                  <c:v>1.351920059719617</c:v>
                </c:pt>
                <c:pt idx="1640">
                  <c:v>1.380054712295532</c:v>
                </c:pt>
                <c:pt idx="1641">
                  <c:v>1.371182291528579</c:v>
                </c:pt>
                <c:pt idx="1642">
                  <c:v>1.3299002882364901</c:v>
                </c:pt>
                <c:pt idx="1643">
                  <c:v>1.2788834680848331</c:v>
                </c:pt>
                <c:pt idx="1644">
                  <c:v>1.235033512115479</c:v>
                </c:pt>
                <c:pt idx="1645">
                  <c:v>1.2344663211713831</c:v>
                </c:pt>
                <c:pt idx="1646">
                  <c:v>1.23391764486522</c:v>
                </c:pt>
                <c:pt idx="1647">
                  <c:v>1.2216005325317381</c:v>
                </c:pt>
                <c:pt idx="1648">
                  <c:v>1.227803443245673</c:v>
                </c:pt>
                <c:pt idx="1649">
                  <c:v>1.2966279593693379</c:v>
                </c:pt>
                <c:pt idx="1650">
                  <c:v>1.325699090957642</c:v>
                </c:pt>
                <c:pt idx="1651">
                  <c:v>1.327175898853012</c:v>
                </c:pt>
                <c:pt idx="1652">
                  <c:v>1.3392867449529671</c:v>
                </c:pt>
                <c:pt idx="1653">
                  <c:v>1.347246527671814</c:v>
                </c:pt>
                <c:pt idx="1654">
                  <c:v>1.3349732968315839</c:v>
                </c:pt>
                <c:pt idx="1655">
                  <c:v>1.2450893693962131</c:v>
                </c:pt>
                <c:pt idx="1656">
                  <c:v>1.168710350990295</c:v>
                </c:pt>
                <c:pt idx="1657">
                  <c:v>1.15415664787446</c:v>
                </c:pt>
                <c:pt idx="1658">
                  <c:v>1.048028049380578</c:v>
                </c:pt>
                <c:pt idx="1659">
                  <c:v>1.0224012136459351</c:v>
                </c:pt>
                <c:pt idx="1660">
                  <c:v>1.010675402403429</c:v>
                </c:pt>
                <c:pt idx="1661">
                  <c:v>0.99441023057304267</c:v>
                </c:pt>
                <c:pt idx="1662">
                  <c:v>0.98133665160997885</c:v>
                </c:pt>
                <c:pt idx="1663">
                  <c:v>0.96340751171133532</c:v>
                </c:pt>
                <c:pt idx="1664">
                  <c:v>0.92906989450362343</c:v>
                </c:pt>
                <c:pt idx="1665">
                  <c:v>0.91931235790252686</c:v>
                </c:pt>
                <c:pt idx="1666">
                  <c:v>0.91592558065874363</c:v>
                </c:pt>
                <c:pt idx="1667">
                  <c:v>0.89457924195246441</c:v>
                </c:pt>
                <c:pt idx="1668">
                  <c:v>0.88445115089416504</c:v>
                </c:pt>
                <c:pt idx="1669">
                  <c:v>0.9569222870374875</c:v>
                </c:pt>
                <c:pt idx="1670">
                  <c:v>1.064591526985168</c:v>
                </c:pt>
                <c:pt idx="1671">
                  <c:v>1.069073854207631</c:v>
                </c:pt>
                <c:pt idx="1672">
                  <c:v>1.109730124473572</c:v>
                </c:pt>
                <c:pt idx="1673">
                  <c:v>1.0792437167192539</c:v>
                </c:pt>
                <c:pt idx="1674">
                  <c:v>1.052439562010687</c:v>
                </c:pt>
                <c:pt idx="1675">
                  <c:v>1.002294306965533</c:v>
                </c:pt>
                <c:pt idx="1676">
                  <c:v>0.98434990644454956</c:v>
                </c:pt>
                <c:pt idx="1677">
                  <c:v>0.97723362234701439</c:v>
                </c:pt>
                <c:pt idx="1678">
                  <c:v>0.90785612409178451</c:v>
                </c:pt>
                <c:pt idx="1679">
                  <c:v>0.89907407760620117</c:v>
                </c:pt>
                <c:pt idx="1680">
                  <c:v>0.8956614437382493</c:v>
                </c:pt>
                <c:pt idx="1681">
                  <c:v>0.85310328618468845</c:v>
                </c:pt>
                <c:pt idx="1682">
                  <c:v>0.7982572008353771</c:v>
                </c:pt>
                <c:pt idx="1683">
                  <c:v>0.78744065761566162</c:v>
                </c:pt>
                <c:pt idx="1684">
                  <c:v>0.81766186695893039</c:v>
                </c:pt>
                <c:pt idx="1685">
                  <c:v>0.99188985820227882</c:v>
                </c:pt>
                <c:pt idx="1686">
                  <c:v>1.012622117996216</c:v>
                </c:pt>
                <c:pt idx="1687">
                  <c:v>1.0369859331182449</c:v>
                </c:pt>
                <c:pt idx="1688">
                  <c:v>1.245018799588788</c:v>
                </c:pt>
                <c:pt idx="1689">
                  <c:v>1.3311031374543181</c:v>
                </c:pt>
                <c:pt idx="1690">
                  <c:v>1.363093256950378</c:v>
                </c:pt>
                <c:pt idx="1691">
                  <c:v>1.3733675424521981</c:v>
                </c:pt>
                <c:pt idx="1692">
                  <c:v>1.504254874411123</c:v>
                </c:pt>
                <c:pt idx="1693">
                  <c:v>1.546825528144836</c:v>
                </c:pt>
                <c:pt idx="1694">
                  <c:v>1.52338418701254</c:v>
                </c:pt>
                <c:pt idx="1695">
                  <c:v>1.478701693359473</c:v>
                </c:pt>
                <c:pt idx="1696">
                  <c:v>1.4345188140869141</c:v>
                </c:pt>
                <c:pt idx="1697">
                  <c:v>1.4308027296329711</c:v>
                </c:pt>
                <c:pt idx="1698">
                  <c:v>1.3928072165649279</c:v>
                </c:pt>
                <c:pt idx="1699">
                  <c:v>1.3600931504700731</c:v>
                </c:pt>
                <c:pt idx="1700">
                  <c:v>1.3504378795623779</c:v>
                </c:pt>
                <c:pt idx="1701">
                  <c:v>1.3489491661540141</c:v>
                </c:pt>
                <c:pt idx="1702">
                  <c:v>1.3366904693615791</c:v>
                </c:pt>
                <c:pt idx="1703">
                  <c:v>1.3243255020186639</c:v>
                </c:pt>
                <c:pt idx="1704">
                  <c:v>1.318451924990889</c:v>
                </c:pt>
                <c:pt idx="1705">
                  <c:v>1.3005118268351341</c:v>
                </c:pt>
                <c:pt idx="1706">
                  <c:v>1.290033994894713</c:v>
                </c:pt>
                <c:pt idx="1707">
                  <c:v>1.2871245145797729</c:v>
                </c:pt>
                <c:pt idx="1708">
                  <c:v>1.2927216757536091</c:v>
                </c:pt>
                <c:pt idx="1709">
                  <c:v>1.353415625818015</c:v>
                </c:pt>
                <c:pt idx="1710">
                  <c:v>1.362104177474976</c:v>
                </c:pt>
                <c:pt idx="1711">
                  <c:v>1.417163014411926</c:v>
                </c:pt>
                <c:pt idx="1712">
                  <c:v>1.403813170514586</c:v>
                </c:pt>
                <c:pt idx="1713">
                  <c:v>1.328355550765991</c:v>
                </c:pt>
                <c:pt idx="1714">
                  <c:v>1.334981842383</c:v>
                </c:pt>
                <c:pt idx="1715">
                  <c:v>1.343627478010833</c:v>
                </c:pt>
                <c:pt idx="1716">
                  <c:v>1.3506671683304341</c:v>
                </c:pt>
                <c:pt idx="1717">
                  <c:v>1.3528667688369751</c:v>
                </c:pt>
                <c:pt idx="1718">
                  <c:v>1.3521006378618521</c:v>
                </c:pt>
                <c:pt idx="1719">
                  <c:v>1.344649621554713</c:v>
                </c:pt>
                <c:pt idx="1720">
                  <c:v>1.343323707580566</c:v>
                </c:pt>
                <c:pt idx="1721">
                  <c:v>1.3363270384266139</c:v>
                </c:pt>
                <c:pt idx="1722">
                  <c:v>1.293429790084311</c:v>
                </c:pt>
                <c:pt idx="1723">
                  <c:v>1.2686871290206909</c:v>
                </c:pt>
                <c:pt idx="1724">
                  <c:v>1.270954254984145</c:v>
                </c:pt>
                <c:pt idx="1725">
                  <c:v>1.274503920601322</c:v>
                </c:pt>
                <c:pt idx="1726">
                  <c:v>1.3000358931813369</c:v>
                </c:pt>
                <c:pt idx="1727">
                  <c:v>1.3022004365921021</c:v>
                </c:pt>
                <c:pt idx="1728">
                  <c:v>1.296089658014558</c:v>
                </c:pt>
                <c:pt idx="1729">
                  <c:v>1.2246987819671631</c:v>
                </c:pt>
                <c:pt idx="1730">
                  <c:v>1.235073206543952</c:v>
                </c:pt>
                <c:pt idx="1731">
                  <c:v>1.2395432005339331</c:v>
                </c:pt>
                <c:pt idx="1732">
                  <c:v>1.299659047684508</c:v>
                </c:pt>
                <c:pt idx="1733">
                  <c:v>1.3986542224884031</c:v>
                </c:pt>
                <c:pt idx="1734">
                  <c:v>1.39813958381209</c:v>
                </c:pt>
                <c:pt idx="1735">
                  <c:v>1.397014056102527</c:v>
                </c:pt>
                <c:pt idx="1736">
                  <c:v>1.396750211715698</c:v>
                </c:pt>
                <c:pt idx="1737">
                  <c:v>1.3942832324372441</c:v>
                </c:pt>
                <c:pt idx="1738">
                  <c:v>1.375714011904541</c:v>
                </c:pt>
                <c:pt idx="1739">
                  <c:v>1.3653813600540159</c:v>
                </c:pt>
                <c:pt idx="1740">
                  <c:v>1.360249456222727</c:v>
                </c:pt>
                <c:pt idx="1741">
                  <c:v>1.318711422288064</c:v>
                </c:pt>
                <c:pt idx="1742">
                  <c:v>1.2766165008199599</c:v>
                </c:pt>
                <c:pt idx="1743">
                  <c:v>1.220959139106748</c:v>
                </c:pt>
                <c:pt idx="1744">
                  <c:v>1.178630663904213</c:v>
                </c:pt>
                <c:pt idx="1745">
                  <c:v>1.160574197769165</c:v>
                </c:pt>
                <c:pt idx="1746">
                  <c:v>1.1737903589545371</c:v>
                </c:pt>
                <c:pt idx="1747">
                  <c:v>1.2098638536765349</c:v>
                </c:pt>
                <c:pt idx="1748">
                  <c:v>1.247779415489279</c:v>
                </c:pt>
                <c:pt idx="1749">
                  <c:v>1.2531371116638179</c:v>
                </c:pt>
                <c:pt idx="1750">
                  <c:v>1.2928905487060549</c:v>
                </c:pt>
                <c:pt idx="1751">
                  <c:v>1.3151757309455001</c:v>
                </c:pt>
                <c:pt idx="1752">
                  <c:v>1.4246659278869629</c:v>
                </c:pt>
                <c:pt idx="1753">
                  <c:v>1.4216880132594161</c:v>
                </c:pt>
                <c:pt idx="1754">
                  <c:v>1.4118706718422509</c:v>
                </c:pt>
                <c:pt idx="1755">
                  <c:v>1.3917607188943251</c:v>
                </c:pt>
                <c:pt idx="1756">
                  <c:v>1.3859620094299321</c:v>
                </c:pt>
                <c:pt idx="1757">
                  <c:v>1.389999756965419</c:v>
                </c:pt>
                <c:pt idx="1758">
                  <c:v>1.423242801877376</c:v>
                </c:pt>
                <c:pt idx="1759">
                  <c:v>1.459169268608093</c:v>
                </c:pt>
                <c:pt idx="1760">
                  <c:v>1.353429562596002</c:v>
                </c:pt>
                <c:pt idx="1761">
                  <c:v>1.2438439130783081</c:v>
                </c:pt>
                <c:pt idx="1762">
                  <c:v>1.28799952801177</c:v>
                </c:pt>
                <c:pt idx="1763">
                  <c:v>1.3312127747745659</c:v>
                </c:pt>
                <c:pt idx="1764">
                  <c:v>1.34726881980896</c:v>
                </c:pt>
                <c:pt idx="1765">
                  <c:v>1.3572142178413431</c:v>
                </c:pt>
                <c:pt idx="1766">
                  <c:v>1.415663008836773</c:v>
                </c:pt>
                <c:pt idx="1767">
                  <c:v>1.482500782227629</c:v>
                </c:pt>
                <c:pt idx="1768">
                  <c:v>1.489971399307251</c:v>
                </c:pt>
                <c:pt idx="1769">
                  <c:v>1.5216717258770669</c:v>
                </c:pt>
                <c:pt idx="1770">
                  <c:v>1.901121948449414</c:v>
                </c:pt>
                <c:pt idx="1771">
                  <c:v>2.1281688213348389</c:v>
                </c:pt>
                <c:pt idx="1772">
                  <c:v>2.110028227738292</c:v>
                </c:pt>
                <c:pt idx="1773">
                  <c:v>1.9843169219429591</c:v>
                </c:pt>
                <c:pt idx="1774">
                  <c:v>1.8904268506600721</c:v>
                </c:pt>
                <c:pt idx="1775">
                  <c:v>1.8737025260925291</c:v>
                </c:pt>
                <c:pt idx="1776">
                  <c:v>1.8621079468511099</c:v>
                </c:pt>
                <c:pt idx="1777">
                  <c:v>1.6333757260782671</c:v>
                </c:pt>
                <c:pt idx="1778">
                  <c:v>1.6204206943511961</c:v>
                </c:pt>
                <c:pt idx="1779">
                  <c:v>1.611669603078326</c:v>
                </c:pt>
                <c:pt idx="1780">
                  <c:v>1.5409550374727301</c:v>
                </c:pt>
                <c:pt idx="1781">
                  <c:v>1.470768791794258</c:v>
                </c:pt>
                <c:pt idx="1782">
                  <c:v>1.390977689840684</c:v>
                </c:pt>
                <c:pt idx="1783">
                  <c:v>1.377357602119446</c:v>
                </c:pt>
                <c:pt idx="1784">
                  <c:v>1.3721916423341911</c:v>
                </c:pt>
                <c:pt idx="1785">
                  <c:v>1.3309890007946961</c:v>
                </c:pt>
                <c:pt idx="1786">
                  <c:v>1.2882737788551459</c:v>
                </c:pt>
                <c:pt idx="1787">
                  <c:v>1.2460872316862419</c:v>
                </c:pt>
                <c:pt idx="1788">
                  <c:v>1.216137290000916</c:v>
                </c:pt>
                <c:pt idx="1789">
                  <c:v>1.2110037143319989</c:v>
                </c:pt>
                <c:pt idx="1790">
                  <c:v>1.181610659300796</c:v>
                </c:pt>
                <c:pt idx="1791">
                  <c:v>1.157365083694458</c:v>
                </c:pt>
                <c:pt idx="1792">
                  <c:v>1.2387931346893311</c:v>
                </c:pt>
                <c:pt idx="1793">
                  <c:v>1.2580072375549669</c:v>
                </c:pt>
                <c:pt idx="1794">
                  <c:v>1.378274202346802</c:v>
                </c:pt>
                <c:pt idx="1795">
                  <c:v>1.3939531852807261</c:v>
                </c:pt>
                <c:pt idx="1796">
                  <c:v>1.49273856303705</c:v>
                </c:pt>
                <c:pt idx="1797">
                  <c:v>1.564497923038854</c:v>
                </c:pt>
                <c:pt idx="1798">
                  <c:v>1.5799655914306641</c:v>
                </c:pt>
                <c:pt idx="1799">
                  <c:v>1.614392286569817</c:v>
                </c:pt>
                <c:pt idx="1800">
                  <c:v>1.6223200083978599</c:v>
                </c:pt>
                <c:pt idx="1801">
                  <c:v>1.6773260404357679</c:v>
                </c:pt>
                <c:pt idx="1802">
                  <c:v>1.692852854728699</c:v>
                </c:pt>
                <c:pt idx="1803">
                  <c:v>1.6986871179138241</c:v>
                </c:pt>
                <c:pt idx="1804">
                  <c:v>1.720003884556188</c:v>
                </c:pt>
                <c:pt idx="1805">
                  <c:v>1.7247158288955691</c:v>
                </c:pt>
                <c:pt idx="1806">
                  <c:v>1.719471629656605</c:v>
                </c:pt>
                <c:pt idx="1807">
                  <c:v>1.6839072230153871</c:v>
                </c:pt>
                <c:pt idx="1808">
                  <c:v>1.6724346876144409</c:v>
                </c:pt>
                <c:pt idx="1809">
                  <c:v>1.75182066014653</c:v>
                </c:pt>
                <c:pt idx="1810">
                  <c:v>1.880891516730496</c:v>
                </c:pt>
                <c:pt idx="1811">
                  <c:v>1.9866242408752439</c:v>
                </c:pt>
                <c:pt idx="1812">
                  <c:v>1.968831168595139</c:v>
                </c:pt>
                <c:pt idx="1813">
                  <c:v>1.8995970511662461</c:v>
                </c:pt>
                <c:pt idx="1814">
                  <c:v>1.8387856525140149</c:v>
                </c:pt>
                <c:pt idx="1815">
                  <c:v>1.7857521772384639</c:v>
                </c:pt>
                <c:pt idx="1816">
                  <c:v>1.773960204456787</c:v>
                </c:pt>
                <c:pt idx="1817">
                  <c:v>1.6895438553447679</c:v>
                </c:pt>
                <c:pt idx="1818">
                  <c:v>1.628461360931396</c:v>
                </c:pt>
                <c:pt idx="1819">
                  <c:v>1.6211047818540789</c:v>
                </c:pt>
                <c:pt idx="1820">
                  <c:v>1.6171874144622811</c:v>
                </c:pt>
                <c:pt idx="1821">
                  <c:v>1.5584216394857979</c:v>
                </c:pt>
                <c:pt idx="1822">
                  <c:v>1.500613053271791</c:v>
                </c:pt>
                <c:pt idx="1823">
                  <c:v>1.4284545317699351</c:v>
                </c:pt>
                <c:pt idx="1824">
                  <c:v>1.384192228317261</c:v>
                </c:pt>
                <c:pt idx="1825">
                  <c:v>1.3780088892472411</c:v>
                </c:pt>
                <c:pt idx="1826">
                  <c:v>1.311353783301106</c:v>
                </c:pt>
                <c:pt idx="1827">
                  <c:v>1.1984768541993229</c:v>
                </c:pt>
                <c:pt idx="1828">
                  <c:v>1.1818110942840581</c:v>
                </c:pt>
                <c:pt idx="1829">
                  <c:v>1.1740264811238701</c:v>
                </c:pt>
                <c:pt idx="1830">
                  <c:v>1.103467738399204</c:v>
                </c:pt>
                <c:pt idx="1831">
                  <c:v>1.074139356613159</c:v>
                </c:pt>
                <c:pt idx="1832">
                  <c:v>0.9925197958946228</c:v>
                </c:pt>
                <c:pt idx="1833">
                  <c:v>0.99014621641734457</c:v>
                </c:pt>
                <c:pt idx="1834">
                  <c:v>0.95355992813507207</c:v>
                </c:pt>
                <c:pt idx="1835">
                  <c:v>0.94205039739608765</c:v>
                </c:pt>
                <c:pt idx="1836">
                  <c:v>0.94222759024669811</c:v>
                </c:pt>
                <c:pt idx="1837">
                  <c:v>0.94387603269419984</c:v>
                </c:pt>
                <c:pt idx="1838">
                  <c:v>0.94592104490699469</c:v>
                </c:pt>
                <c:pt idx="1839">
                  <c:v>0.9461287260055542</c:v>
                </c:pt>
                <c:pt idx="1840">
                  <c:v>0.94391215756155122</c:v>
                </c:pt>
                <c:pt idx="1841">
                  <c:v>0.92460069013291046</c:v>
                </c:pt>
                <c:pt idx="1842">
                  <c:v>0.91945624351501465</c:v>
                </c:pt>
                <c:pt idx="1843">
                  <c:v>0.92936975909357888</c:v>
                </c:pt>
                <c:pt idx="1844">
                  <c:v>0.99453651905059814</c:v>
                </c:pt>
                <c:pt idx="1845">
                  <c:v>1.005839623611986</c:v>
                </c:pt>
                <c:pt idx="1846">
                  <c:v>1.050489231671909</c:v>
                </c:pt>
                <c:pt idx="1847">
                  <c:v>1.0796545743942261</c:v>
                </c:pt>
                <c:pt idx="1848">
                  <c:v>1.131286485509154</c:v>
                </c:pt>
                <c:pt idx="1849">
                  <c:v>1.407680591765788</c:v>
                </c:pt>
                <c:pt idx="1850">
                  <c:v>1.419061541557312</c:v>
                </c:pt>
                <c:pt idx="1851">
                  <c:v>1.526223853438315</c:v>
                </c:pt>
                <c:pt idx="1852">
                  <c:v>1.5893500875729201</c:v>
                </c:pt>
                <c:pt idx="1853">
                  <c:v>1.7532309320510271</c:v>
                </c:pt>
                <c:pt idx="1854">
                  <c:v>1.770151615142822</c:v>
                </c:pt>
                <c:pt idx="1855">
                  <c:v>1.7604545706064001</c:v>
                </c:pt>
                <c:pt idx="1856">
                  <c:v>1.6638858165183179</c:v>
                </c:pt>
                <c:pt idx="1857">
                  <c:v>1.647902846336365</c:v>
                </c:pt>
                <c:pt idx="1858">
                  <c:v>1.635887020288588</c:v>
                </c:pt>
                <c:pt idx="1859">
                  <c:v>1.551198477792356</c:v>
                </c:pt>
                <c:pt idx="1860">
                  <c:v>1.50544621424842</c:v>
                </c:pt>
                <c:pt idx="1861">
                  <c:v>1.4497584135319439</c:v>
                </c:pt>
                <c:pt idx="1862">
                  <c:v>1.400717496871948</c:v>
                </c:pt>
                <c:pt idx="1863">
                  <c:v>1.395827483590584</c:v>
                </c:pt>
                <c:pt idx="1864">
                  <c:v>1.3624934896302641</c:v>
                </c:pt>
                <c:pt idx="1865">
                  <c:v>1.318408777512319</c:v>
                </c:pt>
                <c:pt idx="1866">
                  <c:v>1.305955767631531</c:v>
                </c:pt>
                <c:pt idx="1867">
                  <c:v>1.3011421633505009</c:v>
                </c:pt>
                <c:pt idx="1868">
                  <c:v>1.2603423385391419</c:v>
                </c:pt>
                <c:pt idx="1869">
                  <c:v>1.235247850418091</c:v>
                </c:pt>
                <c:pt idx="1870">
                  <c:v>1.209333667573089</c:v>
                </c:pt>
                <c:pt idx="1871">
                  <c:v>1.14209508895874</c:v>
                </c:pt>
                <c:pt idx="1872">
                  <c:v>1.1447799715715301</c:v>
                </c:pt>
                <c:pt idx="1873">
                  <c:v>1.1573020219802861</c:v>
                </c:pt>
                <c:pt idx="1874">
                  <c:v>1.157829164082546</c:v>
                </c:pt>
                <c:pt idx="1875">
                  <c:v>1.163715836900705</c:v>
                </c:pt>
                <c:pt idx="1876">
                  <c:v>1.168419093089359</c:v>
                </c:pt>
                <c:pt idx="1877">
                  <c:v>1.16916811466217</c:v>
                </c:pt>
                <c:pt idx="1878">
                  <c:v>1.177278794508376</c:v>
                </c:pt>
                <c:pt idx="1879">
                  <c:v>1.252643346786499</c:v>
                </c:pt>
                <c:pt idx="1880">
                  <c:v>1.2433773691139991</c:v>
                </c:pt>
                <c:pt idx="1881">
                  <c:v>1.212517594488109</c:v>
                </c:pt>
                <c:pt idx="1882">
                  <c:v>1.1815129204932151</c:v>
                </c:pt>
                <c:pt idx="1883">
                  <c:v>1.1708918809890749</c:v>
                </c:pt>
                <c:pt idx="1884">
                  <c:v>1.162420554301181</c:v>
                </c:pt>
                <c:pt idx="1885">
                  <c:v>1.0771765387731049</c:v>
                </c:pt>
                <c:pt idx="1886">
                  <c:v>1.0489487648010249</c:v>
                </c:pt>
                <c:pt idx="1887">
                  <c:v>1.0534036179030399</c:v>
                </c:pt>
                <c:pt idx="1888">
                  <c:v>1.0996599932158451</c:v>
                </c:pt>
                <c:pt idx="1889">
                  <c:v>1.1379033327102659</c:v>
                </c:pt>
                <c:pt idx="1890">
                  <c:v>1.139975669181323</c:v>
                </c:pt>
                <c:pt idx="1891">
                  <c:v>1.151211166770278</c:v>
                </c:pt>
                <c:pt idx="1892">
                  <c:v>1.1598911470216251</c:v>
                </c:pt>
                <c:pt idx="1893">
                  <c:v>1.1643358469009399</c:v>
                </c:pt>
                <c:pt idx="1894">
                  <c:v>1.161212238711852</c:v>
                </c:pt>
                <c:pt idx="1895">
                  <c:v>1.130440891411193</c:v>
                </c:pt>
                <c:pt idx="1896">
                  <c:v>1.1160106658935549</c:v>
                </c:pt>
                <c:pt idx="1897">
                  <c:v>1.117675703664279</c:v>
                </c:pt>
                <c:pt idx="1898">
                  <c:v>1.129453110323615</c:v>
                </c:pt>
                <c:pt idx="1899">
                  <c:v>1.1464538847404619</c:v>
                </c:pt>
                <c:pt idx="1900">
                  <c:v>1.1580934675324219</c:v>
                </c:pt>
                <c:pt idx="1901">
                  <c:v>1.1659367084503169</c:v>
                </c:pt>
                <c:pt idx="1902">
                  <c:v>1.147427290810568</c:v>
                </c:pt>
                <c:pt idx="1903">
                  <c:v>1.114168810565157</c:v>
                </c:pt>
                <c:pt idx="1904">
                  <c:v>1.0460026537473981</c:v>
                </c:pt>
                <c:pt idx="1905">
                  <c:v>0.99337923526763916</c:v>
                </c:pt>
                <c:pt idx="1906">
                  <c:v>0.98855444216417432</c:v>
                </c:pt>
                <c:pt idx="1907">
                  <c:v>0.92789002218240657</c:v>
                </c:pt>
                <c:pt idx="1908">
                  <c:v>0.8787060296836211</c:v>
                </c:pt>
                <c:pt idx="1909">
                  <c:v>0.8526841402053833</c:v>
                </c:pt>
                <c:pt idx="1910">
                  <c:v>0.79905140399932861</c:v>
                </c:pt>
                <c:pt idx="1911">
                  <c:v>0.82518381702122567</c:v>
                </c:pt>
                <c:pt idx="1912">
                  <c:v>0.92368513345718384</c:v>
                </c:pt>
                <c:pt idx="1913">
                  <c:v>0.92155483100179481</c:v>
                </c:pt>
                <c:pt idx="1914">
                  <c:v>0.90200608563359308</c:v>
                </c:pt>
                <c:pt idx="1915">
                  <c:v>0.89423179626464844</c:v>
                </c:pt>
                <c:pt idx="1916">
                  <c:v>0.90593613027701569</c:v>
                </c:pt>
                <c:pt idx="1917">
                  <c:v>0.91360842927285335</c:v>
                </c:pt>
                <c:pt idx="1918">
                  <c:v>1.0654956902585959</c:v>
                </c:pt>
                <c:pt idx="1919">
                  <c:v>1.0772125720977781</c:v>
                </c:pt>
                <c:pt idx="1920">
                  <c:v>1.069679920201597</c:v>
                </c:pt>
                <c:pt idx="1921">
                  <c:v>1.004384270085835</c:v>
                </c:pt>
                <c:pt idx="1922">
                  <c:v>0.9807208776473999</c:v>
                </c:pt>
                <c:pt idx="1923">
                  <c:v>1.0030962279328119</c:v>
                </c:pt>
                <c:pt idx="1924">
                  <c:v>1.1208773568759129</c:v>
                </c:pt>
                <c:pt idx="1925">
                  <c:v>1.1423285007476811</c:v>
                </c:pt>
                <c:pt idx="1926">
                  <c:v>1.1676675156712539</c:v>
                </c:pt>
                <c:pt idx="1927">
                  <c:v>1.239500421658752</c:v>
                </c:pt>
                <c:pt idx="1928">
                  <c:v>1.3381758422754939</c:v>
                </c:pt>
                <c:pt idx="1929">
                  <c:v>1.34863805770874</c:v>
                </c:pt>
                <c:pt idx="1930">
                  <c:v>1.352860642623007</c:v>
                </c:pt>
                <c:pt idx="1931">
                  <c:v>1.386664509773254</c:v>
                </c:pt>
                <c:pt idx="1932">
                  <c:v>1.390261117829293</c:v>
                </c:pt>
                <c:pt idx="1933">
                  <c:v>1.394425960283723</c:v>
                </c:pt>
                <c:pt idx="1934">
                  <c:v>1.3972074676638471</c:v>
                </c:pt>
                <c:pt idx="1935">
                  <c:v>1.398003816604614</c:v>
                </c:pt>
                <c:pt idx="1936">
                  <c:v>1.3961844566628889</c:v>
                </c:pt>
                <c:pt idx="1937">
                  <c:v>1.3809995514248821</c:v>
                </c:pt>
                <c:pt idx="1938">
                  <c:v>1.3658784753216311</c:v>
                </c:pt>
                <c:pt idx="1939">
                  <c:v>1.3456503796343571</c:v>
                </c:pt>
                <c:pt idx="1940">
                  <c:v>1.3340167162210179</c:v>
                </c:pt>
                <c:pt idx="1941">
                  <c:v>1.3304105997085569</c:v>
                </c:pt>
                <c:pt idx="1942">
                  <c:v>1.3116122084212281</c:v>
                </c:pt>
                <c:pt idx="1943">
                  <c:v>1.1310664415359499</c:v>
                </c:pt>
                <c:pt idx="1944">
                  <c:v>1.1103234889310361</c:v>
                </c:pt>
                <c:pt idx="1945">
                  <c:v>1.089142440248132</c:v>
                </c:pt>
                <c:pt idx="1946">
                  <c:v>1.066070340877709</c:v>
                </c:pt>
                <c:pt idx="1947">
                  <c:v>1.0499053001403811</c:v>
                </c:pt>
                <c:pt idx="1948">
                  <c:v>1.036597243427229</c:v>
                </c:pt>
                <c:pt idx="1949">
                  <c:v>0.97348608349391819</c:v>
                </c:pt>
                <c:pt idx="1950">
                  <c:v>0.90975850820541382</c:v>
                </c:pt>
                <c:pt idx="1951">
                  <c:v>0.91243182778481613</c:v>
                </c:pt>
                <c:pt idx="1952">
                  <c:v>0.92434436082839966</c:v>
                </c:pt>
                <c:pt idx="1953">
                  <c:v>0.88794244323917382</c:v>
                </c:pt>
                <c:pt idx="1954">
                  <c:v>0.8319975733757019</c:v>
                </c:pt>
                <c:pt idx="1955">
                  <c:v>0.84093432444477612</c:v>
                </c:pt>
                <c:pt idx="1956">
                  <c:v>0.89041842090211221</c:v>
                </c:pt>
                <c:pt idx="1957">
                  <c:v>0.94152244145595154</c:v>
                </c:pt>
                <c:pt idx="1958">
                  <c:v>0.9851754903793335</c:v>
                </c:pt>
                <c:pt idx="1959">
                  <c:v>0.96201268472734247</c:v>
                </c:pt>
                <c:pt idx="1960">
                  <c:v>0.93363337244728195</c:v>
                </c:pt>
                <c:pt idx="1961">
                  <c:v>0.92103475332260132</c:v>
                </c:pt>
                <c:pt idx="1962">
                  <c:v>0.9217123778591767</c:v>
                </c:pt>
                <c:pt idx="1963">
                  <c:v>0.93021887540817261</c:v>
                </c:pt>
                <c:pt idx="1964">
                  <c:v>0.94065214534390018</c:v>
                </c:pt>
                <c:pt idx="1965">
                  <c:v>0.96375554984732292</c:v>
                </c:pt>
                <c:pt idx="1966">
                  <c:v>1.1194813251495359</c:v>
                </c:pt>
                <c:pt idx="1967">
                  <c:v>1.1512519448368861</c:v>
                </c:pt>
                <c:pt idx="1968">
                  <c:v>1.2448016556818651</c:v>
                </c:pt>
                <c:pt idx="1969">
                  <c:v>1.355133195602868</c:v>
                </c:pt>
                <c:pt idx="1970">
                  <c:v>1.3905572891235349</c:v>
                </c:pt>
                <c:pt idx="1971">
                  <c:v>1.3955581247159861</c:v>
                </c:pt>
                <c:pt idx="1972">
                  <c:v>1.4243680050931751</c:v>
                </c:pt>
                <c:pt idx="1973">
                  <c:v>1.4386211633682251</c:v>
                </c:pt>
                <c:pt idx="1974">
                  <c:v>1.438822120727185</c:v>
                </c:pt>
                <c:pt idx="1975">
                  <c:v>1.439899706322991</c:v>
                </c:pt>
                <c:pt idx="1976">
                  <c:v>1.440959628681334</c:v>
                </c:pt>
                <c:pt idx="1977">
                  <c:v>1.442305445671082</c:v>
                </c:pt>
                <c:pt idx="1978">
                  <c:v>1.4331662315592231</c:v>
                </c:pt>
                <c:pt idx="1979">
                  <c:v>1.3497862965239991</c:v>
                </c:pt>
                <c:pt idx="1980">
                  <c:v>1.282833809639206</c:v>
                </c:pt>
                <c:pt idx="1981">
                  <c:v>1.2302201986312871</c:v>
                </c:pt>
                <c:pt idx="1982">
                  <c:v>1.217652478470773</c:v>
                </c:pt>
                <c:pt idx="1983">
                  <c:v>1.1800433689782619</c:v>
                </c:pt>
                <c:pt idx="1984">
                  <c:v>1.115081096843445</c:v>
                </c:pt>
                <c:pt idx="1985">
                  <c:v>1.099267363548279</c:v>
                </c:pt>
                <c:pt idx="1986">
                  <c:v>1.097141020721397</c:v>
                </c:pt>
                <c:pt idx="1987">
                  <c:v>1.079682776416502</c:v>
                </c:pt>
                <c:pt idx="1988">
                  <c:v>1.077848434448242</c:v>
                </c:pt>
                <c:pt idx="1989">
                  <c:v>0.9753715991973877</c:v>
                </c:pt>
                <c:pt idx="1990">
                  <c:v>0.97260757380089391</c:v>
                </c:pt>
                <c:pt idx="1991">
                  <c:v>0.94842251999647642</c:v>
                </c:pt>
                <c:pt idx="1992">
                  <c:v>0.94171792268753052</c:v>
                </c:pt>
                <c:pt idx="1993">
                  <c:v>0.93636530573235521</c:v>
                </c:pt>
                <c:pt idx="1994">
                  <c:v>0.89677372734945038</c:v>
                </c:pt>
                <c:pt idx="1995">
                  <c:v>0.87151253223419189</c:v>
                </c:pt>
                <c:pt idx="1996">
                  <c:v>0.87130197284110855</c:v>
                </c:pt>
                <c:pt idx="1997">
                  <c:v>0.87009391361995525</c:v>
                </c:pt>
                <c:pt idx="1998">
                  <c:v>0.86903544655572029</c:v>
                </c:pt>
                <c:pt idx="1999">
                  <c:v>0.86874240636825562</c:v>
                </c:pt>
                <c:pt idx="2000">
                  <c:v>0.86752948196316226</c:v>
                </c:pt>
                <c:pt idx="2001">
                  <c:v>0.85863842582087857</c:v>
                </c:pt>
                <c:pt idx="2002">
                  <c:v>0.85024833679199219</c:v>
                </c:pt>
                <c:pt idx="2003">
                  <c:v>0.88597166871846034</c:v>
                </c:pt>
                <c:pt idx="2004">
                  <c:v>0.98516050623132245</c:v>
                </c:pt>
                <c:pt idx="2005">
                  <c:v>1.100352335358175</c:v>
                </c:pt>
                <c:pt idx="2006">
                  <c:v>1.1204652786254881</c:v>
                </c:pt>
                <c:pt idx="2007">
                  <c:v>1.1118135578531929</c:v>
                </c:pt>
                <c:pt idx="2008">
                  <c:v>1.1015449191075459</c:v>
                </c:pt>
                <c:pt idx="2009">
                  <c:v>1.088895916938782</c:v>
                </c:pt>
                <c:pt idx="2010">
                  <c:v>1.089080854016214</c:v>
                </c:pt>
                <c:pt idx="2011">
                  <c:v>1.091687884430929</c:v>
                </c:pt>
                <c:pt idx="2012">
                  <c:v>1.0921779870986941</c:v>
                </c:pt>
                <c:pt idx="2013">
                  <c:v>1.0895468618233259</c:v>
                </c:pt>
                <c:pt idx="2014">
                  <c:v>1.0628480097007891</c:v>
                </c:pt>
                <c:pt idx="2015">
                  <c:v>1.0360776507764511</c:v>
                </c:pt>
                <c:pt idx="2016">
                  <c:v>1.009057424334455</c:v>
                </c:pt>
                <c:pt idx="2017">
                  <c:v>0.98593553745656659</c:v>
                </c:pt>
                <c:pt idx="2018">
                  <c:v>0.97910785675048828</c:v>
                </c:pt>
                <c:pt idx="2019">
                  <c:v>0.97296761176731406</c:v>
                </c:pt>
                <c:pt idx="2020">
                  <c:v>0.90410401816663755</c:v>
                </c:pt>
                <c:pt idx="2021">
                  <c:v>0.88420289754867554</c:v>
                </c:pt>
                <c:pt idx="2022">
                  <c:v>0.87328223580187792</c:v>
                </c:pt>
                <c:pt idx="2023">
                  <c:v>0.82369279510974913</c:v>
                </c:pt>
                <c:pt idx="2024">
                  <c:v>0.75996783139767277</c:v>
                </c:pt>
                <c:pt idx="2025">
                  <c:v>0.75267642736434937</c:v>
                </c:pt>
                <c:pt idx="2026">
                  <c:v>0.75227768616263291</c:v>
                </c:pt>
                <c:pt idx="2027">
                  <c:v>0.74981295794287572</c:v>
                </c:pt>
                <c:pt idx="2028">
                  <c:v>0.74757297998146632</c:v>
                </c:pt>
                <c:pt idx="2029">
                  <c:v>0.74672955274581909</c:v>
                </c:pt>
                <c:pt idx="2030">
                  <c:v>0.75480333793057608</c:v>
                </c:pt>
                <c:pt idx="2031">
                  <c:v>0.76032423973083496</c:v>
                </c:pt>
                <c:pt idx="2032">
                  <c:v>0.81514257192611694</c:v>
                </c:pt>
                <c:pt idx="2033">
                  <c:v>0.81466612783190151</c:v>
                </c:pt>
                <c:pt idx="2034">
                  <c:v>0.81432187981861426</c:v>
                </c:pt>
                <c:pt idx="2035">
                  <c:v>0.80709630440898172</c:v>
                </c:pt>
                <c:pt idx="2036">
                  <c:v>0.80333870649337769</c:v>
                </c:pt>
                <c:pt idx="2037">
                  <c:v>0.81756149002210254</c:v>
                </c:pt>
                <c:pt idx="2038">
                  <c:v>0.82817720425749874</c:v>
                </c:pt>
                <c:pt idx="2039">
                  <c:v>1.015156745910645</c:v>
                </c:pt>
                <c:pt idx="2040">
                  <c:v>1.0209359303242029</c:v>
                </c:pt>
                <c:pt idx="2041">
                  <c:v>1.102665807862041</c:v>
                </c:pt>
                <c:pt idx="2042">
                  <c:v>1.127132892608643</c:v>
                </c:pt>
                <c:pt idx="2043">
                  <c:v>1.1349762874862619</c:v>
                </c:pt>
                <c:pt idx="2044">
                  <c:v>1.211577415466309</c:v>
                </c:pt>
                <c:pt idx="2045">
                  <c:v>1.1977448064934151</c:v>
                </c:pt>
                <c:pt idx="2046">
                  <c:v>1.09249638991912</c:v>
                </c:pt>
                <c:pt idx="2047">
                  <c:v>1.0728715658187871</c:v>
                </c:pt>
                <c:pt idx="2048">
                  <c:v>1.1012391757780711</c:v>
                </c:pt>
                <c:pt idx="2049">
                  <c:v>1.33016385448257</c:v>
                </c:pt>
                <c:pt idx="2050">
                  <c:v>1.363659262657166</c:v>
                </c:pt>
                <c:pt idx="2051">
                  <c:v>1.3705463755777989</c:v>
                </c:pt>
                <c:pt idx="2052">
                  <c:v>1.3805364753939959</c:v>
                </c:pt>
                <c:pt idx="2053">
                  <c:v>1.391717857685651</c:v>
                </c:pt>
                <c:pt idx="2054">
                  <c:v>1.401602018326173</c:v>
                </c:pt>
                <c:pt idx="2055">
                  <c:v>1.409729117303028</c:v>
                </c:pt>
                <c:pt idx="2056">
                  <c:v>1.419449925422668</c:v>
                </c:pt>
                <c:pt idx="2057">
                  <c:v>1.413799419253593</c:v>
                </c:pt>
                <c:pt idx="2058">
                  <c:v>1.369779154384642</c:v>
                </c:pt>
                <c:pt idx="2059">
                  <c:v>1.3412045240402219</c:v>
                </c:pt>
                <c:pt idx="2060">
                  <c:v>1.2995683261513049</c:v>
                </c:pt>
                <c:pt idx="2061">
                  <c:v>1.1563844894684701</c:v>
                </c:pt>
                <c:pt idx="2062">
                  <c:v>1.1438940763473511</c:v>
                </c:pt>
                <c:pt idx="2063">
                  <c:v>1.1412598059570671</c:v>
                </c:pt>
                <c:pt idx="2064">
                  <c:v>1.1132931342283949</c:v>
                </c:pt>
                <c:pt idx="2065">
                  <c:v>1.075409698397914</c:v>
                </c:pt>
                <c:pt idx="2066">
                  <c:v>1.0545380115509031</c:v>
                </c:pt>
                <c:pt idx="2067">
                  <c:v>1.0762491226196289</c:v>
                </c:pt>
                <c:pt idx="2068">
                  <c:v>1.0935984139094721</c:v>
                </c:pt>
                <c:pt idx="2069">
                  <c:v>1.131863594055176</c:v>
                </c:pt>
                <c:pt idx="2070">
                  <c:v>1.1363894808066941</c:v>
                </c:pt>
                <c:pt idx="2071">
                  <c:v>1.1488098406928591</c:v>
                </c:pt>
                <c:pt idx="2072">
                  <c:v>1.1637988107598161</c:v>
                </c:pt>
                <c:pt idx="2073">
                  <c:v>1.1711716651916499</c:v>
                </c:pt>
                <c:pt idx="2074">
                  <c:v>1.1609833261952069</c:v>
                </c:pt>
                <c:pt idx="2075">
                  <c:v>1.055165769447433</c:v>
                </c:pt>
                <c:pt idx="2076">
                  <c:v>1.02484118938446</c:v>
                </c:pt>
                <c:pt idx="2077">
                  <c:v>1.023909266294537</c:v>
                </c:pt>
                <c:pt idx="2078">
                  <c:v>1.0136360861604501</c:v>
                </c:pt>
                <c:pt idx="2079">
                  <c:v>1.0024654181771131</c:v>
                </c:pt>
                <c:pt idx="2080">
                  <c:v>0.99906718730926514</c:v>
                </c:pt>
                <c:pt idx="2081">
                  <c:v>1.0050629064564041</c:v>
                </c:pt>
                <c:pt idx="2082">
                  <c:v>1.0619215940086499</c:v>
                </c:pt>
                <c:pt idx="2083">
                  <c:v>1.078847289085388</c:v>
                </c:pt>
                <c:pt idx="2084">
                  <c:v>1.0824778687425189</c:v>
                </c:pt>
                <c:pt idx="2085">
                  <c:v>1.103781598439098</c:v>
                </c:pt>
                <c:pt idx="2086">
                  <c:v>1.1253302097320561</c:v>
                </c:pt>
                <c:pt idx="2087">
                  <c:v>1.1345658487832839</c:v>
                </c:pt>
                <c:pt idx="2088">
                  <c:v>1.235597994081141</c:v>
                </c:pt>
                <c:pt idx="2089">
                  <c:v>1.268563508987427</c:v>
                </c:pt>
                <c:pt idx="2090">
                  <c:v>1.281722101511334</c:v>
                </c:pt>
                <c:pt idx="2091">
                  <c:v>1.3579614149089281</c:v>
                </c:pt>
                <c:pt idx="2092">
                  <c:v>1.4345691278371819</c:v>
                </c:pt>
                <c:pt idx="2093">
                  <c:v>1.5539739168922071</c:v>
                </c:pt>
                <c:pt idx="2094">
                  <c:v>1.582725048065186</c:v>
                </c:pt>
                <c:pt idx="2095">
                  <c:v>1.5766381114418411</c:v>
                </c:pt>
                <c:pt idx="2096">
                  <c:v>1.5357381959298679</c:v>
                </c:pt>
                <c:pt idx="2097">
                  <c:v>1.5227735042572019</c:v>
                </c:pt>
                <c:pt idx="2098">
                  <c:v>1.4990822580752989</c:v>
                </c:pt>
                <c:pt idx="2099">
                  <c:v>1.3755546226029349</c:v>
                </c:pt>
                <c:pt idx="2100">
                  <c:v>1.294677734375</c:v>
                </c:pt>
                <c:pt idx="2101">
                  <c:v>1.2887590565259539</c:v>
                </c:pt>
                <c:pt idx="2102">
                  <c:v>1.285394278308724</c:v>
                </c:pt>
                <c:pt idx="2103">
                  <c:v>1.2665907250209361</c:v>
                </c:pt>
                <c:pt idx="2104">
                  <c:v>1.237526540747242</c:v>
                </c:pt>
                <c:pt idx="2105">
                  <c:v>1.2281221151351931</c:v>
                </c:pt>
                <c:pt idx="2106">
                  <c:v>1.2168206578599119</c:v>
                </c:pt>
                <c:pt idx="2107">
                  <c:v>1.183551730124784</c:v>
                </c:pt>
                <c:pt idx="2108">
                  <c:v>1.1740168333053591</c:v>
                </c:pt>
                <c:pt idx="2109">
                  <c:v>1.2153032064603451</c:v>
                </c:pt>
                <c:pt idx="2110">
                  <c:v>1.222151517868042</c:v>
                </c:pt>
                <c:pt idx="2111">
                  <c:v>1.2360203651522821</c:v>
                </c:pt>
                <c:pt idx="2112">
                  <c:v>1.294822692871094</c:v>
                </c:pt>
                <c:pt idx="2113">
                  <c:v>1.2835332811528559</c:v>
                </c:pt>
                <c:pt idx="2114">
                  <c:v>1.215711638346181</c:v>
                </c:pt>
                <c:pt idx="2115">
                  <c:v>1.1597756147384639</c:v>
                </c:pt>
                <c:pt idx="2116">
                  <c:v>1.170740714837206</c:v>
                </c:pt>
                <c:pt idx="2117">
                  <c:v>1.1738899294234371</c:v>
                </c:pt>
                <c:pt idx="2118">
                  <c:v>1.2413379076548241</c:v>
                </c:pt>
                <c:pt idx="2119">
                  <c:v>1.249808073043823</c:v>
                </c:pt>
                <c:pt idx="2120">
                  <c:v>1.3375340989502691</c:v>
                </c:pt>
                <c:pt idx="2121">
                  <c:v>1.435259825175349</c:v>
                </c:pt>
                <c:pt idx="2122">
                  <c:v>1.6199490270603549</c:v>
                </c:pt>
                <c:pt idx="2123">
                  <c:v>1.678925037384033</c:v>
                </c:pt>
                <c:pt idx="2124">
                  <c:v>1.686578819847609</c:v>
                </c:pt>
                <c:pt idx="2125">
                  <c:v>1.7310117689843221</c:v>
                </c:pt>
                <c:pt idx="2126">
                  <c:v>1.735975027084351</c:v>
                </c:pt>
                <c:pt idx="2127">
                  <c:v>1.727463437108147</c:v>
                </c:pt>
                <c:pt idx="2128">
                  <c:v>1.681696379407382</c:v>
                </c:pt>
                <c:pt idx="2129">
                  <c:v>1.620882034301758</c:v>
                </c:pt>
                <c:pt idx="2130">
                  <c:v>1.612888139612026</c:v>
                </c:pt>
                <c:pt idx="2131">
                  <c:v>1.579094512041628</c:v>
                </c:pt>
                <c:pt idx="2132">
                  <c:v>1.5445771405530291</c:v>
                </c:pt>
                <c:pt idx="2133">
                  <c:v>1.5077341794967649</c:v>
                </c:pt>
                <c:pt idx="2134">
                  <c:v>1.5290251870126439</c:v>
                </c:pt>
                <c:pt idx="2135">
                  <c:v>1.5646398873395091</c:v>
                </c:pt>
                <c:pt idx="2136">
                  <c:v>1.616637362387439</c:v>
                </c:pt>
                <c:pt idx="2137">
                  <c:v>1.627211213111877</c:v>
                </c:pt>
                <c:pt idx="2138">
                  <c:v>1.583825361675089</c:v>
                </c:pt>
                <c:pt idx="2139">
                  <c:v>1.436921841608769</c:v>
                </c:pt>
                <c:pt idx="2140">
                  <c:v>1.384272575378418</c:v>
                </c:pt>
                <c:pt idx="2141">
                  <c:v>1.39140905736882</c:v>
                </c:pt>
                <c:pt idx="2142">
                  <c:v>1.4496037761353959</c:v>
                </c:pt>
                <c:pt idx="2143">
                  <c:v>1.514921774224657</c:v>
                </c:pt>
                <c:pt idx="2144">
                  <c:v>1.5551221370697019</c:v>
                </c:pt>
                <c:pt idx="2145">
                  <c:v>1.5780396463869639</c:v>
                </c:pt>
                <c:pt idx="2146">
                  <c:v>1.7500864018417199</c:v>
                </c:pt>
                <c:pt idx="2147">
                  <c:v>1.8112257719039919</c:v>
                </c:pt>
                <c:pt idx="2148">
                  <c:v>1.7566993453571851</c:v>
                </c:pt>
                <c:pt idx="2149">
                  <c:v>1.736621022224426</c:v>
                </c:pt>
                <c:pt idx="2150">
                  <c:v>1.567786651170656</c:v>
                </c:pt>
                <c:pt idx="2151">
                  <c:v>1.535300016403198</c:v>
                </c:pt>
                <c:pt idx="2152">
                  <c:v>1.5239538177745191</c:v>
                </c:pt>
                <c:pt idx="2153">
                  <c:v>1.442219784497786</c:v>
                </c:pt>
                <c:pt idx="2154">
                  <c:v>1.3343100350358461</c:v>
                </c:pt>
                <c:pt idx="2155">
                  <c:v>1.3238997459411621</c:v>
                </c:pt>
                <c:pt idx="2156">
                  <c:v>1.339693308756009</c:v>
                </c:pt>
                <c:pt idx="2157">
                  <c:v>1.4879816625913589</c:v>
                </c:pt>
                <c:pt idx="2158">
                  <c:v>1.5028446912765501</c:v>
                </c:pt>
                <c:pt idx="2159">
                  <c:v>1.8772219039078499</c:v>
                </c:pt>
                <c:pt idx="2160">
                  <c:v>2.2307982444763179</c:v>
                </c:pt>
                <c:pt idx="2161">
                  <c:v>2.1454785346404299</c:v>
                </c:pt>
                <c:pt idx="2162">
                  <c:v>2.022646427154541</c:v>
                </c:pt>
                <c:pt idx="2163">
                  <c:v>2.0060859046499342</c:v>
                </c:pt>
                <c:pt idx="2164">
                  <c:v>1.865946496931759</c:v>
                </c:pt>
                <c:pt idx="2165">
                  <c:v>1.805652260780334</c:v>
                </c:pt>
                <c:pt idx="2166">
                  <c:v>1.800105412587268</c:v>
                </c:pt>
                <c:pt idx="2167">
                  <c:v>1.777552718109991</c:v>
                </c:pt>
                <c:pt idx="2168">
                  <c:v>1.7522007797821619</c:v>
                </c:pt>
                <c:pt idx="2169">
                  <c:v>1.712926447572322</c:v>
                </c:pt>
                <c:pt idx="2170">
                  <c:v>1.709693431854248</c:v>
                </c:pt>
                <c:pt idx="2171">
                  <c:v>1.708402330016521</c:v>
                </c:pt>
                <c:pt idx="2172">
                  <c:v>1.699719515458548</c:v>
                </c:pt>
                <c:pt idx="2173">
                  <c:v>1.6958916187286379</c:v>
                </c:pt>
                <c:pt idx="2174">
                  <c:v>1.727364753170485</c:v>
                </c:pt>
                <c:pt idx="2175">
                  <c:v>1.7910262547533371</c:v>
                </c:pt>
                <c:pt idx="2176">
                  <c:v>2.0351754249129081</c:v>
                </c:pt>
                <c:pt idx="2177">
                  <c:v>2.083814144134521</c:v>
                </c:pt>
                <c:pt idx="2178">
                  <c:v>2.0667681386766792</c:v>
                </c:pt>
                <c:pt idx="2179">
                  <c:v>1.9454829976858701</c:v>
                </c:pt>
                <c:pt idx="2180">
                  <c:v>1.8062595317890771</c:v>
                </c:pt>
                <c:pt idx="2181">
                  <c:v>1.7759747505187991</c:v>
                </c:pt>
                <c:pt idx="2182">
                  <c:v>1.7800854376135291</c:v>
                </c:pt>
                <c:pt idx="2183">
                  <c:v>1.8475694919476611</c:v>
                </c:pt>
                <c:pt idx="2184">
                  <c:v>1.878454001895645</c:v>
                </c:pt>
                <c:pt idx="2185">
                  <c:v>1.883987188339233</c:v>
                </c:pt>
                <c:pt idx="2186">
                  <c:v>1.7727828025817871</c:v>
                </c:pt>
                <c:pt idx="2187">
                  <c:v>1.7515787230046209</c:v>
                </c:pt>
                <c:pt idx="2188">
                  <c:v>1.64845883846283</c:v>
                </c:pt>
                <c:pt idx="2189">
                  <c:v>1.6436044992619849</c:v>
                </c:pt>
                <c:pt idx="2190">
                  <c:v>1.614611752988879</c:v>
                </c:pt>
                <c:pt idx="2191">
                  <c:v>1.5840676109502889</c:v>
                </c:pt>
                <c:pt idx="2192">
                  <c:v>1.569378733634949</c:v>
                </c:pt>
                <c:pt idx="2193">
                  <c:v>1.5629949075326459</c:v>
                </c:pt>
                <c:pt idx="2194">
                  <c:v>1.5153020037199421</c:v>
                </c:pt>
                <c:pt idx="2195">
                  <c:v>1.482557535171509</c:v>
                </c:pt>
                <c:pt idx="2196">
                  <c:v>1.4851877296030209</c:v>
                </c:pt>
                <c:pt idx="2197">
                  <c:v>1.492033043494206</c:v>
                </c:pt>
                <c:pt idx="2198">
                  <c:v>1.4989771842956541</c:v>
                </c:pt>
                <c:pt idx="2199">
                  <c:v>1.4956784989212291</c:v>
                </c:pt>
                <c:pt idx="2200">
                  <c:v>1.461690063076664</c:v>
                </c:pt>
                <c:pt idx="2201">
                  <c:v>1.452795267105103</c:v>
                </c:pt>
                <c:pt idx="2202">
                  <c:v>1.50437314565113</c:v>
                </c:pt>
                <c:pt idx="2203">
                  <c:v>1.621323993199369</c:v>
                </c:pt>
                <c:pt idx="2204">
                  <c:v>1.6895344257354741</c:v>
                </c:pt>
                <c:pt idx="2205">
                  <c:v>1.6901420388648341</c:v>
                </c:pt>
                <c:pt idx="2206">
                  <c:v>1.6920422297743141</c:v>
                </c:pt>
                <c:pt idx="2207">
                  <c:v>1.694504326095964</c:v>
                </c:pt>
                <c:pt idx="2208">
                  <c:v>1.701583878514364</c:v>
                </c:pt>
                <c:pt idx="2209">
                  <c:v>1.705039499133155</c:v>
                </c:pt>
                <c:pt idx="2210">
                  <c:v>1.708453774452209</c:v>
                </c:pt>
                <c:pt idx="2211">
                  <c:v>1.686576683563338</c:v>
                </c:pt>
                <c:pt idx="2212">
                  <c:v>1.6113570458032671</c:v>
                </c:pt>
                <c:pt idx="2213">
                  <c:v>1.604620575904846</c:v>
                </c:pt>
                <c:pt idx="2214">
                  <c:v>1.548452223214668</c:v>
                </c:pt>
                <c:pt idx="2215">
                  <c:v>1.4561922253906721</c:v>
                </c:pt>
                <c:pt idx="2216">
                  <c:v>1.4077292680740361</c:v>
                </c:pt>
                <c:pt idx="2217">
                  <c:v>1.3947245047109149</c:v>
                </c:pt>
                <c:pt idx="2218">
                  <c:v>1.282421764627252</c:v>
                </c:pt>
                <c:pt idx="2219">
                  <c:v>1.1988910436630249</c:v>
                </c:pt>
                <c:pt idx="2220">
                  <c:v>1.192546858097304</c:v>
                </c:pt>
                <c:pt idx="2221">
                  <c:v>1.184108246451355</c:v>
                </c:pt>
                <c:pt idx="2222">
                  <c:v>1.1493655294000591</c:v>
                </c:pt>
                <c:pt idx="2223">
                  <c:v>1.077240122961818</c:v>
                </c:pt>
                <c:pt idx="2224">
                  <c:v>1.0552231073379521</c:v>
                </c:pt>
                <c:pt idx="2225">
                  <c:v>1.047396139979655</c:v>
                </c:pt>
                <c:pt idx="2226">
                  <c:v>0.97157961130142212</c:v>
                </c:pt>
                <c:pt idx="2227">
                  <c:v>0.87897120681838836</c:v>
                </c:pt>
                <c:pt idx="2228">
                  <c:v>0.85233187675476074</c:v>
                </c:pt>
                <c:pt idx="2229">
                  <c:v>0.87688153281508741</c:v>
                </c:pt>
                <c:pt idx="2230">
                  <c:v>1.047369241714478</c:v>
                </c:pt>
                <c:pt idx="2231">
                  <c:v>1.0393764011413229</c:v>
                </c:pt>
                <c:pt idx="2232">
                  <c:v>1.0073544674154089</c:v>
                </c:pt>
                <c:pt idx="2233">
                  <c:v>0.97785395383834839</c:v>
                </c:pt>
                <c:pt idx="2234">
                  <c:v>0.97098596240535306</c:v>
                </c:pt>
                <c:pt idx="2235">
                  <c:v>0.9586661728430651</c:v>
                </c:pt>
                <c:pt idx="2236">
                  <c:v>0.9265804750448049</c:v>
                </c:pt>
                <c:pt idx="2237">
                  <c:v>0.90821510553359985</c:v>
                </c:pt>
                <c:pt idx="2238">
                  <c:v>0.91514900555475165</c:v>
                </c:pt>
                <c:pt idx="2239">
                  <c:v>0.96319317817687988</c:v>
                </c:pt>
                <c:pt idx="2240">
                  <c:v>0.95853185897543469</c:v>
                </c:pt>
                <c:pt idx="2241">
                  <c:v>0.91557576491971215</c:v>
                </c:pt>
                <c:pt idx="2242">
                  <c:v>0.90442192554473877</c:v>
                </c:pt>
                <c:pt idx="2243">
                  <c:v>0.8933276545310912</c:v>
                </c:pt>
                <c:pt idx="2244">
                  <c:v>0.87966453523341859</c:v>
                </c:pt>
                <c:pt idx="2245">
                  <c:v>0.86647760551023734</c:v>
                </c:pt>
                <c:pt idx="2246">
                  <c:v>0.85043012196898826</c:v>
                </c:pt>
                <c:pt idx="2247">
                  <c:v>0.83547824236595924</c:v>
                </c:pt>
                <c:pt idx="2248">
                  <c:v>0.82674652338027954</c:v>
                </c:pt>
                <c:pt idx="2249">
                  <c:v>0.82139361750313089</c:v>
                </c:pt>
                <c:pt idx="2250">
                  <c:v>0.77204467372506058</c:v>
                </c:pt>
                <c:pt idx="2251">
                  <c:v>0.75002437829971313</c:v>
                </c:pt>
                <c:pt idx="2252">
                  <c:v>0.74938338609037214</c:v>
                </c:pt>
                <c:pt idx="2253">
                  <c:v>0.7442344911068175</c:v>
                </c:pt>
                <c:pt idx="2254">
                  <c:v>0.74030119180679321</c:v>
                </c:pt>
                <c:pt idx="2255">
                  <c:v>0.73009314130016389</c:v>
                </c:pt>
                <c:pt idx="2256">
                  <c:v>0.72318173134610964</c:v>
                </c:pt>
                <c:pt idx="2257">
                  <c:v>0.62925601005554199</c:v>
                </c:pt>
                <c:pt idx="2258">
                  <c:v>0.65422460267217031</c:v>
                </c:pt>
                <c:pt idx="2259">
                  <c:v>0.70849705908048122</c:v>
                </c:pt>
                <c:pt idx="2260">
                  <c:v>0.76907156420304656</c:v>
                </c:pt>
                <c:pt idx="2261">
                  <c:v>0.8262406587600708</c:v>
                </c:pt>
                <c:pt idx="2262">
                  <c:v>0.79740637586465413</c:v>
                </c:pt>
                <c:pt idx="2263">
                  <c:v>0.77435839446685517</c:v>
                </c:pt>
                <c:pt idx="2264">
                  <c:v>0.72716707294671323</c:v>
                </c:pt>
                <c:pt idx="2265">
                  <c:v>0.71266162395477295</c:v>
                </c:pt>
                <c:pt idx="2266">
                  <c:v>0.67170026697632468</c:v>
                </c:pt>
                <c:pt idx="2267">
                  <c:v>0.65714973211288452</c:v>
                </c:pt>
                <c:pt idx="2268">
                  <c:v>0.72644376754760742</c:v>
                </c:pt>
                <c:pt idx="2269">
                  <c:v>0.75095862727750173</c:v>
                </c:pt>
                <c:pt idx="2270">
                  <c:v>0.9748232364654541</c:v>
                </c:pt>
                <c:pt idx="2271">
                  <c:v>1.0442044115570519</c:v>
                </c:pt>
                <c:pt idx="2272">
                  <c:v>1.0577323876669931</c:v>
                </c:pt>
                <c:pt idx="2273">
                  <c:v>1.161277055740356</c:v>
                </c:pt>
                <c:pt idx="2274">
                  <c:v>1.15702994405198</c:v>
                </c:pt>
                <c:pt idx="2275">
                  <c:v>1.1226931780327529</c:v>
                </c:pt>
                <c:pt idx="2276">
                  <c:v>1.0950990162580729</c:v>
                </c:pt>
                <c:pt idx="2277">
                  <c:v>1.079981803894043</c:v>
                </c:pt>
                <c:pt idx="2278">
                  <c:v>1.0716738760249791</c:v>
                </c:pt>
                <c:pt idx="2279">
                  <c:v>1.0245213454373441</c:v>
                </c:pt>
                <c:pt idx="2280">
                  <c:v>0.99648606777191162</c:v>
                </c:pt>
                <c:pt idx="2281">
                  <c:v>1.0010767314434721</c:v>
                </c:pt>
                <c:pt idx="2282">
                  <c:v>1.015049079181189</c:v>
                </c:pt>
                <c:pt idx="2283">
                  <c:v>1.0271959978644849</c:v>
                </c:pt>
                <c:pt idx="2284">
                  <c:v>1.0527687659864811</c:v>
                </c:pt>
                <c:pt idx="2285">
                  <c:v>1.092038683701325</c:v>
                </c:pt>
                <c:pt idx="2286">
                  <c:v>1.11128306388855</c:v>
                </c:pt>
                <c:pt idx="2287">
                  <c:v>1.1014565454025089</c:v>
                </c:pt>
                <c:pt idx="2288">
                  <c:v>1.048409700393677</c:v>
                </c:pt>
                <c:pt idx="2289">
                  <c:v>1.0309999922230331</c:v>
                </c:pt>
                <c:pt idx="2290">
                  <c:v>1.022078082515657</c:v>
                </c:pt>
                <c:pt idx="2291">
                  <c:v>1.017950177192688</c:v>
                </c:pt>
                <c:pt idx="2292">
                  <c:v>1.0080104289881691</c:v>
                </c:pt>
                <c:pt idx="2293">
                  <c:v>0.89300704002380371</c:v>
                </c:pt>
                <c:pt idx="2294">
                  <c:v>0.88036677882698289</c:v>
                </c:pt>
                <c:pt idx="2295">
                  <c:v>0.86173738160399349</c:v>
                </c:pt>
                <c:pt idx="2296">
                  <c:v>0.84332275079656316</c:v>
                </c:pt>
                <c:pt idx="2297">
                  <c:v>0.82819899379047868</c:v>
                </c:pt>
                <c:pt idx="2298">
                  <c:v>0.82180243730545044</c:v>
                </c:pt>
                <c:pt idx="2299">
                  <c:v>0.81745655897748537</c:v>
                </c:pt>
                <c:pt idx="2300">
                  <c:v>0.7511717677116394</c:v>
                </c:pt>
                <c:pt idx="2301">
                  <c:v>0.65037745237350464</c:v>
                </c:pt>
                <c:pt idx="2302">
                  <c:v>0.6400378620229783</c:v>
                </c:pt>
                <c:pt idx="2303">
                  <c:v>0.59758558272163531</c:v>
                </c:pt>
                <c:pt idx="2304">
                  <c:v>0.59066653251647949</c:v>
                </c:pt>
                <c:pt idx="2305">
                  <c:v>0.59447808769563959</c:v>
                </c:pt>
                <c:pt idx="2306">
                  <c:v>0.60748875934413304</c:v>
                </c:pt>
                <c:pt idx="2307">
                  <c:v>0.61540820124838114</c:v>
                </c:pt>
                <c:pt idx="2308">
                  <c:v>0.62071126699447632</c:v>
                </c:pt>
                <c:pt idx="2309">
                  <c:v>0.61203920289170644</c:v>
                </c:pt>
                <c:pt idx="2310">
                  <c:v>0.59115195274353027</c:v>
                </c:pt>
                <c:pt idx="2311">
                  <c:v>0.58633551999064182</c:v>
                </c:pt>
                <c:pt idx="2312">
                  <c:v>0.53702315898830888</c:v>
                </c:pt>
                <c:pt idx="2313">
                  <c:v>0.51138246059417725</c:v>
                </c:pt>
                <c:pt idx="2314">
                  <c:v>0.51102713080306905</c:v>
                </c:pt>
                <c:pt idx="2315">
                  <c:v>0.51052161647164673</c:v>
                </c:pt>
                <c:pt idx="2316">
                  <c:v>0.50027874101057423</c:v>
                </c:pt>
                <c:pt idx="2317">
                  <c:v>0.49853873252868652</c:v>
                </c:pt>
                <c:pt idx="2318">
                  <c:v>0.50492035581272987</c:v>
                </c:pt>
                <c:pt idx="2319">
                  <c:v>0.54849766971265623</c:v>
                </c:pt>
                <c:pt idx="2320">
                  <c:v>0.59268366794565808</c:v>
                </c:pt>
                <c:pt idx="2321">
                  <c:v>0.6442886247345645</c:v>
                </c:pt>
                <c:pt idx="2322">
                  <c:v>0.68097718831671494</c:v>
                </c:pt>
                <c:pt idx="2323">
                  <c:v>0.68931543827056885</c:v>
                </c:pt>
                <c:pt idx="2324">
                  <c:v>0.69240369001891655</c:v>
                </c:pt>
                <c:pt idx="2325">
                  <c:v>0.71892923103990447</c:v>
                </c:pt>
                <c:pt idx="2326">
                  <c:v>0.72135680913925171</c:v>
                </c:pt>
                <c:pt idx="2327">
                  <c:v>0.73648869766682878</c:v>
                </c:pt>
                <c:pt idx="2328">
                  <c:v>0.83118453561182992</c:v>
                </c:pt>
                <c:pt idx="2329">
                  <c:v>0.87741279602050781</c:v>
                </c:pt>
                <c:pt idx="2330">
                  <c:v>0.88351161498080422</c:v>
                </c:pt>
                <c:pt idx="2331">
                  <c:v>0.94428651454689594</c:v>
                </c:pt>
                <c:pt idx="2332">
                  <c:v>0.98780679702758789</c:v>
                </c:pt>
                <c:pt idx="2333">
                  <c:v>0.98468613637515434</c:v>
                </c:pt>
                <c:pt idx="2334">
                  <c:v>0.95647455787849334</c:v>
                </c:pt>
                <c:pt idx="2335">
                  <c:v>0.93655809177700933</c:v>
                </c:pt>
                <c:pt idx="2336">
                  <c:v>0.86954349986751611</c:v>
                </c:pt>
                <c:pt idx="2337">
                  <c:v>0.84362757205963135</c:v>
                </c:pt>
                <c:pt idx="2338">
                  <c:v>0.87198549271855508</c:v>
                </c:pt>
                <c:pt idx="2339">
                  <c:v>0.96415962269169309</c:v>
                </c:pt>
                <c:pt idx="2340">
                  <c:v>0.99144828319549561</c:v>
                </c:pt>
                <c:pt idx="2341">
                  <c:v>1.4173071384429929</c:v>
                </c:pt>
                <c:pt idx="2342">
                  <c:v>1.4248986411536431</c:v>
                </c:pt>
                <c:pt idx="2343">
                  <c:v>1.701543227738251</c:v>
                </c:pt>
                <c:pt idx="2344">
                  <c:v>1.7392230033874509</c:v>
                </c:pt>
                <c:pt idx="2345">
                  <c:v>1.758454620348177</c:v>
                </c:pt>
                <c:pt idx="2346">
                  <c:v>1.9753795150609139</c:v>
                </c:pt>
                <c:pt idx="2347">
                  <c:v>2.099663257598877</c:v>
                </c:pt>
                <c:pt idx="2348">
                  <c:v>2.0868267398329698</c:v>
                </c:pt>
                <c:pt idx="2349">
                  <c:v>2.0218093878700309</c:v>
                </c:pt>
                <c:pt idx="2350">
                  <c:v>1.9765787124633789</c:v>
                </c:pt>
                <c:pt idx="2351">
                  <c:v>1.962951563316538</c:v>
                </c:pt>
                <c:pt idx="2352">
                  <c:v>1.761053150573062</c:v>
                </c:pt>
                <c:pt idx="2353">
                  <c:v>1.720461368560791</c:v>
                </c:pt>
                <c:pt idx="2354">
                  <c:v>1.7080911312551861</c:v>
                </c:pt>
                <c:pt idx="2355">
                  <c:v>1.6044655650661139</c:v>
                </c:pt>
                <c:pt idx="2356">
                  <c:v>1.547268390655518</c:v>
                </c:pt>
                <c:pt idx="2357">
                  <c:v>1.5480966158869269</c:v>
                </c:pt>
                <c:pt idx="2358">
                  <c:v>1.5524287103984631</c:v>
                </c:pt>
                <c:pt idx="2359">
                  <c:v>1.5563785203533771</c:v>
                </c:pt>
                <c:pt idx="2360">
                  <c:v>1.560761191911805</c:v>
                </c:pt>
                <c:pt idx="2361">
                  <c:v>1.564017602380666</c:v>
                </c:pt>
                <c:pt idx="2362">
                  <c:v>1.567748546600342</c:v>
                </c:pt>
                <c:pt idx="2363">
                  <c:v>1.5600698710245899</c:v>
                </c:pt>
                <c:pt idx="2364">
                  <c:v>1.3850547754083691</c:v>
                </c:pt>
                <c:pt idx="2365">
                  <c:v>1.356858491897583</c:v>
                </c:pt>
                <c:pt idx="2366">
                  <c:v>1.355465982210287</c:v>
                </c:pt>
                <c:pt idx="2367">
                  <c:v>1.347571386363938</c:v>
                </c:pt>
                <c:pt idx="2368">
                  <c:v>1.3367000513947589</c:v>
                </c:pt>
                <c:pt idx="2369">
                  <c:v>1.333685159683228</c:v>
                </c:pt>
                <c:pt idx="2370">
                  <c:v>1.3263562144223651</c:v>
                </c:pt>
                <c:pt idx="2371">
                  <c:v>1.208226449762914</c:v>
                </c:pt>
                <c:pt idx="2372">
                  <c:v>1.161519527435303</c:v>
                </c:pt>
                <c:pt idx="2373">
                  <c:v>1.1518886137761239</c:v>
                </c:pt>
                <c:pt idx="2374">
                  <c:v>1.0521056529794579</c:v>
                </c:pt>
                <c:pt idx="2375">
                  <c:v>0.99166780710220337</c:v>
                </c:pt>
                <c:pt idx="2376">
                  <c:v>0.99949846018311717</c:v>
                </c:pt>
                <c:pt idx="2377">
                  <c:v>1.047199668124994</c:v>
                </c:pt>
                <c:pt idx="2378">
                  <c:v>1.092545318502993</c:v>
                </c:pt>
                <c:pt idx="2379">
                  <c:v>1.1170814037323</c:v>
                </c:pt>
                <c:pt idx="2380">
                  <c:v>1.1024441387446959</c:v>
                </c:pt>
                <c:pt idx="2381">
                  <c:v>1.0070561170578001</c:v>
                </c:pt>
                <c:pt idx="2382">
                  <c:v>0.88492286205291748</c:v>
                </c:pt>
                <c:pt idx="2383">
                  <c:v>0.88501115777421202</c:v>
                </c:pt>
                <c:pt idx="2384">
                  <c:v>0.88586717394239356</c:v>
                </c:pt>
                <c:pt idx="2385">
                  <c:v>0.88599222898483276</c:v>
                </c:pt>
                <c:pt idx="2386">
                  <c:v>0.9091129170105674</c:v>
                </c:pt>
                <c:pt idx="2387">
                  <c:v>0.93549644764075535</c:v>
                </c:pt>
                <c:pt idx="2388">
                  <c:v>0.94249570369720459</c:v>
                </c:pt>
                <c:pt idx="2389">
                  <c:v>0.93134842049865696</c:v>
                </c:pt>
                <c:pt idx="2390">
                  <c:v>0.90185577586138266</c:v>
                </c:pt>
                <c:pt idx="2391">
                  <c:v>0.87380832433700562</c:v>
                </c:pt>
                <c:pt idx="2392">
                  <c:v>0.89285993556052412</c:v>
                </c:pt>
                <c:pt idx="2393">
                  <c:v>1.037361439865603</c:v>
                </c:pt>
                <c:pt idx="2394">
                  <c:v>1.075530886650085</c:v>
                </c:pt>
                <c:pt idx="2395">
                  <c:v>1.0783327840826189</c:v>
                </c:pt>
                <c:pt idx="2396">
                  <c:v>1.1048662316719069</c:v>
                </c:pt>
                <c:pt idx="2397">
                  <c:v>1.131262991560982</c:v>
                </c:pt>
                <c:pt idx="2398">
                  <c:v>1.158233759622215</c:v>
                </c:pt>
                <c:pt idx="2399">
                  <c:v>1.182899275589814</c:v>
                </c:pt>
                <c:pt idx="2400">
                  <c:v>1.1925860643386841</c:v>
                </c:pt>
                <c:pt idx="2401">
                  <c:v>1.212611764494596</c:v>
                </c:pt>
                <c:pt idx="2402">
                  <c:v>1.3418058462862821</c:v>
                </c:pt>
                <c:pt idx="2403">
                  <c:v>1.3862695693969731</c:v>
                </c:pt>
                <c:pt idx="2404">
                  <c:v>1.3841267748022761</c:v>
                </c:pt>
                <c:pt idx="2405">
                  <c:v>1.371275381728404</c:v>
                </c:pt>
                <c:pt idx="2406">
                  <c:v>1.3622579574584961</c:v>
                </c:pt>
                <c:pt idx="2407">
                  <c:v>1.352426980533374</c:v>
                </c:pt>
                <c:pt idx="2408">
                  <c:v>1.2427791862847051</c:v>
                </c:pt>
                <c:pt idx="2409">
                  <c:v>1.218664407730103</c:v>
                </c:pt>
                <c:pt idx="2410">
                  <c:v>1.165287842189098</c:v>
                </c:pt>
                <c:pt idx="2411">
                  <c:v>1.03728187084198</c:v>
                </c:pt>
                <c:pt idx="2412">
                  <c:v>1.062713272465118</c:v>
                </c:pt>
                <c:pt idx="2413">
                  <c:v>1.106073084191586</c:v>
                </c:pt>
                <c:pt idx="2414">
                  <c:v>1.118061064743326</c:v>
                </c:pt>
                <c:pt idx="2415">
                  <c:v>1.161041140556335</c:v>
                </c:pt>
                <c:pt idx="2416">
                  <c:v>1.166819283062664</c:v>
                </c:pt>
                <c:pt idx="2417">
                  <c:v>1.1996534289336771</c:v>
                </c:pt>
                <c:pt idx="2418">
                  <c:v>1.2333334472128319</c:v>
                </c:pt>
                <c:pt idx="2419">
                  <c:v>1.255257129669189</c:v>
                </c:pt>
                <c:pt idx="2420">
                  <c:v>1.2580495586374869</c:v>
                </c:pt>
                <c:pt idx="2421">
                  <c:v>1.261801600456238</c:v>
                </c:pt>
                <c:pt idx="2422">
                  <c:v>1.192672967910767</c:v>
                </c:pt>
                <c:pt idx="2423">
                  <c:v>1.1820122496274461</c:v>
                </c:pt>
                <c:pt idx="2424">
                  <c:v>1.119378829087883</c:v>
                </c:pt>
                <c:pt idx="2425">
                  <c:v>1.0793097019195561</c:v>
                </c:pt>
                <c:pt idx="2426">
                  <c:v>1.0741082655538621</c:v>
                </c:pt>
                <c:pt idx="2427">
                  <c:v>1.0461717954568159</c:v>
                </c:pt>
                <c:pt idx="2428">
                  <c:v>1.0240015311360069</c:v>
                </c:pt>
                <c:pt idx="2429">
                  <c:v>1.006803035736084</c:v>
                </c:pt>
                <c:pt idx="2430">
                  <c:v>1.0038818173819459</c:v>
                </c:pt>
                <c:pt idx="2431">
                  <c:v>0.99080631239955019</c:v>
                </c:pt>
                <c:pt idx="2432">
                  <c:v>0.98117893934249878</c:v>
                </c:pt>
                <c:pt idx="2433">
                  <c:v>1.0214440878005211</c:v>
                </c:pt>
                <c:pt idx="2434">
                  <c:v>1.056206594877974</c:v>
                </c:pt>
                <c:pt idx="2435">
                  <c:v>1.0919207867324201</c:v>
                </c:pt>
                <c:pt idx="2436">
                  <c:v>1.1203945608035091</c:v>
                </c:pt>
                <c:pt idx="2437">
                  <c:v>1.1625218391418459</c:v>
                </c:pt>
                <c:pt idx="2438">
                  <c:v>1.1673716783461761</c:v>
                </c:pt>
                <c:pt idx="2439">
                  <c:v>1.2015415021707661</c:v>
                </c:pt>
                <c:pt idx="2440">
                  <c:v>1.367279325306157</c:v>
                </c:pt>
                <c:pt idx="2441">
                  <c:v>1.382740259170532</c:v>
                </c:pt>
                <c:pt idx="2442">
                  <c:v>1.4008267030278549</c:v>
                </c:pt>
                <c:pt idx="2443">
                  <c:v>1.457828699038022</c:v>
                </c:pt>
                <c:pt idx="2444">
                  <c:v>1.475178718566895</c:v>
                </c:pt>
                <c:pt idx="2445">
                  <c:v>1.4641853589101781</c:v>
                </c:pt>
                <c:pt idx="2446">
                  <c:v>1.365553098296314</c:v>
                </c:pt>
                <c:pt idx="2447">
                  <c:v>1.301333069801331</c:v>
                </c:pt>
                <c:pt idx="2448">
                  <c:v>1.291544375821833</c:v>
                </c:pt>
                <c:pt idx="2449">
                  <c:v>1.240887508479172</c:v>
                </c:pt>
                <c:pt idx="2450">
                  <c:v>1.177132001113361</c:v>
                </c:pt>
                <c:pt idx="2451">
                  <c:v>1.148802518844604</c:v>
                </c:pt>
                <c:pt idx="2452">
                  <c:v>1.140283703990483</c:v>
                </c:pt>
                <c:pt idx="2453">
                  <c:v>1.0680967102673511</c:v>
                </c:pt>
                <c:pt idx="2454">
                  <c:v>1.0218688779474381</c:v>
                </c:pt>
                <c:pt idx="2455">
                  <c:v>0.97896599769592285</c:v>
                </c:pt>
                <c:pt idx="2456">
                  <c:v>0.98301742577073825</c:v>
                </c:pt>
                <c:pt idx="2457">
                  <c:v>1.031291346964015</c:v>
                </c:pt>
                <c:pt idx="2458">
                  <c:v>1.0386201143264771</c:v>
                </c:pt>
                <c:pt idx="2459">
                  <c:v>1.2912818193435669</c:v>
                </c:pt>
                <c:pt idx="2460">
                  <c:v>1.3139204531032671</c:v>
                </c:pt>
                <c:pt idx="2461">
                  <c:v>1.4926990377603131</c:v>
                </c:pt>
                <c:pt idx="2462">
                  <c:v>1.501022934913635</c:v>
                </c:pt>
                <c:pt idx="2463">
                  <c:v>1.485505210500268</c:v>
                </c:pt>
                <c:pt idx="2464">
                  <c:v>1.39716859956975</c:v>
                </c:pt>
                <c:pt idx="2465">
                  <c:v>1.3422607183456421</c:v>
                </c:pt>
                <c:pt idx="2466">
                  <c:v>1.340158281748379</c:v>
                </c:pt>
                <c:pt idx="2467">
                  <c:v>1.3090636049982101</c:v>
                </c:pt>
                <c:pt idx="2468">
                  <c:v>1.306474924087524</c:v>
                </c:pt>
                <c:pt idx="2469">
                  <c:v>1.363938163523791</c:v>
                </c:pt>
                <c:pt idx="2470">
                  <c:v>1.460945423705736</c:v>
                </c:pt>
                <c:pt idx="2471">
                  <c:v>1.505812883377075</c:v>
                </c:pt>
                <c:pt idx="2472">
                  <c:v>1.507774495642479</c:v>
                </c:pt>
                <c:pt idx="2473">
                  <c:v>1.529596320350108</c:v>
                </c:pt>
                <c:pt idx="2474">
                  <c:v>1.551779173948229</c:v>
                </c:pt>
                <c:pt idx="2475">
                  <c:v>1.5875678097479</c:v>
                </c:pt>
                <c:pt idx="2476">
                  <c:v>1.5986490249633789</c:v>
                </c:pt>
                <c:pt idx="2477">
                  <c:v>1.5932808565531369</c:v>
                </c:pt>
                <c:pt idx="2478">
                  <c:v>1.564887637879196</c:v>
                </c:pt>
                <c:pt idx="2479">
                  <c:v>1.5540119409561159</c:v>
                </c:pt>
                <c:pt idx="2480">
                  <c:v>1.548660529396731</c:v>
                </c:pt>
                <c:pt idx="2481">
                  <c:v>1.4762971916284231</c:v>
                </c:pt>
                <c:pt idx="2482">
                  <c:v>1.418087713916621</c:v>
                </c:pt>
                <c:pt idx="2483">
                  <c:v>1.4067478179931641</c:v>
                </c:pt>
                <c:pt idx="2484">
                  <c:v>1.4011220668511579</c:v>
                </c:pt>
                <c:pt idx="2485">
                  <c:v>1.325264339867062</c:v>
                </c:pt>
                <c:pt idx="2486">
                  <c:v>1.294583320617676</c:v>
                </c:pt>
                <c:pt idx="2487">
                  <c:v>1.2898657770451141</c:v>
                </c:pt>
                <c:pt idx="2488">
                  <c:v>1.2437198538327141</c:v>
                </c:pt>
                <c:pt idx="2489">
                  <c:v>1.213139653205872</c:v>
                </c:pt>
                <c:pt idx="2490">
                  <c:v>1.2049627875768369</c:v>
                </c:pt>
                <c:pt idx="2491">
                  <c:v>1.1984558452100711</c:v>
                </c:pt>
                <c:pt idx="2492">
                  <c:v>1.0517356106787501</c:v>
                </c:pt>
                <c:pt idx="2493">
                  <c:v>1.0404907464981079</c:v>
                </c:pt>
                <c:pt idx="2494">
                  <c:v>1.0420019787703201</c:v>
                </c:pt>
                <c:pt idx="2495">
                  <c:v>1.055458754080123</c:v>
                </c:pt>
                <c:pt idx="2496">
                  <c:v>1.0737924842516671</c:v>
                </c:pt>
                <c:pt idx="2497">
                  <c:v>1.07554566860199</c:v>
                </c:pt>
                <c:pt idx="2498">
                  <c:v>1.229204416275024</c:v>
                </c:pt>
                <c:pt idx="2499">
                  <c:v>1.255361840966394</c:v>
                </c:pt>
                <c:pt idx="2500">
                  <c:v>1.495239853858948</c:v>
                </c:pt>
                <c:pt idx="2501">
                  <c:v>1.525979130165781</c:v>
                </c:pt>
                <c:pt idx="2502">
                  <c:v>1.7762969339824259</c:v>
                </c:pt>
                <c:pt idx="2503">
                  <c:v>2.015293256707015</c:v>
                </c:pt>
                <c:pt idx="2504">
                  <c:v>2.1756260395050049</c:v>
                </c:pt>
                <c:pt idx="2505">
                  <c:v>2.1629899692458769</c:v>
                </c:pt>
                <c:pt idx="2506">
                  <c:v>2.0156922340393071</c:v>
                </c:pt>
                <c:pt idx="2507">
                  <c:v>1.9998291791684391</c:v>
                </c:pt>
                <c:pt idx="2508">
                  <c:v>1.9902098666858841</c:v>
                </c:pt>
                <c:pt idx="2509">
                  <c:v>1.9626688514843531</c:v>
                </c:pt>
                <c:pt idx="2510">
                  <c:v>1.960041880607605</c:v>
                </c:pt>
                <c:pt idx="2511">
                  <c:v>1.9529188220638449</c:v>
                </c:pt>
                <c:pt idx="2512">
                  <c:v>1.944234101343324</c:v>
                </c:pt>
                <c:pt idx="2513">
                  <c:v>1.938607745535041</c:v>
                </c:pt>
                <c:pt idx="2514">
                  <c:v>1.9261259206714409</c:v>
                </c:pt>
                <c:pt idx="2515">
                  <c:v>1.921473026275635</c:v>
                </c:pt>
                <c:pt idx="2516">
                  <c:v>1.9174193716295509</c:v>
                </c:pt>
                <c:pt idx="2517">
                  <c:v>1.893694226709983</c:v>
                </c:pt>
                <c:pt idx="2518">
                  <c:v>1.869507115363962</c:v>
                </c:pt>
                <c:pt idx="2519">
                  <c:v>1.862680196762085</c:v>
                </c:pt>
                <c:pt idx="2520">
                  <c:v>1.8573535067994029</c:v>
                </c:pt>
                <c:pt idx="2521">
                  <c:v>1.827857774050105</c:v>
                </c:pt>
                <c:pt idx="2522">
                  <c:v>1.8107725381851201</c:v>
                </c:pt>
                <c:pt idx="2523">
                  <c:v>1.8110686568209</c:v>
                </c:pt>
                <c:pt idx="2524">
                  <c:v>1.8126566334234311</c:v>
                </c:pt>
                <c:pt idx="2525">
                  <c:v>1.8136895340264629</c:v>
                </c:pt>
                <c:pt idx="2526">
                  <c:v>1.8140832185745239</c:v>
                </c:pt>
                <c:pt idx="2527">
                  <c:v>1.821306842589715</c:v>
                </c:pt>
                <c:pt idx="2528">
                  <c:v>1.925002068818098</c:v>
                </c:pt>
                <c:pt idx="2529">
                  <c:v>1.9510847330093379</c:v>
                </c:pt>
                <c:pt idx="2530">
                  <c:v>1.9308717834527001</c:v>
                </c:pt>
                <c:pt idx="2531">
                  <c:v>1.7094073669077039</c:v>
                </c:pt>
                <c:pt idx="2532">
                  <c:v>1.669057250022888</c:v>
                </c:pt>
                <c:pt idx="2533">
                  <c:v>1.65961751133163</c:v>
                </c:pt>
                <c:pt idx="2534">
                  <c:v>1.65489485568701</c:v>
                </c:pt>
                <c:pt idx="2535">
                  <c:v>1.639570211241999</c:v>
                </c:pt>
                <c:pt idx="2536">
                  <c:v>1.618578961511929</c:v>
                </c:pt>
                <c:pt idx="2537">
                  <c:v>1.6118782758712771</c:v>
                </c:pt>
                <c:pt idx="2538">
                  <c:v>1.620137200785394</c:v>
                </c:pt>
                <c:pt idx="2539">
                  <c:v>1.667839562672603</c:v>
                </c:pt>
                <c:pt idx="2540">
                  <c:v>1.6979784965515139</c:v>
                </c:pt>
                <c:pt idx="2541">
                  <c:v>1.60566976988944</c:v>
                </c:pt>
                <c:pt idx="2542">
                  <c:v>1.572212338447571</c:v>
                </c:pt>
                <c:pt idx="2543">
                  <c:v>1.926326838889163</c:v>
                </c:pt>
                <c:pt idx="2544">
                  <c:v>2.099168062210083</c:v>
                </c:pt>
                <c:pt idx="2545">
                  <c:v>2.0987036154866492</c:v>
                </c:pt>
                <c:pt idx="2546">
                  <c:v>2.0948421612778501</c:v>
                </c:pt>
                <c:pt idx="2547">
                  <c:v>2.090853421915742</c:v>
                </c:pt>
                <c:pt idx="2548">
                  <c:v>2.0894818305969238</c:v>
                </c:pt>
                <c:pt idx="2549">
                  <c:v>2.0941027071363991</c:v>
                </c:pt>
                <c:pt idx="2550">
                  <c:v>2.1220867207783591</c:v>
                </c:pt>
                <c:pt idx="2551">
                  <c:v>2.1344327926635742</c:v>
                </c:pt>
                <c:pt idx="2552">
                  <c:v>2.127519134036294</c:v>
                </c:pt>
                <c:pt idx="2553">
                  <c:v>2.088537169972176</c:v>
                </c:pt>
                <c:pt idx="2554">
                  <c:v>2.0485616443969672</c:v>
                </c:pt>
                <c:pt idx="2555">
                  <c:v>1.985753626160913</c:v>
                </c:pt>
                <c:pt idx="2556">
                  <c:v>1.960238456726074</c:v>
                </c:pt>
                <c:pt idx="2557">
                  <c:v>1.949304809860237</c:v>
                </c:pt>
                <c:pt idx="2558">
                  <c:v>1.849455833435059</c:v>
                </c:pt>
                <c:pt idx="2559">
                  <c:v>1.8657417216386001</c:v>
                </c:pt>
                <c:pt idx="2560">
                  <c:v>1.963723348307048</c:v>
                </c:pt>
                <c:pt idx="2561">
                  <c:v>2.0927797278956</c:v>
                </c:pt>
                <c:pt idx="2562">
                  <c:v>2.1169652938842769</c:v>
                </c:pt>
                <c:pt idx="2563">
                  <c:v>2.1051205317091051</c:v>
                </c:pt>
                <c:pt idx="2564">
                  <c:v>2.0130659186137172</c:v>
                </c:pt>
                <c:pt idx="2565">
                  <c:v>1.9555515050888059</c:v>
                </c:pt>
                <c:pt idx="2566">
                  <c:v>1.956624557991441</c:v>
                </c:pt>
                <c:pt idx="2567">
                  <c:v>1.9616109333451459</c:v>
                </c:pt>
                <c:pt idx="2568">
                  <c:v>1.9633805751800539</c:v>
                </c:pt>
                <c:pt idx="2569">
                  <c:v>1.9467279347842741</c:v>
                </c:pt>
                <c:pt idx="2570">
                  <c:v>1.831360586637351</c:v>
                </c:pt>
                <c:pt idx="2571">
                  <c:v>1.7000107590433999</c:v>
                </c:pt>
                <c:pt idx="2572">
                  <c:v>1.6711233854293821</c:v>
                </c:pt>
                <c:pt idx="2573">
                  <c:v>1.6612863305126619</c:v>
                </c:pt>
                <c:pt idx="2574">
                  <c:v>1.603462158754678</c:v>
                </c:pt>
                <c:pt idx="2575">
                  <c:v>1.538293168699133</c:v>
                </c:pt>
                <c:pt idx="2576">
                  <c:v>1.495549169583811</c:v>
                </c:pt>
                <c:pt idx="2577">
                  <c:v>1.488353371620178</c:v>
                </c:pt>
                <c:pt idx="2578">
                  <c:v>1.491205390044928</c:v>
                </c:pt>
                <c:pt idx="2579">
                  <c:v>1.51153039932251</c:v>
                </c:pt>
                <c:pt idx="2580">
                  <c:v>1.525362974330128</c:v>
                </c:pt>
                <c:pt idx="2581">
                  <c:v>1.6501203775405879</c:v>
                </c:pt>
                <c:pt idx="2582">
                  <c:v>1.736600228853747</c:v>
                </c:pt>
                <c:pt idx="2583">
                  <c:v>1.9273830436838799</c:v>
                </c:pt>
                <c:pt idx="2584">
                  <c:v>1.9449583292007451</c:v>
                </c:pt>
                <c:pt idx="2585">
                  <c:v>1.9316646142752929</c:v>
                </c:pt>
                <c:pt idx="2586">
                  <c:v>1.7596303224563601</c:v>
                </c:pt>
                <c:pt idx="2587">
                  <c:v>1.842340324039303</c:v>
                </c:pt>
                <c:pt idx="2588">
                  <c:v>1.910460886410926</c:v>
                </c:pt>
                <c:pt idx="2589">
                  <c:v>1.9250694513320921</c:v>
                </c:pt>
                <c:pt idx="2590">
                  <c:v>1.929066115513308</c:v>
                </c:pt>
                <c:pt idx="2591">
                  <c:v>1.9608364493331321</c:v>
                </c:pt>
                <c:pt idx="2592">
                  <c:v>1.997390289116266</c:v>
                </c:pt>
                <c:pt idx="2593">
                  <c:v>2.023032909213951</c:v>
                </c:pt>
                <c:pt idx="2594">
                  <c:v>2.0494022815529451</c:v>
                </c:pt>
                <c:pt idx="2595">
                  <c:v>2.053380966186523</c:v>
                </c:pt>
                <c:pt idx="2596">
                  <c:v>2.044029774111213</c:v>
                </c:pt>
                <c:pt idx="2597">
                  <c:v>1.9753473997116091</c:v>
                </c:pt>
                <c:pt idx="2598">
                  <c:v>1.9536777271156771</c:v>
                </c:pt>
                <c:pt idx="2599">
                  <c:v>1.8322291519520371</c:v>
                </c:pt>
                <c:pt idx="2600">
                  <c:v>1.773550391197205</c:v>
                </c:pt>
                <c:pt idx="2601">
                  <c:v>1.688754455814556</c:v>
                </c:pt>
                <c:pt idx="2602">
                  <c:v>1.6308661867040171</c:v>
                </c:pt>
                <c:pt idx="2603">
                  <c:v>1.6205524206161499</c:v>
                </c:pt>
                <c:pt idx="2604">
                  <c:v>1.614856841934589</c:v>
                </c:pt>
                <c:pt idx="2605">
                  <c:v>1.5600560003395789</c:v>
                </c:pt>
                <c:pt idx="2606">
                  <c:v>1.551440834999084</c:v>
                </c:pt>
                <c:pt idx="2607">
                  <c:v>1.5455655880414081</c:v>
                </c:pt>
                <c:pt idx="2608">
                  <c:v>1.4626646381750601</c:v>
                </c:pt>
                <c:pt idx="2609">
                  <c:v>1.424945712089539</c:v>
                </c:pt>
                <c:pt idx="2610">
                  <c:v>1.410435200843587</c:v>
                </c:pt>
                <c:pt idx="2611">
                  <c:v>1.3347022115550291</c:v>
                </c:pt>
                <c:pt idx="2612">
                  <c:v>1.2125376462936399</c:v>
                </c:pt>
                <c:pt idx="2613">
                  <c:v>1.1991517584398419</c:v>
                </c:pt>
                <c:pt idx="2614">
                  <c:v>1.1507168112032891</c:v>
                </c:pt>
                <c:pt idx="2615">
                  <c:v>1.089322881807163</c:v>
                </c:pt>
                <c:pt idx="2616">
                  <c:v>1.0464978218078611</c:v>
                </c:pt>
                <c:pt idx="2617">
                  <c:v>0.95084732472558431</c:v>
                </c:pt>
                <c:pt idx="2618">
                  <c:v>0.91354811191558838</c:v>
                </c:pt>
                <c:pt idx="2619">
                  <c:v>0.84570175409317017</c:v>
                </c:pt>
                <c:pt idx="2620">
                  <c:v>0.87436768921813313</c:v>
                </c:pt>
                <c:pt idx="2621">
                  <c:v>0.96710579223905602</c:v>
                </c:pt>
                <c:pt idx="2622">
                  <c:v>1.0884256284278651</c:v>
                </c:pt>
                <c:pt idx="2623">
                  <c:v>1.1000634431838989</c:v>
                </c:pt>
                <c:pt idx="2624">
                  <c:v>1.095403731243213</c:v>
                </c:pt>
                <c:pt idx="2625">
                  <c:v>1.0532928529792169</c:v>
                </c:pt>
                <c:pt idx="2626">
                  <c:v>1.0426787137985229</c:v>
                </c:pt>
                <c:pt idx="2627">
                  <c:v>1.07097502680088</c:v>
                </c:pt>
                <c:pt idx="2628">
                  <c:v>1.116174122886868</c:v>
                </c:pt>
                <c:pt idx="2629">
                  <c:v>1.1701729125210829</c:v>
                </c:pt>
                <c:pt idx="2630">
                  <c:v>1.231062184705418</c:v>
                </c:pt>
                <c:pt idx="2631">
                  <c:v>1.2805763556486149</c:v>
                </c:pt>
                <c:pt idx="2632">
                  <c:v>1.3105616569519041</c:v>
                </c:pt>
                <c:pt idx="2633">
                  <c:v>1.3179563339984579</c:v>
                </c:pt>
                <c:pt idx="2634">
                  <c:v>1.3573124408721919</c:v>
                </c:pt>
                <c:pt idx="2635">
                  <c:v>1.3018203483070889</c:v>
                </c:pt>
                <c:pt idx="2636">
                  <c:v>1.297266515889927</c:v>
                </c:pt>
                <c:pt idx="2637">
                  <c:v>1.2041701900921069</c:v>
                </c:pt>
                <c:pt idx="2638">
                  <c:v>1.1902028322219851</c:v>
                </c:pt>
                <c:pt idx="2639">
                  <c:v>1.1902028883968701</c:v>
                </c:pt>
                <c:pt idx="2640">
                  <c:v>1.190203376154382</c:v>
                </c:pt>
                <c:pt idx="2641">
                  <c:v>1.1902035474777219</c:v>
                </c:pt>
                <c:pt idx="2642">
                  <c:v>1.1841506746786521</c:v>
                </c:pt>
                <c:pt idx="2643">
                  <c:v>1.1473059003662831</c:v>
                </c:pt>
                <c:pt idx="2644">
                  <c:v>1.1276348829269409</c:v>
                </c:pt>
                <c:pt idx="2645">
                  <c:v>1.1226616863016059</c:v>
                </c:pt>
                <c:pt idx="2646">
                  <c:v>1.088617820035791</c:v>
                </c:pt>
                <c:pt idx="2647">
                  <c:v>1.061933955560965</c:v>
                </c:pt>
                <c:pt idx="2648">
                  <c:v>1.0576130151748659</c:v>
                </c:pt>
                <c:pt idx="2649">
                  <c:v>1.047098540765087</c:v>
                </c:pt>
                <c:pt idx="2650">
                  <c:v>0.92548120023889857</c:v>
                </c:pt>
                <c:pt idx="2651">
                  <c:v>0.90528297424316406</c:v>
                </c:pt>
                <c:pt idx="2652">
                  <c:v>0.90059275425133745</c:v>
                </c:pt>
                <c:pt idx="2653">
                  <c:v>0.87573203149684165</c:v>
                </c:pt>
                <c:pt idx="2654">
                  <c:v>0.84491998582823402</c:v>
                </c:pt>
                <c:pt idx="2655">
                  <c:v>0.82564812229760465</c:v>
                </c:pt>
                <c:pt idx="2656">
                  <c:v>0.82248634099960327</c:v>
                </c:pt>
                <c:pt idx="2657">
                  <c:v>0.88303908487181582</c:v>
                </c:pt>
                <c:pt idx="2658">
                  <c:v>0.96243253524818595</c:v>
                </c:pt>
                <c:pt idx="2659">
                  <c:v>0.97317361831665039</c:v>
                </c:pt>
                <c:pt idx="2660">
                  <c:v>0.87316298484802246</c:v>
                </c:pt>
                <c:pt idx="2661">
                  <c:v>0.87087413708510519</c:v>
                </c:pt>
                <c:pt idx="2662">
                  <c:v>0.84877994853813832</c:v>
                </c:pt>
                <c:pt idx="2663">
                  <c:v>0.84272485971450806</c:v>
                </c:pt>
                <c:pt idx="2664">
                  <c:v>0.84081942879672156</c:v>
                </c:pt>
                <c:pt idx="2665">
                  <c:v>0.82163919229615934</c:v>
                </c:pt>
                <c:pt idx="2666">
                  <c:v>0.81687414646148682</c:v>
                </c:pt>
                <c:pt idx="2667">
                  <c:v>0.83157918731237679</c:v>
                </c:pt>
                <c:pt idx="2668">
                  <c:v>0.87792645136090552</c:v>
                </c:pt>
                <c:pt idx="2669">
                  <c:v>0.88603279131023893</c:v>
                </c:pt>
                <c:pt idx="2670">
                  <c:v>0.92028591914403657</c:v>
                </c:pt>
                <c:pt idx="2671">
                  <c:v>0.99243625363654409</c:v>
                </c:pt>
                <c:pt idx="2672">
                  <c:v>1.025700688362122</c:v>
                </c:pt>
                <c:pt idx="2673">
                  <c:v>1.033478130080135</c:v>
                </c:pt>
                <c:pt idx="2674">
                  <c:v>1.0395121721110241</c:v>
                </c:pt>
                <c:pt idx="2675">
                  <c:v>1.172770023345947</c:v>
                </c:pt>
                <c:pt idx="2676">
                  <c:v>1.1748468758451509</c:v>
                </c:pt>
                <c:pt idx="2677">
                  <c:v>1.1963455728877661</c:v>
                </c:pt>
                <c:pt idx="2678">
                  <c:v>1.201448440551758</c:v>
                </c:pt>
                <c:pt idx="2679">
                  <c:v>1.186835568036847</c:v>
                </c:pt>
                <c:pt idx="2680">
                  <c:v>1.1069634013458911</c:v>
                </c:pt>
                <c:pt idx="2681">
                  <c:v>1.0649212598800659</c:v>
                </c:pt>
                <c:pt idx="2682">
                  <c:v>1.065688479599189</c:v>
                </c:pt>
                <c:pt idx="2683">
                  <c:v>1.0790856509225271</c:v>
                </c:pt>
                <c:pt idx="2684">
                  <c:v>1.08002233505249</c:v>
                </c:pt>
                <c:pt idx="2685">
                  <c:v>1.089778607797933</c:v>
                </c:pt>
                <c:pt idx="2686">
                  <c:v>1.2332020415079279</c:v>
                </c:pt>
                <c:pt idx="2687">
                  <c:v>1.290288925170898</c:v>
                </c:pt>
                <c:pt idx="2688">
                  <c:v>1.2811857408399849</c:v>
                </c:pt>
                <c:pt idx="2689">
                  <c:v>1.1606229933377401</c:v>
                </c:pt>
                <c:pt idx="2690">
                  <c:v>1.0982322692871089</c:v>
                </c:pt>
                <c:pt idx="2691">
                  <c:v>1.095898220904673</c:v>
                </c:pt>
                <c:pt idx="2692">
                  <c:v>1.07474811069876</c:v>
                </c:pt>
                <c:pt idx="2693">
                  <c:v>1.061314075910706</c:v>
                </c:pt>
                <c:pt idx="2694">
                  <c:v>1.044853391506793</c:v>
                </c:pt>
                <c:pt idx="2695">
                  <c:v>1.0324010848999019</c:v>
                </c:pt>
                <c:pt idx="2696">
                  <c:v>1.035268836597026</c:v>
                </c:pt>
                <c:pt idx="2697">
                  <c:v>1.0588850975036621</c:v>
                </c:pt>
                <c:pt idx="2698">
                  <c:v>1.128797728818979</c:v>
                </c:pt>
                <c:pt idx="2699">
                  <c:v>1.3225694894790649</c:v>
                </c:pt>
                <c:pt idx="2700">
                  <c:v>1.325725713866726</c:v>
                </c:pt>
                <c:pt idx="2701">
                  <c:v>1.3499698345765969</c:v>
                </c:pt>
                <c:pt idx="2702">
                  <c:v>1.355873107910156</c:v>
                </c:pt>
                <c:pt idx="2703">
                  <c:v>1.349794505340659</c:v>
                </c:pt>
                <c:pt idx="2704">
                  <c:v>1.2970685874645489</c:v>
                </c:pt>
                <c:pt idx="2705">
                  <c:v>1.2419079352001161</c:v>
                </c:pt>
                <c:pt idx="2706">
                  <c:v>1.2221469879150391</c:v>
                </c:pt>
                <c:pt idx="2707">
                  <c:v>1.2213715472418649</c:v>
                </c:pt>
                <c:pt idx="2708">
                  <c:v>1.214105504477565</c:v>
                </c:pt>
                <c:pt idx="2709">
                  <c:v>1.206426567438976</c:v>
                </c:pt>
                <c:pt idx="2710">
                  <c:v>1.2006014329184309</c:v>
                </c:pt>
                <c:pt idx="2711">
                  <c:v>1.1951877333134691</c:v>
                </c:pt>
                <c:pt idx="2712">
                  <c:v>1.1934356689453121</c:v>
                </c:pt>
                <c:pt idx="2713">
                  <c:v>1.1995390358838669</c:v>
                </c:pt>
                <c:pt idx="2714">
                  <c:v>1.256367165999521</c:v>
                </c:pt>
                <c:pt idx="2715">
                  <c:v>1.2782295942306521</c:v>
                </c:pt>
                <c:pt idx="2716">
                  <c:v>1.2875072892457859</c:v>
                </c:pt>
                <c:pt idx="2717">
                  <c:v>1.3952158024716339</c:v>
                </c:pt>
                <c:pt idx="2718">
                  <c:v>1.472322463989258</c:v>
                </c:pt>
                <c:pt idx="2719">
                  <c:v>1.4646669352125119</c:v>
                </c:pt>
                <c:pt idx="2720">
                  <c:v>1.411326298576141</c:v>
                </c:pt>
                <c:pt idx="2721">
                  <c:v>1.3589252432897001</c:v>
                </c:pt>
                <c:pt idx="2722">
                  <c:v>1.3318009376525879</c:v>
                </c:pt>
                <c:pt idx="2723">
                  <c:v>1.3432841115030489</c:v>
                </c:pt>
                <c:pt idx="2724">
                  <c:v>1.402123070889588</c:v>
                </c:pt>
                <c:pt idx="2725">
                  <c:v>1.4286068677902219</c:v>
                </c:pt>
                <c:pt idx="2726">
                  <c:v>1.4186391278046131</c:v>
                </c:pt>
                <c:pt idx="2727">
                  <c:v>1.32681073822592</c:v>
                </c:pt>
                <c:pt idx="2728">
                  <c:v>1.2670253569178671</c:v>
                </c:pt>
                <c:pt idx="2729">
                  <c:v>1.261848449707031</c:v>
                </c:pt>
                <c:pt idx="2730">
                  <c:v>1.23074768710196</c:v>
                </c:pt>
                <c:pt idx="2731">
                  <c:v>1.099937041472711</c:v>
                </c:pt>
                <c:pt idx="2732">
                  <c:v>1.0761386156082151</c:v>
                </c:pt>
                <c:pt idx="2733">
                  <c:v>1.0836840992358849</c:v>
                </c:pt>
                <c:pt idx="2734">
                  <c:v>1.1623292356923951</c:v>
                </c:pt>
                <c:pt idx="2735">
                  <c:v>1.250957039827145</c:v>
                </c:pt>
                <c:pt idx="2736">
                  <c:v>1.320534944534302</c:v>
                </c:pt>
                <c:pt idx="2737">
                  <c:v>1.3215971994319839</c:v>
                </c:pt>
                <c:pt idx="2738">
                  <c:v>1.3227208920564699</c:v>
                </c:pt>
                <c:pt idx="2739">
                  <c:v>1.322888851165771</c:v>
                </c:pt>
                <c:pt idx="2740">
                  <c:v>1.415866494178772</c:v>
                </c:pt>
                <c:pt idx="2741">
                  <c:v>1.404043702787428</c:v>
                </c:pt>
                <c:pt idx="2742">
                  <c:v>1.3208931684494021</c:v>
                </c:pt>
                <c:pt idx="2743">
                  <c:v>1.325338984912678</c:v>
                </c:pt>
                <c:pt idx="2744">
                  <c:v>1.3888640403747561</c:v>
                </c:pt>
                <c:pt idx="2745">
                  <c:v>1.390063052089167</c:v>
                </c:pt>
                <c:pt idx="2746">
                  <c:v>1.3977336997173631</c:v>
                </c:pt>
                <c:pt idx="2747">
                  <c:v>1.40528531768225</c:v>
                </c:pt>
                <c:pt idx="2748">
                  <c:v>1.4129716753912489</c:v>
                </c:pt>
                <c:pt idx="2749">
                  <c:v>1.4208830198048841</c:v>
                </c:pt>
                <c:pt idx="2750">
                  <c:v>1.426543235778809</c:v>
                </c:pt>
                <c:pt idx="2751">
                  <c:v>1.4239753898765719</c:v>
                </c:pt>
                <c:pt idx="2752">
                  <c:v>1.3963955487739199</c:v>
                </c:pt>
                <c:pt idx="2753">
                  <c:v>1.3920977115631099</c:v>
                </c:pt>
                <c:pt idx="2754">
                  <c:v>1.385082584650924</c:v>
                </c:pt>
                <c:pt idx="2755">
                  <c:v>1.3499270572164981</c:v>
                </c:pt>
                <c:pt idx="2756">
                  <c:v>1.3033164895800851</c:v>
                </c:pt>
                <c:pt idx="2757">
                  <c:v>1.2898896932601931</c:v>
                </c:pt>
                <c:pt idx="2758">
                  <c:v>1.286090122113811</c:v>
                </c:pt>
                <c:pt idx="2759">
                  <c:v>1.248209300490275</c:v>
                </c:pt>
                <c:pt idx="2760">
                  <c:v>1.2265192270278931</c:v>
                </c:pt>
                <c:pt idx="2761">
                  <c:v>1.216468282228699</c:v>
                </c:pt>
                <c:pt idx="2762">
                  <c:v>1.1386833774698411</c:v>
                </c:pt>
                <c:pt idx="2763">
                  <c:v>1.0706397576398341</c:v>
                </c:pt>
                <c:pt idx="2764">
                  <c:v>1.060710549354553</c:v>
                </c:pt>
                <c:pt idx="2765">
                  <c:v>1.058162235381771</c:v>
                </c:pt>
                <c:pt idx="2766">
                  <c:v>1.0287019702391991</c:v>
                </c:pt>
                <c:pt idx="2767">
                  <c:v>1.0218443870544429</c:v>
                </c:pt>
                <c:pt idx="2768">
                  <c:v>1.0148921895805421</c:v>
                </c:pt>
                <c:pt idx="2769">
                  <c:v>0.96149931298098257</c:v>
                </c:pt>
                <c:pt idx="2770">
                  <c:v>0.92519164085388184</c:v>
                </c:pt>
                <c:pt idx="2771">
                  <c:v>0.91513070477402014</c:v>
                </c:pt>
                <c:pt idx="2772">
                  <c:v>0.87929880465036181</c:v>
                </c:pt>
                <c:pt idx="2773">
                  <c:v>0.85232211088107068</c:v>
                </c:pt>
                <c:pt idx="2774">
                  <c:v>0.81249011186276621</c:v>
                </c:pt>
                <c:pt idx="2775">
                  <c:v>0.78992593288421631</c:v>
                </c:pt>
                <c:pt idx="2776">
                  <c:v>0.79900391571801532</c:v>
                </c:pt>
                <c:pt idx="2777">
                  <c:v>0.87026353835659398</c:v>
                </c:pt>
                <c:pt idx="2778">
                  <c:v>0.89753431081771851</c:v>
                </c:pt>
                <c:pt idx="2779">
                  <c:v>1.049543461052062</c:v>
                </c:pt>
                <c:pt idx="2780">
                  <c:v>1.311955571174622</c:v>
                </c:pt>
                <c:pt idx="2781">
                  <c:v>1.3868489166373079</c:v>
                </c:pt>
                <c:pt idx="2782">
                  <c:v>1.4281108379364009</c:v>
                </c:pt>
                <c:pt idx="2783">
                  <c:v>1.423757432208949</c:v>
                </c:pt>
                <c:pt idx="2784">
                  <c:v>1.4014342785469469</c:v>
                </c:pt>
                <c:pt idx="2785">
                  <c:v>1.375077709069195</c:v>
                </c:pt>
                <c:pt idx="2786">
                  <c:v>1.3666244745254521</c:v>
                </c:pt>
                <c:pt idx="2787">
                  <c:v>1.362790117680396</c:v>
                </c:pt>
                <c:pt idx="2788">
                  <c:v>1.3271724794917401</c:v>
                </c:pt>
                <c:pt idx="2789">
                  <c:v>1.2965987495419491</c:v>
                </c:pt>
                <c:pt idx="2790">
                  <c:v>1.240455241248728</c:v>
                </c:pt>
                <c:pt idx="2791">
                  <c:v>1.228559017181396</c:v>
                </c:pt>
                <c:pt idx="2792">
                  <c:v>1.2231001960389329</c:v>
                </c:pt>
                <c:pt idx="2793">
                  <c:v>1.154845277267484</c:v>
                </c:pt>
                <c:pt idx="2794">
                  <c:v>1.126121520996094</c:v>
                </c:pt>
                <c:pt idx="2795">
                  <c:v>1.1312536235585431</c:v>
                </c:pt>
                <c:pt idx="2796">
                  <c:v>1.169853632933626</c:v>
                </c:pt>
                <c:pt idx="2797">
                  <c:v>1.1942229270935061</c:v>
                </c:pt>
                <c:pt idx="2798">
                  <c:v>1.205259349998578</c:v>
                </c:pt>
                <c:pt idx="2799">
                  <c:v>1.3437492847442629</c:v>
                </c:pt>
                <c:pt idx="2800">
                  <c:v>1.3407156950358421</c:v>
                </c:pt>
                <c:pt idx="2801">
                  <c:v>1.3106877309269021</c:v>
                </c:pt>
                <c:pt idx="2802">
                  <c:v>1.298591613769531</c:v>
                </c:pt>
                <c:pt idx="2803">
                  <c:v>1.290812559374225</c:v>
                </c:pt>
                <c:pt idx="2804">
                  <c:v>1.28414959513819</c:v>
                </c:pt>
                <c:pt idx="2805">
                  <c:v>1.1324150562286379</c:v>
                </c:pt>
                <c:pt idx="2806">
                  <c:v>1.130562079538882</c:v>
                </c:pt>
                <c:pt idx="2807">
                  <c:v>1.126982241014022</c:v>
                </c:pt>
                <c:pt idx="2808">
                  <c:v>1.054215489335117</c:v>
                </c:pt>
                <c:pt idx="2809">
                  <c:v>1.035063505172729</c:v>
                </c:pt>
                <c:pt idx="2810">
                  <c:v>1.0236085316140611</c:v>
                </c:pt>
                <c:pt idx="2811">
                  <c:v>0.92110889352942649</c:v>
                </c:pt>
                <c:pt idx="2812">
                  <c:v>0.88199925422668457</c:v>
                </c:pt>
                <c:pt idx="2813">
                  <c:v>0.87933036991538061</c:v>
                </c:pt>
                <c:pt idx="2814">
                  <c:v>0.86526148487916754</c:v>
                </c:pt>
                <c:pt idx="2815">
                  <c:v>0.8394206942088972</c:v>
                </c:pt>
                <c:pt idx="2816">
                  <c:v>0.831767737865448</c:v>
                </c:pt>
                <c:pt idx="2817">
                  <c:v>0.88951397904571494</c:v>
                </c:pt>
                <c:pt idx="2818">
                  <c:v>1.3406379222869871</c:v>
                </c:pt>
                <c:pt idx="2819">
                  <c:v>1.4211956262588501</c:v>
                </c:pt>
                <c:pt idx="2820">
                  <c:v>1.4352785759721769</c:v>
                </c:pt>
                <c:pt idx="2821">
                  <c:v>1.5444991588592529</c:v>
                </c:pt>
                <c:pt idx="2822">
                  <c:v>1.5391754312938239</c:v>
                </c:pt>
                <c:pt idx="2823">
                  <c:v>1.4980969978416161</c:v>
                </c:pt>
                <c:pt idx="2824">
                  <c:v>1.478038895008672</c:v>
                </c:pt>
                <c:pt idx="2825">
                  <c:v>1.432518026729906</c:v>
                </c:pt>
                <c:pt idx="2826">
                  <c:v>1.39605349050107</c:v>
                </c:pt>
                <c:pt idx="2827">
                  <c:v>1.365810161586023</c:v>
                </c:pt>
                <c:pt idx="2828">
                  <c:v>1.3614252805709841</c:v>
                </c:pt>
                <c:pt idx="2829">
                  <c:v>1.353990935946761</c:v>
                </c:pt>
                <c:pt idx="2830">
                  <c:v>1.2614249373618569</c:v>
                </c:pt>
                <c:pt idx="2831">
                  <c:v>1.243985056877136</c:v>
                </c:pt>
                <c:pt idx="2832">
                  <c:v>1.3492303928140781</c:v>
                </c:pt>
                <c:pt idx="2833">
                  <c:v>2.2746822261124131</c:v>
                </c:pt>
                <c:pt idx="2834">
                  <c:v>2.4516687393188481</c:v>
                </c:pt>
                <c:pt idx="2835">
                  <c:v>2.4905808705895871</c:v>
                </c:pt>
                <c:pt idx="2836">
                  <c:v>2.768178632807639</c:v>
                </c:pt>
                <c:pt idx="2837">
                  <c:v>2.922099323643486</c:v>
                </c:pt>
                <c:pt idx="2838">
                  <c:v>2.9494936466217041</c:v>
                </c:pt>
                <c:pt idx="2839">
                  <c:v>2.9371353476687592</c:v>
                </c:pt>
                <c:pt idx="2840">
                  <c:v>2.7622001941272201</c:v>
                </c:pt>
                <c:pt idx="2841">
                  <c:v>2.7282247543334961</c:v>
                </c:pt>
                <c:pt idx="2842">
                  <c:v>2.793064248102707</c:v>
                </c:pt>
                <c:pt idx="2843">
                  <c:v>3.2301586600841108</c:v>
                </c:pt>
                <c:pt idx="2844">
                  <c:v>3.4334979057312012</c:v>
                </c:pt>
                <c:pt idx="2845">
                  <c:v>3.4502115826225248</c:v>
                </c:pt>
                <c:pt idx="2846">
                  <c:v>3.4672402200847978</c:v>
                </c:pt>
                <c:pt idx="2847">
                  <c:v>3.8604079235734789</c:v>
                </c:pt>
                <c:pt idx="2848">
                  <c:v>3.8894639015197749</c:v>
                </c:pt>
                <c:pt idx="2849">
                  <c:v>3.863526721688523</c:v>
                </c:pt>
                <c:pt idx="2850">
                  <c:v>3.387074156156173</c:v>
                </c:pt>
                <c:pt idx="2851">
                  <c:v>3.3078868389129639</c:v>
                </c:pt>
                <c:pt idx="2852">
                  <c:v>3.2542450966589578</c:v>
                </c:pt>
                <c:pt idx="2853">
                  <c:v>3.1181941653943368</c:v>
                </c:pt>
                <c:pt idx="2854">
                  <c:v>2.9395727965449931</c:v>
                </c:pt>
                <c:pt idx="2855">
                  <c:v>2.8730602264404301</c:v>
                </c:pt>
                <c:pt idx="2856">
                  <c:v>2.873427249968036</c:v>
                </c:pt>
                <c:pt idx="2857">
                  <c:v>2.875550048224627</c:v>
                </c:pt>
                <c:pt idx="2858">
                  <c:v>2.8775837421417241</c:v>
                </c:pt>
                <c:pt idx="2859">
                  <c:v>2.945223331451416</c:v>
                </c:pt>
                <c:pt idx="2860">
                  <c:v>3.037737840244437</c:v>
                </c:pt>
                <c:pt idx="2861">
                  <c:v>3.6221718788146968</c:v>
                </c:pt>
                <c:pt idx="2862">
                  <c:v>3.6099673298554338</c:v>
                </c:pt>
                <c:pt idx="2863">
                  <c:v>3.550986921277548</c:v>
                </c:pt>
                <c:pt idx="2864">
                  <c:v>3.4922865389026212</c:v>
                </c:pt>
                <c:pt idx="2865">
                  <c:v>3.4331206240073171</c:v>
                </c:pt>
                <c:pt idx="2866">
                  <c:v>3.3776533517359582</c:v>
                </c:pt>
                <c:pt idx="2867">
                  <c:v>3.3330814838409419</c:v>
                </c:pt>
                <c:pt idx="2868">
                  <c:v>3.3082019252574031</c:v>
                </c:pt>
                <c:pt idx="2869">
                  <c:v>3.1878886517167881</c:v>
                </c:pt>
                <c:pt idx="2870">
                  <c:v>3.105027437210083</c:v>
                </c:pt>
                <c:pt idx="2871">
                  <c:v>3.093637657291846</c:v>
                </c:pt>
                <c:pt idx="2872">
                  <c:v>3.037594800843876</c:v>
                </c:pt>
                <c:pt idx="2873">
                  <c:v>2.9961862931759979</c:v>
                </c:pt>
                <c:pt idx="2874">
                  <c:v>2.981257438659668</c:v>
                </c:pt>
                <c:pt idx="2875">
                  <c:v>2.8778362838915421</c:v>
                </c:pt>
                <c:pt idx="2876">
                  <c:v>2.7412841320037842</c:v>
                </c:pt>
                <c:pt idx="2877">
                  <c:v>2.6334236334180088</c:v>
                </c:pt>
                <c:pt idx="2878">
                  <c:v>2.5355808266143249</c:v>
                </c:pt>
                <c:pt idx="2879">
                  <c:v>2.4533285412463162</c:v>
                </c:pt>
                <c:pt idx="2880">
                  <c:v>2.4265046119689941</c:v>
                </c:pt>
                <c:pt idx="2881">
                  <c:v>2.4413351430457402</c:v>
                </c:pt>
                <c:pt idx="2882">
                  <c:v>2.5848306414322528</c:v>
                </c:pt>
                <c:pt idx="2883">
                  <c:v>2.6440334320068359</c:v>
                </c:pt>
                <c:pt idx="2884">
                  <c:v>2.630813352981844</c:v>
                </c:pt>
                <c:pt idx="2885">
                  <c:v>2.4938504312250389</c:v>
                </c:pt>
                <c:pt idx="2886">
                  <c:v>2.4312839508056641</c:v>
                </c:pt>
                <c:pt idx="2887">
                  <c:v>2.4261683870786102</c:v>
                </c:pt>
                <c:pt idx="2888">
                  <c:v>2.401505620078749</c:v>
                </c:pt>
                <c:pt idx="2889">
                  <c:v>2.3832247229811059</c:v>
                </c:pt>
                <c:pt idx="2890">
                  <c:v>2.3800921440124512</c:v>
                </c:pt>
                <c:pt idx="2891">
                  <c:v>2.3329756262800849</c:v>
                </c:pt>
                <c:pt idx="2892">
                  <c:v>2.2107253454098452</c:v>
                </c:pt>
                <c:pt idx="2893">
                  <c:v>2.032321069901736</c:v>
                </c:pt>
                <c:pt idx="2894">
                  <c:v>2.023563146591187</c:v>
                </c:pt>
                <c:pt idx="2895">
                  <c:v>2.0558736687922998</c:v>
                </c:pt>
                <c:pt idx="2896">
                  <c:v>2.293619719661216</c:v>
                </c:pt>
                <c:pt idx="2897">
                  <c:v>2.526204109191895</c:v>
                </c:pt>
                <c:pt idx="2898">
                  <c:v>2.4553402270668969</c:v>
                </c:pt>
                <c:pt idx="2899">
                  <c:v>2.40018630027771</c:v>
                </c:pt>
                <c:pt idx="2900">
                  <c:v>2.380868266037393</c:v>
                </c:pt>
                <c:pt idx="2901">
                  <c:v>2.1888566017150879</c:v>
                </c:pt>
                <c:pt idx="2902">
                  <c:v>2.199669550517624</c:v>
                </c:pt>
                <c:pt idx="2903">
                  <c:v>2.237622339472094</c:v>
                </c:pt>
                <c:pt idx="2904">
                  <c:v>2.2752463649279209</c:v>
                </c:pt>
                <c:pt idx="2905">
                  <c:v>2.2800455489206719</c:v>
                </c:pt>
                <c:pt idx="2906">
                  <c:v>2.3225679597344109</c:v>
                </c:pt>
                <c:pt idx="2907">
                  <c:v>2.3849935982928341</c:v>
                </c:pt>
                <c:pt idx="2908">
                  <c:v>2.4003348350524898</c:v>
                </c:pt>
                <c:pt idx="2909">
                  <c:v>2.444223818317055</c:v>
                </c:pt>
                <c:pt idx="2910">
                  <c:v>2.9225285145740778</c:v>
                </c:pt>
                <c:pt idx="2911">
                  <c:v>3.0377416610717769</c:v>
                </c:pt>
                <c:pt idx="2912">
                  <c:v>3.021851263313184</c:v>
                </c:pt>
                <c:pt idx="2913">
                  <c:v>2.915727537632816</c:v>
                </c:pt>
                <c:pt idx="2914">
                  <c:v>2.868630170822144</c:v>
                </c:pt>
                <c:pt idx="2915">
                  <c:v>2.85768025786636</c:v>
                </c:pt>
                <c:pt idx="2916">
                  <c:v>2.7815217971801758</c:v>
                </c:pt>
                <c:pt idx="2917">
                  <c:v>2.7795922746240391</c:v>
                </c:pt>
                <c:pt idx="2918">
                  <c:v>2.7694573994986289</c:v>
                </c:pt>
                <c:pt idx="2919">
                  <c:v>2.7599899178736509</c:v>
                </c:pt>
                <c:pt idx="2920">
                  <c:v>2.7542588710784912</c:v>
                </c:pt>
                <c:pt idx="2921">
                  <c:v>2.7446084447406238</c:v>
                </c:pt>
                <c:pt idx="2922">
                  <c:v>2.6847728489173188</c:v>
                </c:pt>
                <c:pt idx="2923">
                  <c:v>2.639956071011174</c:v>
                </c:pt>
                <c:pt idx="2924">
                  <c:v>2.636130809783936</c:v>
                </c:pt>
                <c:pt idx="2925">
                  <c:v>2.6186591741286991</c:v>
                </c:pt>
                <c:pt idx="2926">
                  <c:v>2.559894082549528</c:v>
                </c:pt>
                <c:pt idx="2927">
                  <c:v>2.5390980243682861</c:v>
                </c:pt>
                <c:pt idx="2928">
                  <c:v>2.5121174326898492</c:v>
                </c:pt>
                <c:pt idx="2929">
                  <c:v>2.4379361703757869</c:v>
                </c:pt>
                <c:pt idx="2930">
                  <c:v>2.4215304851531978</c:v>
                </c:pt>
                <c:pt idx="2931">
                  <c:v>2.3177865938454629</c:v>
                </c:pt>
                <c:pt idx="2932">
                  <c:v>2.2352190027369492</c:v>
                </c:pt>
                <c:pt idx="2933">
                  <c:v>2.0882180550721792</c:v>
                </c:pt>
                <c:pt idx="2934">
                  <c:v>2.065555095672607</c:v>
                </c:pt>
                <c:pt idx="2935">
                  <c:v>2.0734170908616161</c:v>
                </c:pt>
                <c:pt idx="2936">
                  <c:v>2.120467786537962</c:v>
                </c:pt>
                <c:pt idx="2937">
                  <c:v>2.1752208677492151</c:v>
                </c:pt>
                <c:pt idx="2938">
                  <c:v>2.2103977203369141</c:v>
                </c:pt>
                <c:pt idx="2939">
                  <c:v>2.188759014344146</c:v>
                </c:pt>
                <c:pt idx="2940">
                  <c:v>2.1257388591766362</c:v>
                </c:pt>
                <c:pt idx="2941">
                  <c:v>2.1412244477446971</c:v>
                </c:pt>
                <c:pt idx="2942">
                  <c:v>2.1450445652008061</c:v>
                </c:pt>
                <c:pt idx="2943">
                  <c:v>2.1503071794586939</c:v>
                </c:pt>
                <c:pt idx="2944">
                  <c:v>2.1636986192401988</c:v>
                </c:pt>
                <c:pt idx="2945">
                  <c:v>2.179684714441362</c:v>
                </c:pt>
                <c:pt idx="2946">
                  <c:v>2.1970797584669972</c:v>
                </c:pt>
                <c:pt idx="2947">
                  <c:v>2.211772095930014</c:v>
                </c:pt>
                <c:pt idx="2948">
                  <c:v>2.222777366638184</c:v>
                </c:pt>
                <c:pt idx="2949">
                  <c:v>2.2242957653960369</c:v>
                </c:pt>
                <c:pt idx="2950">
                  <c:v>2.2356592717608561</c:v>
                </c:pt>
                <c:pt idx="2951">
                  <c:v>2.2413277626037602</c:v>
                </c:pt>
                <c:pt idx="2952">
                  <c:v>2.2241273317671268</c:v>
                </c:pt>
                <c:pt idx="2953">
                  <c:v>2.164655967525055</c:v>
                </c:pt>
                <c:pt idx="2954">
                  <c:v>2.115857601165771</c:v>
                </c:pt>
                <c:pt idx="2955">
                  <c:v>2.1000734005138999</c:v>
                </c:pt>
                <c:pt idx="2956">
                  <c:v>1.996947847477363</c:v>
                </c:pt>
                <c:pt idx="2957">
                  <c:v>1.958957314491272</c:v>
                </c:pt>
                <c:pt idx="2958">
                  <c:v>1.9770067728604219</c:v>
                </c:pt>
                <c:pt idx="2959">
                  <c:v>2.1329517364501949</c:v>
                </c:pt>
                <c:pt idx="2960">
                  <c:v>2.1292930745526819</c:v>
                </c:pt>
                <c:pt idx="2961">
                  <c:v>2.1246699310376038</c:v>
                </c:pt>
                <c:pt idx="2962">
                  <c:v>2.074141981929134</c:v>
                </c:pt>
                <c:pt idx="2963">
                  <c:v>2.0622379779815669</c:v>
                </c:pt>
                <c:pt idx="2964">
                  <c:v>2.0460650857057301</c:v>
                </c:pt>
                <c:pt idx="2965">
                  <c:v>1.9186462083516811</c:v>
                </c:pt>
                <c:pt idx="2966">
                  <c:v>1.823649583125079</c:v>
                </c:pt>
                <c:pt idx="2967">
                  <c:v>1.8120042085647581</c:v>
                </c:pt>
                <c:pt idx="2968">
                  <c:v>1.799520965597587</c:v>
                </c:pt>
                <c:pt idx="2969">
                  <c:v>1.639743457696623</c:v>
                </c:pt>
                <c:pt idx="2970">
                  <c:v>1.601115822792053</c:v>
                </c:pt>
                <c:pt idx="2971">
                  <c:v>1.579644919918167</c:v>
                </c:pt>
                <c:pt idx="2972">
                  <c:v>1.4242051285756401</c:v>
                </c:pt>
                <c:pt idx="2973">
                  <c:v>1.3616375923156741</c:v>
                </c:pt>
                <c:pt idx="2974">
                  <c:v>1.346424156427845</c:v>
                </c:pt>
                <c:pt idx="2975">
                  <c:v>1.3392349762059099</c:v>
                </c:pt>
                <c:pt idx="2976">
                  <c:v>1.313772623806444</c:v>
                </c:pt>
                <c:pt idx="2977">
                  <c:v>1.277396770572746</c:v>
                </c:pt>
                <c:pt idx="2978">
                  <c:v>1.2708936929702761</c:v>
                </c:pt>
                <c:pt idx="2979">
                  <c:v>1.2494364493417831</c:v>
                </c:pt>
                <c:pt idx="2980">
                  <c:v>1.2210705999052389</c:v>
                </c:pt>
                <c:pt idx="2981">
                  <c:v>1.2134580612182619</c:v>
                </c:pt>
                <c:pt idx="2982">
                  <c:v>1.3278878927230831</c:v>
                </c:pt>
                <c:pt idx="2983">
                  <c:v>1.326374995783246</c:v>
                </c:pt>
                <c:pt idx="2984">
                  <c:v>1.315985833447632</c:v>
                </c:pt>
                <c:pt idx="2985">
                  <c:v>1.315247569238041</c:v>
                </c:pt>
                <c:pt idx="2986">
                  <c:v>1.2959199630681131</c:v>
                </c:pt>
                <c:pt idx="2987">
                  <c:v>1.2865982251935411</c:v>
                </c:pt>
                <c:pt idx="2988">
                  <c:v>1.283965110778809</c:v>
                </c:pt>
                <c:pt idx="2989">
                  <c:v>1.2790131898200019</c:v>
                </c:pt>
                <c:pt idx="2990">
                  <c:v>1.2400103650499741</c:v>
                </c:pt>
                <c:pt idx="2991">
                  <c:v>1.2361712455749509</c:v>
                </c:pt>
                <c:pt idx="2992">
                  <c:v>1.22942811150294</c:v>
                </c:pt>
                <c:pt idx="2993">
                  <c:v>1.177444903301742</c:v>
                </c:pt>
                <c:pt idx="2994">
                  <c:v>1.1572921276092529</c:v>
                </c:pt>
                <c:pt idx="2995">
                  <c:v>1.141083475810633</c:v>
                </c:pt>
                <c:pt idx="2996">
                  <c:v>1.0441228535068141</c:v>
                </c:pt>
                <c:pt idx="2997">
                  <c:v>1.023494601249695</c:v>
                </c:pt>
                <c:pt idx="2998">
                  <c:v>1.0206239070634411</c:v>
                </c:pt>
                <c:pt idx="2999">
                  <c:v>0.99708213546468105</c:v>
                </c:pt>
                <c:pt idx="3000">
                  <c:v>0.98122145261977856</c:v>
                </c:pt>
                <c:pt idx="3001">
                  <c:v>0.97247421741485596</c:v>
                </c:pt>
                <c:pt idx="3002">
                  <c:v>0.96736547433194053</c:v>
                </c:pt>
                <c:pt idx="3003">
                  <c:v>0.93331679181843219</c:v>
                </c:pt>
                <c:pt idx="3004">
                  <c:v>0.91615462303161621</c:v>
                </c:pt>
                <c:pt idx="3005">
                  <c:v>0.91047964033825191</c:v>
                </c:pt>
                <c:pt idx="3006">
                  <c:v>0.87053656133517143</c:v>
                </c:pt>
                <c:pt idx="3007">
                  <c:v>0.84161496162414551</c:v>
                </c:pt>
                <c:pt idx="3008">
                  <c:v>0.84084600700632095</c:v>
                </c:pt>
                <c:pt idx="3009">
                  <c:v>0.83473186918914366</c:v>
                </c:pt>
                <c:pt idx="3010">
                  <c:v>0.83332854509353638</c:v>
                </c:pt>
                <c:pt idx="3011">
                  <c:v>0.79829184567941258</c:v>
                </c:pt>
                <c:pt idx="3012">
                  <c:v>0.75058731396625267</c:v>
                </c:pt>
                <c:pt idx="3013">
                  <c:v>0.70849317312240601</c:v>
                </c:pt>
                <c:pt idx="3014">
                  <c:v>0.74323669657335001</c:v>
                </c:pt>
                <c:pt idx="3015">
                  <c:v>0.92146902424847077</c:v>
                </c:pt>
                <c:pt idx="3016">
                  <c:v>1.2076702864471811</c:v>
                </c:pt>
                <c:pt idx="3017">
                  <c:v>1.298616409301758</c:v>
                </c:pt>
                <c:pt idx="3018">
                  <c:v>1.331403240652862</c:v>
                </c:pt>
                <c:pt idx="3019">
                  <c:v>1.660303248702953</c:v>
                </c:pt>
                <c:pt idx="3020">
                  <c:v>1.801969647407532</c:v>
                </c:pt>
                <c:pt idx="3021">
                  <c:v>2.0747530544109272</c:v>
                </c:pt>
                <c:pt idx="3022">
                  <c:v>2.3456089496612549</c:v>
                </c:pt>
                <c:pt idx="3023">
                  <c:v>2.4684548826333002</c:v>
                </c:pt>
                <c:pt idx="3024">
                  <c:v>2.5893977063827558</c:v>
                </c:pt>
                <c:pt idx="3025">
                  <c:v>2.809374332427979</c:v>
                </c:pt>
                <c:pt idx="3026">
                  <c:v>2.8030929092542749</c:v>
                </c:pt>
                <c:pt idx="3027">
                  <c:v>2.7692129832272019</c:v>
                </c:pt>
                <c:pt idx="3028">
                  <c:v>2.743682986845994</c:v>
                </c:pt>
                <c:pt idx="3029">
                  <c:v>2.716540939240101</c:v>
                </c:pt>
                <c:pt idx="3030">
                  <c:v>2.7122025489807129</c:v>
                </c:pt>
                <c:pt idx="3031">
                  <c:v>2.6941801653274688</c:v>
                </c:pt>
                <c:pt idx="3032">
                  <c:v>2.437718413437334</c:v>
                </c:pt>
                <c:pt idx="3033">
                  <c:v>2.4218440055847168</c:v>
                </c:pt>
                <c:pt idx="3034">
                  <c:v>2.3509558981737939</c:v>
                </c:pt>
                <c:pt idx="3035">
                  <c:v>2.2492600571542982</c:v>
                </c:pt>
                <c:pt idx="3036">
                  <c:v>2.196656227111816</c:v>
                </c:pt>
                <c:pt idx="3037">
                  <c:v>2.155823265753916</c:v>
                </c:pt>
                <c:pt idx="3038">
                  <c:v>1.921796560287476</c:v>
                </c:pt>
                <c:pt idx="3039">
                  <c:v>1.910979554691171</c:v>
                </c:pt>
                <c:pt idx="3040">
                  <c:v>1.880500709321971</c:v>
                </c:pt>
                <c:pt idx="3041">
                  <c:v>1.8555418252944951</c:v>
                </c:pt>
                <c:pt idx="3042">
                  <c:v>1.8558716202297909</c:v>
                </c:pt>
                <c:pt idx="3043">
                  <c:v>1.857689147028514</c:v>
                </c:pt>
                <c:pt idx="3044">
                  <c:v>1.85903000831604</c:v>
                </c:pt>
                <c:pt idx="3045">
                  <c:v>1.8485314562666599</c:v>
                </c:pt>
                <c:pt idx="3046">
                  <c:v>1.795753856816674</c:v>
                </c:pt>
                <c:pt idx="3047">
                  <c:v>1.7728078765906219</c:v>
                </c:pt>
                <c:pt idx="3048">
                  <c:v>1.7699041366577151</c:v>
                </c:pt>
                <c:pt idx="3049">
                  <c:v>1.7573916200717561</c:v>
                </c:pt>
                <c:pt idx="3050">
                  <c:v>1.7205246047091369</c:v>
                </c:pt>
                <c:pt idx="3051">
                  <c:v>1.7168121337890621</c:v>
                </c:pt>
                <c:pt idx="3052">
                  <c:v>1.6907708540792561</c:v>
                </c:pt>
                <c:pt idx="3053">
                  <c:v>1.657422698613509</c:v>
                </c:pt>
                <c:pt idx="3054">
                  <c:v>1.5814164624467291</c:v>
                </c:pt>
                <c:pt idx="3055">
                  <c:v>1.5470234155654909</c:v>
                </c:pt>
                <c:pt idx="3056">
                  <c:v>1.538765740878695</c:v>
                </c:pt>
                <c:pt idx="3057">
                  <c:v>1.453207797999394</c:v>
                </c:pt>
                <c:pt idx="3058">
                  <c:v>1.4471385478973391</c:v>
                </c:pt>
                <c:pt idx="3059">
                  <c:v>1.3728094406759339</c:v>
                </c:pt>
                <c:pt idx="3060">
                  <c:v>1.3432880640029909</c:v>
                </c:pt>
                <c:pt idx="3061">
                  <c:v>1.3409242885731809</c:v>
                </c:pt>
                <c:pt idx="3062">
                  <c:v>1.3195521883359529</c:v>
                </c:pt>
                <c:pt idx="3063">
                  <c:v>1.2927083974378879</c:v>
                </c:pt>
                <c:pt idx="3064">
                  <c:v>1.279405355453491</c:v>
                </c:pt>
                <c:pt idx="3065">
                  <c:v>1.279827958864677</c:v>
                </c:pt>
                <c:pt idx="3066">
                  <c:v>1.2802040545450419</c:v>
                </c:pt>
                <c:pt idx="3067">
                  <c:v>1.289306044578552</c:v>
                </c:pt>
                <c:pt idx="3068">
                  <c:v>1.348998098311204</c:v>
                </c:pt>
                <c:pt idx="3069">
                  <c:v>1.4109033307498009</c:v>
                </c:pt>
                <c:pt idx="3070">
                  <c:v>1.4247312545776369</c:v>
                </c:pt>
                <c:pt idx="3071">
                  <c:v>1.3780728606086921</c:v>
                </c:pt>
                <c:pt idx="3072">
                  <c:v>1.253621578216553</c:v>
                </c:pt>
                <c:pt idx="3073">
                  <c:v>1.2233706878664039</c:v>
                </c:pt>
                <c:pt idx="3074">
                  <c:v>1.182388879810315</c:v>
                </c:pt>
                <c:pt idx="3075">
                  <c:v>1.1515829219083991</c:v>
                </c:pt>
                <c:pt idx="3076">
                  <c:v>1.146686911582947</c:v>
                </c:pt>
                <c:pt idx="3077">
                  <c:v>1.1239298456767981</c:v>
                </c:pt>
                <c:pt idx="3078">
                  <c:v>1.0708036423299081</c:v>
                </c:pt>
                <c:pt idx="3079">
                  <c:v>1.046384453773499</c:v>
                </c:pt>
                <c:pt idx="3080">
                  <c:v>1.0258162468024781</c:v>
                </c:pt>
                <c:pt idx="3081">
                  <c:v>0.97360625417209912</c:v>
                </c:pt>
                <c:pt idx="3082">
                  <c:v>0.9530646800994873</c:v>
                </c:pt>
                <c:pt idx="3083">
                  <c:v>0.96943426932748233</c:v>
                </c:pt>
                <c:pt idx="3084">
                  <c:v>1.0328759324776919</c:v>
                </c:pt>
                <c:pt idx="3085">
                  <c:v>1.098799936465144</c:v>
                </c:pt>
                <c:pt idx="3086">
                  <c:v>1.1230814456939699</c:v>
                </c:pt>
                <c:pt idx="3087">
                  <c:v>1.0755692331596121</c:v>
                </c:pt>
                <c:pt idx="3088">
                  <c:v>1.0121721225015039</c:v>
                </c:pt>
                <c:pt idx="3089">
                  <c:v>0.9814569354057312</c:v>
                </c:pt>
                <c:pt idx="3090">
                  <c:v>0.99406189682296053</c:v>
                </c:pt>
                <c:pt idx="3091">
                  <c:v>1.0718047588890589</c:v>
                </c:pt>
                <c:pt idx="3092">
                  <c:v>1.1210479736328121</c:v>
                </c:pt>
                <c:pt idx="3093">
                  <c:v>1.1192436567043069</c:v>
                </c:pt>
                <c:pt idx="3094">
                  <c:v>1.1161254201294459</c:v>
                </c:pt>
                <c:pt idx="3095">
                  <c:v>1.072312835881295</c:v>
                </c:pt>
                <c:pt idx="3096">
                  <c:v>1.004288295968027</c:v>
                </c:pt>
                <c:pt idx="3097">
                  <c:v>0.98197090625762939</c:v>
                </c:pt>
                <c:pt idx="3098">
                  <c:v>1.01997500563813</c:v>
                </c:pt>
                <c:pt idx="3099">
                  <c:v>1.2030621703946329</c:v>
                </c:pt>
                <c:pt idx="3100">
                  <c:v>1.2503200769424441</c:v>
                </c:pt>
                <c:pt idx="3101">
                  <c:v>1.273824158764407</c:v>
                </c:pt>
                <c:pt idx="3102">
                  <c:v>1.3752248103360121</c:v>
                </c:pt>
                <c:pt idx="3103">
                  <c:v>1.4734048843383789</c:v>
                </c:pt>
                <c:pt idx="3104">
                  <c:v>1.520254955070286</c:v>
                </c:pt>
                <c:pt idx="3105">
                  <c:v>1.6301797624529351</c:v>
                </c:pt>
                <c:pt idx="3106">
                  <c:v>1.685477495193481</c:v>
                </c:pt>
                <c:pt idx="3107">
                  <c:v>1.6980170638908829</c:v>
                </c:pt>
                <c:pt idx="3108">
                  <c:v>1.7812622810829579</c:v>
                </c:pt>
                <c:pt idx="3109">
                  <c:v>1.821841835975647</c:v>
                </c:pt>
                <c:pt idx="3110">
                  <c:v>1.8198488240552699</c:v>
                </c:pt>
                <c:pt idx="3111">
                  <c:v>1.812657272356174</c:v>
                </c:pt>
                <c:pt idx="3112">
                  <c:v>1.8047478199005129</c:v>
                </c:pt>
                <c:pt idx="3113">
                  <c:v>1.781739811637826</c:v>
                </c:pt>
                <c:pt idx="3114">
                  <c:v>1.613156880232876</c:v>
                </c:pt>
                <c:pt idx="3115">
                  <c:v>1.550375699996948</c:v>
                </c:pt>
                <c:pt idx="3116">
                  <c:v>1.57826057104298</c:v>
                </c:pt>
                <c:pt idx="3117">
                  <c:v>1.717692672608591</c:v>
                </c:pt>
                <c:pt idx="3118">
                  <c:v>1.7707144021987919</c:v>
                </c:pt>
                <c:pt idx="3119">
                  <c:v>1.760164944523112</c:v>
                </c:pt>
                <c:pt idx="3120">
                  <c:v>1.7448047074591679</c:v>
                </c:pt>
                <c:pt idx="3121">
                  <c:v>1.7085155711593889</c:v>
                </c:pt>
                <c:pt idx="3122">
                  <c:v>1.694754838943481</c:v>
                </c:pt>
                <c:pt idx="3123">
                  <c:v>1.68641897421392</c:v>
                </c:pt>
                <c:pt idx="3124">
                  <c:v>1.6271001100540159</c:v>
                </c:pt>
                <c:pt idx="3125">
                  <c:v>1.6242493331462931</c:v>
                </c:pt>
                <c:pt idx="3126">
                  <c:v>1.622439271655324</c:v>
                </c:pt>
                <c:pt idx="3127">
                  <c:v>1.580809056343945</c:v>
                </c:pt>
                <c:pt idx="3128">
                  <c:v>1.5562803051965171</c:v>
                </c:pt>
                <c:pt idx="3129">
                  <c:v>1.5499980449676509</c:v>
                </c:pt>
                <c:pt idx="3130">
                  <c:v>1.538354473720368</c:v>
                </c:pt>
                <c:pt idx="3131">
                  <c:v>1.517336660494855</c:v>
                </c:pt>
                <c:pt idx="3132">
                  <c:v>1.5083973407745359</c:v>
                </c:pt>
                <c:pt idx="3133">
                  <c:v>1.503452962245623</c:v>
                </c:pt>
                <c:pt idx="3134">
                  <c:v>1.436521422104907</c:v>
                </c:pt>
                <c:pt idx="3135">
                  <c:v>1.3956616064634479</c:v>
                </c:pt>
                <c:pt idx="3136">
                  <c:v>1.362579464912415</c:v>
                </c:pt>
                <c:pt idx="3137">
                  <c:v>1.3575170279260369</c:v>
                </c:pt>
                <c:pt idx="3138">
                  <c:v>1.321158396992375</c:v>
                </c:pt>
                <c:pt idx="3139">
                  <c:v>1.316346287727356</c:v>
                </c:pt>
                <c:pt idx="3140">
                  <c:v>1.298772664615105</c:v>
                </c:pt>
                <c:pt idx="3141">
                  <c:v>1.1646443605422969</c:v>
                </c:pt>
                <c:pt idx="3142">
                  <c:v>1.136519924328439</c:v>
                </c:pt>
                <c:pt idx="3143">
                  <c:v>1.099352158807364</c:v>
                </c:pt>
                <c:pt idx="3144">
                  <c:v>1.0747536359566141</c:v>
                </c:pt>
                <c:pt idx="3145">
                  <c:v>1.0703755617141719</c:v>
                </c:pt>
                <c:pt idx="3146">
                  <c:v>1.088120295320905</c:v>
                </c:pt>
                <c:pt idx="3147">
                  <c:v>1.123191237449646</c:v>
                </c:pt>
                <c:pt idx="3148">
                  <c:v>1.11821699433144</c:v>
                </c:pt>
                <c:pt idx="3149">
                  <c:v>1.08299527989246</c:v>
                </c:pt>
                <c:pt idx="3150">
                  <c:v>1.0478382693302699</c:v>
                </c:pt>
                <c:pt idx="3151">
                  <c:v>1.0210763216018679</c:v>
                </c:pt>
                <c:pt idx="3152">
                  <c:v>1.0184469994858529</c:v>
                </c:pt>
                <c:pt idx="3153">
                  <c:v>1.016606150417892</c:v>
                </c:pt>
                <c:pt idx="3154">
                  <c:v>0.97824853658676147</c:v>
                </c:pt>
                <c:pt idx="3155">
                  <c:v>0.94664274549701111</c:v>
                </c:pt>
                <c:pt idx="3156">
                  <c:v>0.91273012635058526</c:v>
                </c:pt>
                <c:pt idx="3157">
                  <c:v>0.88719046115875244</c:v>
                </c:pt>
                <c:pt idx="3158">
                  <c:v>0.89827074942381901</c:v>
                </c:pt>
                <c:pt idx="3159">
                  <c:v>0.95412475710300559</c:v>
                </c:pt>
                <c:pt idx="3160">
                  <c:v>0.99951082468032837</c:v>
                </c:pt>
                <c:pt idx="3161">
                  <c:v>1.0091531721796929</c:v>
                </c:pt>
                <c:pt idx="3162">
                  <c:v>1.1850890490893831</c:v>
                </c:pt>
                <c:pt idx="3163">
                  <c:v>1.1983004808425901</c:v>
                </c:pt>
                <c:pt idx="3164">
                  <c:v>1.226575060929346</c:v>
                </c:pt>
                <c:pt idx="3165">
                  <c:v>1.4323247892546791</c:v>
                </c:pt>
                <c:pt idx="3166">
                  <c:v>1.5406315326690669</c:v>
                </c:pt>
                <c:pt idx="3167">
                  <c:v>1.529433390235545</c:v>
                </c:pt>
                <c:pt idx="3168">
                  <c:v>1.4964785784929391</c:v>
                </c:pt>
                <c:pt idx="3169">
                  <c:v>1.460430235259853</c:v>
                </c:pt>
                <c:pt idx="3170">
                  <c:v>1.454973697662354</c:v>
                </c:pt>
                <c:pt idx="3171">
                  <c:v>1.446490646860435</c:v>
                </c:pt>
                <c:pt idx="3172">
                  <c:v>1.3648597700508751</c:v>
                </c:pt>
                <c:pt idx="3173">
                  <c:v>1.2710363864898679</c:v>
                </c:pt>
                <c:pt idx="3174">
                  <c:v>1.263491827581023</c:v>
                </c:pt>
                <c:pt idx="3175">
                  <c:v>1.2350156026843531</c:v>
                </c:pt>
                <c:pt idx="3176">
                  <c:v>1.1889556302019499</c:v>
                </c:pt>
                <c:pt idx="3177">
                  <c:v>1.153820753097534</c:v>
                </c:pt>
                <c:pt idx="3178">
                  <c:v>1.1498604816056599</c:v>
                </c:pt>
                <c:pt idx="3179">
                  <c:v>1.1232966184616091</c:v>
                </c:pt>
                <c:pt idx="3180">
                  <c:v>1.1451288022039561</c:v>
                </c:pt>
                <c:pt idx="3181">
                  <c:v>1.294515635624909</c:v>
                </c:pt>
                <c:pt idx="3182">
                  <c:v>1.3503589630126951</c:v>
                </c:pt>
                <c:pt idx="3183">
                  <c:v>1.3578328694544279</c:v>
                </c:pt>
                <c:pt idx="3184">
                  <c:v>1.384437070597708</c:v>
                </c:pt>
                <c:pt idx="3185">
                  <c:v>1.4041616610343071</c:v>
                </c:pt>
                <c:pt idx="3186">
                  <c:v>1.407395124435425</c:v>
                </c:pt>
                <c:pt idx="3187">
                  <c:v>1.3929120122689169</c:v>
                </c:pt>
                <c:pt idx="3188">
                  <c:v>1.31816010841869</c:v>
                </c:pt>
                <c:pt idx="3189">
                  <c:v>1.3038516044616699</c:v>
                </c:pt>
                <c:pt idx="3190">
                  <c:v>1.2969914987947031</c:v>
                </c:pt>
                <c:pt idx="3191">
                  <c:v>1.24374415653449</c:v>
                </c:pt>
                <c:pt idx="3192">
                  <c:v>1.218214750289917</c:v>
                </c:pt>
                <c:pt idx="3193">
                  <c:v>1.2184829999061459</c:v>
                </c:pt>
                <c:pt idx="3194">
                  <c:v>1.2248694635458119</c:v>
                </c:pt>
                <c:pt idx="3195">
                  <c:v>1.227556586265564</c:v>
                </c:pt>
                <c:pt idx="3196">
                  <c:v>1.2352508978718431</c:v>
                </c:pt>
                <c:pt idx="3197">
                  <c:v>1.288576665109024</c:v>
                </c:pt>
                <c:pt idx="3198">
                  <c:v>1.335376174745956</c:v>
                </c:pt>
                <c:pt idx="3199">
                  <c:v>1.361667156219482</c:v>
                </c:pt>
                <c:pt idx="3200">
                  <c:v>1.3789032742016341</c:v>
                </c:pt>
                <c:pt idx="3201">
                  <c:v>1.5004264807001679</c:v>
                </c:pt>
                <c:pt idx="3202">
                  <c:v>1.587894201278687</c:v>
                </c:pt>
                <c:pt idx="3203">
                  <c:v>1.573781193316877</c:v>
                </c:pt>
                <c:pt idx="3204">
                  <c:v>1.439543117672905</c:v>
                </c:pt>
                <c:pt idx="3205">
                  <c:v>1.419151186943054</c:v>
                </c:pt>
                <c:pt idx="3206">
                  <c:v>1.421268739779741</c:v>
                </c:pt>
                <c:pt idx="3207">
                  <c:v>1.446256708056167</c:v>
                </c:pt>
                <c:pt idx="3208">
                  <c:v>1.4551305770874019</c:v>
                </c:pt>
                <c:pt idx="3209">
                  <c:v>1.45228529960912</c:v>
                </c:pt>
                <c:pt idx="3210">
                  <c:v>1.4299854835463019</c:v>
                </c:pt>
                <c:pt idx="3211">
                  <c:v>1.391625447882832</c:v>
                </c:pt>
                <c:pt idx="3212">
                  <c:v>1.385979890823364</c:v>
                </c:pt>
                <c:pt idx="3213">
                  <c:v>1.4120992119576909</c:v>
                </c:pt>
                <c:pt idx="3214">
                  <c:v>1.446148197045912</c:v>
                </c:pt>
                <c:pt idx="3215">
                  <c:v>1.4666053056716919</c:v>
                </c:pt>
                <c:pt idx="3216">
                  <c:v>1.465970423535484</c:v>
                </c:pt>
                <c:pt idx="3217">
                  <c:v>1.463164091110229</c:v>
                </c:pt>
                <c:pt idx="3218">
                  <c:v>1.444051926456023</c:v>
                </c:pt>
                <c:pt idx="3219">
                  <c:v>1.3900369545374289</c:v>
                </c:pt>
                <c:pt idx="3220">
                  <c:v>1.3227326428303541</c:v>
                </c:pt>
                <c:pt idx="3221">
                  <c:v>1.302219033241272</c:v>
                </c:pt>
                <c:pt idx="3222">
                  <c:v>1.299256906804912</c:v>
                </c:pt>
                <c:pt idx="3223">
                  <c:v>1.2833777666091919</c:v>
                </c:pt>
                <c:pt idx="3224">
                  <c:v>1.279643851221012</c:v>
                </c:pt>
                <c:pt idx="3225">
                  <c:v>1.2639965102140489</c:v>
                </c:pt>
                <c:pt idx="3226">
                  <c:v>1.256845862481365</c:v>
                </c:pt>
                <c:pt idx="3227">
                  <c:v>1.254282474517822</c:v>
                </c:pt>
                <c:pt idx="3228">
                  <c:v>1.2689004636272381</c:v>
                </c:pt>
                <c:pt idx="3229">
                  <c:v>1.4294678367752101</c:v>
                </c:pt>
                <c:pt idx="3230">
                  <c:v>1.4734911918640139</c:v>
                </c:pt>
                <c:pt idx="3231">
                  <c:v>1.470490306062241</c:v>
                </c:pt>
                <c:pt idx="3232">
                  <c:v>1.4280150290314819</c:v>
                </c:pt>
                <c:pt idx="3233">
                  <c:v>1.406842112541199</c:v>
                </c:pt>
                <c:pt idx="3234">
                  <c:v>1.4183094122470781</c:v>
                </c:pt>
                <c:pt idx="3235">
                  <c:v>1.4578899976557289</c:v>
                </c:pt>
                <c:pt idx="3236">
                  <c:v>1.482785224914551</c:v>
                </c:pt>
                <c:pt idx="3237">
                  <c:v>1.5176370165677999</c:v>
                </c:pt>
                <c:pt idx="3238">
                  <c:v>1.5799111657930791</c:v>
                </c:pt>
                <c:pt idx="3239">
                  <c:v>1.604355931282043</c:v>
                </c:pt>
                <c:pt idx="3240">
                  <c:v>1.597894875012194</c:v>
                </c:pt>
                <c:pt idx="3241">
                  <c:v>1.545323949525323</c:v>
                </c:pt>
                <c:pt idx="3242">
                  <c:v>1.515272855758667</c:v>
                </c:pt>
                <c:pt idx="3243">
                  <c:v>1.5095073291751391</c:v>
                </c:pt>
                <c:pt idx="3244">
                  <c:v>1.484789876862457</c:v>
                </c:pt>
                <c:pt idx="3245">
                  <c:v>1.46045366617624</c:v>
                </c:pt>
                <c:pt idx="3246">
                  <c:v>1.452039241790771</c:v>
                </c:pt>
                <c:pt idx="3247">
                  <c:v>1.456504232005932</c:v>
                </c:pt>
                <c:pt idx="3248">
                  <c:v>1.4758066190361181</c:v>
                </c:pt>
                <c:pt idx="3249">
                  <c:v>1.4840326309204099</c:v>
                </c:pt>
                <c:pt idx="3250">
                  <c:v>1.487851427629661</c:v>
                </c:pt>
                <c:pt idx="3251">
                  <c:v>1.5140001063851569</c:v>
                </c:pt>
                <c:pt idx="3252">
                  <c:v>1.5214293801577361</c:v>
                </c:pt>
                <c:pt idx="3253">
                  <c:v>1.55796348766128</c:v>
                </c:pt>
                <c:pt idx="3254">
                  <c:v>1.5654129981994629</c:v>
                </c:pt>
                <c:pt idx="3255">
                  <c:v>1.5620219827683151</c:v>
                </c:pt>
                <c:pt idx="3256">
                  <c:v>1.5403795103247531</c:v>
                </c:pt>
                <c:pt idx="3257">
                  <c:v>1.5337755680084231</c:v>
                </c:pt>
                <c:pt idx="3258">
                  <c:v>1.5332396188392889</c:v>
                </c:pt>
                <c:pt idx="3259">
                  <c:v>1.5300307214202531</c:v>
                </c:pt>
                <c:pt idx="3260">
                  <c:v>1.528039693832397</c:v>
                </c:pt>
                <c:pt idx="3261">
                  <c:v>1.538565610406555</c:v>
                </c:pt>
                <c:pt idx="3262">
                  <c:v>1.606602881166773</c:v>
                </c:pt>
                <c:pt idx="3263">
                  <c:v>1.741171089629534</c:v>
                </c:pt>
                <c:pt idx="3264">
                  <c:v>1.7566413879394529</c:v>
                </c:pt>
                <c:pt idx="3265">
                  <c:v>1.804382564872228</c:v>
                </c:pt>
                <c:pt idx="3266">
                  <c:v>1.8583235410278931</c:v>
                </c:pt>
                <c:pt idx="3267">
                  <c:v>1.893667936325073</c:v>
                </c:pt>
                <c:pt idx="3268">
                  <c:v>1.910728492147179</c:v>
                </c:pt>
                <c:pt idx="3269">
                  <c:v>2.0378024155093781</c:v>
                </c:pt>
                <c:pt idx="3270">
                  <c:v>2.1137747764587398</c:v>
                </c:pt>
                <c:pt idx="3271">
                  <c:v>2.1069039936912319</c:v>
                </c:pt>
                <c:pt idx="3272">
                  <c:v>2.102120293168094</c:v>
                </c:pt>
                <c:pt idx="3273">
                  <c:v>1.9914451379599769</c:v>
                </c:pt>
                <c:pt idx="3274">
                  <c:v>1.983344674110413</c:v>
                </c:pt>
                <c:pt idx="3275">
                  <c:v>1.9597971014067039</c:v>
                </c:pt>
                <c:pt idx="3276">
                  <c:v>1.8047247922249861</c:v>
                </c:pt>
                <c:pt idx="3277">
                  <c:v>1.72710645198822</c:v>
                </c:pt>
                <c:pt idx="3278">
                  <c:v>1.7285509016346949</c:v>
                </c:pt>
                <c:pt idx="3279">
                  <c:v>1.7394050289625249</c:v>
                </c:pt>
                <c:pt idx="3280">
                  <c:v>1.7479869302334821</c:v>
                </c:pt>
                <c:pt idx="3281">
                  <c:v>1.7493435144424441</c:v>
                </c:pt>
                <c:pt idx="3282">
                  <c:v>1.744636774563199</c:v>
                </c:pt>
                <c:pt idx="3283">
                  <c:v>1.6881471049403849</c:v>
                </c:pt>
                <c:pt idx="3284">
                  <c:v>1.6684539318084719</c:v>
                </c:pt>
                <c:pt idx="3285">
                  <c:v>1.670788743744837</c:v>
                </c:pt>
                <c:pt idx="3286">
                  <c:v>1.6953589263363229</c:v>
                </c:pt>
                <c:pt idx="3287">
                  <c:v>1.7122073173522949</c:v>
                </c:pt>
                <c:pt idx="3288">
                  <c:v>1.725060101556473</c:v>
                </c:pt>
                <c:pt idx="3289">
                  <c:v>1.7957794331950581</c:v>
                </c:pt>
                <c:pt idx="3290">
                  <c:v>1.858818531036377</c:v>
                </c:pt>
                <c:pt idx="3291">
                  <c:v>1.8599552579113521</c:v>
                </c:pt>
                <c:pt idx="3292">
                  <c:v>1.863525020322079</c:v>
                </c:pt>
                <c:pt idx="3293">
                  <c:v>1.865913634457371</c:v>
                </c:pt>
                <c:pt idx="3294">
                  <c:v>1.868027925491333</c:v>
                </c:pt>
                <c:pt idx="3295">
                  <c:v>1.756599357237123</c:v>
                </c:pt>
                <c:pt idx="3296">
                  <c:v>1.679863452911377</c:v>
                </c:pt>
                <c:pt idx="3297">
                  <c:v>1.6787419103253789</c:v>
                </c:pt>
                <c:pt idx="3298">
                  <c:v>1.677395720131452</c:v>
                </c:pt>
                <c:pt idx="3299">
                  <c:v>1.645932904270329</c:v>
                </c:pt>
                <c:pt idx="3300">
                  <c:v>1.638808608055115</c:v>
                </c:pt>
                <c:pt idx="3301">
                  <c:v>1.649497401389743</c:v>
                </c:pt>
                <c:pt idx="3302">
                  <c:v>1.7161668608901259</c:v>
                </c:pt>
                <c:pt idx="3303">
                  <c:v>1.7380421161651609</c:v>
                </c:pt>
                <c:pt idx="3304">
                  <c:v>1.752491391499722</c:v>
                </c:pt>
                <c:pt idx="3305">
                  <c:v>1.8846105949098939</c:v>
                </c:pt>
                <c:pt idx="3306">
                  <c:v>1.960981488227844</c:v>
                </c:pt>
                <c:pt idx="3307">
                  <c:v>1.965208324714294</c:v>
                </c:pt>
                <c:pt idx="3308">
                  <c:v>1.988443106295505</c:v>
                </c:pt>
                <c:pt idx="3309">
                  <c:v>2.0063707828521729</c:v>
                </c:pt>
                <c:pt idx="3310">
                  <c:v>2.0041840031936471</c:v>
                </c:pt>
                <c:pt idx="3311">
                  <c:v>1.983032212389559</c:v>
                </c:pt>
                <c:pt idx="3312">
                  <c:v>1.978085994720459</c:v>
                </c:pt>
                <c:pt idx="3313">
                  <c:v>1.975223401823152</c:v>
                </c:pt>
                <c:pt idx="3314">
                  <c:v>1.9707677396753069</c:v>
                </c:pt>
                <c:pt idx="3315">
                  <c:v>1.9663769478166371</c:v>
                </c:pt>
                <c:pt idx="3316">
                  <c:v>1.9643450975418091</c:v>
                </c:pt>
                <c:pt idx="3317">
                  <c:v>1.957922003018163</c:v>
                </c:pt>
                <c:pt idx="3318">
                  <c:v>1.905478215620686</c:v>
                </c:pt>
                <c:pt idx="3319">
                  <c:v>1.88299036026001</c:v>
                </c:pt>
                <c:pt idx="3320">
                  <c:v>1.893054254238564</c:v>
                </c:pt>
                <c:pt idx="3321">
                  <c:v>1.962312821221275</c:v>
                </c:pt>
                <c:pt idx="3322">
                  <c:v>1.9976439476013179</c:v>
                </c:pt>
                <c:pt idx="3323">
                  <c:v>2.0016458160202548</c:v>
                </c:pt>
                <c:pt idx="3324">
                  <c:v>2.0063436173833318</c:v>
                </c:pt>
                <c:pt idx="3325">
                  <c:v>2.0623342166308558</c:v>
                </c:pt>
                <c:pt idx="3326">
                  <c:v>2.070867776870728</c:v>
                </c:pt>
                <c:pt idx="3327">
                  <c:v>2.0587416413439028</c:v>
                </c:pt>
                <c:pt idx="3328">
                  <c:v>1.914725155363185</c:v>
                </c:pt>
                <c:pt idx="3329">
                  <c:v>1.855798482894897</c:v>
                </c:pt>
                <c:pt idx="3330">
                  <c:v>1.85665581985974</c:v>
                </c:pt>
                <c:pt idx="3331">
                  <c:v>1.861864914367096</c:v>
                </c:pt>
                <c:pt idx="3332">
                  <c:v>1.8670932810104479</c:v>
                </c:pt>
                <c:pt idx="3333">
                  <c:v>1.8714646227883249</c:v>
                </c:pt>
                <c:pt idx="3334">
                  <c:v>1.8721204996109011</c:v>
                </c:pt>
                <c:pt idx="3335">
                  <c:v>1.8641775646620591</c:v>
                </c:pt>
                <c:pt idx="3336">
                  <c:v>1.848069934073814</c:v>
                </c:pt>
                <c:pt idx="3337">
                  <c:v>1.840071558952332</c:v>
                </c:pt>
                <c:pt idx="3338">
                  <c:v>1.8435633295889631</c:v>
                </c:pt>
                <c:pt idx="3339">
                  <c:v>1.869981862794545</c:v>
                </c:pt>
                <c:pt idx="3340">
                  <c:v>1.876884937286377</c:v>
                </c:pt>
                <c:pt idx="3341">
                  <c:v>1.8866623230641739</c:v>
                </c:pt>
                <c:pt idx="3342">
                  <c:v>1.90292392535317</c:v>
                </c:pt>
                <c:pt idx="3343">
                  <c:v>1.912231922149658</c:v>
                </c:pt>
                <c:pt idx="3344">
                  <c:v>1.916596454995658</c:v>
                </c:pt>
                <c:pt idx="3345">
                  <c:v>1.9612200260162349</c:v>
                </c:pt>
                <c:pt idx="3346">
                  <c:v>1.956073975833641</c:v>
                </c:pt>
                <c:pt idx="3347">
                  <c:v>1.9275071589120529</c:v>
                </c:pt>
                <c:pt idx="3348">
                  <c:v>1.904552787451856</c:v>
                </c:pt>
                <c:pt idx="3349">
                  <c:v>1.8828083276748659</c:v>
                </c:pt>
                <c:pt idx="3350">
                  <c:v>1.880277987115045</c:v>
                </c:pt>
                <c:pt idx="3351">
                  <c:v>1.878640512945452</c:v>
                </c:pt>
                <c:pt idx="3352">
                  <c:v>1.846150482122618</c:v>
                </c:pt>
                <c:pt idx="3353">
                  <c:v>1.8367002010345459</c:v>
                </c:pt>
                <c:pt idx="3354">
                  <c:v>1.82468631493324</c:v>
                </c:pt>
                <c:pt idx="3355">
                  <c:v>1.72761034443268</c:v>
                </c:pt>
                <c:pt idx="3356">
                  <c:v>1.68100905418396</c:v>
                </c:pt>
                <c:pt idx="3357">
                  <c:v>1.6677300818408021</c:v>
                </c:pt>
                <c:pt idx="3358">
                  <c:v>1.5386559963226321</c:v>
                </c:pt>
                <c:pt idx="3359">
                  <c:v>1.5371878511785839</c:v>
                </c:pt>
                <c:pt idx="3360">
                  <c:v>1.522456060064358</c:v>
                </c:pt>
                <c:pt idx="3361">
                  <c:v>1.5176340341567991</c:v>
                </c:pt>
                <c:pt idx="3362">
                  <c:v>1.516444050806552</c:v>
                </c:pt>
                <c:pt idx="3363">
                  <c:v>1.5142368078231809</c:v>
                </c:pt>
                <c:pt idx="3364">
                  <c:v>1.532045449087938</c:v>
                </c:pt>
                <c:pt idx="3365">
                  <c:v>1.7485886299049871</c:v>
                </c:pt>
                <c:pt idx="3366">
                  <c:v>1.8571822643280029</c:v>
                </c:pt>
                <c:pt idx="3367">
                  <c:v>1.851167641074106</c:v>
                </c:pt>
                <c:pt idx="3368">
                  <c:v>1.7982184238825021</c:v>
                </c:pt>
                <c:pt idx="3369">
                  <c:v>1.7897161245346069</c:v>
                </c:pt>
                <c:pt idx="3370">
                  <c:v>1.783804605976836</c:v>
                </c:pt>
                <c:pt idx="3371">
                  <c:v>1.751448156601995</c:v>
                </c:pt>
                <c:pt idx="3372">
                  <c:v>1.71661288422546</c:v>
                </c:pt>
                <c:pt idx="3373">
                  <c:v>1.6923324919320959</c:v>
                </c:pt>
                <c:pt idx="3374">
                  <c:v>1.6883085966110229</c:v>
                </c:pt>
                <c:pt idx="3375">
                  <c:v>1.67970527723068</c:v>
                </c:pt>
                <c:pt idx="3376">
                  <c:v>1.588979125022888</c:v>
                </c:pt>
                <c:pt idx="3377">
                  <c:v>1.57724398438656</c:v>
                </c:pt>
                <c:pt idx="3378">
                  <c:v>1.481076160219547</c:v>
                </c:pt>
                <c:pt idx="3379">
                  <c:v>1.4462242126464839</c:v>
                </c:pt>
                <c:pt idx="3380">
                  <c:v>1.4654642855521369</c:v>
                </c:pt>
                <c:pt idx="3381">
                  <c:v>1.5960195894478171</c:v>
                </c:pt>
                <c:pt idx="3382">
                  <c:v>1.6325497627258301</c:v>
                </c:pt>
                <c:pt idx="3383">
                  <c:v>1.622544749477232</c:v>
                </c:pt>
                <c:pt idx="3384">
                  <c:v>1.5427077367061051</c:v>
                </c:pt>
                <c:pt idx="3385">
                  <c:v>1.4564263742333039</c:v>
                </c:pt>
                <c:pt idx="3386">
                  <c:v>1.4364697933197019</c:v>
                </c:pt>
                <c:pt idx="3387">
                  <c:v>1.4457715691359641</c:v>
                </c:pt>
                <c:pt idx="3388">
                  <c:v>1.5051381028347799</c:v>
                </c:pt>
                <c:pt idx="3389">
                  <c:v>1.5079407691955571</c:v>
                </c:pt>
                <c:pt idx="3390">
                  <c:v>1.502665483964331</c:v>
                </c:pt>
                <c:pt idx="3391">
                  <c:v>1.4967843003937431</c:v>
                </c:pt>
                <c:pt idx="3392">
                  <c:v>1.490864255757252</c:v>
                </c:pt>
                <c:pt idx="3393">
                  <c:v>1.4899865388870239</c:v>
                </c:pt>
                <c:pt idx="3394">
                  <c:v>1.4974259125416609</c:v>
                </c:pt>
                <c:pt idx="3395">
                  <c:v>1.5537290573120119</c:v>
                </c:pt>
                <c:pt idx="3396">
                  <c:v>1.5368733191721671</c:v>
                </c:pt>
                <c:pt idx="3397">
                  <c:v>1.403685734843555</c:v>
                </c:pt>
                <c:pt idx="3398">
                  <c:v>1.35500180721283</c:v>
                </c:pt>
                <c:pt idx="3399">
                  <c:v>1.3587812089576701</c:v>
                </c:pt>
                <c:pt idx="3400">
                  <c:v>1.3941714486247221</c:v>
                </c:pt>
                <c:pt idx="3401">
                  <c:v>1.3988716602325439</c:v>
                </c:pt>
                <c:pt idx="3402">
                  <c:v>1.3907090284082131</c:v>
                </c:pt>
                <c:pt idx="3403">
                  <c:v>1.314306198357295</c:v>
                </c:pt>
                <c:pt idx="3404">
                  <c:v>1.265268802642822</c:v>
                </c:pt>
                <c:pt idx="3405">
                  <c:v>1.2611638426482761</c:v>
                </c:pt>
                <c:pt idx="3406">
                  <c:v>1.2245279698869971</c:v>
                </c:pt>
                <c:pt idx="3407">
                  <c:v>1.193771000936011</c:v>
                </c:pt>
                <c:pt idx="3408">
                  <c:v>1.1912850141525271</c:v>
                </c:pt>
                <c:pt idx="3409">
                  <c:v>1.2865372133899371</c:v>
                </c:pt>
                <c:pt idx="3410">
                  <c:v>1.390640534865814</c:v>
                </c:pt>
                <c:pt idx="3411">
                  <c:v>1.4852473573719589</c:v>
                </c:pt>
                <c:pt idx="3412">
                  <c:v>1.5278472900390621</c:v>
                </c:pt>
                <c:pt idx="3413">
                  <c:v>1.5137135946114291</c:v>
                </c:pt>
                <c:pt idx="3414">
                  <c:v>1.418049064523053</c:v>
                </c:pt>
                <c:pt idx="3415">
                  <c:v>1.3862097263336179</c:v>
                </c:pt>
                <c:pt idx="3416">
                  <c:v>1.3960306591615039</c:v>
                </c:pt>
                <c:pt idx="3417">
                  <c:v>1.47675268076389</c:v>
                </c:pt>
                <c:pt idx="3418">
                  <c:v>1.520725526100756</c:v>
                </c:pt>
                <c:pt idx="3419">
                  <c:v>1.528590321540833</c:v>
                </c:pt>
                <c:pt idx="3420">
                  <c:v>1.475732561134123</c:v>
                </c:pt>
                <c:pt idx="3421">
                  <c:v>1.4104523329945129</c:v>
                </c:pt>
                <c:pt idx="3422">
                  <c:v>1.4017734527587891</c:v>
                </c:pt>
                <c:pt idx="3423">
                  <c:v>1.41002722699984</c:v>
                </c:pt>
                <c:pt idx="3424">
                  <c:v>1.480651069694666</c:v>
                </c:pt>
                <c:pt idx="3425">
                  <c:v>1.523730874061584</c:v>
                </c:pt>
                <c:pt idx="3426">
                  <c:v>1.53218656558771</c:v>
                </c:pt>
                <c:pt idx="3427">
                  <c:v>1.6347138477068961</c:v>
                </c:pt>
                <c:pt idx="3428">
                  <c:v>1.706560015678406</c:v>
                </c:pt>
                <c:pt idx="3429">
                  <c:v>1.7009977031412851</c:v>
                </c:pt>
                <c:pt idx="3430">
                  <c:v>1.6510331630706789</c:v>
                </c:pt>
                <c:pt idx="3431">
                  <c:v>1.6428874231878681</c:v>
                </c:pt>
                <c:pt idx="3432">
                  <c:v>1.539095215850228</c:v>
                </c:pt>
                <c:pt idx="3433">
                  <c:v>1.4945729970932009</c:v>
                </c:pt>
                <c:pt idx="3434">
                  <c:v>1.4935976792504819</c:v>
                </c:pt>
                <c:pt idx="3435">
                  <c:v>1.477380156517029</c:v>
                </c:pt>
                <c:pt idx="3436">
                  <c:v>1.4795250859856679</c:v>
                </c:pt>
                <c:pt idx="3437">
                  <c:v>1.5138276543187379</c:v>
                </c:pt>
                <c:pt idx="3438">
                  <c:v>1.5322310924530029</c:v>
                </c:pt>
                <c:pt idx="3439">
                  <c:v>1.568498098116083</c:v>
                </c:pt>
                <c:pt idx="3440">
                  <c:v>1.669481626875454</c:v>
                </c:pt>
                <c:pt idx="3441">
                  <c:v>1.795482397079468</c:v>
                </c:pt>
                <c:pt idx="3442">
                  <c:v>1.7854691971515479</c:v>
                </c:pt>
                <c:pt idx="3443">
                  <c:v>1.70068359375</c:v>
                </c:pt>
                <c:pt idx="3444">
                  <c:v>1.6982348126598881</c:v>
                </c:pt>
                <c:pt idx="3445">
                  <c:v>1.6848887849249861</c:v>
                </c:pt>
                <c:pt idx="3446">
                  <c:v>1.667894601821899</c:v>
                </c:pt>
                <c:pt idx="3447">
                  <c:v>1.6593901026254689</c:v>
                </c:pt>
                <c:pt idx="3448">
                  <c:v>1.6534529994128671</c:v>
                </c:pt>
                <c:pt idx="3449">
                  <c:v>1.5434249932645181</c:v>
                </c:pt>
                <c:pt idx="3450">
                  <c:v>1.4622718095779419</c:v>
                </c:pt>
                <c:pt idx="3451">
                  <c:v>1.4717038132511251</c:v>
                </c:pt>
                <c:pt idx="3452">
                  <c:v>1.4771446611933881</c:v>
                </c:pt>
                <c:pt idx="3453">
                  <c:v>1.587415814399719</c:v>
                </c:pt>
                <c:pt idx="3454">
                  <c:v>1.494709038301709</c:v>
                </c:pt>
                <c:pt idx="3455">
                  <c:v>1.4326144456863401</c:v>
                </c:pt>
                <c:pt idx="3456">
                  <c:v>1.464740087115546</c:v>
                </c:pt>
                <c:pt idx="3457">
                  <c:v>1.4998262379161711</c:v>
                </c:pt>
                <c:pt idx="3458">
                  <c:v>1.5258034943268639</c:v>
                </c:pt>
                <c:pt idx="3459">
                  <c:v>1.534671306610107</c:v>
                </c:pt>
                <c:pt idx="3460">
                  <c:v>1.5466646104404029</c:v>
                </c:pt>
                <c:pt idx="3461">
                  <c:v>1.632849645186095</c:v>
                </c:pt>
                <c:pt idx="3462">
                  <c:v>1.65678882598877</c:v>
                </c:pt>
                <c:pt idx="3463">
                  <c:v>1.6382128542907559</c:v>
                </c:pt>
                <c:pt idx="3464">
                  <c:v>1.5522745847702031</c:v>
                </c:pt>
                <c:pt idx="3465">
                  <c:v>1.561520212328275</c:v>
                </c:pt>
                <c:pt idx="3466">
                  <c:v>1.5884260903847061</c:v>
                </c:pt>
                <c:pt idx="3467">
                  <c:v>1.6218137243244279</c:v>
                </c:pt>
                <c:pt idx="3468">
                  <c:v>1.6285479068756099</c:v>
                </c:pt>
                <c:pt idx="3469">
                  <c:v>1.623005050076864</c:v>
                </c:pt>
                <c:pt idx="3470">
                  <c:v>1.563110138956378</c:v>
                </c:pt>
                <c:pt idx="3471">
                  <c:v>1.543120265007019</c:v>
                </c:pt>
                <c:pt idx="3472">
                  <c:v>1.5443520532550969</c:v>
                </c:pt>
                <c:pt idx="3473">
                  <c:v>1.55275650321567</c:v>
                </c:pt>
                <c:pt idx="3474">
                  <c:v>1.5591480731964109</c:v>
                </c:pt>
                <c:pt idx="3475">
                  <c:v>1.549628711898561</c:v>
                </c:pt>
                <c:pt idx="3476">
                  <c:v>1.4228838260242009</c:v>
                </c:pt>
                <c:pt idx="3477">
                  <c:v>1.4029387235641479</c:v>
                </c:pt>
                <c:pt idx="3478">
                  <c:v>1.3956988233202769</c:v>
                </c:pt>
                <c:pt idx="3479">
                  <c:v>1.2718025560390529</c:v>
                </c:pt>
                <c:pt idx="3480">
                  <c:v>1.2273082733154299</c:v>
                </c:pt>
                <c:pt idx="3481">
                  <c:v>1.226936211278892</c:v>
                </c:pt>
                <c:pt idx="3482">
                  <c:v>1.224098769346057</c:v>
                </c:pt>
                <c:pt idx="3483">
                  <c:v>1.2212687436457259</c:v>
                </c:pt>
                <c:pt idx="3484">
                  <c:v>1.219253382462528</c:v>
                </c:pt>
                <c:pt idx="3485">
                  <c:v>1.218528747558594</c:v>
                </c:pt>
                <c:pt idx="3486">
                  <c:v>1.2153630918373399</c:v>
                </c:pt>
                <c:pt idx="3487">
                  <c:v>1.169681054605707</c:v>
                </c:pt>
                <c:pt idx="3488">
                  <c:v>1.1562763452529909</c:v>
                </c:pt>
                <c:pt idx="3489">
                  <c:v>1.133131137154662</c:v>
                </c:pt>
                <c:pt idx="3490">
                  <c:v>1.069127646287529</c:v>
                </c:pt>
                <c:pt idx="3491">
                  <c:v>1.051758289337158</c:v>
                </c:pt>
                <c:pt idx="3492">
                  <c:v>1.044652619474602</c:v>
                </c:pt>
                <c:pt idx="3493">
                  <c:v>0.99015981748803283</c:v>
                </c:pt>
                <c:pt idx="3494">
                  <c:v>0.97504669427871704</c:v>
                </c:pt>
                <c:pt idx="3495">
                  <c:v>0.97184785970910004</c:v>
                </c:pt>
                <c:pt idx="3496">
                  <c:v>0.9525706570477448</c:v>
                </c:pt>
                <c:pt idx="3497">
                  <c:v>0.93368402676666828</c:v>
                </c:pt>
                <c:pt idx="3498">
                  <c:v>0.92139327526092529</c:v>
                </c:pt>
                <c:pt idx="3499">
                  <c:v>0.95561522692564582</c:v>
                </c:pt>
                <c:pt idx="3500">
                  <c:v>1.161534786224365</c:v>
                </c:pt>
                <c:pt idx="3501">
                  <c:v>1.280139013945544</c:v>
                </c:pt>
                <c:pt idx="3502">
                  <c:v>1.3672883719903111</c:v>
                </c:pt>
                <c:pt idx="3503">
                  <c:v>1.5797644875196519</c:v>
                </c:pt>
                <c:pt idx="3504">
                  <c:v>1.674967288970947</c:v>
                </c:pt>
                <c:pt idx="3505">
                  <c:v>1.7050295893969909</c:v>
                </c:pt>
                <c:pt idx="3506">
                  <c:v>1.901980317424695</c:v>
                </c:pt>
                <c:pt idx="3507">
                  <c:v>1.990505576133728</c:v>
                </c:pt>
                <c:pt idx="3508">
                  <c:v>1.984064114630286</c:v>
                </c:pt>
                <c:pt idx="3509">
                  <c:v>1.9194169044494629</c:v>
                </c:pt>
                <c:pt idx="3510">
                  <c:v>1.908988969107124</c:v>
                </c:pt>
                <c:pt idx="3511">
                  <c:v>1.803533005305187</c:v>
                </c:pt>
                <c:pt idx="3512">
                  <c:v>1.77674412727356</c:v>
                </c:pt>
                <c:pt idx="3513">
                  <c:v>1.758940070494478</c:v>
                </c:pt>
                <c:pt idx="3514">
                  <c:v>1.6548435232430001</c:v>
                </c:pt>
                <c:pt idx="3515">
                  <c:v>1.584205150604248</c:v>
                </c:pt>
                <c:pt idx="3516">
                  <c:v>1.579026244644866</c:v>
                </c:pt>
                <c:pt idx="3517">
                  <c:v>1.499653035313345</c:v>
                </c:pt>
                <c:pt idx="3518">
                  <c:v>1.4870404005050659</c:v>
                </c:pt>
                <c:pt idx="3519">
                  <c:v>1.481288550643411</c:v>
                </c:pt>
                <c:pt idx="3520">
                  <c:v>1.431542175021296</c:v>
                </c:pt>
                <c:pt idx="3521">
                  <c:v>1.4087650775909419</c:v>
                </c:pt>
                <c:pt idx="3522">
                  <c:v>1.4032444337140011</c:v>
                </c:pt>
                <c:pt idx="3523">
                  <c:v>1.3662319116849011</c:v>
                </c:pt>
                <c:pt idx="3524">
                  <c:v>1.3038234397380499</c:v>
                </c:pt>
                <c:pt idx="3525">
                  <c:v>1.2945985794067381</c:v>
                </c:pt>
                <c:pt idx="3526">
                  <c:v>1.2840415665881211</c:v>
                </c:pt>
                <c:pt idx="3527">
                  <c:v>1.1791812181472781</c:v>
                </c:pt>
                <c:pt idx="3528">
                  <c:v>1.1846794582247619</c:v>
                </c:pt>
                <c:pt idx="3529">
                  <c:v>1.253931403160095</c:v>
                </c:pt>
                <c:pt idx="3530">
                  <c:v>1.251094257753063</c:v>
                </c:pt>
                <c:pt idx="3531">
                  <c:v>1.234272027422354</c:v>
                </c:pt>
                <c:pt idx="3532">
                  <c:v>1.211706511771482</c:v>
                </c:pt>
                <c:pt idx="3533">
                  <c:v>1.2074440717697139</c:v>
                </c:pt>
                <c:pt idx="3534">
                  <c:v>1.2182600151758809</c:v>
                </c:pt>
                <c:pt idx="3535">
                  <c:v>1.2881110559150359</c:v>
                </c:pt>
                <c:pt idx="3536">
                  <c:v>1.335150003433228</c:v>
                </c:pt>
                <c:pt idx="3537">
                  <c:v>1.3463053847562729</c:v>
                </c:pt>
                <c:pt idx="3538">
                  <c:v>1.493358077253969</c:v>
                </c:pt>
                <c:pt idx="3539">
                  <c:v>1.5479693412780759</c:v>
                </c:pt>
                <c:pt idx="3540">
                  <c:v>1.548383972769845</c:v>
                </c:pt>
                <c:pt idx="3541">
                  <c:v>1.548948397264468</c:v>
                </c:pt>
                <c:pt idx="3542">
                  <c:v>1.549119830131531</c:v>
                </c:pt>
                <c:pt idx="3543">
                  <c:v>1.5528035624608241</c:v>
                </c:pt>
                <c:pt idx="3544">
                  <c:v>1.573560466557324</c:v>
                </c:pt>
                <c:pt idx="3545">
                  <c:v>1.5922278165817261</c:v>
                </c:pt>
                <c:pt idx="3546">
                  <c:v>1.611947248697053</c:v>
                </c:pt>
                <c:pt idx="3547">
                  <c:v>1.634255051612854</c:v>
                </c:pt>
                <c:pt idx="3548">
                  <c:v>1.6403865277881711</c:v>
                </c:pt>
                <c:pt idx="3549">
                  <c:v>1.6464365087856681</c:v>
                </c:pt>
                <c:pt idx="3550">
                  <c:v>1.7927037776824539</c:v>
                </c:pt>
                <c:pt idx="3551">
                  <c:v>1.83913254737854</c:v>
                </c:pt>
                <c:pt idx="3552">
                  <c:v>1.8197640870963261</c:v>
                </c:pt>
                <c:pt idx="3553">
                  <c:v>1.696608424186707</c:v>
                </c:pt>
                <c:pt idx="3554">
                  <c:v>1.6653326504239869</c:v>
                </c:pt>
                <c:pt idx="3555">
                  <c:v>1.6141299244423211</c:v>
                </c:pt>
                <c:pt idx="3556">
                  <c:v>1.6015698909759519</c:v>
                </c:pt>
                <c:pt idx="3557">
                  <c:v>1.595064145369548</c:v>
                </c:pt>
                <c:pt idx="3558">
                  <c:v>1.5394589909489991</c:v>
                </c:pt>
                <c:pt idx="3559">
                  <c:v>1.4795814570264401</c:v>
                </c:pt>
                <c:pt idx="3560">
                  <c:v>1.4367461204528811</c:v>
                </c:pt>
                <c:pt idx="3561">
                  <c:v>1.430875147339093</c:v>
                </c:pt>
                <c:pt idx="3562">
                  <c:v>1.4245448520044539</c:v>
                </c:pt>
                <c:pt idx="3563">
                  <c:v>1.264565706253052</c:v>
                </c:pt>
                <c:pt idx="3564">
                  <c:v>1.291322097842325</c:v>
                </c:pt>
                <c:pt idx="3565">
                  <c:v>1.5313794645140999</c:v>
                </c:pt>
                <c:pt idx="3566">
                  <c:v>1.589568614959717</c:v>
                </c:pt>
                <c:pt idx="3567">
                  <c:v>1.598728420086043</c:v>
                </c:pt>
                <c:pt idx="3568">
                  <c:v>1.6756660957399521</c:v>
                </c:pt>
                <c:pt idx="3569">
                  <c:v>1.7152543067932129</c:v>
                </c:pt>
                <c:pt idx="3570">
                  <c:v>1.733743793381243</c:v>
                </c:pt>
                <c:pt idx="3571">
                  <c:v>1.827837258895618</c:v>
                </c:pt>
                <c:pt idx="3572">
                  <c:v>1.901009082794189</c:v>
                </c:pt>
                <c:pt idx="3573">
                  <c:v>1.8675112877380791</c:v>
                </c:pt>
                <c:pt idx="3574">
                  <c:v>1.699231624603271</c:v>
                </c:pt>
                <c:pt idx="3575">
                  <c:v>1.6239427811995659</c:v>
                </c:pt>
                <c:pt idx="3576">
                  <c:v>1.4996657371521001</c:v>
                </c:pt>
                <c:pt idx="3577">
                  <c:v>1.4915822869470661</c:v>
                </c:pt>
                <c:pt idx="3578">
                  <c:v>1.4192340319397569</c:v>
                </c:pt>
                <c:pt idx="3579">
                  <c:v>1.360667811911022</c:v>
                </c:pt>
                <c:pt idx="3580">
                  <c:v>1.3421710729598999</c:v>
                </c:pt>
                <c:pt idx="3581">
                  <c:v>1.342077463542511</c:v>
                </c:pt>
                <c:pt idx="3582">
                  <c:v>1.341519893291625</c:v>
                </c:pt>
                <c:pt idx="3583">
                  <c:v>1.3414433002471919</c:v>
                </c:pt>
                <c:pt idx="3584">
                  <c:v>1.3547406117831231</c:v>
                </c:pt>
                <c:pt idx="3585">
                  <c:v>1.3658763394955351</c:v>
                </c:pt>
                <c:pt idx="3586">
                  <c:v>1.3836508189715591</c:v>
                </c:pt>
                <c:pt idx="3587">
                  <c:v>1.393042325973511</c:v>
                </c:pt>
                <c:pt idx="3588">
                  <c:v>1.419331624966387</c:v>
                </c:pt>
                <c:pt idx="3589">
                  <c:v>1.5515996005446919</c:v>
                </c:pt>
                <c:pt idx="3590">
                  <c:v>1.643154382705688</c:v>
                </c:pt>
                <c:pt idx="3591">
                  <c:v>1.678117705045802</c:v>
                </c:pt>
                <c:pt idx="3592">
                  <c:v>1.7675530910491939</c:v>
                </c:pt>
                <c:pt idx="3593">
                  <c:v>1.7499064451560249</c:v>
                </c:pt>
                <c:pt idx="3594">
                  <c:v>1.718769484662088</c:v>
                </c:pt>
                <c:pt idx="3595">
                  <c:v>1.685712127759041</c:v>
                </c:pt>
                <c:pt idx="3596">
                  <c:v>1.6504303290959339</c:v>
                </c:pt>
                <c:pt idx="3597">
                  <c:v>1.637262344360352</c:v>
                </c:pt>
                <c:pt idx="3598">
                  <c:v>1.629715478853931</c:v>
                </c:pt>
                <c:pt idx="3599">
                  <c:v>1.5510655268921649</c:v>
                </c:pt>
                <c:pt idx="3600">
                  <c:v>1.5182691812515261</c:v>
                </c:pt>
                <c:pt idx="3601">
                  <c:v>1.5142194412035641</c:v>
                </c:pt>
                <c:pt idx="3602">
                  <c:v>1.484950205620688</c:v>
                </c:pt>
                <c:pt idx="3603">
                  <c:v>1.4652390075356101</c:v>
                </c:pt>
                <c:pt idx="3604">
                  <c:v>1.4615451097488401</c:v>
                </c:pt>
                <c:pt idx="3605">
                  <c:v>1.4734204939155009</c:v>
                </c:pt>
                <c:pt idx="3606">
                  <c:v>1.5645619288290411</c:v>
                </c:pt>
                <c:pt idx="3607">
                  <c:v>1.596168518066406</c:v>
                </c:pt>
                <c:pt idx="3608">
                  <c:v>1.624145713743699</c:v>
                </c:pt>
                <c:pt idx="3609">
                  <c:v>1.8636242040211719</c:v>
                </c:pt>
                <c:pt idx="3610">
                  <c:v>1.9836723804473879</c:v>
                </c:pt>
                <c:pt idx="3611">
                  <c:v>1.9831236329656889</c:v>
                </c:pt>
                <c:pt idx="3612">
                  <c:v>1.9780488046718769</c:v>
                </c:pt>
                <c:pt idx="3613">
                  <c:v>1.977353572845459</c:v>
                </c:pt>
                <c:pt idx="3614">
                  <c:v>1.9604662258120511</c:v>
                </c:pt>
                <c:pt idx="3615">
                  <c:v>1.833829457133475</c:v>
                </c:pt>
                <c:pt idx="3616">
                  <c:v>1.791802763938904</c:v>
                </c:pt>
                <c:pt idx="3617">
                  <c:v>1.7790728681958119</c:v>
                </c:pt>
                <c:pt idx="3618">
                  <c:v>1.699841333667754</c:v>
                </c:pt>
                <c:pt idx="3619">
                  <c:v>1.6561653614044189</c:v>
                </c:pt>
                <c:pt idx="3620">
                  <c:v>1.675848392630656</c:v>
                </c:pt>
                <c:pt idx="3621">
                  <c:v>1.8107783606771219</c:v>
                </c:pt>
                <c:pt idx="3622">
                  <c:v>1.8348615169525151</c:v>
                </c:pt>
                <c:pt idx="3623">
                  <c:v>1.8351794633235541</c:v>
                </c:pt>
                <c:pt idx="3624">
                  <c:v>1.8376571070420431</c:v>
                </c:pt>
                <c:pt idx="3625">
                  <c:v>1.8389396667480471</c:v>
                </c:pt>
                <c:pt idx="3626">
                  <c:v>1.8331460363779291</c:v>
                </c:pt>
                <c:pt idx="3627">
                  <c:v>1.7716701479670021</c:v>
                </c:pt>
                <c:pt idx="3628">
                  <c:v>1.728981638507346</c:v>
                </c:pt>
                <c:pt idx="3629">
                  <c:v>1.713589072227478</c:v>
                </c:pt>
                <c:pt idx="3630">
                  <c:v>1.7114598040859039</c:v>
                </c:pt>
                <c:pt idx="3631">
                  <c:v>1.702835626106397</c:v>
                </c:pt>
                <c:pt idx="3632">
                  <c:v>1.6999824047088621</c:v>
                </c:pt>
                <c:pt idx="3633">
                  <c:v>1.706590149712242</c:v>
                </c:pt>
                <c:pt idx="3634">
                  <c:v>1.74069789536761</c:v>
                </c:pt>
                <c:pt idx="3635">
                  <c:v>1.772286634396554</c:v>
                </c:pt>
                <c:pt idx="3636">
                  <c:v>1.797342469523727</c:v>
                </c:pt>
                <c:pt idx="3637">
                  <c:v>1.80138099193573</c:v>
                </c:pt>
                <c:pt idx="3638">
                  <c:v>1.787714628034738</c:v>
                </c:pt>
                <c:pt idx="3639">
                  <c:v>1.645197418843575</c:v>
                </c:pt>
                <c:pt idx="3640">
                  <c:v>1.598273873329163</c:v>
                </c:pt>
                <c:pt idx="3641">
                  <c:v>1.6488274782657131</c:v>
                </c:pt>
                <c:pt idx="3642">
                  <c:v>1.7908366460489691</c:v>
                </c:pt>
                <c:pt idx="3643">
                  <c:v>1.814088821411133</c:v>
                </c:pt>
                <c:pt idx="3644">
                  <c:v>1.8286585294035389</c:v>
                </c:pt>
                <c:pt idx="3645">
                  <c:v>1.9431036981136089</c:v>
                </c:pt>
                <c:pt idx="3646">
                  <c:v>1.9723472595214839</c:v>
                </c:pt>
                <c:pt idx="3647">
                  <c:v>1.972387092996533</c:v>
                </c:pt>
                <c:pt idx="3648">
                  <c:v>1.9728209032032571</c:v>
                </c:pt>
                <c:pt idx="3649">
                  <c:v>1.9733174018343269</c:v>
                </c:pt>
                <c:pt idx="3650">
                  <c:v>1.973538398742676</c:v>
                </c:pt>
                <c:pt idx="3651">
                  <c:v>1.993993352845032</c:v>
                </c:pt>
                <c:pt idx="3652">
                  <c:v>2.149573778123731</c:v>
                </c:pt>
                <c:pt idx="3653">
                  <c:v>2.1761255264282231</c:v>
                </c:pt>
                <c:pt idx="3654">
                  <c:v>2.1850119614239052</c:v>
                </c:pt>
                <c:pt idx="3655">
                  <c:v>2.2410361659465412</c:v>
                </c:pt>
                <c:pt idx="3656">
                  <c:v>2.313305752583791</c:v>
                </c:pt>
                <c:pt idx="3657">
                  <c:v>2.3274936676025391</c:v>
                </c:pt>
                <c:pt idx="3658">
                  <c:v>2.322118132991692</c:v>
                </c:pt>
                <c:pt idx="3659">
                  <c:v>2.2876723954226228</c:v>
                </c:pt>
                <c:pt idx="3660">
                  <c:v>2.2811610698699951</c:v>
                </c:pt>
                <c:pt idx="3661">
                  <c:v>2.240095808740056</c:v>
                </c:pt>
                <c:pt idx="3662">
                  <c:v>2.1072705090895179</c:v>
                </c:pt>
                <c:pt idx="3663">
                  <c:v>2.026206254959106</c:v>
                </c:pt>
                <c:pt idx="3664">
                  <c:v>2.0272235558230518</c:v>
                </c:pt>
                <c:pt idx="3665">
                  <c:v>2.028603392391517</c:v>
                </c:pt>
                <c:pt idx="3666">
                  <c:v>2.0596108939050182</c:v>
                </c:pt>
                <c:pt idx="3667">
                  <c:v>2.067314624786377</c:v>
                </c:pt>
                <c:pt idx="3668">
                  <c:v>2.0547640311267248</c:v>
                </c:pt>
                <c:pt idx="3669">
                  <c:v>1.879611973667084</c:v>
                </c:pt>
                <c:pt idx="3670">
                  <c:v>1.81621789932251</c:v>
                </c:pt>
                <c:pt idx="3671">
                  <c:v>1.821088163874885</c:v>
                </c:pt>
                <c:pt idx="3672">
                  <c:v>1.8783182097002971</c:v>
                </c:pt>
                <c:pt idx="3673">
                  <c:v>1.9147676369444431</c:v>
                </c:pt>
                <c:pt idx="3674">
                  <c:v>1.921254634857178</c:v>
                </c:pt>
                <c:pt idx="3675">
                  <c:v>1.9096212654010249</c:v>
                </c:pt>
                <c:pt idx="3676">
                  <c:v>1.802941117500402</c:v>
                </c:pt>
                <c:pt idx="3677">
                  <c:v>1.785804390907288</c:v>
                </c:pt>
                <c:pt idx="3678">
                  <c:v>1.7910020753948279</c:v>
                </c:pt>
                <c:pt idx="3679">
                  <c:v>1.825067427956369</c:v>
                </c:pt>
                <c:pt idx="3680">
                  <c:v>1.861465353113513</c:v>
                </c:pt>
                <c:pt idx="3681">
                  <c:v>1.8905899524688721</c:v>
                </c:pt>
                <c:pt idx="3682">
                  <c:v>1.9220385037267469</c:v>
                </c:pt>
                <c:pt idx="3683">
                  <c:v>2.2205326557159419</c:v>
                </c:pt>
                <c:pt idx="3684">
                  <c:v>2.2295563202294701</c:v>
                </c:pt>
                <c:pt idx="3685">
                  <c:v>2.3401301219294108</c:v>
                </c:pt>
                <c:pt idx="3686">
                  <c:v>2.376322746276855</c:v>
                </c:pt>
                <c:pt idx="3687">
                  <c:v>2.394311934276141</c:v>
                </c:pt>
                <c:pt idx="3688">
                  <c:v>2.4986666171191381</c:v>
                </c:pt>
                <c:pt idx="3689">
                  <c:v>2.5762324333190918</c:v>
                </c:pt>
                <c:pt idx="3690">
                  <c:v>2.536950048492177</c:v>
                </c:pt>
                <c:pt idx="3691">
                  <c:v>2.4545710650251018</c:v>
                </c:pt>
                <c:pt idx="3692">
                  <c:v>2.414831399917603</c:v>
                </c:pt>
                <c:pt idx="3693">
                  <c:v>2.397588516599868</c:v>
                </c:pt>
                <c:pt idx="3694">
                  <c:v>2.2529836701122732</c:v>
                </c:pt>
                <c:pt idx="3695">
                  <c:v>2.193040132522583</c:v>
                </c:pt>
                <c:pt idx="3696">
                  <c:v>2.1839129053401671</c:v>
                </c:pt>
                <c:pt idx="3697">
                  <c:v>2.12121368564349</c:v>
                </c:pt>
                <c:pt idx="3698">
                  <c:v>2.0802472738087641</c:v>
                </c:pt>
                <c:pt idx="3699">
                  <c:v>2.0730032920837398</c:v>
                </c:pt>
                <c:pt idx="3700">
                  <c:v>2.078099072648516</c:v>
                </c:pt>
                <c:pt idx="3701">
                  <c:v>2.098423178179377</c:v>
                </c:pt>
                <c:pt idx="3702">
                  <c:v>2.1079308986663818</c:v>
                </c:pt>
                <c:pt idx="3703">
                  <c:v>2.104488432840399</c:v>
                </c:pt>
                <c:pt idx="3704">
                  <c:v>2.084476404800351</c:v>
                </c:pt>
                <c:pt idx="3705">
                  <c:v>2.0706873411979201</c:v>
                </c:pt>
                <c:pt idx="3706">
                  <c:v>2.0682060718536381</c:v>
                </c:pt>
                <c:pt idx="3707">
                  <c:v>2.0577897574531572</c:v>
                </c:pt>
                <c:pt idx="3708">
                  <c:v>1.907790299846984</c:v>
                </c:pt>
                <c:pt idx="3709">
                  <c:v>1.8534015417098999</c:v>
                </c:pt>
                <c:pt idx="3710">
                  <c:v>1.82983712533957</c:v>
                </c:pt>
                <c:pt idx="3711">
                  <c:v>1.7954721834848739</c:v>
                </c:pt>
                <c:pt idx="3712">
                  <c:v>1.761403560638428</c:v>
                </c:pt>
                <c:pt idx="3713">
                  <c:v>1.7606759947740269</c:v>
                </c:pt>
                <c:pt idx="3714">
                  <c:v>1.7599387807535991</c:v>
                </c:pt>
                <c:pt idx="3715">
                  <c:v>1.742879891897289</c:v>
                </c:pt>
                <c:pt idx="3716">
                  <c:v>1.740223169326782</c:v>
                </c:pt>
                <c:pt idx="3717">
                  <c:v>1.740041542844142</c:v>
                </c:pt>
                <c:pt idx="3718">
                  <c:v>1.738532472871217</c:v>
                </c:pt>
                <c:pt idx="3719">
                  <c:v>1.736879950820041</c:v>
                </c:pt>
                <c:pt idx="3720">
                  <c:v>1.73565137386322</c:v>
                </c:pt>
                <c:pt idx="3721">
                  <c:v>1.716132385286893</c:v>
                </c:pt>
                <c:pt idx="3722">
                  <c:v>1.7043752307612059</c:v>
                </c:pt>
                <c:pt idx="3723">
                  <c:v>1.5220789909362791</c:v>
                </c:pt>
                <c:pt idx="3724">
                  <c:v>1.514387746230579</c:v>
                </c:pt>
                <c:pt idx="3725">
                  <c:v>1.4149505099758299</c:v>
                </c:pt>
                <c:pt idx="3726">
                  <c:v>1.327666763839729</c:v>
                </c:pt>
                <c:pt idx="3727">
                  <c:v>1.315161347389221</c:v>
                </c:pt>
                <c:pt idx="3728">
                  <c:v>1.3151424224189181</c:v>
                </c:pt>
                <c:pt idx="3729">
                  <c:v>1.31503877705539</c:v>
                </c:pt>
                <c:pt idx="3730">
                  <c:v>1.3149154186248779</c:v>
                </c:pt>
                <c:pt idx="3731">
                  <c:v>1.3142315286269339</c:v>
                </c:pt>
                <c:pt idx="3732">
                  <c:v>1.311152102776721</c:v>
                </c:pt>
                <c:pt idx="3733">
                  <c:v>1.310345053672791</c:v>
                </c:pt>
                <c:pt idx="3734">
                  <c:v>1.297352707284438</c:v>
                </c:pt>
                <c:pt idx="3735">
                  <c:v>1.199134003912901</c:v>
                </c:pt>
                <c:pt idx="3736">
                  <c:v>1.1398923397064209</c:v>
                </c:pt>
                <c:pt idx="3737">
                  <c:v>1.222875933083325</c:v>
                </c:pt>
                <c:pt idx="3738">
                  <c:v>1.850458228883177</c:v>
                </c:pt>
                <c:pt idx="3739">
                  <c:v>1.883978962898254</c:v>
                </c:pt>
                <c:pt idx="3740">
                  <c:v>2.104873186678645</c:v>
                </c:pt>
                <c:pt idx="3741">
                  <c:v>2.3456313643838049</c:v>
                </c:pt>
                <c:pt idx="3742">
                  <c:v>2.5102946758270259</c:v>
                </c:pt>
                <c:pt idx="3743">
                  <c:v>2.4831833574077828</c:v>
                </c:pt>
                <c:pt idx="3744">
                  <c:v>2.33781663363049</c:v>
                </c:pt>
                <c:pt idx="3745">
                  <c:v>2.2144614475078139</c:v>
                </c:pt>
                <c:pt idx="3746">
                  <c:v>2.1591558456420898</c:v>
                </c:pt>
                <c:pt idx="3747">
                  <c:v>2.1442745869463811</c:v>
                </c:pt>
                <c:pt idx="3748">
                  <c:v>1.9892401561665769</c:v>
                </c:pt>
                <c:pt idx="3749">
                  <c:v>1.903149485588074</c:v>
                </c:pt>
                <c:pt idx="3750">
                  <c:v>1.896933350681796</c:v>
                </c:pt>
                <c:pt idx="3751">
                  <c:v>1.832227763867244</c:v>
                </c:pt>
                <c:pt idx="3752">
                  <c:v>1.6918079028703159</c:v>
                </c:pt>
                <c:pt idx="3753">
                  <c:v>1.6623959541320801</c:v>
                </c:pt>
                <c:pt idx="3754">
                  <c:v>1.6562788376147219</c:v>
                </c:pt>
                <c:pt idx="3755">
                  <c:v>1.5651401321476339</c:v>
                </c:pt>
                <c:pt idx="3756">
                  <c:v>1.5290640592575071</c:v>
                </c:pt>
                <c:pt idx="3757">
                  <c:v>1.520036581290712</c:v>
                </c:pt>
                <c:pt idx="3758">
                  <c:v>1.472907679408219</c:v>
                </c:pt>
                <c:pt idx="3759">
                  <c:v>1.3912741450673469</c:v>
                </c:pt>
                <c:pt idx="3760">
                  <c:v>1.3867834806442261</c:v>
                </c:pt>
                <c:pt idx="3761">
                  <c:v>1.3691566483591251</c:v>
                </c:pt>
                <c:pt idx="3762">
                  <c:v>1.247361353511895</c:v>
                </c:pt>
                <c:pt idx="3763">
                  <c:v>1.2150324583053591</c:v>
                </c:pt>
                <c:pt idx="3764">
                  <c:v>1.205936703409809</c:v>
                </c:pt>
                <c:pt idx="3765">
                  <c:v>1.1613723134066289</c:v>
                </c:pt>
                <c:pt idx="3766">
                  <c:v>1.146138668060303</c:v>
                </c:pt>
                <c:pt idx="3767">
                  <c:v>1.1404231170318331</c:v>
                </c:pt>
                <c:pt idx="3768">
                  <c:v>1.1102633870205081</c:v>
                </c:pt>
                <c:pt idx="3769">
                  <c:v>1.080906075545728</c:v>
                </c:pt>
                <c:pt idx="3770">
                  <c:v>1.0696009397506709</c:v>
                </c:pt>
                <c:pt idx="3771">
                  <c:v>1.0764323473014581</c:v>
                </c:pt>
                <c:pt idx="3772">
                  <c:v>1.1103800201198231</c:v>
                </c:pt>
                <c:pt idx="3773">
                  <c:v>1.116866827011108</c:v>
                </c:pt>
                <c:pt idx="3774">
                  <c:v>1.1089104783455941</c:v>
                </c:pt>
                <c:pt idx="3775">
                  <c:v>1.058862990428612</c:v>
                </c:pt>
                <c:pt idx="3776">
                  <c:v>0.99663168260302504</c:v>
                </c:pt>
                <c:pt idx="3777">
                  <c:v>0.98394095897674561</c:v>
                </c:pt>
                <c:pt idx="3778">
                  <c:v>0.9740751426602785</c:v>
                </c:pt>
                <c:pt idx="3779">
                  <c:v>0.83914750814437866</c:v>
                </c:pt>
                <c:pt idx="3780">
                  <c:v>0.81016692437771398</c:v>
                </c:pt>
                <c:pt idx="3781">
                  <c:v>0.77205307625508612</c:v>
                </c:pt>
                <c:pt idx="3782">
                  <c:v>0.74111706018447876</c:v>
                </c:pt>
                <c:pt idx="3783">
                  <c:v>0.74429575623171274</c:v>
                </c:pt>
                <c:pt idx="3784">
                  <c:v>0.79686261086387788</c:v>
                </c:pt>
                <c:pt idx="3785">
                  <c:v>0.81475108861923218</c:v>
                </c:pt>
                <c:pt idx="3786">
                  <c:v>0.80585411210310631</c:v>
                </c:pt>
                <c:pt idx="3787">
                  <c:v>0.76218598205481225</c:v>
                </c:pt>
                <c:pt idx="3788">
                  <c:v>0.72637885262652291</c:v>
                </c:pt>
                <c:pt idx="3789">
                  <c:v>0.72319591045379639</c:v>
                </c:pt>
                <c:pt idx="3790">
                  <c:v>0.74398214673708907</c:v>
                </c:pt>
                <c:pt idx="3791">
                  <c:v>0.76320010589152065</c:v>
                </c:pt>
                <c:pt idx="3792">
                  <c:v>0.78247416019439697</c:v>
                </c:pt>
                <c:pt idx="3793">
                  <c:v>0.79386929690432539</c:v>
                </c:pt>
                <c:pt idx="3794">
                  <c:v>0.82887856785357328</c:v>
                </c:pt>
                <c:pt idx="3795">
                  <c:v>0.85478204488754272</c:v>
                </c:pt>
                <c:pt idx="3796">
                  <c:v>0.84677072351877114</c:v>
                </c:pt>
                <c:pt idx="3797">
                  <c:v>0.84371607051673903</c:v>
                </c:pt>
                <c:pt idx="3798">
                  <c:v>0.78817613344647519</c:v>
                </c:pt>
                <c:pt idx="3799">
                  <c:v>0.77445876598358154</c:v>
                </c:pt>
                <c:pt idx="3800">
                  <c:v>0.77197346850624582</c:v>
                </c:pt>
                <c:pt idx="3801">
                  <c:v>0.74662949519197841</c:v>
                </c:pt>
                <c:pt idx="3802">
                  <c:v>0.72970412653612804</c:v>
                </c:pt>
                <c:pt idx="3803">
                  <c:v>0.71392023765524815</c:v>
                </c:pt>
                <c:pt idx="3804">
                  <c:v>0.71134769916534424</c:v>
                </c:pt>
                <c:pt idx="3805">
                  <c:v>0.70213795978389437</c:v>
                </c:pt>
                <c:pt idx="3806">
                  <c:v>0.63422584991485442</c:v>
                </c:pt>
                <c:pt idx="3807">
                  <c:v>0.62166786193847656</c:v>
                </c:pt>
                <c:pt idx="3808">
                  <c:v>0.612488309736262</c:v>
                </c:pt>
                <c:pt idx="3809">
                  <c:v>0.5377197265625</c:v>
                </c:pt>
                <c:pt idx="3810">
                  <c:v>0.51806774008393131</c:v>
                </c:pt>
                <c:pt idx="3811">
                  <c:v>0.51029770095315075</c:v>
                </c:pt>
                <c:pt idx="3812">
                  <c:v>0.47914457321166992</c:v>
                </c:pt>
                <c:pt idx="3813">
                  <c:v>0.47564627814811911</c:v>
                </c:pt>
                <c:pt idx="3814">
                  <c:v>0.44973383436283731</c:v>
                </c:pt>
                <c:pt idx="3815">
                  <c:v>0.42818469589114311</c:v>
                </c:pt>
                <c:pt idx="3816">
                  <c:v>0.41177487373352051</c:v>
                </c:pt>
                <c:pt idx="3817">
                  <c:v>0.41062072873587729</c:v>
                </c:pt>
                <c:pt idx="3818">
                  <c:v>0.39983150781926358</c:v>
                </c:pt>
                <c:pt idx="3819">
                  <c:v>0.39282947778701782</c:v>
                </c:pt>
                <c:pt idx="3820">
                  <c:v>0.39272365083197752</c:v>
                </c:pt>
                <c:pt idx="3821">
                  <c:v>0.39217190843492561</c:v>
                </c:pt>
                <c:pt idx="3822">
                  <c:v>0.39152002959826482</c:v>
                </c:pt>
                <c:pt idx="3823">
                  <c:v>0.39102023839950562</c:v>
                </c:pt>
                <c:pt idx="3824">
                  <c:v>0.39397636591169588</c:v>
                </c:pt>
                <c:pt idx="3825">
                  <c:v>0.41403892747207932</c:v>
                </c:pt>
                <c:pt idx="3826">
                  <c:v>0.4291933590686004</c:v>
                </c:pt>
                <c:pt idx="3827">
                  <c:v>0.43169295787811279</c:v>
                </c:pt>
                <c:pt idx="3828">
                  <c:v>0.43792113512136038</c:v>
                </c:pt>
                <c:pt idx="3829">
                  <c:v>0.49719544765787882</c:v>
                </c:pt>
                <c:pt idx="3830">
                  <c:v>0.51946628093719482</c:v>
                </c:pt>
                <c:pt idx="3831">
                  <c:v>0.51875252305257002</c:v>
                </c:pt>
                <c:pt idx="3832">
                  <c:v>0.51298293674950013</c:v>
                </c:pt>
                <c:pt idx="3833">
                  <c:v>0.50952017307281494</c:v>
                </c:pt>
                <c:pt idx="3834">
                  <c:v>0.50649139788313791</c:v>
                </c:pt>
                <c:pt idx="3835">
                  <c:v>0.50419896133012654</c:v>
                </c:pt>
                <c:pt idx="3836">
                  <c:v>0.45400909457335398</c:v>
                </c:pt>
                <c:pt idx="3837">
                  <c:v>0.45009484887123108</c:v>
                </c:pt>
                <c:pt idx="3838">
                  <c:v>0.4487254996583811</c:v>
                </c:pt>
                <c:pt idx="3839">
                  <c:v>0.43967119917089559</c:v>
                </c:pt>
                <c:pt idx="3840">
                  <c:v>0.43465593457221979</c:v>
                </c:pt>
                <c:pt idx="3841">
                  <c:v>0.433561784067373</c:v>
                </c:pt>
                <c:pt idx="3842">
                  <c:v>0.43326766861192328</c:v>
                </c:pt>
                <c:pt idx="3843">
                  <c:v>0.43125521011012469</c:v>
                </c:pt>
                <c:pt idx="3844">
                  <c:v>0.43076702952384949</c:v>
                </c:pt>
                <c:pt idx="3845">
                  <c:v>0.43830311752236428</c:v>
                </c:pt>
                <c:pt idx="3846">
                  <c:v>0.48174417083637161</c:v>
                </c:pt>
                <c:pt idx="3847">
                  <c:v>0.48884537816047668</c:v>
                </c:pt>
                <c:pt idx="3848">
                  <c:v>0.49001844996369892</c:v>
                </c:pt>
                <c:pt idx="3849">
                  <c:v>0.49052604561548918</c:v>
                </c:pt>
                <c:pt idx="3850">
                  <c:v>0.49297995894578578</c:v>
                </c:pt>
                <c:pt idx="3851">
                  <c:v>0.4931921660900116</c:v>
                </c:pt>
                <c:pt idx="3852">
                  <c:v>0.48875380092002468</c:v>
                </c:pt>
                <c:pt idx="3853">
                  <c:v>0.47757839512554129</c:v>
                </c:pt>
                <c:pt idx="3854">
                  <c:v>0.47180196642875671</c:v>
                </c:pt>
                <c:pt idx="3855">
                  <c:v>0.46901457758254361</c:v>
                </c:pt>
                <c:pt idx="3856">
                  <c:v>0.450014318674127</c:v>
                </c:pt>
                <c:pt idx="3857">
                  <c:v>0.44457149505615229</c:v>
                </c:pt>
                <c:pt idx="3858">
                  <c:v>0.44785844496845573</c:v>
                </c:pt>
                <c:pt idx="3859">
                  <c:v>0.46857542715820599</c:v>
                </c:pt>
                <c:pt idx="3860">
                  <c:v>0.4886930024297455</c:v>
                </c:pt>
                <c:pt idx="3861">
                  <c:v>0.49914517998695368</c:v>
                </c:pt>
                <c:pt idx="3862">
                  <c:v>0.49746548654376599</c:v>
                </c:pt>
                <c:pt idx="3863">
                  <c:v>0.4868338406085968</c:v>
                </c:pt>
                <c:pt idx="3864">
                  <c:v>0.5021985618732614</c:v>
                </c:pt>
                <c:pt idx="3865">
                  <c:v>0.52530633004723148</c:v>
                </c:pt>
                <c:pt idx="3866">
                  <c:v>0.55861330799639519</c:v>
                </c:pt>
                <c:pt idx="3867">
                  <c:v>0.56958121061325073</c:v>
                </c:pt>
                <c:pt idx="3868">
                  <c:v>0.56682037662957807</c:v>
                </c:pt>
                <c:pt idx="3869">
                  <c:v>0.54109789546542386</c:v>
                </c:pt>
                <c:pt idx="3870">
                  <c:v>0.5229303240776062</c:v>
                </c:pt>
                <c:pt idx="3871">
                  <c:v>0.52401373999407164</c:v>
                </c:pt>
                <c:pt idx="3872">
                  <c:v>0.53501808085199265</c:v>
                </c:pt>
                <c:pt idx="3873">
                  <c:v>0.54670982624264308</c:v>
                </c:pt>
                <c:pt idx="3874">
                  <c:v>0.55011123418807983</c:v>
                </c:pt>
                <c:pt idx="3875">
                  <c:v>0.55173726289104885</c:v>
                </c:pt>
                <c:pt idx="3876">
                  <c:v>0.56890490334676169</c:v>
                </c:pt>
                <c:pt idx="3877">
                  <c:v>0.57586735486984253</c:v>
                </c:pt>
                <c:pt idx="3878">
                  <c:v>0.64243159685316231</c:v>
                </c:pt>
                <c:pt idx="3879">
                  <c:v>1.3387073484798031</c:v>
                </c:pt>
                <c:pt idx="3880">
                  <c:v>1.3861314058303831</c:v>
                </c:pt>
                <c:pt idx="3881">
                  <c:v>1.4081708594418929</c:v>
                </c:pt>
                <c:pt idx="3882">
                  <c:v>1.6420925469882439</c:v>
                </c:pt>
                <c:pt idx="3883">
                  <c:v>1.8825950109065579</c:v>
                </c:pt>
                <c:pt idx="3884">
                  <c:v>2.0457684993743901</c:v>
                </c:pt>
                <c:pt idx="3885">
                  <c:v>2.019345007473857</c:v>
                </c:pt>
                <c:pt idx="3886">
                  <c:v>1.7531930208206179</c:v>
                </c:pt>
                <c:pt idx="3887">
                  <c:v>1.7372316281890621</c:v>
                </c:pt>
                <c:pt idx="3888">
                  <c:v>1.6048215871689271</c:v>
                </c:pt>
                <c:pt idx="3889">
                  <c:v>1.5923511981964109</c:v>
                </c:pt>
                <c:pt idx="3890">
                  <c:v>1.82376325764168</c:v>
                </c:pt>
                <c:pt idx="3891">
                  <c:v>2.0538274492488982</c:v>
                </c:pt>
                <c:pt idx="3892">
                  <c:v>2.2546302725094409</c:v>
                </c:pt>
                <c:pt idx="3893">
                  <c:v>2.290020227432251</c:v>
                </c:pt>
                <c:pt idx="3894">
                  <c:v>2.3389336466724679</c:v>
                </c:pt>
                <c:pt idx="3895">
                  <c:v>2.7119520145321991</c:v>
                </c:pt>
                <c:pt idx="3896">
                  <c:v>2.8392570018768311</c:v>
                </c:pt>
                <c:pt idx="3897">
                  <c:v>2.8080234566853748</c:v>
                </c:pt>
                <c:pt idx="3898">
                  <c:v>2.6508775983519901</c:v>
                </c:pt>
                <c:pt idx="3899">
                  <c:v>2.5968925952911381</c:v>
                </c:pt>
                <c:pt idx="3900">
                  <c:v>2.5325810658442962</c:v>
                </c:pt>
                <c:pt idx="3901">
                  <c:v>2.455165289553753</c:v>
                </c:pt>
                <c:pt idx="3902">
                  <c:v>2.330928076594339</c:v>
                </c:pt>
                <c:pt idx="3903">
                  <c:v>2.301070928573608</c:v>
                </c:pt>
                <c:pt idx="3904">
                  <c:v>2.3420314045316508</c:v>
                </c:pt>
                <c:pt idx="3905">
                  <c:v>2.7496393538418289</c:v>
                </c:pt>
                <c:pt idx="3906">
                  <c:v>2.8365316390991211</c:v>
                </c:pt>
                <c:pt idx="3907">
                  <c:v>2.8687707641932252</c:v>
                </c:pt>
                <c:pt idx="3908">
                  <c:v>3.0432616917235409</c:v>
                </c:pt>
                <c:pt idx="3909">
                  <c:v>3.2398656405326358</c:v>
                </c:pt>
                <c:pt idx="3910">
                  <c:v>3.2620658874511719</c:v>
                </c:pt>
                <c:pt idx="3911">
                  <c:v>3.2254407761103518</c:v>
                </c:pt>
                <c:pt idx="3912">
                  <c:v>2.9412853716531759</c:v>
                </c:pt>
                <c:pt idx="3913">
                  <c:v>2.829973697662354</c:v>
                </c:pt>
                <c:pt idx="3914">
                  <c:v>2.810748659908358</c:v>
                </c:pt>
                <c:pt idx="3915">
                  <c:v>2.5872678902435222</c:v>
                </c:pt>
                <c:pt idx="3916">
                  <c:v>2.4441400310326351</c:v>
                </c:pt>
                <c:pt idx="3917">
                  <c:v>2.4184639453887939</c:v>
                </c:pt>
                <c:pt idx="3918">
                  <c:v>2.40082406302917</c:v>
                </c:pt>
                <c:pt idx="3919">
                  <c:v>2.1640755156613589</c:v>
                </c:pt>
                <c:pt idx="3920">
                  <c:v>2.098037958145142</c:v>
                </c:pt>
                <c:pt idx="3921">
                  <c:v>2.0809418884301421</c:v>
                </c:pt>
                <c:pt idx="3922">
                  <c:v>1.9586001092521139</c:v>
                </c:pt>
                <c:pt idx="3923">
                  <c:v>1.8743100212111601</c:v>
                </c:pt>
                <c:pt idx="3924">
                  <c:v>1.858540534973145</c:v>
                </c:pt>
                <c:pt idx="3925">
                  <c:v>1.919585125410983</c:v>
                </c:pt>
                <c:pt idx="3926">
                  <c:v>2.2349052815452142</c:v>
                </c:pt>
                <c:pt idx="3927">
                  <c:v>2.4707357883453369</c:v>
                </c:pt>
                <c:pt idx="3928">
                  <c:v>2.4979505051715791</c:v>
                </c:pt>
                <c:pt idx="3929">
                  <c:v>2.679329230119543</c:v>
                </c:pt>
                <c:pt idx="3930">
                  <c:v>2.831543486484676</c:v>
                </c:pt>
                <c:pt idx="3931">
                  <c:v>2.981968879699707</c:v>
                </c:pt>
                <c:pt idx="3932">
                  <c:v>2.823245049504572</c:v>
                </c:pt>
                <c:pt idx="3933">
                  <c:v>2.6294784545898442</c:v>
                </c:pt>
                <c:pt idx="3934">
                  <c:v>2.5914964119357178</c:v>
                </c:pt>
                <c:pt idx="3935">
                  <c:v>2.4799299006572921</c:v>
                </c:pt>
                <c:pt idx="3936">
                  <c:v>2.359784656325306</c:v>
                </c:pt>
                <c:pt idx="3937">
                  <c:v>2.2776839733123779</c:v>
                </c:pt>
                <c:pt idx="3938">
                  <c:v>2.2657711166688701</c:v>
                </c:pt>
                <c:pt idx="3939">
                  <c:v>2.0305701616810699</c:v>
                </c:pt>
                <c:pt idx="3940">
                  <c:v>1.993865847587585</c:v>
                </c:pt>
                <c:pt idx="3941">
                  <c:v>1.91846951072255</c:v>
                </c:pt>
                <c:pt idx="3942">
                  <c:v>1.8321487422593981</c:v>
                </c:pt>
                <c:pt idx="3943">
                  <c:v>1.7473036050796511</c:v>
                </c:pt>
                <c:pt idx="3944">
                  <c:v>1.7379632642852469</c:v>
                </c:pt>
                <c:pt idx="3945">
                  <c:v>1.594252097483372</c:v>
                </c:pt>
                <c:pt idx="3946">
                  <c:v>1.5765470266342161</c:v>
                </c:pt>
                <c:pt idx="3947">
                  <c:v>1.5723818792397739</c:v>
                </c:pt>
                <c:pt idx="3948">
                  <c:v>1.546859135230692</c:v>
                </c:pt>
                <c:pt idx="3949">
                  <c:v>1.521748227743579</c:v>
                </c:pt>
                <c:pt idx="3950">
                  <c:v>1.502717852592468</c:v>
                </c:pt>
                <c:pt idx="3951">
                  <c:v>1.4971872440219429</c:v>
                </c:pt>
                <c:pt idx="3952">
                  <c:v>1.4561094370397289</c:v>
                </c:pt>
                <c:pt idx="3953">
                  <c:v>1.435929536819458</c:v>
                </c:pt>
                <c:pt idx="3954">
                  <c:v>1.413656736064999</c:v>
                </c:pt>
                <c:pt idx="3955">
                  <c:v>1.36591912728225</c:v>
                </c:pt>
                <c:pt idx="3956">
                  <c:v>1.3248104554802851</c:v>
                </c:pt>
                <c:pt idx="3957">
                  <c:v>1.297380924224854</c:v>
                </c:pt>
                <c:pt idx="3958">
                  <c:v>1.337428763617359</c:v>
                </c:pt>
                <c:pt idx="3959">
                  <c:v>1.766300809641089</c:v>
                </c:pt>
                <c:pt idx="3960">
                  <c:v>1.981335401535034</c:v>
                </c:pt>
                <c:pt idx="3961">
                  <c:v>2.0170429414157578</c:v>
                </c:pt>
                <c:pt idx="3962">
                  <c:v>2.5977756977081299</c:v>
                </c:pt>
                <c:pt idx="3963">
                  <c:v>2.5010258549215312</c:v>
                </c:pt>
                <c:pt idx="3964">
                  <c:v>2.392574368122443</c:v>
                </c:pt>
                <c:pt idx="3965">
                  <c:v>2.2450788021087651</c:v>
                </c:pt>
                <c:pt idx="3966">
                  <c:v>2.2165095937464572</c:v>
                </c:pt>
                <c:pt idx="3967">
                  <c:v>2.1331830524882158</c:v>
                </c:pt>
                <c:pt idx="3968">
                  <c:v>2.031704069920413</c:v>
                </c:pt>
                <c:pt idx="3969">
                  <c:v>1.9997613430023189</c:v>
                </c:pt>
                <c:pt idx="3970">
                  <c:v>1.980411751452051</c:v>
                </c:pt>
                <c:pt idx="3971">
                  <c:v>1.806192624803618</c:v>
                </c:pt>
                <c:pt idx="3972">
                  <c:v>1.715234756469727</c:v>
                </c:pt>
                <c:pt idx="3973">
                  <c:v>1.698610286810281</c:v>
                </c:pt>
                <c:pt idx="3974">
                  <c:v>1.6891865874376131</c:v>
                </c:pt>
                <c:pt idx="3975">
                  <c:v>1.520271420478821</c:v>
                </c:pt>
                <c:pt idx="3976">
                  <c:v>1.5106922893605339</c:v>
                </c:pt>
                <c:pt idx="3977">
                  <c:v>1.461853863226604</c:v>
                </c:pt>
                <c:pt idx="3978">
                  <c:v>1.415168885173528</c:v>
                </c:pt>
                <c:pt idx="3979">
                  <c:v>1.390689611434937</c:v>
                </c:pt>
                <c:pt idx="3980">
                  <c:v>1.380882999794834</c:v>
                </c:pt>
                <c:pt idx="3981">
                  <c:v>1.317329460836951</c:v>
                </c:pt>
                <c:pt idx="3982">
                  <c:v>1.2873246669769289</c:v>
                </c:pt>
                <c:pt idx="3983">
                  <c:v>1.275229772932611</c:v>
                </c:pt>
                <c:pt idx="3984">
                  <c:v>1.1821490013975851</c:v>
                </c:pt>
                <c:pt idx="3985">
                  <c:v>1.1521898508071899</c:v>
                </c:pt>
                <c:pt idx="3986">
                  <c:v>1.145554156639899</c:v>
                </c:pt>
                <c:pt idx="3987">
                  <c:v>1.067224995243357</c:v>
                </c:pt>
                <c:pt idx="3988">
                  <c:v>1.028306841850281</c:v>
                </c:pt>
                <c:pt idx="3989">
                  <c:v>1.0790597644834541</c:v>
                </c:pt>
                <c:pt idx="3990">
                  <c:v>1.405334867159199</c:v>
                </c:pt>
                <c:pt idx="3991">
                  <c:v>1.663099601812807</c:v>
                </c:pt>
                <c:pt idx="3992">
                  <c:v>1.80241322517395</c:v>
                </c:pt>
                <c:pt idx="3993">
                  <c:v>1.8766281110195631</c:v>
                </c:pt>
                <c:pt idx="3994">
                  <c:v>2.2991906311940138</c:v>
                </c:pt>
                <c:pt idx="3995">
                  <c:v>2.476218461990356</c:v>
                </c:pt>
                <c:pt idx="3996">
                  <c:v>2.4453632036370592</c:v>
                </c:pt>
                <c:pt idx="3997">
                  <c:v>2.156623375996146</c:v>
                </c:pt>
                <c:pt idx="3998">
                  <c:v>2.1363518238067631</c:v>
                </c:pt>
                <c:pt idx="3999">
                  <c:v>2.125964345638522</c:v>
                </c:pt>
                <c:pt idx="4000">
                  <c:v>1.9795960336481011</c:v>
                </c:pt>
                <c:pt idx="4001">
                  <c:v>1.940764784812927</c:v>
                </c:pt>
                <c:pt idx="4002">
                  <c:v>1.9356504276526481</c:v>
                </c:pt>
                <c:pt idx="4003">
                  <c:v>1.8764501452857989</c:v>
                </c:pt>
                <c:pt idx="4004">
                  <c:v>1.8232887999596119</c:v>
                </c:pt>
                <c:pt idx="4005">
                  <c:v>1.80226719379425</c:v>
                </c:pt>
                <c:pt idx="4006">
                  <c:v>1.760568160412777</c:v>
                </c:pt>
                <c:pt idx="4007">
                  <c:v>1.67769755858368</c:v>
                </c:pt>
                <c:pt idx="4008">
                  <c:v>1.583751916885376</c:v>
                </c:pt>
                <c:pt idx="4009">
                  <c:v>1.573285075581726</c:v>
                </c:pt>
                <c:pt idx="4010">
                  <c:v>1.474272550432542</c:v>
                </c:pt>
                <c:pt idx="4011">
                  <c:v>1.4290100188850769</c:v>
                </c:pt>
                <c:pt idx="4012">
                  <c:v>1.413756728172302</c:v>
                </c:pt>
                <c:pt idx="4013">
                  <c:v>1.4062890296783721</c:v>
                </c:pt>
                <c:pt idx="4014">
                  <c:v>1.3163140330250991</c:v>
                </c:pt>
                <c:pt idx="4015">
                  <c:v>1.289023756980896</c:v>
                </c:pt>
                <c:pt idx="4016">
                  <c:v>1.272639907814914</c:v>
                </c:pt>
                <c:pt idx="4017">
                  <c:v>1.1602726192541311</c:v>
                </c:pt>
                <c:pt idx="4018">
                  <c:v>1.125659584999084</c:v>
                </c:pt>
                <c:pt idx="4019">
                  <c:v>1.1203164155868921</c:v>
                </c:pt>
                <c:pt idx="4020">
                  <c:v>1.0817124067860491</c:v>
                </c:pt>
                <c:pt idx="4021">
                  <c:v>1.052029288428671</c:v>
                </c:pt>
                <c:pt idx="4022">
                  <c:v>1.0374495983123779</c:v>
                </c:pt>
                <c:pt idx="4023">
                  <c:v>1.117339946652431</c:v>
                </c:pt>
                <c:pt idx="4024">
                  <c:v>1.597472674418112</c:v>
                </c:pt>
                <c:pt idx="4025">
                  <c:v>1.7988337278366091</c:v>
                </c:pt>
                <c:pt idx="4026">
                  <c:v>1.830797247331226</c:v>
                </c:pt>
                <c:pt idx="4027">
                  <c:v>2.1863203746157569</c:v>
                </c:pt>
                <c:pt idx="4028">
                  <c:v>2.5137300491333008</c:v>
                </c:pt>
                <c:pt idx="4029">
                  <c:v>2.4909916594462258</c:v>
                </c:pt>
                <c:pt idx="4030">
                  <c:v>2.3241124179180992</c:v>
                </c:pt>
                <c:pt idx="4031">
                  <c:v>2.267066478729248</c:v>
                </c:pt>
                <c:pt idx="4032">
                  <c:v>2.2278673906099988</c:v>
                </c:pt>
                <c:pt idx="4033">
                  <c:v>1.9855441518355901</c:v>
                </c:pt>
                <c:pt idx="4034">
                  <c:v>1.967028021812439</c:v>
                </c:pt>
                <c:pt idx="4035">
                  <c:v>1.9956747779526329</c:v>
                </c:pt>
                <c:pt idx="4036">
                  <c:v>2.4939701870816688</c:v>
                </c:pt>
                <c:pt idx="4037">
                  <c:v>2.5780737400054932</c:v>
                </c:pt>
                <c:pt idx="4038">
                  <c:v>2.6406855219153642</c:v>
                </c:pt>
                <c:pt idx="4039">
                  <c:v>3.0196862636953048</c:v>
                </c:pt>
                <c:pt idx="4040">
                  <c:v>3.0669319629669189</c:v>
                </c:pt>
                <c:pt idx="4041">
                  <c:v>3.167888388148604</c:v>
                </c:pt>
                <c:pt idx="4042">
                  <c:v>3.214958809584195</c:v>
                </c:pt>
                <c:pt idx="4043">
                  <c:v>3.3711549514687298</c:v>
                </c:pt>
                <c:pt idx="4044">
                  <c:v>3.4594577847724231</c:v>
                </c:pt>
                <c:pt idx="4045">
                  <c:v>3.5582866668701172</c:v>
                </c:pt>
                <c:pt idx="4046">
                  <c:v>3.5816030257995042</c:v>
                </c:pt>
                <c:pt idx="4047">
                  <c:v>3.8426726650477541</c:v>
                </c:pt>
                <c:pt idx="4048">
                  <c:v>3.9981284141540532</c:v>
                </c:pt>
                <c:pt idx="4049">
                  <c:v>3.9554318379294302</c:v>
                </c:pt>
                <c:pt idx="4050">
                  <c:v>3.9248332796230998</c:v>
                </c:pt>
                <c:pt idx="4051">
                  <c:v>3.4705684185028081</c:v>
                </c:pt>
                <c:pt idx="4052">
                  <c:v>3.442272183868397</c:v>
                </c:pt>
                <c:pt idx="4053">
                  <c:v>3.26461983102958</c:v>
                </c:pt>
                <c:pt idx="4054">
                  <c:v>3.1090588128213601</c:v>
                </c:pt>
                <c:pt idx="4055">
                  <c:v>3.042881965637207</c:v>
                </c:pt>
                <c:pt idx="4056">
                  <c:v>3.0273423700990261</c:v>
                </c:pt>
                <c:pt idx="4057">
                  <c:v>2.8181002558011561</c:v>
                </c:pt>
                <c:pt idx="4058">
                  <c:v>2.6526813507080078</c:v>
                </c:pt>
                <c:pt idx="4059">
                  <c:v>2.6254071062218758</c:v>
                </c:pt>
                <c:pt idx="4060">
                  <c:v>2.5216432171545491</c:v>
                </c:pt>
                <c:pt idx="4061">
                  <c:v>2.415458333022344</c:v>
                </c:pt>
                <c:pt idx="4062">
                  <c:v>2.3350074291229248</c:v>
                </c:pt>
                <c:pt idx="4063">
                  <c:v>2.2756070458951632</c:v>
                </c:pt>
                <c:pt idx="4064">
                  <c:v>2.024455001849788</c:v>
                </c:pt>
                <c:pt idx="4065">
                  <c:v>2.0044131278991699</c:v>
                </c:pt>
                <c:pt idx="4066">
                  <c:v>1.9758146376495731</c:v>
                </c:pt>
                <c:pt idx="4067">
                  <c:v>1.7246066331863401</c:v>
                </c:pt>
                <c:pt idx="4068">
                  <c:v>1.7624736717361611</c:v>
                </c:pt>
                <c:pt idx="4069">
                  <c:v>1.9890987650977081</c:v>
                </c:pt>
                <c:pt idx="4070">
                  <c:v>2.3452234268188481</c:v>
                </c:pt>
                <c:pt idx="4071">
                  <c:v>2.314383687919745</c:v>
                </c:pt>
                <c:pt idx="4072">
                  <c:v>2.1030215693804379</c:v>
                </c:pt>
                <c:pt idx="4073">
                  <c:v>2.0635747909545898</c:v>
                </c:pt>
                <c:pt idx="4074">
                  <c:v>2.0409439979785948</c:v>
                </c:pt>
                <c:pt idx="4075">
                  <c:v>1.8705910347113399</c:v>
                </c:pt>
                <c:pt idx="4076">
                  <c:v>1.791112899780273</c:v>
                </c:pt>
                <c:pt idx="4077">
                  <c:v>1.7750603151303159</c:v>
                </c:pt>
                <c:pt idx="4078">
                  <c:v>1.5951704437306991</c:v>
                </c:pt>
                <c:pt idx="4079">
                  <c:v>1.564767718315125</c:v>
                </c:pt>
                <c:pt idx="4080">
                  <c:v>1.5284326855065951</c:v>
                </c:pt>
                <c:pt idx="4081">
                  <c:v>1.4857217793864339</c:v>
                </c:pt>
                <c:pt idx="4082">
                  <c:v>1.412305138918418</c:v>
                </c:pt>
                <c:pt idx="4083">
                  <c:v>1.359833955764771</c:v>
                </c:pt>
                <c:pt idx="4084">
                  <c:v>1.402201775207087</c:v>
                </c:pt>
                <c:pt idx="4085">
                  <c:v>1.434396567931862</c:v>
                </c:pt>
                <c:pt idx="4086">
                  <c:v>2.0108087062835689</c:v>
                </c:pt>
                <c:pt idx="4087">
                  <c:v>1.9729901478592231</c:v>
                </c:pt>
                <c:pt idx="4088">
                  <c:v>1.9094582413848009</c:v>
                </c:pt>
                <c:pt idx="4089">
                  <c:v>1.8151930051932701</c:v>
                </c:pt>
                <c:pt idx="4090">
                  <c:v>1.741459012031555</c:v>
                </c:pt>
                <c:pt idx="4091">
                  <c:v>1.729050478189027</c:v>
                </c:pt>
                <c:pt idx="4092">
                  <c:v>1.5572700500488279</c:v>
                </c:pt>
                <c:pt idx="4093">
                  <c:v>1.5381089114665321</c:v>
                </c:pt>
                <c:pt idx="4094">
                  <c:v>1.403579129757401</c:v>
                </c:pt>
                <c:pt idx="4095">
                  <c:v>1.3694806098937991</c:v>
                </c:pt>
                <c:pt idx="4096">
                  <c:v>1.3630484815825821</c:v>
                </c:pt>
                <c:pt idx="4097">
                  <c:v>1.2804252949136179</c:v>
                </c:pt>
                <c:pt idx="4098">
                  <c:v>1.198229193687439</c:v>
                </c:pt>
                <c:pt idx="4099">
                  <c:v>1.194670379484339</c:v>
                </c:pt>
                <c:pt idx="4100">
                  <c:v>1.191574489160002</c:v>
                </c:pt>
                <c:pt idx="4101">
                  <c:v>1.119495295010144</c:v>
                </c:pt>
                <c:pt idx="4102">
                  <c:v>1.1077908277511599</c:v>
                </c:pt>
                <c:pt idx="4103">
                  <c:v>1.0981363820424139</c:v>
                </c:pt>
                <c:pt idx="4104">
                  <c:v>1.031266727298209</c:v>
                </c:pt>
                <c:pt idx="4105">
                  <c:v>1.024482369422913</c:v>
                </c:pt>
                <c:pt idx="4106">
                  <c:v>1.0226642611793531</c:v>
                </c:pt>
                <c:pt idx="4107">
                  <c:v>0.99426147194369108</c:v>
                </c:pt>
                <c:pt idx="4108">
                  <c:v>0.97882938138466968</c:v>
                </c:pt>
                <c:pt idx="4109">
                  <c:v>0.96955901384353638</c:v>
                </c:pt>
                <c:pt idx="4110">
                  <c:v>1.0978448092023589</c:v>
                </c:pt>
                <c:pt idx="4111">
                  <c:v>1.476340144369271</c:v>
                </c:pt>
                <c:pt idx="4112">
                  <c:v>1.770891427993774</c:v>
                </c:pt>
                <c:pt idx="4113">
                  <c:v>1.794449314100806</c:v>
                </c:pt>
                <c:pt idx="4114">
                  <c:v>1.819133372137246</c:v>
                </c:pt>
                <c:pt idx="4115">
                  <c:v>2.3359749465274051</c:v>
                </c:pt>
                <c:pt idx="4116">
                  <c:v>2.4215691089630131</c:v>
                </c:pt>
                <c:pt idx="4117">
                  <c:v>2.4061485976874231</c:v>
                </c:pt>
                <c:pt idx="4118">
                  <c:v>2.184361864216402</c:v>
                </c:pt>
                <c:pt idx="4119">
                  <c:v>2.1205601692199711</c:v>
                </c:pt>
                <c:pt idx="4120">
                  <c:v>2.0992953240505599</c:v>
                </c:pt>
                <c:pt idx="4121">
                  <c:v>1.894558356376318</c:v>
                </c:pt>
                <c:pt idx="4122">
                  <c:v>1.854513883590698</c:v>
                </c:pt>
                <c:pt idx="4123">
                  <c:v>1.8428053335818739</c:v>
                </c:pt>
                <c:pt idx="4124">
                  <c:v>1.7666708806808931</c:v>
                </c:pt>
                <c:pt idx="4125">
                  <c:v>1.6911321040836791</c:v>
                </c:pt>
                <c:pt idx="4126">
                  <c:v>1.618256883886577</c:v>
                </c:pt>
                <c:pt idx="4127">
                  <c:v>1.5992065668106079</c:v>
                </c:pt>
                <c:pt idx="4128">
                  <c:v>1.5847548667346669</c:v>
                </c:pt>
                <c:pt idx="4129">
                  <c:v>1.496572721651412</c:v>
                </c:pt>
                <c:pt idx="4130">
                  <c:v>1.3987886438719039</c:v>
                </c:pt>
                <c:pt idx="4131">
                  <c:v>1.387710809707642</c:v>
                </c:pt>
                <c:pt idx="4132">
                  <c:v>1.369533806761748</c:v>
                </c:pt>
                <c:pt idx="4133">
                  <c:v>1.206808805465698</c:v>
                </c:pt>
                <c:pt idx="4134">
                  <c:v>1.1959847658248419</c:v>
                </c:pt>
                <c:pt idx="4135">
                  <c:v>1.075525022564598</c:v>
                </c:pt>
                <c:pt idx="4136">
                  <c:v>1.0663802623748779</c:v>
                </c:pt>
                <c:pt idx="4137">
                  <c:v>1.038048810581484</c:v>
                </c:pt>
                <c:pt idx="4138">
                  <c:v>1.012560151069634</c:v>
                </c:pt>
                <c:pt idx="4139">
                  <c:v>0.97851039354777369</c:v>
                </c:pt>
                <c:pt idx="4140">
                  <c:v>0.96427273750305176</c:v>
                </c:pt>
                <c:pt idx="4141">
                  <c:v>0.95563365988117821</c:v>
                </c:pt>
                <c:pt idx="4142">
                  <c:v>0.89147121172811239</c:v>
                </c:pt>
                <c:pt idx="4143">
                  <c:v>0.86420267820358276</c:v>
                </c:pt>
                <c:pt idx="4144">
                  <c:v>0.92576367029310758</c:v>
                </c:pt>
                <c:pt idx="4145">
                  <c:v>1.2923857869112489</c:v>
                </c:pt>
                <c:pt idx="4146">
                  <c:v>1.542531233929032</c:v>
                </c:pt>
                <c:pt idx="4147">
                  <c:v>1.636010885238647</c:v>
                </c:pt>
                <c:pt idx="4148">
                  <c:v>1.6626869812189851</c:v>
                </c:pt>
                <c:pt idx="4149">
                  <c:v>2.1128739976069841</c:v>
                </c:pt>
                <c:pt idx="4150">
                  <c:v>2.2856013774871831</c:v>
                </c:pt>
                <c:pt idx="4151">
                  <c:v>2.2630656961900031</c:v>
                </c:pt>
                <c:pt idx="4152">
                  <c:v>2.2373041411587522</c:v>
                </c:pt>
                <c:pt idx="4153">
                  <c:v>2.0442928047702078</c:v>
                </c:pt>
                <c:pt idx="4154">
                  <c:v>2.026947021484375</c:v>
                </c:pt>
                <c:pt idx="4155">
                  <c:v>2.0053022855214828</c:v>
                </c:pt>
                <c:pt idx="4156">
                  <c:v>1.822087344284959</c:v>
                </c:pt>
                <c:pt idx="4157">
                  <c:v>1.7739155292510991</c:v>
                </c:pt>
                <c:pt idx="4158">
                  <c:v>1.7550555676819219</c:v>
                </c:pt>
                <c:pt idx="4159">
                  <c:v>1.6105772140658949</c:v>
                </c:pt>
                <c:pt idx="4160">
                  <c:v>1.5851056575775151</c:v>
                </c:pt>
                <c:pt idx="4161">
                  <c:v>1.537064609737282</c:v>
                </c:pt>
                <c:pt idx="4162">
                  <c:v>1.454395736529251</c:v>
                </c:pt>
                <c:pt idx="4163">
                  <c:v>1.3943152942155881</c:v>
                </c:pt>
                <c:pt idx="4164">
                  <c:v>1.361680746078491</c:v>
                </c:pt>
                <c:pt idx="4165">
                  <c:v>1.346123709305922</c:v>
                </c:pt>
                <c:pt idx="4166">
                  <c:v>1.310728065699686</c:v>
                </c:pt>
                <c:pt idx="4167">
                  <c:v>1.270554184913635</c:v>
                </c:pt>
                <c:pt idx="4168">
                  <c:v>1.232525138958751</c:v>
                </c:pt>
                <c:pt idx="4169">
                  <c:v>1.172762624868174</c:v>
                </c:pt>
                <c:pt idx="4170">
                  <c:v>1.130463600158691</c:v>
                </c:pt>
                <c:pt idx="4171">
                  <c:v>1.1301290335292371</c:v>
                </c:pt>
                <c:pt idx="4172">
                  <c:v>1.1275391534964581</c:v>
                </c:pt>
                <c:pt idx="4173">
                  <c:v>1.115502006647701</c:v>
                </c:pt>
                <c:pt idx="4174">
                  <c:v>1.1103338003158569</c:v>
                </c:pt>
                <c:pt idx="4175">
                  <c:v>1.102342870684776</c:v>
                </c:pt>
                <c:pt idx="4176">
                  <c:v>1.097276029377958</c:v>
                </c:pt>
                <c:pt idx="4177">
                  <c:v>0.99025784061229527</c:v>
                </c:pt>
                <c:pt idx="4178">
                  <c:v>0.97216874361038208</c:v>
                </c:pt>
                <c:pt idx="4179">
                  <c:v>0.96120216654245283</c:v>
                </c:pt>
                <c:pt idx="4180">
                  <c:v>0.87136352062225342</c:v>
                </c:pt>
                <c:pt idx="4181">
                  <c:v>1.1112753024071871</c:v>
                </c:pt>
                <c:pt idx="4182">
                  <c:v>1.2288417587437941</c:v>
                </c:pt>
                <c:pt idx="4183">
                  <c:v>1.5625870390065739</c:v>
                </c:pt>
                <c:pt idx="4184">
                  <c:v>1.6379461288452151</c:v>
                </c:pt>
                <c:pt idx="4185">
                  <c:v>1.627951748491373</c:v>
                </c:pt>
                <c:pt idx="4186">
                  <c:v>1.4686871589652331</c:v>
                </c:pt>
                <c:pt idx="4187">
                  <c:v>1.4217821359634399</c:v>
                </c:pt>
                <c:pt idx="4188">
                  <c:v>1.392420606574726</c:v>
                </c:pt>
                <c:pt idx="4189">
                  <c:v>1.3199637029470579</c:v>
                </c:pt>
                <c:pt idx="4190">
                  <c:v>1.2260744571685791</c:v>
                </c:pt>
                <c:pt idx="4191">
                  <c:v>1.2596701164894151</c:v>
                </c:pt>
                <c:pt idx="4192">
                  <c:v>1.431657017626669</c:v>
                </c:pt>
                <c:pt idx="4193">
                  <c:v>1.8798434335934719</c:v>
                </c:pt>
                <c:pt idx="4194">
                  <c:v>1.9731073379516599</c:v>
                </c:pt>
                <c:pt idx="4195">
                  <c:v>2.028058698280458</c:v>
                </c:pt>
                <c:pt idx="4196">
                  <c:v>2.3405713666652699</c:v>
                </c:pt>
                <c:pt idx="4197">
                  <c:v>2.5709009170532231</c:v>
                </c:pt>
                <c:pt idx="4198">
                  <c:v>2.5938867664045171</c:v>
                </c:pt>
                <c:pt idx="4199">
                  <c:v>3.0049443688815098</c:v>
                </c:pt>
                <c:pt idx="4200">
                  <c:v>3.10484790802002</c:v>
                </c:pt>
                <c:pt idx="4201">
                  <c:v>3.124526174820037</c:v>
                </c:pt>
                <c:pt idx="4202">
                  <c:v>3.3559213391010601</c:v>
                </c:pt>
                <c:pt idx="4203">
                  <c:v>3.516168594360352</c:v>
                </c:pt>
                <c:pt idx="4204">
                  <c:v>3.529678022025533</c:v>
                </c:pt>
                <c:pt idx="4205">
                  <c:v>3.6547802073945328</c:v>
                </c:pt>
                <c:pt idx="4206">
                  <c:v>3.841554151352442</c:v>
                </c:pt>
                <c:pt idx="4207">
                  <c:v>3.8731462955474849</c:v>
                </c:pt>
                <c:pt idx="4208">
                  <c:v>3.8391859953637582</c:v>
                </c:pt>
                <c:pt idx="4209">
                  <c:v>3.406691719305559</c:v>
                </c:pt>
                <c:pt idx="4210">
                  <c:v>3.328940868377686</c:v>
                </c:pt>
                <c:pt idx="4211">
                  <c:v>3.3965682804610799</c:v>
                </c:pt>
                <c:pt idx="4212">
                  <c:v>3.5561731148775739</c:v>
                </c:pt>
                <c:pt idx="4213">
                  <c:v>3.7199280237804491</c:v>
                </c:pt>
                <c:pt idx="4214">
                  <c:v>3.742828369140625</c:v>
                </c:pt>
                <c:pt idx="4215">
                  <c:v>3.7702356989919839</c:v>
                </c:pt>
                <c:pt idx="4216">
                  <c:v>4.0626295151337271</c:v>
                </c:pt>
                <c:pt idx="4217">
                  <c:v>4.0758175849914551</c:v>
                </c:pt>
                <c:pt idx="4218">
                  <c:v>3.90848637639751</c:v>
                </c:pt>
                <c:pt idx="4219">
                  <c:v>3.814518323914315</c:v>
                </c:pt>
                <c:pt idx="4220">
                  <c:v>3.5523841182706151</c:v>
                </c:pt>
                <c:pt idx="4221">
                  <c:v>3.5254931449890141</c:v>
                </c:pt>
                <c:pt idx="4222">
                  <c:v>3.4523534344764908</c:v>
                </c:pt>
                <c:pt idx="4223">
                  <c:v>3.0689654350280762</c:v>
                </c:pt>
                <c:pt idx="4224">
                  <c:v>3.202323994468756</c:v>
                </c:pt>
                <c:pt idx="4225">
                  <c:v>3.3975908195408429</c:v>
                </c:pt>
                <c:pt idx="4226">
                  <c:v>3.4965567588806148</c:v>
                </c:pt>
                <c:pt idx="4227">
                  <c:v>3.525307419663025</c:v>
                </c:pt>
                <c:pt idx="4228">
                  <c:v>3.713097877290048</c:v>
                </c:pt>
                <c:pt idx="4229">
                  <c:v>3.8624745181968172</c:v>
                </c:pt>
                <c:pt idx="4230">
                  <c:v>3.92291259765625</c:v>
                </c:pt>
                <c:pt idx="4231">
                  <c:v>3.9702607822824709</c:v>
                </c:pt>
                <c:pt idx="4232">
                  <c:v>4.2555761337280273</c:v>
                </c:pt>
                <c:pt idx="4233">
                  <c:v>4.2804779713438874</c:v>
                </c:pt>
                <c:pt idx="4234">
                  <c:v>4.3564603839430882</c:v>
                </c:pt>
                <c:pt idx="4235">
                  <c:v>4.4554774261730534</c:v>
                </c:pt>
                <c:pt idx="4236">
                  <c:v>4.476015567779541</c:v>
                </c:pt>
                <c:pt idx="4237">
                  <c:v>4.2371331401564527</c:v>
                </c:pt>
                <c:pt idx="4238">
                  <c:v>3.8466780185699458</c:v>
                </c:pt>
                <c:pt idx="4239">
                  <c:v>3.6971481915193349</c:v>
                </c:pt>
                <c:pt idx="4240">
                  <c:v>3.5605065601196708</c:v>
                </c:pt>
                <c:pt idx="4241">
                  <c:v>3.3982817860264891</c:v>
                </c:pt>
                <c:pt idx="4242">
                  <c:v>3.356631755828857</c:v>
                </c:pt>
                <c:pt idx="4243">
                  <c:v>3.3250314669768422</c:v>
                </c:pt>
                <c:pt idx="4244">
                  <c:v>2.9897578710229111</c:v>
                </c:pt>
                <c:pt idx="4245">
                  <c:v>2.893274307250977</c:v>
                </c:pt>
                <c:pt idx="4246">
                  <c:v>2.8828642893174292</c:v>
                </c:pt>
                <c:pt idx="4247">
                  <c:v>2.766220328859593</c:v>
                </c:pt>
                <c:pt idx="4248">
                  <c:v>2.6502312858161461</c:v>
                </c:pt>
                <c:pt idx="4249">
                  <c:v>2.5490254189249049</c:v>
                </c:pt>
                <c:pt idx="4250">
                  <c:v>2.5230963230133061</c:v>
                </c:pt>
                <c:pt idx="4251">
                  <c:v>2.4787334029181909</c:v>
                </c:pt>
                <c:pt idx="4252">
                  <c:v>2.2063429355621338</c:v>
                </c:pt>
                <c:pt idx="4253">
                  <c:v>2.2664381590024951</c:v>
                </c:pt>
                <c:pt idx="4254">
                  <c:v>2.452812380392642</c:v>
                </c:pt>
                <c:pt idx="4255">
                  <c:v>2.7356433868408199</c:v>
                </c:pt>
                <c:pt idx="4256">
                  <c:v>2.7766429700083881</c:v>
                </c:pt>
                <c:pt idx="4257">
                  <c:v>3.1399436840088448</c:v>
                </c:pt>
                <c:pt idx="4258">
                  <c:v>3.1797034740447998</c:v>
                </c:pt>
                <c:pt idx="4259">
                  <c:v>3.0500466191162379</c:v>
                </c:pt>
                <c:pt idx="4260">
                  <c:v>2.776357582893171</c:v>
                </c:pt>
                <c:pt idx="4261">
                  <c:v>2.719542503356934</c:v>
                </c:pt>
                <c:pt idx="4262">
                  <c:v>2.7024540540132449</c:v>
                </c:pt>
                <c:pt idx="4263">
                  <c:v>2.5657344673694582</c:v>
                </c:pt>
                <c:pt idx="4264">
                  <c:v>2.4471586167656718</c:v>
                </c:pt>
                <c:pt idx="4265">
                  <c:v>2.4183797836303711</c:v>
                </c:pt>
                <c:pt idx="4266">
                  <c:v>2.5418825676298189</c:v>
                </c:pt>
                <c:pt idx="4267">
                  <c:v>3.629557609558105</c:v>
                </c:pt>
                <c:pt idx="4268">
                  <c:v>3.9376073781665042</c:v>
                </c:pt>
                <c:pt idx="4269">
                  <c:v>4.23888523104449</c:v>
                </c:pt>
                <c:pt idx="4270">
                  <c:v>4.5021267480353666</c:v>
                </c:pt>
                <c:pt idx="4271">
                  <c:v>4.6425771713256836</c:v>
                </c:pt>
                <c:pt idx="4272">
                  <c:v>4.5994334045298029</c:v>
                </c:pt>
                <c:pt idx="4273">
                  <c:v>4.1461088385547722</c:v>
                </c:pt>
                <c:pt idx="4274">
                  <c:v>3.9680488109588619</c:v>
                </c:pt>
                <c:pt idx="4275">
                  <c:v>3.9334040138610469</c:v>
                </c:pt>
                <c:pt idx="4276">
                  <c:v>3.6648568178771508</c:v>
                </c:pt>
                <c:pt idx="4277">
                  <c:v>3.4912086757130512</c:v>
                </c:pt>
                <c:pt idx="4278">
                  <c:v>3.423967838287354</c:v>
                </c:pt>
                <c:pt idx="4279">
                  <c:v>3.39524815220997</c:v>
                </c:pt>
                <c:pt idx="4280">
                  <c:v>3.0446492547847219</c:v>
                </c:pt>
                <c:pt idx="4281">
                  <c:v>2.9535670280456539</c:v>
                </c:pt>
                <c:pt idx="4282">
                  <c:v>2.9352803906615859</c:v>
                </c:pt>
                <c:pt idx="4283">
                  <c:v>2.7123015825269028</c:v>
                </c:pt>
                <c:pt idx="4284">
                  <c:v>2.5636451244354248</c:v>
                </c:pt>
                <c:pt idx="4285">
                  <c:v>2.558114193307369</c:v>
                </c:pt>
                <c:pt idx="4286">
                  <c:v>2.430034413351871</c:v>
                </c:pt>
                <c:pt idx="4287">
                  <c:v>2.3637434265819048</c:v>
                </c:pt>
                <c:pt idx="4288">
                  <c:v>2.2396984100341801</c:v>
                </c:pt>
                <c:pt idx="4289">
                  <c:v>2.2347666311808672</c:v>
                </c:pt>
                <c:pt idx="4290">
                  <c:v>2.1646365209944318</c:v>
                </c:pt>
                <c:pt idx="4291">
                  <c:v>2.0690677643915771</c:v>
                </c:pt>
                <c:pt idx="4292">
                  <c:v>1.976839048493612</c:v>
                </c:pt>
                <c:pt idx="4293">
                  <c:v>1.9639332294464109</c:v>
                </c:pt>
                <c:pt idx="4294">
                  <c:v>1.9329255636869589</c:v>
                </c:pt>
                <c:pt idx="4295">
                  <c:v>1.691062331199646</c:v>
                </c:pt>
                <c:pt idx="4296">
                  <c:v>1.669587248668259</c:v>
                </c:pt>
                <c:pt idx="4297">
                  <c:v>1.55291338250348</c:v>
                </c:pt>
                <c:pt idx="4298">
                  <c:v>1.4646250009536741</c:v>
                </c:pt>
                <c:pt idx="4299">
                  <c:v>1.4511881817757519</c:v>
                </c:pt>
                <c:pt idx="4300">
                  <c:v>1.42846883664167</c:v>
                </c:pt>
                <c:pt idx="4301">
                  <c:v>1.399940490722656</c:v>
                </c:pt>
                <c:pt idx="4302">
                  <c:v>1.4036307833645041</c:v>
                </c:pt>
                <c:pt idx="4303">
                  <c:v>1.4052345020352011</c:v>
                </c:pt>
                <c:pt idx="4304">
                  <c:v>1.446005596467234</c:v>
                </c:pt>
                <c:pt idx="4305">
                  <c:v>1.46092689037323</c:v>
                </c:pt>
                <c:pt idx="4306">
                  <c:v>1.4539798992084549</c:v>
                </c:pt>
                <c:pt idx="4307">
                  <c:v>1.3606791232156821</c:v>
                </c:pt>
                <c:pt idx="4308">
                  <c:v>1.3529524803161621</c:v>
                </c:pt>
                <c:pt idx="4309">
                  <c:v>1.265237283322449</c:v>
                </c:pt>
                <c:pt idx="4310">
                  <c:v>1.186181426048279</c:v>
                </c:pt>
                <c:pt idx="4311">
                  <c:v>1.182245395162322</c:v>
                </c:pt>
                <c:pt idx="4312">
                  <c:v>1.179771537821859</c:v>
                </c:pt>
                <c:pt idx="4313">
                  <c:v>1.121575605804479</c:v>
                </c:pt>
                <c:pt idx="4314">
                  <c:v>1.0926110877936639</c:v>
                </c:pt>
                <c:pt idx="4315">
                  <c:v>1.0880031585693359</c:v>
                </c:pt>
                <c:pt idx="4316">
                  <c:v>1.0803841504064871</c:v>
                </c:pt>
                <c:pt idx="4317">
                  <c:v>1.029642340766044</c:v>
                </c:pt>
                <c:pt idx="4318">
                  <c:v>1.020357728004456</c:v>
                </c:pt>
                <c:pt idx="4319">
                  <c:v>1.0010870392591871</c:v>
                </c:pt>
                <c:pt idx="4320">
                  <c:v>0.97358976348892889</c:v>
                </c:pt>
                <c:pt idx="4321">
                  <c:v>0.95203119516372681</c:v>
                </c:pt>
                <c:pt idx="4322">
                  <c:v>0.94621935223625553</c:v>
                </c:pt>
                <c:pt idx="4323">
                  <c:v>0.92228390250803172</c:v>
                </c:pt>
                <c:pt idx="4324">
                  <c:v>0.85034292936325073</c:v>
                </c:pt>
                <c:pt idx="4325">
                  <c:v>0.84672866503488964</c:v>
                </c:pt>
                <c:pt idx="4326">
                  <c:v>0.82302703195869886</c:v>
                </c:pt>
                <c:pt idx="4327">
                  <c:v>0.79864239394399372</c:v>
                </c:pt>
                <c:pt idx="4328">
                  <c:v>0.77505471447244489</c:v>
                </c:pt>
                <c:pt idx="4329">
                  <c:v>0.75618213415145874</c:v>
                </c:pt>
                <c:pt idx="4330">
                  <c:v>0.74913417529845805</c:v>
                </c:pt>
                <c:pt idx="4331">
                  <c:v>0.68257160247305892</c:v>
                </c:pt>
                <c:pt idx="4332">
                  <c:v>0.67667078971862793</c:v>
                </c:pt>
                <c:pt idx="4333">
                  <c:v>0.74756065293263474</c:v>
                </c:pt>
                <c:pt idx="4334">
                  <c:v>1.3664964601022349</c:v>
                </c:pt>
                <c:pt idx="4335">
                  <c:v>1.503966093063354</c:v>
                </c:pt>
                <c:pt idx="4336">
                  <c:v>1.638144400951137</c:v>
                </c:pt>
                <c:pt idx="4337">
                  <c:v>1.7841281529488879</c:v>
                </c:pt>
                <c:pt idx="4338">
                  <c:v>2.1049290278746802</c:v>
                </c:pt>
                <c:pt idx="4339">
                  <c:v>2.1789083480834961</c:v>
                </c:pt>
                <c:pt idx="4340">
                  <c:v>2.1148966018023438</c:v>
                </c:pt>
                <c:pt idx="4341">
                  <c:v>1.9502620231836061</c:v>
                </c:pt>
                <c:pt idx="4342">
                  <c:v>1.8903253078460689</c:v>
                </c:pt>
                <c:pt idx="4343">
                  <c:v>1.9456795010187979</c:v>
                </c:pt>
                <c:pt idx="4344">
                  <c:v>2.2600981112621472</c:v>
                </c:pt>
                <c:pt idx="4345">
                  <c:v>2.468022690412897</c:v>
                </c:pt>
                <c:pt idx="4346">
                  <c:v>2.5055496692657471</c:v>
                </c:pt>
                <c:pt idx="4347">
                  <c:v>2.5260980372616499</c:v>
                </c:pt>
                <c:pt idx="4348">
                  <c:v>2.897327516003342</c:v>
                </c:pt>
                <c:pt idx="4349">
                  <c:v>2.966463565826416</c:v>
                </c:pt>
                <c:pt idx="4350">
                  <c:v>2.9344038208322991</c:v>
                </c:pt>
                <c:pt idx="4351">
                  <c:v>2.7031887159262089</c:v>
                </c:pt>
                <c:pt idx="4352">
                  <c:v>2.578607559204102</c:v>
                </c:pt>
                <c:pt idx="4353">
                  <c:v>2.556941779738207</c:v>
                </c:pt>
                <c:pt idx="4354">
                  <c:v>2.544355657047408</c:v>
                </c:pt>
                <c:pt idx="4355">
                  <c:v>2.251412232319546</c:v>
                </c:pt>
                <c:pt idx="4356">
                  <c:v>2.229738712310791</c:v>
                </c:pt>
                <c:pt idx="4357">
                  <c:v>2.2025375092113788</c:v>
                </c:pt>
                <c:pt idx="4358">
                  <c:v>2.0433881210836748</c:v>
                </c:pt>
                <c:pt idx="4359">
                  <c:v>1.9615910053253169</c:v>
                </c:pt>
                <c:pt idx="4360">
                  <c:v>1.944338625659219</c:v>
                </c:pt>
                <c:pt idx="4361">
                  <c:v>1.873024065379989</c:v>
                </c:pt>
                <c:pt idx="4362">
                  <c:v>1.795429587364197</c:v>
                </c:pt>
                <c:pt idx="4363">
                  <c:v>1.7777424801519941</c:v>
                </c:pt>
                <c:pt idx="4364">
                  <c:v>1.633185314806189</c:v>
                </c:pt>
                <c:pt idx="4365">
                  <c:v>1.565968871116638</c:v>
                </c:pt>
                <c:pt idx="4366">
                  <c:v>1.556330944526666</c:v>
                </c:pt>
                <c:pt idx="4367">
                  <c:v>1.4921154235144829</c:v>
                </c:pt>
                <c:pt idx="4368">
                  <c:v>1.480184529780278</c:v>
                </c:pt>
                <c:pt idx="4369">
                  <c:v>1.3916775292096339</c:v>
                </c:pt>
                <c:pt idx="4370">
                  <c:v>1.3836368322372441</c:v>
                </c:pt>
                <c:pt idx="4371">
                  <c:v>1.3752105877934351</c:v>
                </c:pt>
                <c:pt idx="4372">
                  <c:v>1.3550523519515989</c:v>
                </c:pt>
                <c:pt idx="4373">
                  <c:v>1.342867231912668</c:v>
                </c:pt>
                <c:pt idx="4374">
                  <c:v>1.2165561480206279</c:v>
                </c:pt>
                <c:pt idx="4375">
                  <c:v>1.1722732782363889</c:v>
                </c:pt>
                <c:pt idx="4376">
                  <c:v>1.1701262089945881</c:v>
                </c:pt>
                <c:pt idx="4377">
                  <c:v>1.1691836280553549</c:v>
                </c:pt>
                <c:pt idx="4378">
                  <c:v>1.1495760679245</c:v>
                </c:pt>
                <c:pt idx="4379">
                  <c:v>1.142129192206587</c:v>
                </c:pt>
                <c:pt idx="4380">
                  <c:v>1.1241671704860969</c:v>
                </c:pt>
                <c:pt idx="4381">
                  <c:v>1.0647959332556209</c:v>
                </c:pt>
                <c:pt idx="4382">
                  <c:v>1.0322882934229141</c:v>
                </c:pt>
                <c:pt idx="4383">
                  <c:v>1.0264701843261721</c:v>
                </c:pt>
                <c:pt idx="4384">
                  <c:v>1.012134235866103</c:v>
                </c:pt>
                <c:pt idx="4385">
                  <c:v>0.90396982431411743</c:v>
                </c:pt>
                <c:pt idx="4386">
                  <c:v>0.8964529106995679</c:v>
                </c:pt>
                <c:pt idx="4387">
                  <c:v>0.87105573848113038</c:v>
                </c:pt>
                <c:pt idx="4388">
                  <c:v>0.8474662006698801</c:v>
                </c:pt>
                <c:pt idx="4389">
                  <c:v>0.82107309667916784</c:v>
                </c:pt>
                <c:pt idx="4390">
                  <c:v>0.81705653667449951</c:v>
                </c:pt>
                <c:pt idx="4391">
                  <c:v>0.79868091204263014</c:v>
                </c:pt>
                <c:pt idx="4392">
                  <c:v>0.7548495953575477</c:v>
                </c:pt>
                <c:pt idx="4393">
                  <c:v>0.7448304295539856</c:v>
                </c:pt>
                <c:pt idx="4394">
                  <c:v>0.74183539361668682</c:v>
                </c:pt>
                <c:pt idx="4395">
                  <c:v>0.7091451865006293</c:v>
                </c:pt>
                <c:pt idx="4396">
                  <c:v>0.68439364433288574</c:v>
                </c:pt>
                <c:pt idx="4397">
                  <c:v>0.67901998130028851</c:v>
                </c:pt>
                <c:pt idx="4398">
                  <c:v>0.60107874236568182</c:v>
                </c:pt>
                <c:pt idx="4399">
                  <c:v>0.5950019359588623</c:v>
                </c:pt>
                <c:pt idx="4400">
                  <c:v>0.58104045116154313</c:v>
                </c:pt>
                <c:pt idx="4401">
                  <c:v>0.53828469975162085</c:v>
                </c:pt>
                <c:pt idx="4402">
                  <c:v>0.52040636539459229</c:v>
                </c:pt>
                <c:pt idx="4403">
                  <c:v>0.53593155760772404</c:v>
                </c:pt>
                <c:pt idx="4404">
                  <c:v>0.59829258918762207</c:v>
                </c:pt>
                <c:pt idx="4405">
                  <c:v>0.62372951447937475</c:v>
                </c:pt>
                <c:pt idx="4406">
                  <c:v>0.66034215194238932</c:v>
                </c:pt>
                <c:pt idx="4407">
                  <c:v>0.66979765892028809</c:v>
                </c:pt>
                <c:pt idx="4408">
                  <c:v>0.66727717862287939</c:v>
                </c:pt>
                <c:pt idx="4409">
                  <c:v>0.65003035861372671</c:v>
                </c:pt>
                <c:pt idx="4410">
                  <c:v>0.63867140634075459</c:v>
                </c:pt>
                <c:pt idx="4411">
                  <c:v>0.62674317237987531</c:v>
                </c:pt>
                <c:pt idx="4412">
                  <c:v>0.6218445897102356</c:v>
                </c:pt>
                <c:pt idx="4413">
                  <c:v>0.59189989808508636</c:v>
                </c:pt>
                <c:pt idx="4414">
                  <c:v>0.56583201885223389</c:v>
                </c:pt>
                <c:pt idx="4415">
                  <c:v>0.56836175275700163</c:v>
                </c:pt>
                <c:pt idx="4416">
                  <c:v>0.57662396711020669</c:v>
                </c:pt>
                <c:pt idx="4417">
                  <c:v>0.58502693921356275</c:v>
                </c:pt>
                <c:pt idx="4418">
                  <c:v>0.58774101734161377</c:v>
                </c:pt>
                <c:pt idx="4419">
                  <c:v>0.58062945992107073</c:v>
                </c:pt>
                <c:pt idx="4420">
                  <c:v>0.56828322449551194</c:v>
                </c:pt>
                <c:pt idx="4421">
                  <c:v>0.56406283378601074</c:v>
                </c:pt>
                <c:pt idx="4422">
                  <c:v>0.56121737716810338</c:v>
                </c:pt>
                <c:pt idx="4423">
                  <c:v>0.55079667553839828</c:v>
                </c:pt>
                <c:pt idx="4424">
                  <c:v>0.52610593232730796</c:v>
                </c:pt>
                <c:pt idx="4425">
                  <c:v>0.51575380563735962</c:v>
                </c:pt>
                <c:pt idx="4426">
                  <c:v>0.51065680248199052</c:v>
                </c:pt>
                <c:pt idx="4427">
                  <c:v>0.47862297934830028</c:v>
                </c:pt>
                <c:pt idx="4428">
                  <c:v>0.45083898305892939</c:v>
                </c:pt>
                <c:pt idx="4429">
                  <c:v>0.67199318710586653</c:v>
                </c:pt>
                <c:pt idx="4430">
                  <c:v>1.257309556007385</c:v>
                </c:pt>
                <c:pt idx="4431">
                  <c:v>1.2953643353127411</c:v>
                </c:pt>
                <c:pt idx="4432">
                  <c:v>1.4738553983615581</c:v>
                </c:pt>
                <c:pt idx="4433">
                  <c:v>1.7052966576678561</c:v>
                </c:pt>
                <c:pt idx="4434">
                  <c:v>1.8933649006371831</c:v>
                </c:pt>
                <c:pt idx="4435">
                  <c:v>1.923848628997803</c:v>
                </c:pt>
                <c:pt idx="4436">
                  <c:v>1.8645262979342281</c:v>
                </c:pt>
                <c:pt idx="4437">
                  <c:v>1.727353453636169</c:v>
                </c:pt>
                <c:pt idx="4438">
                  <c:v>1.701276509098044</c:v>
                </c:pt>
                <c:pt idx="4439">
                  <c:v>1.625042304765995</c:v>
                </c:pt>
                <c:pt idx="4440">
                  <c:v>1.5137495444951621</c:v>
                </c:pt>
                <c:pt idx="4441">
                  <c:v>1.506817698478699</c:v>
                </c:pt>
                <c:pt idx="4442">
                  <c:v>1.825084071349627</c:v>
                </c:pt>
                <c:pt idx="4443">
                  <c:v>2.1522083282470699</c:v>
                </c:pt>
                <c:pt idx="4444">
                  <c:v>2.1298462330341512</c:v>
                </c:pt>
                <c:pt idx="4445">
                  <c:v>2.0490402008815618</c:v>
                </c:pt>
                <c:pt idx="4446">
                  <c:v>1.9702306561299601</c:v>
                </c:pt>
                <c:pt idx="4447">
                  <c:v>1.9509983062744141</c:v>
                </c:pt>
                <c:pt idx="4448">
                  <c:v>2.2204954065376259</c:v>
                </c:pt>
                <c:pt idx="4449">
                  <c:v>2.3886938135732758</c:v>
                </c:pt>
                <c:pt idx="4450">
                  <c:v>2.6128730773925781</c:v>
                </c:pt>
                <c:pt idx="4451">
                  <c:v>2.5798536610189342</c:v>
                </c:pt>
                <c:pt idx="4452">
                  <c:v>2.3624918129031949</c:v>
                </c:pt>
                <c:pt idx="4453">
                  <c:v>2.3202872276306148</c:v>
                </c:pt>
                <c:pt idx="4454">
                  <c:v>2.2820883274543649</c:v>
                </c:pt>
                <c:pt idx="4455">
                  <c:v>2.1525485098003312</c:v>
                </c:pt>
                <c:pt idx="4456">
                  <c:v>2.0805270671844478</c:v>
                </c:pt>
                <c:pt idx="4457">
                  <c:v>2.0305359998354651</c:v>
                </c:pt>
                <c:pt idx="4458">
                  <c:v>1.937549645534888</c:v>
                </c:pt>
                <c:pt idx="4459">
                  <c:v>1.831779586423262</c:v>
                </c:pt>
                <c:pt idx="4460">
                  <c:v>1.817607522010803</c:v>
                </c:pt>
                <c:pt idx="4461">
                  <c:v>1.800700591067258</c:v>
                </c:pt>
                <c:pt idx="4462">
                  <c:v>1.683968449872816</c:v>
                </c:pt>
                <c:pt idx="4463">
                  <c:v>1.619900584220886</c:v>
                </c:pt>
                <c:pt idx="4464">
                  <c:v>1.6181250066936499</c:v>
                </c:pt>
                <c:pt idx="4465">
                  <c:v>1.611576143038542</c:v>
                </c:pt>
                <c:pt idx="4466">
                  <c:v>1.5302149654498001</c:v>
                </c:pt>
                <c:pt idx="4467">
                  <c:v>1.5238480567932129</c:v>
                </c:pt>
                <c:pt idx="4468">
                  <c:v>1.509200570445379</c:v>
                </c:pt>
                <c:pt idx="4469">
                  <c:v>1.489349202141218</c:v>
                </c:pt>
                <c:pt idx="4470">
                  <c:v>1.4863500595092769</c:v>
                </c:pt>
                <c:pt idx="4471">
                  <c:v>1.475390602784401</c:v>
                </c:pt>
                <c:pt idx="4472">
                  <c:v>1.4299644038918631</c:v>
                </c:pt>
                <c:pt idx="4473">
                  <c:v>1.3216316467950211</c:v>
                </c:pt>
                <c:pt idx="4474">
                  <c:v>1.312951922416687</c:v>
                </c:pt>
                <c:pt idx="4475">
                  <c:v>1.451914263050547</c:v>
                </c:pt>
                <c:pt idx="4476">
                  <c:v>1.824467949474003</c:v>
                </c:pt>
                <c:pt idx="4477">
                  <c:v>2.0379748344421391</c:v>
                </c:pt>
                <c:pt idx="4478">
                  <c:v>2.0937822188953792</c:v>
                </c:pt>
                <c:pt idx="4479">
                  <c:v>2.3444004980723401</c:v>
                </c:pt>
                <c:pt idx="4480">
                  <c:v>2.6601085662841801</c:v>
                </c:pt>
                <c:pt idx="4481">
                  <c:v>2.717000774938064</c:v>
                </c:pt>
                <c:pt idx="4482">
                  <c:v>2.9208665835423679</c:v>
                </c:pt>
                <c:pt idx="4483">
                  <c:v>3.1520320317336168</c:v>
                </c:pt>
                <c:pt idx="4484">
                  <c:v>3.1681849956512451</c:v>
                </c:pt>
                <c:pt idx="4485">
                  <c:v>3.4912841815315909</c:v>
                </c:pt>
                <c:pt idx="4486">
                  <c:v>3.5650122165679932</c:v>
                </c:pt>
                <c:pt idx="4487">
                  <c:v>3.397484276016133</c:v>
                </c:pt>
                <c:pt idx="4488">
                  <c:v>3.2352160864976161</c:v>
                </c:pt>
                <c:pt idx="4489">
                  <c:v>3.0888269879459691</c:v>
                </c:pt>
                <c:pt idx="4490">
                  <c:v>3.0552327632904048</c:v>
                </c:pt>
                <c:pt idx="4491">
                  <c:v>2.9396133315096948</c:v>
                </c:pt>
                <c:pt idx="4492">
                  <c:v>2.8586904174473231</c:v>
                </c:pt>
                <c:pt idx="4493">
                  <c:v>2.6738863698203881</c:v>
                </c:pt>
                <c:pt idx="4494">
                  <c:v>2.6256532669067378</c:v>
                </c:pt>
                <c:pt idx="4495">
                  <c:v>2.5924870324940978</c:v>
                </c:pt>
                <c:pt idx="4496">
                  <c:v>2.3488266387493368</c:v>
                </c:pt>
                <c:pt idx="4497">
                  <c:v>2.2885921001434331</c:v>
                </c:pt>
                <c:pt idx="4498">
                  <c:v>2.210465249765992</c:v>
                </c:pt>
                <c:pt idx="4499">
                  <c:v>2.09666914058797</c:v>
                </c:pt>
                <c:pt idx="4500">
                  <c:v>2.004401683807373</c:v>
                </c:pt>
                <c:pt idx="4501">
                  <c:v>2.129043614097835</c:v>
                </c:pt>
                <c:pt idx="4502">
                  <c:v>2.5074953245287679</c:v>
                </c:pt>
                <c:pt idx="4503">
                  <c:v>2.6113114356994629</c:v>
                </c:pt>
                <c:pt idx="4504">
                  <c:v>2.6396459200972822</c:v>
                </c:pt>
                <c:pt idx="4505">
                  <c:v>2.93108223409943</c:v>
                </c:pt>
                <c:pt idx="4506">
                  <c:v>3.0696983337402339</c:v>
                </c:pt>
                <c:pt idx="4507">
                  <c:v>3.0323528979717271</c:v>
                </c:pt>
                <c:pt idx="4508">
                  <c:v>2.8151220987182071</c:v>
                </c:pt>
                <c:pt idx="4509">
                  <c:v>2.692731380462646</c:v>
                </c:pt>
                <c:pt idx="4510">
                  <c:v>2.683254389162375</c:v>
                </c:pt>
                <c:pt idx="4511">
                  <c:v>2.5828908217715099</c:v>
                </c:pt>
                <c:pt idx="4512">
                  <c:v>2.498576751410269</c:v>
                </c:pt>
                <c:pt idx="4513">
                  <c:v>2.4472305774688721</c:v>
                </c:pt>
                <c:pt idx="4514">
                  <c:v>2.4152357359359158</c:v>
                </c:pt>
                <c:pt idx="4515">
                  <c:v>2.2446077973634702</c:v>
                </c:pt>
                <c:pt idx="4516">
                  <c:v>2.093736886978149</c:v>
                </c:pt>
                <c:pt idx="4517">
                  <c:v>1.979827915639075</c:v>
                </c:pt>
                <c:pt idx="4518">
                  <c:v>1.8764105316706119</c:v>
                </c:pt>
                <c:pt idx="4519">
                  <c:v>1.792479991912842</c:v>
                </c:pt>
                <c:pt idx="4520">
                  <c:v>1.7781065824915649</c:v>
                </c:pt>
                <c:pt idx="4521">
                  <c:v>1.675323345813541</c:v>
                </c:pt>
                <c:pt idx="4522">
                  <c:v>1.662288904190063</c:v>
                </c:pt>
                <c:pt idx="4523">
                  <c:v>1.6519394440968911</c:v>
                </c:pt>
                <c:pt idx="4524">
                  <c:v>1.5830573311396441</c:v>
                </c:pt>
                <c:pt idx="4525">
                  <c:v>1.5035589710804791</c:v>
                </c:pt>
                <c:pt idx="4526">
                  <c:v>1.468515038490295</c:v>
                </c:pt>
                <c:pt idx="4527">
                  <c:v>1.458929841731579</c:v>
                </c:pt>
                <c:pt idx="4528">
                  <c:v>1.414614968726996</c:v>
                </c:pt>
                <c:pt idx="4529">
                  <c:v>1.373394852675625</c:v>
                </c:pt>
                <c:pt idx="4530">
                  <c:v>1.36101245880127</c:v>
                </c:pt>
                <c:pt idx="4531">
                  <c:v>1.3431016188940099</c:v>
                </c:pt>
                <c:pt idx="4532">
                  <c:v>1.3117994072902039</c:v>
                </c:pt>
                <c:pt idx="4533">
                  <c:v>1.270220180014773</c:v>
                </c:pt>
                <c:pt idx="4534">
                  <c:v>1.2460285425186159</c:v>
                </c:pt>
                <c:pt idx="4535">
                  <c:v>1.226786025333916</c:v>
                </c:pt>
                <c:pt idx="4536">
                  <c:v>1.1158954468343361</c:v>
                </c:pt>
                <c:pt idx="4537">
                  <c:v>1.087877035140991</c:v>
                </c:pt>
                <c:pt idx="4538">
                  <c:v>1.0725091777322271</c:v>
                </c:pt>
                <c:pt idx="4539">
                  <c:v>1.03894393165337</c:v>
                </c:pt>
                <c:pt idx="4540">
                  <c:v>1.0070408296646329</c:v>
                </c:pt>
                <c:pt idx="4541">
                  <c:v>0.99866384267807007</c:v>
                </c:pt>
                <c:pt idx="4542">
                  <c:v>1.060386413401772</c:v>
                </c:pt>
                <c:pt idx="4543">
                  <c:v>1.541010946965125</c:v>
                </c:pt>
                <c:pt idx="4544">
                  <c:v>1.762657642364502</c:v>
                </c:pt>
                <c:pt idx="4545">
                  <c:v>1.807547226877638</c:v>
                </c:pt>
                <c:pt idx="4546">
                  <c:v>2.1536824517494209</c:v>
                </c:pt>
                <c:pt idx="4547">
                  <c:v>2.3698618215050482</c:v>
                </c:pt>
                <c:pt idx="4548">
                  <c:v>2.4069643020629878</c:v>
                </c:pt>
                <c:pt idx="4549">
                  <c:v>2.334839123721455</c:v>
                </c:pt>
                <c:pt idx="4550">
                  <c:v>2.2361671902798128</c:v>
                </c:pt>
                <c:pt idx="4551">
                  <c:v>2.191919088363647</c:v>
                </c:pt>
                <c:pt idx="4552">
                  <c:v>2.161299790058417</c:v>
                </c:pt>
                <c:pt idx="4553">
                  <c:v>1.9629146786055141</c:v>
                </c:pt>
                <c:pt idx="4554">
                  <c:v>1.932081937789917</c:v>
                </c:pt>
                <c:pt idx="4555">
                  <c:v>1.9157752072338929</c:v>
                </c:pt>
                <c:pt idx="4556">
                  <c:v>1.8159695916424821</c:v>
                </c:pt>
                <c:pt idx="4557">
                  <c:v>1.709193992724765</c:v>
                </c:pt>
                <c:pt idx="4558">
                  <c:v>1.6582328081130979</c:v>
                </c:pt>
                <c:pt idx="4559">
                  <c:v>1.7447809728787571</c:v>
                </c:pt>
                <c:pt idx="4560">
                  <c:v>2.2531638671060121</c:v>
                </c:pt>
                <c:pt idx="4561">
                  <c:v>2.3697507381439209</c:v>
                </c:pt>
                <c:pt idx="4562">
                  <c:v>2.396745606360799</c:v>
                </c:pt>
                <c:pt idx="4563">
                  <c:v>2.613769970099634</c:v>
                </c:pt>
                <c:pt idx="4564">
                  <c:v>2.8484250763472101</c:v>
                </c:pt>
                <c:pt idx="4565">
                  <c:v>2.9023795127868648</c:v>
                </c:pt>
                <c:pt idx="4566">
                  <c:v>2.879064677213433</c:v>
                </c:pt>
                <c:pt idx="4567">
                  <c:v>2.7093709046672569</c:v>
                </c:pt>
                <c:pt idx="4568">
                  <c:v>2.6162679195404048</c:v>
                </c:pt>
                <c:pt idx="4569">
                  <c:v>2.592721950791042</c:v>
                </c:pt>
                <c:pt idx="4570">
                  <c:v>2.3911170904054191</c:v>
                </c:pt>
                <c:pt idx="4571">
                  <c:v>2.37630295753479</c:v>
                </c:pt>
                <c:pt idx="4572">
                  <c:v>2.3119900760244438</c:v>
                </c:pt>
                <c:pt idx="4573">
                  <c:v>2.2193889189996501</c:v>
                </c:pt>
                <c:pt idx="4574">
                  <c:v>2.069047465812305</c:v>
                </c:pt>
                <c:pt idx="4575">
                  <c:v>2.03431224822998</c:v>
                </c:pt>
                <c:pt idx="4576">
                  <c:v>2.0212944979475842</c:v>
                </c:pt>
                <c:pt idx="4577">
                  <c:v>1.859252879880386</c:v>
                </c:pt>
                <c:pt idx="4578">
                  <c:v>1.763631586896963</c:v>
                </c:pt>
                <c:pt idx="4579">
                  <c:v>1.7493231296539311</c:v>
                </c:pt>
                <c:pt idx="4580">
                  <c:v>1.682338755969824</c:v>
                </c:pt>
                <c:pt idx="4581">
                  <c:v>1.550148010253906</c:v>
                </c:pt>
                <c:pt idx="4582">
                  <c:v>1.5382132962584461</c:v>
                </c:pt>
                <c:pt idx="4583">
                  <c:v>1.4651043568210289</c:v>
                </c:pt>
                <c:pt idx="4584">
                  <c:v>1.393397331237793</c:v>
                </c:pt>
                <c:pt idx="4585">
                  <c:v>1.3592282911314491</c:v>
                </c:pt>
                <c:pt idx="4586">
                  <c:v>1.3053248765953369</c:v>
                </c:pt>
                <c:pt idx="4587">
                  <c:v>1.2577288835492579</c:v>
                </c:pt>
                <c:pt idx="4588">
                  <c:v>1.2060375213623049</c:v>
                </c:pt>
                <c:pt idx="4589">
                  <c:v>1.1961105643304999</c:v>
                </c:pt>
                <c:pt idx="4590">
                  <c:v>1.1209425288287489</c:v>
                </c:pt>
                <c:pt idx="4591">
                  <c:v>1.070723176002502</c:v>
                </c:pt>
                <c:pt idx="4592">
                  <c:v>1.066103725974278</c:v>
                </c:pt>
                <c:pt idx="4593">
                  <c:v>1.062334173060582</c:v>
                </c:pt>
                <c:pt idx="4594">
                  <c:v>0.97206206041075249</c:v>
                </c:pt>
                <c:pt idx="4595">
                  <c:v>0.9654616117477417</c:v>
                </c:pt>
                <c:pt idx="4596">
                  <c:v>1.0437124572024761</c:v>
                </c:pt>
                <c:pt idx="4597">
                  <c:v>1.533987247046497</c:v>
                </c:pt>
                <c:pt idx="4598">
                  <c:v>1.7277476787567141</c:v>
                </c:pt>
                <c:pt idx="4599">
                  <c:v>1.783628162775126</c:v>
                </c:pt>
                <c:pt idx="4600">
                  <c:v>2.3557125333213129</c:v>
                </c:pt>
                <c:pt idx="4601">
                  <c:v>2.3942525386810298</c:v>
                </c:pt>
                <c:pt idx="4602">
                  <c:v>2.3768281796559059</c:v>
                </c:pt>
                <c:pt idx="4603">
                  <c:v>2.1438053430366928</c:v>
                </c:pt>
                <c:pt idx="4604">
                  <c:v>2.056303739547729</c:v>
                </c:pt>
                <c:pt idx="4605">
                  <c:v>2.0277934248988241</c:v>
                </c:pt>
                <c:pt idx="4606">
                  <c:v>1.771067075458536</c:v>
                </c:pt>
                <c:pt idx="4607">
                  <c:v>1.752981901168823</c:v>
                </c:pt>
                <c:pt idx="4608">
                  <c:v>1.7448925750328721</c:v>
                </c:pt>
                <c:pt idx="4609">
                  <c:v>1.6249813498781689</c:v>
                </c:pt>
                <c:pt idx="4610">
                  <c:v>1.5815702676773069</c:v>
                </c:pt>
                <c:pt idx="4611">
                  <c:v>1.571750914026653</c:v>
                </c:pt>
                <c:pt idx="4612">
                  <c:v>1.496273045532609</c:v>
                </c:pt>
                <c:pt idx="4613">
                  <c:v>1.426961335108758</c:v>
                </c:pt>
                <c:pt idx="4614">
                  <c:v>1.3691253754790771</c:v>
                </c:pt>
                <c:pt idx="4615">
                  <c:v>1.359777688980103</c:v>
                </c:pt>
                <c:pt idx="4616">
                  <c:v>1.341251154155211</c:v>
                </c:pt>
                <c:pt idx="4617">
                  <c:v>1.2410832108095891</c:v>
                </c:pt>
                <c:pt idx="4618">
                  <c:v>1.19731593132019</c:v>
                </c:pt>
                <c:pt idx="4619">
                  <c:v>1.183650157769595</c:v>
                </c:pt>
                <c:pt idx="4620">
                  <c:v>1.0763203188010839</c:v>
                </c:pt>
                <c:pt idx="4621">
                  <c:v>1.058685898780823</c:v>
                </c:pt>
                <c:pt idx="4622">
                  <c:v>1.055993685859332</c:v>
                </c:pt>
                <c:pt idx="4623">
                  <c:v>1.0380463479894759</c:v>
                </c:pt>
                <c:pt idx="4624">
                  <c:v>1.0260298252105711</c:v>
                </c:pt>
                <c:pt idx="4625">
                  <c:v>1.0195712377394821</c:v>
                </c:pt>
                <c:pt idx="4626">
                  <c:v>1.0153126594736119</c:v>
                </c:pt>
                <c:pt idx="4627">
                  <c:v>0.94095972782298165</c:v>
                </c:pt>
                <c:pt idx="4628">
                  <c:v>0.93447500467300415</c:v>
                </c:pt>
                <c:pt idx="4629">
                  <c:v>0.92491100473413967</c:v>
                </c:pt>
                <c:pt idx="4630">
                  <c:v>0.85114315326133771</c:v>
                </c:pt>
                <c:pt idx="4631">
                  <c:v>0.82106244564056396</c:v>
                </c:pt>
                <c:pt idx="4632">
                  <c:v>0.81654930483750199</c:v>
                </c:pt>
                <c:pt idx="4633">
                  <c:v>0.78780161235345447</c:v>
                </c:pt>
                <c:pt idx="4634">
                  <c:v>0.76094637412867283</c:v>
                </c:pt>
                <c:pt idx="4635">
                  <c:v>0.73784971237182617</c:v>
                </c:pt>
                <c:pt idx="4636">
                  <c:v>0.76492594530026981</c:v>
                </c:pt>
                <c:pt idx="4637">
                  <c:v>0.7981962525790548</c:v>
                </c:pt>
                <c:pt idx="4638">
                  <c:v>0.80270552635192871</c:v>
                </c:pt>
                <c:pt idx="4639">
                  <c:v>0.79850193345855691</c:v>
                </c:pt>
                <c:pt idx="4640">
                  <c:v>0.77331953152350119</c:v>
                </c:pt>
                <c:pt idx="4641">
                  <c:v>0.75800490379333496</c:v>
                </c:pt>
                <c:pt idx="4642">
                  <c:v>0.75628990234252069</c:v>
                </c:pt>
                <c:pt idx="4643">
                  <c:v>0.6855350136756897</c:v>
                </c:pt>
                <c:pt idx="4644">
                  <c:v>0.97191610738960665</c:v>
                </c:pt>
                <c:pt idx="4645">
                  <c:v>1.2922021118071021</c:v>
                </c:pt>
                <c:pt idx="4646">
                  <c:v>1.457488059997559</c:v>
                </c:pt>
                <c:pt idx="4647">
                  <c:v>1.510656968879474</c:v>
                </c:pt>
                <c:pt idx="4648">
                  <c:v>1.871494901421197</c:v>
                </c:pt>
                <c:pt idx="4649">
                  <c:v>2.0791130065917969</c:v>
                </c:pt>
                <c:pt idx="4650">
                  <c:v>2.0694702856366498</c:v>
                </c:pt>
                <c:pt idx="4651">
                  <c:v>2.063798236034323</c:v>
                </c:pt>
                <c:pt idx="4652">
                  <c:v>1.9850793215179099</c:v>
                </c:pt>
                <c:pt idx="4653">
                  <c:v>1.864787856547389</c:v>
                </c:pt>
                <c:pt idx="4654">
                  <c:v>1.8250066041946409</c:v>
                </c:pt>
                <c:pt idx="4655">
                  <c:v>1.8703228902204849</c:v>
                </c:pt>
                <c:pt idx="4656">
                  <c:v>2.2169075576103112</c:v>
                </c:pt>
                <c:pt idx="4657">
                  <c:v>2.4597699642181401</c:v>
                </c:pt>
                <c:pt idx="4658">
                  <c:v>2.4785129189178439</c:v>
                </c:pt>
                <c:pt idx="4659">
                  <c:v>2.6528192646615052</c:v>
                </c:pt>
                <c:pt idx="4660">
                  <c:v>2.9402490933670689</c:v>
                </c:pt>
                <c:pt idx="4661">
                  <c:v>2.973137378692627</c:v>
                </c:pt>
                <c:pt idx="4662">
                  <c:v>2.9344150067742341</c:v>
                </c:pt>
                <c:pt idx="4663">
                  <c:v>2.629799014349544</c:v>
                </c:pt>
                <c:pt idx="4664">
                  <c:v>2.5977227687835689</c:v>
                </c:pt>
                <c:pt idx="4665">
                  <c:v>2.576916038417663</c:v>
                </c:pt>
                <c:pt idx="4666">
                  <c:v>2.455194578023872</c:v>
                </c:pt>
                <c:pt idx="4667">
                  <c:v>2.3015413856341</c:v>
                </c:pt>
                <c:pt idx="4668">
                  <c:v>2.2710311412811279</c:v>
                </c:pt>
                <c:pt idx="4669">
                  <c:v>2.2396570138579381</c:v>
                </c:pt>
                <c:pt idx="4670">
                  <c:v>1.9732317924499509</c:v>
                </c:pt>
                <c:pt idx="4671">
                  <c:v>1.9552421693455979</c:v>
                </c:pt>
                <c:pt idx="4672">
                  <c:v>1.78127744439986</c:v>
                </c:pt>
                <c:pt idx="4673">
                  <c:v>1.7261395454406741</c:v>
                </c:pt>
                <c:pt idx="4674">
                  <c:v>1.7134187694412999</c:v>
                </c:pt>
                <c:pt idx="4675">
                  <c:v>1.5394109511363081</c:v>
                </c:pt>
                <c:pt idx="4676">
                  <c:v>1.4890743494033809</c:v>
                </c:pt>
                <c:pt idx="4677">
                  <c:v>2.1128301620483398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51-45EB-90CC-5A228EFC9DE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velocity_serial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Sheet1!$D$2:$D$4679</c:f>
              <c:numCache>
                <c:formatCode>General</c:formatCode>
                <c:ptCount val="467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0.01</c:v>
                </c:pt>
                <c:pt idx="112">
                  <c:v>6.1420232280033238E-2</c:v>
                </c:pt>
                <c:pt idx="113">
                  <c:v>7.0000000000000007E-2</c:v>
                </c:pt>
                <c:pt idx="114">
                  <c:v>0.27</c:v>
                </c:pt>
                <c:pt idx="115">
                  <c:v>0.66</c:v>
                </c:pt>
                <c:pt idx="116">
                  <c:v>1.1159735932488399</c:v>
                </c:pt>
                <c:pt idx="117">
                  <c:v>1.24</c:v>
                </c:pt>
                <c:pt idx="118">
                  <c:v>1.97</c:v>
                </c:pt>
                <c:pt idx="119">
                  <c:v>2.5899809304501131</c:v>
                </c:pt>
                <c:pt idx="120">
                  <c:v>2.78</c:v>
                </c:pt>
                <c:pt idx="121">
                  <c:v>4.3499999999999996</c:v>
                </c:pt>
                <c:pt idx="122">
                  <c:v>4.7615768651092676</c:v>
                </c:pt>
                <c:pt idx="123">
                  <c:v>5</c:v>
                </c:pt>
                <c:pt idx="124">
                  <c:v>5.55</c:v>
                </c:pt>
                <c:pt idx="125">
                  <c:v>5.9313031021333611</c:v>
                </c:pt>
                <c:pt idx="126">
                  <c:v>5.99</c:v>
                </c:pt>
                <c:pt idx="127">
                  <c:v>6.71</c:v>
                </c:pt>
                <c:pt idx="128">
                  <c:v>6.9461322917002937</c:v>
                </c:pt>
                <c:pt idx="129">
                  <c:v>7</c:v>
                </c:pt>
                <c:pt idx="130">
                  <c:v>7.25</c:v>
                </c:pt>
                <c:pt idx="131">
                  <c:v>7.3906774242654896</c:v>
                </c:pt>
                <c:pt idx="132">
                  <c:v>7.47</c:v>
                </c:pt>
                <c:pt idx="133">
                  <c:v>7.67</c:v>
                </c:pt>
                <c:pt idx="134">
                  <c:v>7.8333877590610754</c:v>
                </c:pt>
                <c:pt idx="135">
                  <c:v>7.84</c:v>
                </c:pt>
                <c:pt idx="136">
                  <c:v>8.01</c:v>
                </c:pt>
                <c:pt idx="137">
                  <c:v>8.16</c:v>
                </c:pt>
                <c:pt idx="138">
                  <c:v>8.2278991852995009</c:v>
                </c:pt>
                <c:pt idx="139">
                  <c:v>8.31</c:v>
                </c:pt>
                <c:pt idx="140">
                  <c:v>8.4499999999999993</c:v>
                </c:pt>
                <c:pt idx="141">
                  <c:v>8.5596843532145623</c:v>
                </c:pt>
                <c:pt idx="142">
                  <c:v>8.58</c:v>
                </c:pt>
                <c:pt idx="143">
                  <c:v>8.77</c:v>
                </c:pt>
                <c:pt idx="144">
                  <c:v>8.85</c:v>
                </c:pt>
                <c:pt idx="145">
                  <c:v>8.9499999999999993</c:v>
                </c:pt>
                <c:pt idx="146">
                  <c:v>9.07</c:v>
                </c:pt>
                <c:pt idx="147">
                  <c:v>9.17</c:v>
                </c:pt>
                <c:pt idx="148">
                  <c:v>9.2175796600191333</c:v>
                </c:pt>
                <c:pt idx="149">
                  <c:v>9.25</c:v>
                </c:pt>
                <c:pt idx="150">
                  <c:v>9.31</c:v>
                </c:pt>
                <c:pt idx="151">
                  <c:v>9.3314745665841112</c:v>
                </c:pt>
                <c:pt idx="152">
                  <c:v>9.35</c:v>
                </c:pt>
                <c:pt idx="153">
                  <c:v>9.3800000000000008</c:v>
                </c:pt>
                <c:pt idx="154">
                  <c:v>9.3868734660485416</c:v>
                </c:pt>
                <c:pt idx="155">
                  <c:v>9.39</c:v>
                </c:pt>
                <c:pt idx="156">
                  <c:v>9.42</c:v>
                </c:pt>
                <c:pt idx="157">
                  <c:v>9.4499999999999993</c:v>
                </c:pt>
                <c:pt idx="158">
                  <c:v>9.4672228298017771</c:v>
                </c:pt>
                <c:pt idx="159">
                  <c:v>9.48</c:v>
                </c:pt>
                <c:pt idx="160">
                  <c:v>9.51</c:v>
                </c:pt>
                <c:pt idx="161">
                  <c:v>9.5227801650378368</c:v>
                </c:pt>
                <c:pt idx="162">
                  <c:v>9.5299999999999994</c:v>
                </c:pt>
                <c:pt idx="163">
                  <c:v>9.5399999999999991</c:v>
                </c:pt>
                <c:pt idx="164">
                  <c:v>9.5500000000000007</c:v>
                </c:pt>
                <c:pt idx="165">
                  <c:v>9.5500000000000007</c:v>
                </c:pt>
                <c:pt idx="166">
                  <c:v>9.5423568019093068</c:v>
                </c:pt>
                <c:pt idx="167">
                  <c:v>9.5399999999999991</c:v>
                </c:pt>
                <c:pt idx="168">
                  <c:v>9.52</c:v>
                </c:pt>
                <c:pt idx="169">
                  <c:v>9.51</c:v>
                </c:pt>
                <c:pt idx="170">
                  <c:v>9.5017709990941803</c:v>
                </c:pt>
                <c:pt idx="171">
                  <c:v>9.5</c:v>
                </c:pt>
                <c:pt idx="172">
                  <c:v>9.49</c:v>
                </c:pt>
                <c:pt idx="173">
                  <c:v>9.48</c:v>
                </c:pt>
                <c:pt idx="174">
                  <c:v>9.4697499085031112</c:v>
                </c:pt>
                <c:pt idx="175">
                  <c:v>9.4600000000000009</c:v>
                </c:pt>
                <c:pt idx="176">
                  <c:v>9.44</c:v>
                </c:pt>
                <c:pt idx="177">
                  <c:v>9.4247840651878683</c:v>
                </c:pt>
                <c:pt idx="178">
                  <c:v>9.42</c:v>
                </c:pt>
                <c:pt idx="179">
                  <c:v>9.4</c:v>
                </c:pt>
                <c:pt idx="180">
                  <c:v>9.39</c:v>
                </c:pt>
                <c:pt idx="181">
                  <c:v>9.39</c:v>
                </c:pt>
                <c:pt idx="182">
                  <c:v>9.39</c:v>
                </c:pt>
                <c:pt idx="183">
                  <c:v>9.39</c:v>
                </c:pt>
                <c:pt idx="184">
                  <c:v>9.3699999999999992</c:v>
                </c:pt>
                <c:pt idx="185">
                  <c:v>9.3549410777128461</c:v>
                </c:pt>
                <c:pt idx="186">
                  <c:v>9.35</c:v>
                </c:pt>
                <c:pt idx="187">
                  <c:v>9.32</c:v>
                </c:pt>
                <c:pt idx="188">
                  <c:v>9.3000000000000007</c:v>
                </c:pt>
                <c:pt idx="189">
                  <c:v>9.3028979736802757</c:v>
                </c:pt>
                <c:pt idx="190">
                  <c:v>9.31</c:v>
                </c:pt>
                <c:pt idx="191">
                  <c:v>9.31</c:v>
                </c:pt>
                <c:pt idx="192">
                  <c:v>9.32</c:v>
                </c:pt>
                <c:pt idx="193">
                  <c:v>9.32</c:v>
                </c:pt>
                <c:pt idx="194">
                  <c:v>9.32</c:v>
                </c:pt>
                <c:pt idx="195">
                  <c:v>9.31</c:v>
                </c:pt>
                <c:pt idx="196">
                  <c:v>9.31</c:v>
                </c:pt>
                <c:pt idx="197">
                  <c:v>9.31</c:v>
                </c:pt>
                <c:pt idx="198">
                  <c:v>9.32</c:v>
                </c:pt>
                <c:pt idx="199">
                  <c:v>9.33</c:v>
                </c:pt>
                <c:pt idx="200">
                  <c:v>9.3367559388307129</c:v>
                </c:pt>
                <c:pt idx="201">
                  <c:v>9.34</c:v>
                </c:pt>
                <c:pt idx="202">
                  <c:v>9.33</c:v>
                </c:pt>
                <c:pt idx="203">
                  <c:v>9.3222677388183328</c:v>
                </c:pt>
                <c:pt idx="204">
                  <c:v>9.32</c:v>
                </c:pt>
                <c:pt idx="205">
                  <c:v>9.32</c:v>
                </c:pt>
                <c:pt idx="206">
                  <c:v>9.3123627832199212</c:v>
                </c:pt>
                <c:pt idx="207">
                  <c:v>9.31</c:v>
                </c:pt>
                <c:pt idx="208">
                  <c:v>9.31</c:v>
                </c:pt>
                <c:pt idx="209">
                  <c:v>9.3259657598412904</c:v>
                </c:pt>
                <c:pt idx="210">
                  <c:v>9.33</c:v>
                </c:pt>
                <c:pt idx="211">
                  <c:v>9.35</c:v>
                </c:pt>
                <c:pt idx="212">
                  <c:v>9.3699999999999992</c:v>
                </c:pt>
                <c:pt idx="213">
                  <c:v>9.39</c:v>
                </c:pt>
                <c:pt idx="214">
                  <c:v>9.41</c:v>
                </c:pt>
                <c:pt idx="215">
                  <c:v>9.42</c:v>
                </c:pt>
                <c:pt idx="216">
                  <c:v>9.4274124888093098</c:v>
                </c:pt>
                <c:pt idx="217">
                  <c:v>9.43</c:v>
                </c:pt>
                <c:pt idx="218">
                  <c:v>9.4499999999999993</c:v>
                </c:pt>
                <c:pt idx="219">
                  <c:v>9.4661222258454334</c:v>
                </c:pt>
                <c:pt idx="220">
                  <c:v>9.4700000000000006</c:v>
                </c:pt>
                <c:pt idx="221">
                  <c:v>9.48</c:v>
                </c:pt>
                <c:pt idx="222">
                  <c:v>9.49</c:v>
                </c:pt>
                <c:pt idx="223">
                  <c:v>9.5</c:v>
                </c:pt>
                <c:pt idx="224">
                  <c:v>9.51</c:v>
                </c:pt>
                <c:pt idx="225">
                  <c:v>9.51</c:v>
                </c:pt>
                <c:pt idx="226">
                  <c:v>9.51</c:v>
                </c:pt>
                <c:pt idx="227">
                  <c:v>9.52</c:v>
                </c:pt>
                <c:pt idx="228">
                  <c:v>9.5399999999999991</c:v>
                </c:pt>
                <c:pt idx="229">
                  <c:v>9.56</c:v>
                </c:pt>
                <c:pt idx="230">
                  <c:v>9.5642707627692722</c:v>
                </c:pt>
                <c:pt idx="231">
                  <c:v>9.59</c:v>
                </c:pt>
                <c:pt idx="232">
                  <c:v>9.59</c:v>
                </c:pt>
                <c:pt idx="233">
                  <c:v>9.59</c:v>
                </c:pt>
                <c:pt idx="234">
                  <c:v>9.59</c:v>
                </c:pt>
                <c:pt idx="235">
                  <c:v>9.57</c:v>
                </c:pt>
                <c:pt idx="236">
                  <c:v>9.5500000000000007</c:v>
                </c:pt>
                <c:pt idx="237">
                  <c:v>9.5500000000000007</c:v>
                </c:pt>
                <c:pt idx="238">
                  <c:v>9.56</c:v>
                </c:pt>
                <c:pt idx="239">
                  <c:v>9.5669126716552917</c:v>
                </c:pt>
                <c:pt idx="240">
                  <c:v>9.57</c:v>
                </c:pt>
                <c:pt idx="241">
                  <c:v>9.57</c:v>
                </c:pt>
                <c:pt idx="242">
                  <c:v>9.57</c:v>
                </c:pt>
                <c:pt idx="243">
                  <c:v>9.57</c:v>
                </c:pt>
                <c:pt idx="244">
                  <c:v>9.59</c:v>
                </c:pt>
                <c:pt idx="245">
                  <c:v>9.5917233560090693</c:v>
                </c:pt>
                <c:pt idx="246">
                  <c:v>9.6</c:v>
                </c:pt>
                <c:pt idx="247">
                  <c:v>9.64</c:v>
                </c:pt>
                <c:pt idx="248">
                  <c:v>9.67</c:v>
                </c:pt>
                <c:pt idx="249">
                  <c:v>9.6899505459724633</c:v>
                </c:pt>
                <c:pt idx="250">
                  <c:v>9.6999999999999993</c:v>
                </c:pt>
                <c:pt idx="251">
                  <c:v>9.7100000000000009</c:v>
                </c:pt>
                <c:pt idx="252">
                  <c:v>9.7144771546556559</c:v>
                </c:pt>
                <c:pt idx="253">
                  <c:v>9.7200000000000006</c:v>
                </c:pt>
                <c:pt idx="254">
                  <c:v>9.7200000000000006</c:v>
                </c:pt>
                <c:pt idx="255">
                  <c:v>9.7100000000000009</c:v>
                </c:pt>
                <c:pt idx="256">
                  <c:v>9.717995028173684</c:v>
                </c:pt>
                <c:pt idx="257">
                  <c:v>9.7200000000000006</c:v>
                </c:pt>
                <c:pt idx="258">
                  <c:v>9.74</c:v>
                </c:pt>
                <c:pt idx="259">
                  <c:v>9.7461244489781045</c:v>
                </c:pt>
                <c:pt idx="260">
                  <c:v>9.75</c:v>
                </c:pt>
                <c:pt idx="261">
                  <c:v>9.75</c:v>
                </c:pt>
                <c:pt idx="262">
                  <c:v>9.74</c:v>
                </c:pt>
                <c:pt idx="263">
                  <c:v>9.7154802136489096</c:v>
                </c:pt>
                <c:pt idx="264">
                  <c:v>9.7100000000000009</c:v>
                </c:pt>
                <c:pt idx="265">
                  <c:v>9.6999999999999993</c:v>
                </c:pt>
                <c:pt idx="266">
                  <c:v>9.6999999999999993</c:v>
                </c:pt>
                <c:pt idx="267">
                  <c:v>9.6999999999999993</c:v>
                </c:pt>
                <c:pt idx="268">
                  <c:v>9.6999999999999993</c:v>
                </c:pt>
                <c:pt idx="269">
                  <c:v>9.6999999999999993</c:v>
                </c:pt>
                <c:pt idx="270">
                  <c:v>9.68</c:v>
                </c:pt>
                <c:pt idx="271">
                  <c:v>9.6705799770306129</c:v>
                </c:pt>
                <c:pt idx="272">
                  <c:v>9.67</c:v>
                </c:pt>
                <c:pt idx="273">
                  <c:v>9.65</c:v>
                </c:pt>
                <c:pt idx="274">
                  <c:v>9.65</c:v>
                </c:pt>
                <c:pt idx="275">
                  <c:v>9.65</c:v>
                </c:pt>
                <c:pt idx="276">
                  <c:v>9.65</c:v>
                </c:pt>
                <c:pt idx="277">
                  <c:v>9.66</c:v>
                </c:pt>
                <c:pt idx="278">
                  <c:v>9.66</c:v>
                </c:pt>
                <c:pt idx="279">
                  <c:v>9.66</c:v>
                </c:pt>
                <c:pt idx="280">
                  <c:v>9.67</c:v>
                </c:pt>
                <c:pt idx="281">
                  <c:v>9.68</c:v>
                </c:pt>
                <c:pt idx="282">
                  <c:v>9.68</c:v>
                </c:pt>
                <c:pt idx="283">
                  <c:v>9.68</c:v>
                </c:pt>
                <c:pt idx="284">
                  <c:v>9.67</c:v>
                </c:pt>
                <c:pt idx="285">
                  <c:v>9.67</c:v>
                </c:pt>
                <c:pt idx="286">
                  <c:v>9.67</c:v>
                </c:pt>
                <c:pt idx="287">
                  <c:v>9.66</c:v>
                </c:pt>
                <c:pt idx="288">
                  <c:v>9.6505621647779982</c:v>
                </c:pt>
                <c:pt idx="289">
                  <c:v>9.65</c:v>
                </c:pt>
                <c:pt idx="290">
                  <c:v>9.64</c:v>
                </c:pt>
                <c:pt idx="291">
                  <c:v>9.6300000000000008</c:v>
                </c:pt>
                <c:pt idx="292">
                  <c:v>9.6300000000000008</c:v>
                </c:pt>
                <c:pt idx="293">
                  <c:v>9.6300000000000008</c:v>
                </c:pt>
                <c:pt idx="294">
                  <c:v>9.6300000000000008</c:v>
                </c:pt>
                <c:pt idx="295">
                  <c:v>9.6240522336505983</c:v>
                </c:pt>
                <c:pt idx="296">
                  <c:v>9.6199999999999992</c:v>
                </c:pt>
                <c:pt idx="297">
                  <c:v>9.6199999999999992</c:v>
                </c:pt>
                <c:pt idx="298">
                  <c:v>9.6300000000000008</c:v>
                </c:pt>
                <c:pt idx="299">
                  <c:v>9.64</c:v>
                </c:pt>
                <c:pt idx="300">
                  <c:v>9.6300000000000008</c:v>
                </c:pt>
                <c:pt idx="301">
                  <c:v>9.6235576816417083</c:v>
                </c:pt>
                <c:pt idx="302">
                  <c:v>9.6199999999999992</c:v>
                </c:pt>
                <c:pt idx="303">
                  <c:v>9.6199999999999992</c:v>
                </c:pt>
                <c:pt idx="304">
                  <c:v>9.6362188421722283</c:v>
                </c:pt>
                <c:pt idx="305">
                  <c:v>9.64</c:v>
                </c:pt>
                <c:pt idx="306">
                  <c:v>9.67</c:v>
                </c:pt>
                <c:pt idx="307">
                  <c:v>9.69</c:v>
                </c:pt>
                <c:pt idx="308">
                  <c:v>9.7100000000000009</c:v>
                </c:pt>
                <c:pt idx="309">
                  <c:v>9.7200000000000006</c:v>
                </c:pt>
                <c:pt idx="310">
                  <c:v>9.7134781940244981</c:v>
                </c:pt>
                <c:pt idx="311">
                  <c:v>9.7100000000000009</c:v>
                </c:pt>
                <c:pt idx="312">
                  <c:v>9.6999999999999993</c:v>
                </c:pt>
                <c:pt idx="313">
                  <c:v>9.7100000000000009</c:v>
                </c:pt>
                <c:pt idx="314">
                  <c:v>9.7162166358595208</c:v>
                </c:pt>
                <c:pt idx="315">
                  <c:v>9.7200000000000006</c:v>
                </c:pt>
                <c:pt idx="316">
                  <c:v>9.7200000000000006</c:v>
                </c:pt>
                <c:pt idx="317">
                  <c:v>9.7200000000000006</c:v>
                </c:pt>
                <c:pt idx="318">
                  <c:v>9.7200000000000006</c:v>
                </c:pt>
                <c:pt idx="319">
                  <c:v>9.7200000000000006</c:v>
                </c:pt>
                <c:pt idx="320">
                  <c:v>9.7200000000000006</c:v>
                </c:pt>
                <c:pt idx="321">
                  <c:v>9.7200000000000006</c:v>
                </c:pt>
                <c:pt idx="322">
                  <c:v>9.7200000000000006</c:v>
                </c:pt>
                <c:pt idx="323">
                  <c:v>9.7200000000000006</c:v>
                </c:pt>
                <c:pt idx="324">
                  <c:v>9.73</c:v>
                </c:pt>
                <c:pt idx="325">
                  <c:v>9.75</c:v>
                </c:pt>
                <c:pt idx="326">
                  <c:v>9.7665391047712742</c:v>
                </c:pt>
                <c:pt idx="327">
                  <c:v>9.77</c:v>
                </c:pt>
                <c:pt idx="328">
                  <c:v>9.7891996630160065</c:v>
                </c:pt>
                <c:pt idx="329">
                  <c:v>9.7899999999999991</c:v>
                </c:pt>
                <c:pt idx="330">
                  <c:v>9.8000000000000007</c:v>
                </c:pt>
                <c:pt idx="331">
                  <c:v>9.8000000000000007</c:v>
                </c:pt>
                <c:pt idx="332">
                  <c:v>9.8078418318140805</c:v>
                </c:pt>
                <c:pt idx="333">
                  <c:v>9.81</c:v>
                </c:pt>
                <c:pt idx="334">
                  <c:v>9.81</c:v>
                </c:pt>
                <c:pt idx="335">
                  <c:v>9.8000000000000007</c:v>
                </c:pt>
                <c:pt idx="336">
                  <c:v>9.7799999999999994</c:v>
                </c:pt>
                <c:pt idx="337">
                  <c:v>9.77</c:v>
                </c:pt>
                <c:pt idx="338">
                  <c:v>9.7683847322957345</c:v>
                </c:pt>
                <c:pt idx="339">
                  <c:v>9.76</c:v>
                </c:pt>
                <c:pt idx="340">
                  <c:v>9.76</c:v>
                </c:pt>
                <c:pt idx="341">
                  <c:v>9.7666081756304823</c:v>
                </c:pt>
                <c:pt idx="342">
                  <c:v>9.77</c:v>
                </c:pt>
                <c:pt idx="343">
                  <c:v>9.7899999999999991</c:v>
                </c:pt>
                <c:pt idx="344">
                  <c:v>9.8174170345262493</c:v>
                </c:pt>
                <c:pt idx="345">
                  <c:v>9.82</c:v>
                </c:pt>
                <c:pt idx="346">
                  <c:v>9.84</c:v>
                </c:pt>
                <c:pt idx="347">
                  <c:v>9.86</c:v>
                </c:pt>
                <c:pt idx="348">
                  <c:v>9.8684499876628777</c:v>
                </c:pt>
                <c:pt idx="349">
                  <c:v>9.8699999999999992</c:v>
                </c:pt>
                <c:pt idx="350">
                  <c:v>9.8699999999999992</c:v>
                </c:pt>
                <c:pt idx="351">
                  <c:v>9.8699999999999992</c:v>
                </c:pt>
                <c:pt idx="352">
                  <c:v>9.8699999999999992</c:v>
                </c:pt>
                <c:pt idx="353">
                  <c:v>9.8699999999999992</c:v>
                </c:pt>
                <c:pt idx="354">
                  <c:v>9.86</c:v>
                </c:pt>
                <c:pt idx="355">
                  <c:v>9.843042162598346</c:v>
                </c:pt>
                <c:pt idx="356">
                  <c:v>9.83</c:v>
                </c:pt>
                <c:pt idx="357">
                  <c:v>9.81</c:v>
                </c:pt>
                <c:pt idx="358">
                  <c:v>9.81</c:v>
                </c:pt>
                <c:pt idx="359">
                  <c:v>9.81</c:v>
                </c:pt>
                <c:pt idx="360">
                  <c:v>9.82</c:v>
                </c:pt>
                <c:pt idx="361">
                  <c:v>9.84</c:v>
                </c:pt>
                <c:pt idx="362">
                  <c:v>9.84</c:v>
                </c:pt>
                <c:pt idx="363">
                  <c:v>9.84</c:v>
                </c:pt>
                <c:pt idx="364">
                  <c:v>9.84</c:v>
                </c:pt>
                <c:pt idx="365">
                  <c:v>9.84</c:v>
                </c:pt>
                <c:pt idx="366">
                  <c:v>9.85</c:v>
                </c:pt>
                <c:pt idx="367">
                  <c:v>9.8583157479105878</c:v>
                </c:pt>
                <c:pt idx="368">
                  <c:v>9.86</c:v>
                </c:pt>
                <c:pt idx="369">
                  <c:v>9.8699999999999992</c:v>
                </c:pt>
                <c:pt idx="370">
                  <c:v>9.89</c:v>
                </c:pt>
                <c:pt idx="371">
                  <c:v>9.8944002512036846</c:v>
                </c:pt>
                <c:pt idx="372">
                  <c:v>9.9</c:v>
                </c:pt>
                <c:pt idx="373">
                  <c:v>9.91</c:v>
                </c:pt>
                <c:pt idx="374">
                  <c:v>9.91</c:v>
                </c:pt>
                <c:pt idx="375">
                  <c:v>9.91</c:v>
                </c:pt>
                <c:pt idx="376">
                  <c:v>9.91</c:v>
                </c:pt>
                <c:pt idx="377">
                  <c:v>9.9181090576090583</c:v>
                </c:pt>
                <c:pt idx="378">
                  <c:v>9.92</c:v>
                </c:pt>
                <c:pt idx="379">
                  <c:v>9.93</c:v>
                </c:pt>
                <c:pt idx="380">
                  <c:v>9.93</c:v>
                </c:pt>
                <c:pt idx="381">
                  <c:v>9.93</c:v>
                </c:pt>
                <c:pt idx="382">
                  <c:v>9.93</c:v>
                </c:pt>
                <c:pt idx="383">
                  <c:v>9.94</c:v>
                </c:pt>
                <c:pt idx="384">
                  <c:v>9.94</c:v>
                </c:pt>
                <c:pt idx="385">
                  <c:v>9.94</c:v>
                </c:pt>
                <c:pt idx="386">
                  <c:v>9.94</c:v>
                </c:pt>
                <c:pt idx="387">
                  <c:v>9.94</c:v>
                </c:pt>
                <c:pt idx="388">
                  <c:v>9.93</c:v>
                </c:pt>
                <c:pt idx="389">
                  <c:v>9.9341449575685807</c:v>
                </c:pt>
                <c:pt idx="390">
                  <c:v>9.94</c:v>
                </c:pt>
                <c:pt idx="391">
                  <c:v>9.9499999999999993</c:v>
                </c:pt>
                <c:pt idx="392">
                  <c:v>9.9499999999999993</c:v>
                </c:pt>
                <c:pt idx="393">
                  <c:v>9.9499999999999993</c:v>
                </c:pt>
                <c:pt idx="394">
                  <c:v>9.94</c:v>
                </c:pt>
                <c:pt idx="395">
                  <c:v>9.94</c:v>
                </c:pt>
                <c:pt idx="396">
                  <c:v>9.94</c:v>
                </c:pt>
                <c:pt idx="397">
                  <c:v>9.9600000000000009</c:v>
                </c:pt>
                <c:pt idx="398">
                  <c:v>9.9700000000000006</c:v>
                </c:pt>
                <c:pt idx="399">
                  <c:v>9.9763695412631215</c:v>
                </c:pt>
                <c:pt idx="400">
                  <c:v>9.98</c:v>
                </c:pt>
                <c:pt idx="401">
                  <c:v>9.9713142362160312</c:v>
                </c:pt>
                <c:pt idx="402">
                  <c:v>9.9700000000000006</c:v>
                </c:pt>
                <c:pt idx="403">
                  <c:v>9.9700000000000006</c:v>
                </c:pt>
                <c:pt idx="404">
                  <c:v>9.9700000000000006</c:v>
                </c:pt>
                <c:pt idx="405">
                  <c:v>9.9613626126126125</c:v>
                </c:pt>
                <c:pt idx="406">
                  <c:v>9.9499999999999993</c:v>
                </c:pt>
                <c:pt idx="407">
                  <c:v>9.94</c:v>
                </c:pt>
                <c:pt idx="408">
                  <c:v>9.93</c:v>
                </c:pt>
                <c:pt idx="409">
                  <c:v>9.93</c:v>
                </c:pt>
                <c:pt idx="410">
                  <c:v>9.93</c:v>
                </c:pt>
                <c:pt idx="411">
                  <c:v>9.92</c:v>
                </c:pt>
                <c:pt idx="412">
                  <c:v>9.90356894238435</c:v>
                </c:pt>
                <c:pt idx="413">
                  <c:v>9.9</c:v>
                </c:pt>
                <c:pt idx="414">
                  <c:v>9.89</c:v>
                </c:pt>
                <c:pt idx="415">
                  <c:v>9.89</c:v>
                </c:pt>
                <c:pt idx="416">
                  <c:v>9.89</c:v>
                </c:pt>
                <c:pt idx="417">
                  <c:v>9.8800000000000008</c:v>
                </c:pt>
                <c:pt idx="418">
                  <c:v>9.8800000000000008</c:v>
                </c:pt>
                <c:pt idx="419">
                  <c:v>9.8800000000000008</c:v>
                </c:pt>
                <c:pt idx="420">
                  <c:v>9.8800000000000008</c:v>
                </c:pt>
                <c:pt idx="421">
                  <c:v>9.86</c:v>
                </c:pt>
                <c:pt idx="422">
                  <c:v>9.842060901121549</c:v>
                </c:pt>
                <c:pt idx="423">
                  <c:v>9.84</c:v>
                </c:pt>
                <c:pt idx="424">
                  <c:v>9.81</c:v>
                </c:pt>
                <c:pt idx="425">
                  <c:v>9.81</c:v>
                </c:pt>
                <c:pt idx="426">
                  <c:v>9.81</c:v>
                </c:pt>
                <c:pt idx="427">
                  <c:v>9.81</c:v>
                </c:pt>
                <c:pt idx="428">
                  <c:v>9.81</c:v>
                </c:pt>
                <c:pt idx="429">
                  <c:v>9.8187616155582109</c:v>
                </c:pt>
                <c:pt idx="430">
                  <c:v>9.82</c:v>
                </c:pt>
                <c:pt idx="431">
                  <c:v>9.82</c:v>
                </c:pt>
                <c:pt idx="432">
                  <c:v>9.82</c:v>
                </c:pt>
                <c:pt idx="433">
                  <c:v>9.82</c:v>
                </c:pt>
                <c:pt idx="434">
                  <c:v>9.82</c:v>
                </c:pt>
                <c:pt idx="435">
                  <c:v>9.84</c:v>
                </c:pt>
                <c:pt idx="436">
                  <c:v>9.8639489537660854</c:v>
                </c:pt>
                <c:pt idx="437">
                  <c:v>9.8800000000000008</c:v>
                </c:pt>
                <c:pt idx="438">
                  <c:v>9.9</c:v>
                </c:pt>
                <c:pt idx="439">
                  <c:v>9.9189587414109379</c:v>
                </c:pt>
                <c:pt idx="440">
                  <c:v>9.92</c:v>
                </c:pt>
                <c:pt idx="441">
                  <c:v>9.93</c:v>
                </c:pt>
                <c:pt idx="442">
                  <c:v>9.94</c:v>
                </c:pt>
                <c:pt idx="443">
                  <c:v>9.94</c:v>
                </c:pt>
                <c:pt idx="444">
                  <c:v>9.94</c:v>
                </c:pt>
                <c:pt idx="445">
                  <c:v>9.94</c:v>
                </c:pt>
                <c:pt idx="446">
                  <c:v>9.94</c:v>
                </c:pt>
                <c:pt idx="447">
                  <c:v>9.9600000000000009</c:v>
                </c:pt>
                <c:pt idx="448">
                  <c:v>9.98</c:v>
                </c:pt>
                <c:pt idx="449">
                  <c:v>9.99</c:v>
                </c:pt>
                <c:pt idx="450">
                  <c:v>9.99</c:v>
                </c:pt>
                <c:pt idx="451">
                  <c:v>9.99</c:v>
                </c:pt>
                <c:pt idx="452">
                  <c:v>9.9802229556496744</c:v>
                </c:pt>
                <c:pt idx="453">
                  <c:v>9.98</c:v>
                </c:pt>
                <c:pt idx="454">
                  <c:v>9.9700000000000006</c:v>
                </c:pt>
                <c:pt idx="455">
                  <c:v>9.9700000000000006</c:v>
                </c:pt>
                <c:pt idx="456">
                  <c:v>9.9789572395750472</c:v>
                </c:pt>
                <c:pt idx="457">
                  <c:v>9.98</c:v>
                </c:pt>
                <c:pt idx="458">
                  <c:v>9.99</c:v>
                </c:pt>
                <c:pt idx="459">
                  <c:v>10</c:v>
                </c:pt>
                <c:pt idx="460">
                  <c:v>10.01</c:v>
                </c:pt>
                <c:pt idx="461">
                  <c:v>10.01</c:v>
                </c:pt>
                <c:pt idx="462">
                  <c:v>10.01</c:v>
                </c:pt>
                <c:pt idx="463">
                  <c:v>10.01</c:v>
                </c:pt>
                <c:pt idx="464">
                  <c:v>10.01</c:v>
                </c:pt>
                <c:pt idx="465">
                  <c:v>10.01</c:v>
                </c:pt>
                <c:pt idx="466">
                  <c:v>10.01</c:v>
                </c:pt>
                <c:pt idx="467">
                  <c:v>10.02</c:v>
                </c:pt>
                <c:pt idx="468">
                  <c:v>10.039999999999999</c:v>
                </c:pt>
                <c:pt idx="469">
                  <c:v>10.039999999999999</c:v>
                </c:pt>
                <c:pt idx="470">
                  <c:v>10.039999999999999</c:v>
                </c:pt>
                <c:pt idx="471">
                  <c:v>10.029999999999999</c:v>
                </c:pt>
                <c:pt idx="472">
                  <c:v>10.01</c:v>
                </c:pt>
                <c:pt idx="473">
                  <c:v>10.01</c:v>
                </c:pt>
                <c:pt idx="474">
                  <c:v>10.01</c:v>
                </c:pt>
                <c:pt idx="475">
                  <c:v>10.01</c:v>
                </c:pt>
                <c:pt idx="476">
                  <c:v>10</c:v>
                </c:pt>
                <c:pt idx="477">
                  <c:v>10</c:v>
                </c:pt>
                <c:pt idx="478">
                  <c:v>10</c:v>
                </c:pt>
                <c:pt idx="479">
                  <c:v>10</c:v>
                </c:pt>
                <c:pt idx="480">
                  <c:v>10</c:v>
                </c:pt>
                <c:pt idx="481">
                  <c:v>10</c:v>
                </c:pt>
                <c:pt idx="482">
                  <c:v>9.99</c:v>
                </c:pt>
                <c:pt idx="483">
                  <c:v>9.9856983268209607</c:v>
                </c:pt>
                <c:pt idx="484">
                  <c:v>9.98</c:v>
                </c:pt>
                <c:pt idx="485">
                  <c:v>9.9700000000000006</c:v>
                </c:pt>
                <c:pt idx="486">
                  <c:v>9.9600000000000009</c:v>
                </c:pt>
                <c:pt idx="487">
                  <c:v>9.9476861711860067</c:v>
                </c:pt>
                <c:pt idx="488">
                  <c:v>9.94</c:v>
                </c:pt>
                <c:pt idx="489">
                  <c:v>9.92</c:v>
                </c:pt>
                <c:pt idx="490">
                  <c:v>9.8953942040298593</c:v>
                </c:pt>
                <c:pt idx="491">
                  <c:v>9.89</c:v>
                </c:pt>
                <c:pt idx="492">
                  <c:v>9.8699999999999992</c:v>
                </c:pt>
                <c:pt idx="493">
                  <c:v>9.8699999999999992</c:v>
                </c:pt>
                <c:pt idx="494">
                  <c:v>9.8699999999999992</c:v>
                </c:pt>
                <c:pt idx="495">
                  <c:v>9.86</c:v>
                </c:pt>
                <c:pt idx="496">
                  <c:v>9.85</c:v>
                </c:pt>
                <c:pt idx="497">
                  <c:v>9.8362476813966175</c:v>
                </c:pt>
                <c:pt idx="498">
                  <c:v>9.83</c:v>
                </c:pt>
                <c:pt idx="499">
                  <c:v>9.82</c:v>
                </c:pt>
                <c:pt idx="500">
                  <c:v>9.8110359069898241</c:v>
                </c:pt>
                <c:pt idx="501">
                  <c:v>9.81</c:v>
                </c:pt>
                <c:pt idx="502">
                  <c:v>9.81</c:v>
                </c:pt>
                <c:pt idx="503">
                  <c:v>9.81</c:v>
                </c:pt>
                <c:pt idx="504">
                  <c:v>9.81</c:v>
                </c:pt>
                <c:pt idx="505">
                  <c:v>9.83</c:v>
                </c:pt>
                <c:pt idx="506">
                  <c:v>9.8388421482143542</c:v>
                </c:pt>
                <c:pt idx="507">
                  <c:v>9.84</c:v>
                </c:pt>
                <c:pt idx="508">
                  <c:v>9.85</c:v>
                </c:pt>
                <c:pt idx="509">
                  <c:v>9.86</c:v>
                </c:pt>
                <c:pt idx="510">
                  <c:v>9.8667551867219903</c:v>
                </c:pt>
                <c:pt idx="511">
                  <c:v>9.8699999999999992</c:v>
                </c:pt>
                <c:pt idx="512">
                  <c:v>9.89</c:v>
                </c:pt>
                <c:pt idx="513">
                  <c:v>9.9</c:v>
                </c:pt>
                <c:pt idx="514">
                  <c:v>9.9074059231531439</c:v>
                </c:pt>
                <c:pt idx="515">
                  <c:v>9.91</c:v>
                </c:pt>
                <c:pt idx="516">
                  <c:v>9.9</c:v>
                </c:pt>
                <c:pt idx="517">
                  <c:v>9.8822028936672073</c:v>
                </c:pt>
                <c:pt idx="518">
                  <c:v>9.8800000000000008</c:v>
                </c:pt>
                <c:pt idx="519">
                  <c:v>9.85</c:v>
                </c:pt>
                <c:pt idx="520">
                  <c:v>9.8187283971826158</c:v>
                </c:pt>
                <c:pt idx="521">
                  <c:v>9.81</c:v>
                </c:pt>
                <c:pt idx="522">
                  <c:v>9.8000000000000007</c:v>
                </c:pt>
                <c:pt idx="523">
                  <c:v>9.8000000000000007</c:v>
                </c:pt>
                <c:pt idx="524">
                  <c:v>9.8166945596305215</c:v>
                </c:pt>
                <c:pt idx="525">
                  <c:v>9.82</c:v>
                </c:pt>
                <c:pt idx="526">
                  <c:v>9.82</c:v>
                </c:pt>
                <c:pt idx="527">
                  <c:v>9.8258519269776876</c:v>
                </c:pt>
                <c:pt idx="528">
                  <c:v>9.83</c:v>
                </c:pt>
                <c:pt idx="529">
                  <c:v>9.84</c:v>
                </c:pt>
                <c:pt idx="530">
                  <c:v>9.83</c:v>
                </c:pt>
                <c:pt idx="531">
                  <c:v>9.837280364927679</c:v>
                </c:pt>
                <c:pt idx="532">
                  <c:v>9.84</c:v>
                </c:pt>
                <c:pt idx="533">
                  <c:v>9.85</c:v>
                </c:pt>
                <c:pt idx="534">
                  <c:v>9.8566864705726331</c:v>
                </c:pt>
                <c:pt idx="535">
                  <c:v>9.86</c:v>
                </c:pt>
                <c:pt idx="536">
                  <c:v>9.8699999999999992</c:v>
                </c:pt>
                <c:pt idx="537">
                  <c:v>9.8800000000000008</c:v>
                </c:pt>
                <c:pt idx="538">
                  <c:v>9.8940258154543876</c:v>
                </c:pt>
                <c:pt idx="539">
                  <c:v>9.9</c:v>
                </c:pt>
                <c:pt idx="540">
                  <c:v>9.9</c:v>
                </c:pt>
                <c:pt idx="541">
                  <c:v>9.9072871950984549</c:v>
                </c:pt>
                <c:pt idx="542">
                  <c:v>9.91</c:v>
                </c:pt>
                <c:pt idx="543">
                  <c:v>9.91</c:v>
                </c:pt>
                <c:pt idx="544">
                  <c:v>9.9173187546203181</c:v>
                </c:pt>
                <c:pt idx="545">
                  <c:v>9.92</c:v>
                </c:pt>
                <c:pt idx="546">
                  <c:v>9.92</c:v>
                </c:pt>
                <c:pt idx="547">
                  <c:v>9.91</c:v>
                </c:pt>
                <c:pt idx="548">
                  <c:v>9.91</c:v>
                </c:pt>
                <c:pt idx="549">
                  <c:v>9.91</c:v>
                </c:pt>
                <c:pt idx="550">
                  <c:v>9.9</c:v>
                </c:pt>
                <c:pt idx="551">
                  <c:v>9.8806522932183469</c:v>
                </c:pt>
                <c:pt idx="552">
                  <c:v>9.8800000000000008</c:v>
                </c:pt>
                <c:pt idx="553">
                  <c:v>9.8800000000000008</c:v>
                </c:pt>
                <c:pt idx="554">
                  <c:v>9.89</c:v>
                </c:pt>
                <c:pt idx="555">
                  <c:v>9.89</c:v>
                </c:pt>
                <c:pt idx="556">
                  <c:v>9.89</c:v>
                </c:pt>
                <c:pt idx="557">
                  <c:v>9.8800000000000008</c:v>
                </c:pt>
                <c:pt idx="558">
                  <c:v>9.85</c:v>
                </c:pt>
                <c:pt idx="559">
                  <c:v>9.8421319635472226</c:v>
                </c:pt>
                <c:pt idx="560">
                  <c:v>9.84</c:v>
                </c:pt>
                <c:pt idx="561">
                  <c:v>9.84</c:v>
                </c:pt>
                <c:pt idx="562">
                  <c:v>9.84</c:v>
                </c:pt>
                <c:pt idx="563">
                  <c:v>9.84</c:v>
                </c:pt>
                <c:pt idx="564">
                  <c:v>9.85</c:v>
                </c:pt>
                <c:pt idx="565">
                  <c:v>9.8579840021924188</c:v>
                </c:pt>
                <c:pt idx="566">
                  <c:v>9.86</c:v>
                </c:pt>
                <c:pt idx="567">
                  <c:v>9.8699999999999992</c:v>
                </c:pt>
                <c:pt idx="568">
                  <c:v>9.9</c:v>
                </c:pt>
                <c:pt idx="569">
                  <c:v>9.9180962351629525</c:v>
                </c:pt>
                <c:pt idx="570">
                  <c:v>9.92</c:v>
                </c:pt>
                <c:pt idx="571">
                  <c:v>9.92</c:v>
                </c:pt>
                <c:pt idx="572">
                  <c:v>9.93</c:v>
                </c:pt>
                <c:pt idx="573">
                  <c:v>9.94</c:v>
                </c:pt>
                <c:pt idx="574">
                  <c:v>9.93</c:v>
                </c:pt>
                <c:pt idx="575">
                  <c:v>9.93</c:v>
                </c:pt>
                <c:pt idx="576">
                  <c:v>9.92</c:v>
                </c:pt>
                <c:pt idx="577">
                  <c:v>9.9116845707954973</c:v>
                </c:pt>
                <c:pt idx="578">
                  <c:v>9.91</c:v>
                </c:pt>
                <c:pt idx="579">
                  <c:v>9.89</c:v>
                </c:pt>
                <c:pt idx="580">
                  <c:v>9.8800000000000008</c:v>
                </c:pt>
                <c:pt idx="581">
                  <c:v>9.8800000000000008</c:v>
                </c:pt>
                <c:pt idx="582">
                  <c:v>9.8886611706512788</c:v>
                </c:pt>
                <c:pt idx="583">
                  <c:v>9.89</c:v>
                </c:pt>
                <c:pt idx="584">
                  <c:v>9.9</c:v>
                </c:pt>
                <c:pt idx="585">
                  <c:v>9.9083449961561971</c:v>
                </c:pt>
                <c:pt idx="586">
                  <c:v>9.91</c:v>
                </c:pt>
                <c:pt idx="587">
                  <c:v>9.9</c:v>
                </c:pt>
                <c:pt idx="588">
                  <c:v>9.89</c:v>
                </c:pt>
                <c:pt idx="589">
                  <c:v>9.89</c:v>
                </c:pt>
                <c:pt idx="590">
                  <c:v>9.89</c:v>
                </c:pt>
                <c:pt idx="591">
                  <c:v>9.9</c:v>
                </c:pt>
                <c:pt idx="592">
                  <c:v>9.91</c:v>
                </c:pt>
                <c:pt idx="593">
                  <c:v>9.92</c:v>
                </c:pt>
                <c:pt idx="594">
                  <c:v>9.9281809045226126</c:v>
                </c:pt>
                <c:pt idx="595">
                  <c:v>9.94</c:v>
                </c:pt>
                <c:pt idx="596">
                  <c:v>9.9499999999999993</c:v>
                </c:pt>
                <c:pt idx="597">
                  <c:v>9.9547046307184051</c:v>
                </c:pt>
                <c:pt idx="598">
                  <c:v>9.9600000000000009</c:v>
                </c:pt>
                <c:pt idx="599">
                  <c:v>9.9600000000000009</c:v>
                </c:pt>
                <c:pt idx="600">
                  <c:v>9.9600000000000009</c:v>
                </c:pt>
                <c:pt idx="601">
                  <c:v>9.9600000000000009</c:v>
                </c:pt>
                <c:pt idx="602">
                  <c:v>9.9600000000000009</c:v>
                </c:pt>
                <c:pt idx="603">
                  <c:v>9.9600000000000009</c:v>
                </c:pt>
                <c:pt idx="604">
                  <c:v>9.9600000000000009</c:v>
                </c:pt>
                <c:pt idx="605">
                  <c:v>9.9230499793473772</c:v>
                </c:pt>
                <c:pt idx="606">
                  <c:v>9.92</c:v>
                </c:pt>
                <c:pt idx="607">
                  <c:v>9.89</c:v>
                </c:pt>
                <c:pt idx="608">
                  <c:v>9.8828386291420802</c:v>
                </c:pt>
                <c:pt idx="609">
                  <c:v>9.8800000000000008</c:v>
                </c:pt>
                <c:pt idx="610">
                  <c:v>9.8699999999999992</c:v>
                </c:pt>
                <c:pt idx="611">
                  <c:v>9.8671184266780667</c:v>
                </c:pt>
                <c:pt idx="612">
                  <c:v>9.86</c:v>
                </c:pt>
                <c:pt idx="613">
                  <c:v>9.86</c:v>
                </c:pt>
                <c:pt idx="614">
                  <c:v>9.86</c:v>
                </c:pt>
                <c:pt idx="615">
                  <c:v>9.86</c:v>
                </c:pt>
                <c:pt idx="616">
                  <c:v>9.86</c:v>
                </c:pt>
                <c:pt idx="617">
                  <c:v>9.8699999999999992</c:v>
                </c:pt>
                <c:pt idx="618">
                  <c:v>9.8699999999999992</c:v>
                </c:pt>
                <c:pt idx="619">
                  <c:v>9.8699999999999992</c:v>
                </c:pt>
                <c:pt idx="620">
                  <c:v>9.8699999999999992</c:v>
                </c:pt>
                <c:pt idx="621">
                  <c:v>9.8754671223958326</c:v>
                </c:pt>
                <c:pt idx="622">
                  <c:v>9.8800000000000008</c:v>
                </c:pt>
                <c:pt idx="623">
                  <c:v>9.8800000000000008</c:v>
                </c:pt>
                <c:pt idx="624">
                  <c:v>9.8966247835765522</c:v>
                </c:pt>
                <c:pt idx="625">
                  <c:v>9.9</c:v>
                </c:pt>
                <c:pt idx="626">
                  <c:v>9.93</c:v>
                </c:pt>
                <c:pt idx="627">
                  <c:v>9.9499999999999993</c:v>
                </c:pt>
                <c:pt idx="628">
                  <c:v>9.954427758457161</c:v>
                </c:pt>
                <c:pt idx="629">
                  <c:v>9.9600000000000009</c:v>
                </c:pt>
                <c:pt idx="630">
                  <c:v>9.9700000000000006</c:v>
                </c:pt>
                <c:pt idx="631">
                  <c:v>9.9700000000000006</c:v>
                </c:pt>
                <c:pt idx="632">
                  <c:v>9.9700000000000006</c:v>
                </c:pt>
                <c:pt idx="633">
                  <c:v>9.9499999999999993</c:v>
                </c:pt>
                <c:pt idx="634">
                  <c:v>9.93</c:v>
                </c:pt>
                <c:pt idx="635">
                  <c:v>9.92</c:v>
                </c:pt>
                <c:pt idx="636">
                  <c:v>9.92</c:v>
                </c:pt>
                <c:pt idx="637">
                  <c:v>9.9259434628975267</c:v>
                </c:pt>
                <c:pt idx="638">
                  <c:v>9.93</c:v>
                </c:pt>
                <c:pt idx="639">
                  <c:v>9.93</c:v>
                </c:pt>
                <c:pt idx="640">
                  <c:v>9.9336395959850226</c:v>
                </c:pt>
                <c:pt idx="641">
                  <c:v>9.94</c:v>
                </c:pt>
                <c:pt idx="642">
                  <c:v>9.93</c:v>
                </c:pt>
                <c:pt idx="643">
                  <c:v>9.93</c:v>
                </c:pt>
                <c:pt idx="644">
                  <c:v>9.93</c:v>
                </c:pt>
                <c:pt idx="645">
                  <c:v>9.93</c:v>
                </c:pt>
                <c:pt idx="646">
                  <c:v>9.93</c:v>
                </c:pt>
                <c:pt idx="647">
                  <c:v>9.93</c:v>
                </c:pt>
                <c:pt idx="648">
                  <c:v>9.93</c:v>
                </c:pt>
                <c:pt idx="649">
                  <c:v>9.93</c:v>
                </c:pt>
                <c:pt idx="650">
                  <c:v>9.93</c:v>
                </c:pt>
                <c:pt idx="651">
                  <c:v>9.93</c:v>
                </c:pt>
                <c:pt idx="652">
                  <c:v>9.94</c:v>
                </c:pt>
                <c:pt idx="653">
                  <c:v>9.9476237748972487</c:v>
                </c:pt>
                <c:pt idx="654">
                  <c:v>9.9499999999999993</c:v>
                </c:pt>
                <c:pt idx="655">
                  <c:v>9.9499999999999993</c:v>
                </c:pt>
                <c:pt idx="656">
                  <c:v>9.9499999999999993</c:v>
                </c:pt>
                <c:pt idx="657">
                  <c:v>9.9700000000000006</c:v>
                </c:pt>
                <c:pt idx="658">
                  <c:v>9.9895555911566802</c:v>
                </c:pt>
                <c:pt idx="659">
                  <c:v>9.99</c:v>
                </c:pt>
                <c:pt idx="660">
                  <c:v>10</c:v>
                </c:pt>
                <c:pt idx="661">
                  <c:v>9.99</c:v>
                </c:pt>
                <c:pt idx="662">
                  <c:v>9.9800630478240819</c:v>
                </c:pt>
                <c:pt idx="663">
                  <c:v>9.9700000000000006</c:v>
                </c:pt>
                <c:pt idx="664">
                  <c:v>9.94</c:v>
                </c:pt>
                <c:pt idx="665">
                  <c:v>9.9213070655554176</c:v>
                </c:pt>
                <c:pt idx="666">
                  <c:v>9.92</c:v>
                </c:pt>
                <c:pt idx="667">
                  <c:v>9.9</c:v>
                </c:pt>
                <c:pt idx="668">
                  <c:v>9.8904555820462328</c:v>
                </c:pt>
                <c:pt idx="669">
                  <c:v>9.89</c:v>
                </c:pt>
                <c:pt idx="670">
                  <c:v>9.8800000000000008</c:v>
                </c:pt>
                <c:pt idx="671">
                  <c:v>9.8800000000000008</c:v>
                </c:pt>
                <c:pt idx="672">
                  <c:v>9.8699999999999992</c:v>
                </c:pt>
                <c:pt idx="673">
                  <c:v>9.8772100672100667</c:v>
                </c:pt>
                <c:pt idx="674">
                  <c:v>9.8800000000000008</c:v>
                </c:pt>
                <c:pt idx="675">
                  <c:v>9.8800000000000008</c:v>
                </c:pt>
                <c:pt idx="676">
                  <c:v>9.8699999999999992</c:v>
                </c:pt>
                <c:pt idx="677">
                  <c:v>9.86</c:v>
                </c:pt>
                <c:pt idx="678">
                  <c:v>9.8447379744266286</c:v>
                </c:pt>
                <c:pt idx="679">
                  <c:v>9.84</c:v>
                </c:pt>
                <c:pt idx="680">
                  <c:v>9.82</c:v>
                </c:pt>
                <c:pt idx="681">
                  <c:v>9.8042886848438133</c:v>
                </c:pt>
                <c:pt idx="682">
                  <c:v>9.8000000000000007</c:v>
                </c:pt>
                <c:pt idx="683">
                  <c:v>9.8000000000000007</c:v>
                </c:pt>
                <c:pt idx="684">
                  <c:v>9.7899999999999991</c:v>
                </c:pt>
                <c:pt idx="685">
                  <c:v>9.7799999999999994</c:v>
                </c:pt>
                <c:pt idx="686">
                  <c:v>9.77</c:v>
                </c:pt>
                <c:pt idx="687">
                  <c:v>9.7683132744061236</c:v>
                </c:pt>
                <c:pt idx="688">
                  <c:v>9.76</c:v>
                </c:pt>
                <c:pt idx="689">
                  <c:v>9.77</c:v>
                </c:pt>
                <c:pt idx="690">
                  <c:v>9.778921261229522</c:v>
                </c:pt>
                <c:pt idx="691">
                  <c:v>9.7799999999999994</c:v>
                </c:pt>
                <c:pt idx="692">
                  <c:v>9.7799999999999994</c:v>
                </c:pt>
                <c:pt idx="693">
                  <c:v>9.7886240920926397</c:v>
                </c:pt>
                <c:pt idx="694">
                  <c:v>9.7899999999999991</c:v>
                </c:pt>
                <c:pt idx="695">
                  <c:v>9.8000000000000007</c:v>
                </c:pt>
                <c:pt idx="696">
                  <c:v>9.8000000000000007</c:v>
                </c:pt>
                <c:pt idx="697">
                  <c:v>9.8174174310976756</c:v>
                </c:pt>
                <c:pt idx="698">
                  <c:v>9.82</c:v>
                </c:pt>
                <c:pt idx="699">
                  <c:v>9.84</c:v>
                </c:pt>
                <c:pt idx="700">
                  <c:v>9.86</c:v>
                </c:pt>
                <c:pt idx="701">
                  <c:v>9.86</c:v>
                </c:pt>
                <c:pt idx="702">
                  <c:v>9.86</c:v>
                </c:pt>
                <c:pt idx="703">
                  <c:v>9.86</c:v>
                </c:pt>
                <c:pt idx="704">
                  <c:v>9.86</c:v>
                </c:pt>
                <c:pt idx="705">
                  <c:v>9.8699999999999992</c:v>
                </c:pt>
                <c:pt idx="706">
                  <c:v>9.8824076056858043</c:v>
                </c:pt>
                <c:pt idx="707">
                  <c:v>9.89</c:v>
                </c:pt>
                <c:pt idx="708">
                  <c:v>9.92</c:v>
                </c:pt>
                <c:pt idx="709">
                  <c:v>9.94</c:v>
                </c:pt>
                <c:pt idx="710">
                  <c:v>9.9499999999999993</c:v>
                </c:pt>
                <c:pt idx="711">
                  <c:v>9.9605086526674409</c:v>
                </c:pt>
                <c:pt idx="712">
                  <c:v>9.9700000000000006</c:v>
                </c:pt>
                <c:pt idx="713">
                  <c:v>9.99</c:v>
                </c:pt>
                <c:pt idx="714">
                  <c:v>9.99</c:v>
                </c:pt>
                <c:pt idx="715">
                  <c:v>9.99</c:v>
                </c:pt>
                <c:pt idx="716">
                  <c:v>9.99</c:v>
                </c:pt>
                <c:pt idx="717">
                  <c:v>9.99</c:v>
                </c:pt>
                <c:pt idx="718">
                  <c:v>9.99</c:v>
                </c:pt>
                <c:pt idx="719">
                  <c:v>9.98</c:v>
                </c:pt>
                <c:pt idx="720">
                  <c:v>9.9600000000000009</c:v>
                </c:pt>
                <c:pt idx="721">
                  <c:v>9.9478429527772754</c:v>
                </c:pt>
                <c:pt idx="722">
                  <c:v>9.94</c:v>
                </c:pt>
                <c:pt idx="723">
                  <c:v>9.92</c:v>
                </c:pt>
                <c:pt idx="724">
                  <c:v>9.9029697357203759</c:v>
                </c:pt>
                <c:pt idx="725">
                  <c:v>9.9</c:v>
                </c:pt>
                <c:pt idx="726">
                  <c:v>9.9</c:v>
                </c:pt>
                <c:pt idx="727">
                  <c:v>9.9</c:v>
                </c:pt>
                <c:pt idx="728">
                  <c:v>9.9</c:v>
                </c:pt>
                <c:pt idx="729">
                  <c:v>9.91</c:v>
                </c:pt>
                <c:pt idx="730">
                  <c:v>9.91</c:v>
                </c:pt>
                <c:pt idx="731">
                  <c:v>9.91</c:v>
                </c:pt>
                <c:pt idx="732">
                  <c:v>9.91</c:v>
                </c:pt>
                <c:pt idx="733">
                  <c:v>9.91</c:v>
                </c:pt>
                <c:pt idx="734">
                  <c:v>9.91</c:v>
                </c:pt>
                <c:pt idx="735">
                  <c:v>9.92</c:v>
                </c:pt>
                <c:pt idx="736">
                  <c:v>9.92</c:v>
                </c:pt>
                <c:pt idx="737">
                  <c:v>9.92</c:v>
                </c:pt>
                <c:pt idx="738">
                  <c:v>9.92</c:v>
                </c:pt>
                <c:pt idx="739">
                  <c:v>9.93</c:v>
                </c:pt>
                <c:pt idx="740">
                  <c:v>9.9380029498992908</c:v>
                </c:pt>
                <c:pt idx="741">
                  <c:v>9.94</c:v>
                </c:pt>
                <c:pt idx="742">
                  <c:v>9.9499999999999993</c:v>
                </c:pt>
                <c:pt idx="743">
                  <c:v>9.9600000000000009</c:v>
                </c:pt>
                <c:pt idx="744">
                  <c:v>9.9600000000000009</c:v>
                </c:pt>
                <c:pt idx="745">
                  <c:v>9.9600000000000009</c:v>
                </c:pt>
                <c:pt idx="746">
                  <c:v>9.9600000000000009</c:v>
                </c:pt>
                <c:pt idx="747">
                  <c:v>9.9662170955338656</c:v>
                </c:pt>
                <c:pt idx="748">
                  <c:v>9.9700000000000006</c:v>
                </c:pt>
                <c:pt idx="749">
                  <c:v>9.99</c:v>
                </c:pt>
                <c:pt idx="750">
                  <c:v>10.00548135394534</c:v>
                </c:pt>
                <c:pt idx="751">
                  <c:v>10.01</c:v>
                </c:pt>
                <c:pt idx="752">
                  <c:v>10.01</c:v>
                </c:pt>
                <c:pt idx="753">
                  <c:v>10.01</c:v>
                </c:pt>
                <c:pt idx="754">
                  <c:v>10.01</c:v>
                </c:pt>
                <c:pt idx="755">
                  <c:v>10.01</c:v>
                </c:pt>
                <c:pt idx="756">
                  <c:v>10.02</c:v>
                </c:pt>
                <c:pt idx="757">
                  <c:v>10.02</c:v>
                </c:pt>
                <c:pt idx="758">
                  <c:v>10.02</c:v>
                </c:pt>
                <c:pt idx="759">
                  <c:v>10.02</c:v>
                </c:pt>
                <c:pt idx="760">
                  <c:v>10.02</c:v>
                </c:pt>
                <c:pt idx="761">
                  <c:v>10.02</c:v>
                </c:pt>
                <c:pt idx="762">
                  <c:v>10.02</c:v>
                </c:pt>
                <c:pt idx="763">
                  <c:v>10.02</c:v>
                </c:pt>
                <c:pt idx="764">
                  <c:v>10.012688662824431</c:v>
                </c:pt>
                <c:pt idx="765">
                  <c:v>10.01</c:v>
                </c:pt>
                <c:pt idx="766">
                  <c:v>10.01</c:v>
                </c:pt>
                <c:pt idx="767">
                  <c:v>10.01</c:v>
                </c:pt>
                <c:pt idx="768">
                  <c:v>10.01</c:v>
                </c:pt>
                <c:pt idx="769">
                  <c:v>10.01</c:v>
                </c:pt>
                <c:pt idx="770">
                  <c:v>10</c:v>
                </c:pt>
                <c:pt idx="771">
                  <c:v>9.9842872721607723</c:v>
                </c:pt>
                <c:pt idx="772">
                  <c:v>9.98</c:v>
                </c:pt>
                <c:pt idx="773">
                  <c:v>9.99</c:v>
                </c:pt>
                <c:pt idx="774">
                  <c:v>9.9929698876086803</c:v>
                </c:pt>
                <c:pt idx="775">
                  <c:v>10</c:v>
                </c:pt>
                <c:pt idx="776">
                  <c:v>10</c:v>
                </c:pt>
                <c:pt idx="777">
                  <c:v>10</c:v>
                </c:pt>
                <c:pt idx="778">
                  <c:v>10</c:v>
                </c:pt>
                <c:pt idx="779">
                  <c:v>9.99</c:v>
                </c:pt>
                <c:pt idx="780">
                  <c:v>9.99</c:v>
                </c:pt>
                <c:pt idx="781">
                  <c:v>9.99</c:v>
                </c:pt>
                <c:pt idx="782">
                  <c:v>10.01</c:v>
                </c:pt>
                <c:pt idx="783">
                  <c:v>10.01790588953885</c:v>
                </c:pt>
                <c:pt idx="784">
                  <c:v>10.02</c:v>
                </c:pt>
                <c:pt idx="785">
                  <c:v>10.029999999999999</c:v>
                </c:pt>
                <c:pt idx="786">
                  <c:v>10.02</c:v>
                </c:pt>
                <c:pt idx="787">
                  <c:v>10.010802815942251</c:v>
                </c:pt>
                <c:pt idx="788">
                  <c:v>10.01</c:v>
                </c:pt>
                <c:pt idx="789">
                  <c:v>9.99</c:v>
                </c:pt>
                <c:pt idx="790">
                  <c:v>9.9700000000000006</c:v>
                </c:pt>
                <c:pt idx="791">
                  <c:v>9.9600000000000009</c:v>
                </c:pt>
                <c:pt idx="792">
                  <c:v>9.9512419186652767</c:v>
                </c:pt>
                <c:pt idx="793">
                  <c:v>9.94</c:v>
                </c:pt>
                <c:pt idx="794">
                  <c:v>9.93</c:v>
                </c:pt>
                <c:pt idx="795">
                  <c:v>9.93</c:v>
                </c:pt>
                <c:pt idx="796">
                  <c:v>9.92</c:v>
                </c:pt>
                <c:pt idx="797">
                  <c:v>9.92</c:v>
                </c:pt>
                <c:pt idx="798">
                  <c:v>9.92</c:v>
                </c:pt>
                <c:pt idx="799">
                  <c:v>9.92</c:v>
                </c:pt>
                <c:pt idx="800">
                  <c:v>9.92</c:v>
                </c:pt>
                <c:pt idx="801">
                  <c:v>9.94</c:v>
                </c:pt>
                <c:pt idx="802">
                  <c:v>9.94</c:v>
                </c:pt>
                <c:pt idx="803">
                  <c:v>9.93</c:v>
                </c:pt>
                <c:pt idx="804">
                  <c:v>9.93</c:v>
                </c:pt>
                <c:pt idx="805">
                  <c:v>9.936887055352166</c:v>
                </c:pt>
                <c:pt idx="806">
                  <c:v>9.94</c:v>
                </c:pt>
                <c:pt idx="807">
                  <c:v>9.9600000000000009</c:v>
                </c:pt>
                <c:pt idx="808">
                  <c:v>9.9757177391504559</c:v>
                </c:pt>
                <c:pt idx="809">
                  <c:v>9.98</c:v>
                </c:pt>
                <c:pt idx="810">
                  <c:v>9.99</c:v>
                </c:pt>
                <c:pt idx="811">
                  <c:v>10.01</c:v>
                </c:pt>
                <c:pt idx="812">
                  <c:v>10.01997319423314</c:v>
                </c:pt>
                <c:pt idx="813">
                  <c:v>10.029999999999999</c:v>
                </c:pt>
                <c:pt idx="814">
                  <c:v>10.039999999999999</c:v>
                </c:pt>
                <c:pt idx="815">
                  <c:v>10.050000000000001</c:v>
                </c:pt>
                <c:pt idx="816">
                  <c:v>10.050000000000001</c:v>
                </c:pt>
                <c:pt idx="817">
                  <c:v>10.050000000000001</c:v>
                </c:pt>
                <c:pt idx="818">
                  <c:v>10.039999999999999</c:v>
                </c:pt>
                <c:pt idx="819">
                  <c:v>10.039999999999999</c:v>
                </c:pt>
                <c:pt idx="820">
                  <c:v>10.039999999999999</c:v>
                </c:pt>
                <c:pt idx="821">
                  <c:v>10.029999999999999</c:v>
                </c:pt>
                <c:pt idx="822">
                  <c:v>10.02230465175859</c:v>
                </c:pt>
                <c:pt idx="823">
                  <c:v>10.02</c:v>
                </c:pt>
                <c:pt idx="824">
                  <c:v>10.01</c:v>
                </c:pt>
                <c:pt idx="825">
                  <c:v>9.99</c:v>
                </c:pt>
                <c:pt idx="826">
                  <c:v>9.9725848600069131</c:v>
                </c:pt>
                <c:pt idx="827">
                  <c:v>9.9600000000000009</c:v>
                </c:pt>
                <c:pt idx="828">
                  <c:v>9.9600000000000009</c:v>
                </c:pt>
                <c:pt idx="829">
                  <c:v>9.9700000000000006</c:v>
                </c:pt>
                <c:pt idx="830">
                  <c:v>9.9768286736020819</c:v>
                </c:pt>
                <c:pt idx="831">
                  <c:v>9.98</c:v>
                </c:pt>
                <c:pt idx="832">
                  <c:v>9.9700000000000006</c:v>
                </c:pt>
                <c:pt idx="833">
                  <c:v>9.9683650672759594</c:v>
                </c:pt>
                <c:pt idx="834">
                  <c:v>9.9600000000000009</c:v>
                </c:pt>
                <c:pt idx="835">
                  <c:v>9.9700000000000006</c:v>
                </c:pt>
                <c:pt idx="836">
                  <c:v>9.9700000000000006</c:v>
                </c:pt>
                <c:pt idx="837">
                  <c:v>9.9742920625191545</c:v>
                </c:pt>
                <c:pt idx="838">
                  <c:v>9.98</c:v>
                </c:pt>
                <c:pt idx="839">
                  <c:v>9.98</c:v>
                </c:pt>
                <c:pt idx="840">
                  <c:v>9.9873821567939221</c:v>
                </c:pt>
                <c:pt idx="841">
                  <c:v>9.99</c:v>
                </c:pt>
                <c:pt idx="842">
                  <c:v>9.99</c:v>
                </c:pt>
                <c:pt idx="843">
                  <c:v>9.99</c:v>
                </c:pt>
                <c:pt idx="844">
                  <c:v>9.99</c:v>
                </c:pt>
                <c:pt idx="845">
                  <c:v>9.99</c:v>
                </c:pt>
                <c:pt idx="846">
                  <c:v>9.99</c:v>
                </c:pt>
                <c:pt idx="847">
                  <c:v>9.9971702127659583</c:v>
                </c:pt>
                <c:pt idx="848">
                  <c:v>10</c:v>
                </c:pt>
                <c:pt idx="849">
                  <c:v>10</c:v>
                </c:pt>
                <c:pt idx="850">
                  <c:v>10</c:v>
                </c:pt>
                <c:pt idx="851">
                  <c:v>9.99</c:v>
                </c:pt>
                <c:pt idx="852">
                  <c:v>9.99</c:v>
                </c:pt>
                <c:pt idx="853">
                  <c:v>9.99</c:v>
                </c:pt>
                <c:pt idx="854">
                  <c:v>9.99</c:v>
                </c:pt>
                <c:pt idx="855">
                  <c:v>10</c:v>
                </c:pt>
                <c:pt idx="856">
                  <c:v>10</c:v>
                </c:pt>
                <c:pt idx="857">
                  <c:v>10</c:v>
                </c:pt>
                <c:pt idx="858">
                  <c:v>10</c:v>
                </c:pt>
                <c:pt idx="859">
                  <c:v>9.9919111718974953</c:v>
                </c:pt>
                <c:pt idx="860">
                  <c:v>9.99</c:v>
                </c:pt>
                <c:pt idx="861">
                  <c:v>9.99</c:v>
                </c:pt>
                <c:pt idx="862">
                  <c:v>9.99</c:v>
                </c:pt>
                <c:pt idx="863">
                  <c:v>10</c:v>
                </c:pt>
                <c:pt idx="864">
                  <c:v>10.02</c:v>
                </c:pt>
                <c:pt idx="865">
                  <c:v>10.02781707294046</c:v>
                </c:pt>
                <c:pt idx="866">
                  <c:v>10.029999999999999</c:v>
                </c:pt>
                <c:pt idx="867">
                  <c:v>10.029999999999999</c:v>
                </c:pt>
                <c:pt idx="868">
                  <c:v>10.029999999999999</c:v>
                </c:pt>
                <c:pt idx="869">
                  <c:v>10.029999999999999</c:v>
                </c:pt>
                <c:pt idx="870">
                  <c:v>10.029999999999999</c:v>
                </c:pt>
                <c:pt idx="871">
                  <c:v>10.029999999999999</c:v>
                </c:pt>
                <c:pt idx="872">
                  <c:v>10.02</c:v>
                </c:pt>
                <c:pt idx="873">
                  <c:v>10.02</c:v>
                </c:pt>
                <c:pt idx="874">
                  <c:v>10.02</c:v>
                </c:pt>
                <c:pt idx="875">
                  <c:v>10.02</c:v>
                </c:pt>
                <c:pt idx="876">
                  <c:v>10.02</c:v>
                </c:pt>
                <c:pt idx="877">
                  <c:v>10.02</c:v>
                </c:pt>
                <c:pt idx="878">
                  <c:v>9.99</c:v>
                </c:pt>
                <c:pt idx="879">
                  <c:v>9.99</c:v>
                </c:pt>
                <c:pt idx="880">
                  <c:v>9.99</c:v>
                </c:pt>
                <c:pt idx="881">
                  <c:v>9.99</c:v>
                </c:pt>
                <c:pt idx="882">
                  <c:v>9.9928535947712422</c:v>
                </c:pt>
                <c:pt idx="883">
                  <c:v>10</c:v>
                </c:pt>
                <c:pt idx="884">
                  <c:v>10.01</c:v>
                </c:pt>
                <c:pt idx="885">
                  <c:v>9.99</c:v>
                </c:pt>
                <c:pt idx="886">
                  <c:v>9.9700000000000006</c:v>
                </c:pt>
                <c:pt idx="887">
                  <c:v>9.9623572175019319</c:v>
                </c:pt>
                <c:pt idx="888">
                  <c:v>9.9600000000000009</c:v>
                </c:pt>
                <c:pt idx="889">
                  <c:v>9.9700000000000006</c:v>
                </c:pt>
                <c:pt idx="890">
                  <c:v>9.9846781045416311</c:v>
                </c:pt>
                <c:pt idx="891">
                  <c:v>9.99</c:v>
                </c:pt>
                <c:pt idx="892">
                  <c:v>10</c:v>
                </c:pt>
                <c:pt idx="893">
                  <c:v>9.99</c:v>
                </c:pt>
                <c:pt idx="894">
                  <c:v>9.9700000000000006</c:v>
                </c:pt>
                <c:pt idx="895">
                  <c:v>9.9600000000000009</c:v>
                </c:pt>
                <c:pt idx="896">
                  <c:v>9.9532848930054296</c:v>
                </c:pt>
                <c:pt idx="897">
                  <c:v>9.9499999999999993</c:v>
                </c:pt>
                <c:pt idx="898">
                  <c:v>9.93</c:v>
                </c:pt>
                <c:pt idx="899">
                  <c:v>9.93</c:v>
                </c:pt>
                <c:pt idx="900">
                  <c:v>9.93</c:v>
                </c:pt>
                <c:pt idx="901">
                  <c:v>9.94</c:v>
                </c:pt>
                <c:pt idx="902">
                  <c:v>9.9444908546368591</c:v>
                </c:pt>
                <c:pt idx="903">
                  <c:v>9.9499999999999993</c:v>
                </c:pt>
                <c:pt idx="904">
                  <c:v>9.9499999999999993</c:v>
                </c:pt>
                <c:pt idx="905">
                  <c:v>9.9426949723096971</c:v>
                </c:pt>
                <c:pt idx="906">
                  <c:v>9.94</c:v>
                </c:pt>
                <c:pt idx="907">
                  <c:v>9.91</c:v>
                </c:pt>
                <c:pt idx="908">
                  <c:v>9.89</c:v>
                </c:pt>
                <c:pt idx="909">
                  <c:v>9.89</c:v>
                </c:pt>
                <c:pt idx="910">
                  <c:v>9.89</c:v>
                </c:pt>
                <c:pt idx="911">
                  <c:v>9.8699999999999992</c:v>
                </c:pt>
                <c:pt idx="912">
                  <c:v>9.8461496971990918</c:v>
                </c:pt>
                <c:pt idx="913">
                  <c:v>9.84</c:v>
                </c:pt>
                <c:pt idx="914">
                  <c:v>9.82</c:v>
                </c:pt>
                <c:pt idx="915">
                  <c:v>9.8016302253187089</c:v>
                </c:pt>
                <c:pt idx="916">
                  <c:v>9.8000000000000007</c:v>
                </c:pt>
                <c:pt idx="917">
                  <c:v>9.8000000000000007</c:v>
                </c:pt>
                <c:pt idx="918">
                  <c:v>9.8000000000000007</c:v>
                </c:pt>
                <c:pt idx="919">
                  <c:v>9.8038371561728965</c:v>
                </c:pt>
                <c:pt idx="920">
                  <c:v>9.81</c:v>
                </c:pt>
                <c:pt idx="921">
                  <c:v>9.81</c:v>
                </c:pt>
                <c:pt idx="922">
                  <c:v>9.8188654487152451</c:v>
                </c:pt>
                <c:pt idx="923">
                  <c:v>9.82</c:v>
                </c:pt>
                <c:pt idx="924">
                  <c:v>9.82</c:v>
                </c:pt>
                <c:pt idx="925">
                  <c:v>9.8307956213563727</c:v>
                </c:pt>
                <c:pt idx="926">
                  <c:v>9.84</c:v>
                </c:pt>
                <c:pt idx="927">
                  <c:v>9.85</c:v>
                </c:pt>
                <c:pt idx="928">
                  <c:v>9.8583643720748828</c:v>
                </c:pt>
                <c:pt idx="929">
                  <c:v>9.86</c:v>
                </c:pt>
                <c:pt idx="930">
                  <c:v>9.8699999999999992</c:v>
                </c:pt>
                <c:pt idx="931">
                  <c:v>9.8699999999999992</c:v>
                </c:pt>
                <c:pt idx="932">
                  <c:v>9.8699999999999992</c:v>
                </c:pt>
                <c:pt idx="933">
                  <c:v>9.8699999999999992</c:v>
                </c:pt>
                <c:pt idx="934">
                  <c:v>9.8699999999999992</c:v>
                </c:pt>
                <c:pt idx="935">
                  <c:v>9.874265257502028</c:v>
                </c:pt>
                <c:pt idx="936">
                  <c:v>9.8800000000000008</c:v>
                </c:pt>
                <c:pt idx="937">
                  <c:v>9.89</c:v>
                </c:pt>
                <c:pt idx="938">
                  <c:v>9.89</c:v>
                </c:pt>
                <c:pt idx="939">
                  <c:v>9.89</c:v>
                </c:pt>
                <c:pt idx="940">
                  <c:v>9.9</c:v>
                </c:pt>
                <c:pt idx="941">
                  <c:v>9.9091992916324081</c:v>
                </c:pt>
                <c:pt idx="942">
                  <c:v>9.91</c:v>
                </c:pt>
                <c:pt idx="943">
                  <c:v>9.91</c:v>
                </c:pt>
                <c:pt idx="944">
                  <c:v>9.91</c:v>
                </c:pt>
                <c:pt idx="945">
                  <c:v>9.9150023832221166</c:v>
                </c:pt>
                <c:pt idx="946">
                  <c:v>9.92</c:v>
                </c:pt>
                <c:pt idx="947">
                  <c:v>9.92</c:v>
                </c:pt>
                <c:pt idx="948">
                  <c:v>9.92</c:v>
                </c:pt>
                <c:pt idx="949">
                  <c:v>9.92</c:v>
                </c:pt>
                <c:pt idx="950">
                  <c:v>9.89</c:v>
                </c:pt>
                <c:pt idx="951">
                  <c:v>9.85</c:v>
                </c:pt>
                <c:pt idx="952">
                  <c:v>9.8331599705862693</c:v>
                </c:pt>
                <c:pt idx="953">
                  <c:v>9.82</c:v>
                </c:pt>
                <c:pt idx="954">
                  <c:v>9.7799999999999994</c:v>
                </c:pt>
                <c:pt idx="955">
                  <c:v>9.7591788735300184</c:v>
                </c:pt>
                <c:pt idx="956">
                  <c:v>9.75</c:v>
                </c:pt>
                <c:pt idx="957">
                  <c:v>9.7100000000000009</c:v>
                </c:pt>
                <c:pt idx="958">
                  <c:v>9.6942109419292137</c:v>
                </c:pt>
                <c:pt idx="959">
                  <c:v>9.68</c:v>
                </c:pt>
                <c:pt idx="960">
                  <c:v>9.67</c:v>
                </c:pt>
                <c:pt idx="961">
                  <c:v>9.6780330647171215</c:v>
                </c:pt>
                <c:pt idx="962">
                  <c:v>9.68</c:v>
                </c:pt>
                <c:pt idx="963">
                  <c:v>9.69</c:v>
                </c:pt>
                <c:pt idx="964">
                  <c:v>9.69</c:v>
                </c:pt>
                <c:pt idx="965">
                  <c:v>9.6964325337618114</c:v>
                </c:pt>
                <c:pt idx="966">
                  <c:v>9.6999999999999993</c:v>
                </c:pt>
                <c:pt idx="967">
                  <c:v>9.6999999999999993</c:v>
                </c:pt>
                <c:pt idx="968">
                  <c:v>9.68</c:v>
                </c:pt>
                <c:pt idx="969">
                  <c:v>9.65</c:v>
                </c:pt>
                <c:pt idx="970">
                  <c:v>9.64</c:v>
                </c:pt>
                <c:pt idx="971">
                  <c:v>9.64</c:v>
                </c:pt>
                <c:pt idx="972">
                  <c:v>9.64</c:v>
                </c:pt>
                <c:pt idx="973">
                  <c:v>9.65</c:v>
                </c:pt>
                <c:pt idx="974">
                  <c:v>9.66</c:v>
                </c:pt>
                <c:pt idx="975">
                  <c:v>9.67</c:v>
                </c:pt>
                <c:pt idx="976">
                  <c:v>9.67</c:v>
                </c:pt>
                <c:pt idx="977">
                  <c:v>9.67</c:v>
                </c:pt>
                <c:pt idx="978">
                  <c:v>9.67</c:v>
                </c:pt>
                <c:pt idx="979">
                  <c:v>9.67</c:v>
                </c:pt>
                <c:pt idx="980">
                  <c:v>9.68</c:v>
                </c:pt>
                <c:pt idx="981">
                  <c:v>9.69</c:v>
                </c:pt>
                <c:pt idx="982">
                  <c:v>9.6999999999999993</c:v>
                </c:pt>
                <c:pt idx="983">
                  <c:v>9.6984054095064671</c:v>
                </c:pt>
                <c:pt idx="984">
                  <c:v>9.69</c:v>
                </c:pt>
                <c:pt idx="985">
                  <c:v>9.69</c:v>
                </c:pt>
                <c:pt idx="986">
                  <c:v>9.69</c:v>
                </c:pt>
                <c:pt idx="987">
                  <c:v>9.69</c:v>
                </c:pt>
                <c:pt idx="988">
                  <c:v>9.69</c:v>
                </c:pt>
                <c:pt idx="989">
                  <c:v>9.68</c:v>
                </c:pt>
                <c:pt idx="990">
                  <c:v>9.65</c:v>
                </c:pt>
                <c:pt idx="991">
                  <c:v>9.6667121831561733</c:v>
                </c:pt>
                <c:pt idx="992">
                  <c:v>9.67</c:v>
                </c:pt>
                <c:pt idx="993">
                  <c:v>9.68</c:v>
                </c:pt>
                <c:pt idx="994">
                  <c:v>9.6888200391763846</c:v>
                </c:pt>
                <c:pt idx="995">
                  <c:v>9.69</c:v>
                </c:pt>
                <c:pt idx="996">
                  <c:v>9.6999999999999993</c:v>
                </c:pt>
                <c:pt idx="997">
                  <c:v>9.6999999999999993</c:v>
                </c:pt>
                <c:pt idx="998">
                  <c:v>9.66</c:v>
                </c:pt>
                <c:pt idx="999">
                  <c:v>9.6327541026139976</c:v>
                </c:pt>
                <c:pt idx="1000">
                  <c:v>9.61</c:v>
                </c:pt>
                <c:pt idx="1001">
                  <c:v>9.5668712433838703</c:v>
                </c:pt>
                <c:pt idx="1002">
                  <c:v>9.56</c:v>
                </c:pt>
                <c:pt idx="1003">
                  <c:v>9.51</c:v>
                </c:pt>
                <c:pt idx="1004">
                  <c:v>9.4700000000000006</c:v>
                </c:pt>
                <c:pt idx="1005">
                  <c:v>9.42</c:v>
                </c:pt>
                <c:pt idx="1006">
                  <c:v>9.4050945730952797</c:v>
                </c:pt>
                <c:pt idx="1007">
                  <c:v>9.3800000000000008</c:v>
                </c:pt>
                <c:pt idx="1008">
                  <c:v>9.3613521636026391</c:v>
                </c:pt>
                <c:pt idx="1009">
                  <c:v>9.36</c:v>
                </c:pt>
                <c:pt idx="1010">
                  <c:v>9.35</c:v>
                </c:pt>
                <c:pt idx="1011">
                  <c:v>9.33</c:v>
                </c:pt>
                <c:pt idx="1012">
                  <c:v>9.3078534272733258</c:v>
                </c:pt>
                <c:pt idx="1013">
                  <c:v>9.3000000000000007</c:v>
                </c:pt>
                <c:pt idx="1014">
                  <c:v>9.2799999999999994</c:v>
                </c:pt>
                <c:pt idx="1015">
                  <c:v>9.27</c:v>
                </c:pt>
                <c:pt idx="1016">
                  <c:v>9.2676723755681181</c:v>
                </c:pt>
                <c:pt idx="1017">
                  <c:v>9.26</c:v>
                </c:pt>
                <c:pt idx="1018">
                  <c:v>9.24</c:v>
                </c:pt>
                <c:pt idx="1019">
                  <c:v>9.2317733099398449</c:v>
                </c:pt>
                <c:pt idx="1020">
                  <c:v>9.2100000000000009</c:v>
                </c:pt>
                <c:pt idx="1021">
                  <c:v>9.19</c:v>
                </c:pt>
                <c:pt idx="1022">
                  <c:v>9.1924486985875458</c:v>
                </c:pt>
                <c:pt idx="1023">
                  <c:v>9.1999999999999993</c:v>
                </c:pt>
                <c:pt idx="1024">
                  <c:v>9.23</c:v>
                </c:pt>
                <c:pt idx="1025">
                  <c:v>9.25</c:v>
                </c:pt>
                <c:pt idx="1026">
                  <c:v>9.2799999999999994</c:v>
                </c:pt>
                <c:pt idx="1027">
                  <c:v>9.2922681100439526</c:v>
                </c:pt>
                <c:pt idx="1028">
                  <c:v>9.31</c:v>
                </c:pt>
                <c:pt idx="1029">
                  <c:v>9.33</c:v>
                </c:pt>
                <c:pt idx="1030">
                  <c:v>9.3366753947472816</c:v>
                </c:pt>
                <c:pt idx="1031">
                  <c:v>9.34</c:v>
                </c:pt>
                <c:pt idx="1032">
                  <c:v>9.3699999999999992</c:v>
                </c:pt>
                <c:pt idx="1033">
                  <c:v>9.39</c:v>
                </c:pt>
                <c:pt idx="1034">
                  <c:v>9.4</c:v>
                </c:pt>
                <c:pt idx="1035">
                  <c:v>9.41</c:v>
                </c:pt>
                <c:pt idx="1036">
                  <c:v>9.41</c:v>
                </c:pt>
                <c:pt idx="1037">
                  <c:v>9.41</c:v>
                </c:pt>
                <c:pt idx="1038">
                  <c:v>9.4</c:v>
                </c:pt>
                <c:pt idx="1039">
                  <c:v>9.3912871122905965</c:v>
                </c:pt>
                <c:pt idx="1040">
                  <c:v>9.39</c:v>
                </c:pt>
                <c:pt idx="1041">
                  <c:v>9.41</c:v>
                </c:pt>
                <c:pt idx="1042">
                  <c:v>9.4367750044891352</c:v>
                </c:pt>
                <c:pt idx="1043">
                  <c:v>9.44</c:v>
                </c:pt>
                <c:pt idx="1044">
                  <c:v>9.4600000000000009</c:v>
                </c:pt>
                <c:pt idx="1045">
                  <c:v>9.48</c:v>
                </c:pt>
                <c:pt idx="1046">
                  <c:v>9.4926561404680037</c:v>
                </c:pt>
                <c:pt idx="1047">
                  <c:v>9.51</c:v>
                </c:pt>
                <c:pt idx="1048">
                  <c:v>9.5299999999999994</c:v>
                </c:pt>
                <c:pt idx="1049">
                  <c:v>9.5345234248788362</c:v>
                </c:pt>
                <c:pt idx="1050">
                  <c:v>9.5399999999999991</c:v>
                </c:pt>
                <c:pt idx="1051">
                  <c:v>9.5399999999999991</c:v>
                </c:pt>
                <c:pt idx="1052">
                  <c:v>9.56</c:v>
                </c:pt>
                <c:pt idx="1053">
                  <c:v>9.5645078673358217</c:v>
                </c:pt>
                <c:pt idx="1054">
                  <c:v>9.57</c:v>
                </c:pt>
                <c:pt idx="1055">
                  <c:v>9.56</c:v>
                </c:pt>
                <c:pt idx="1056">
                  <c:v>9.5428994997356327</c:v>
                </c:pt>
                <c:pt idx="1057">
                  <c:v>9.5399999999999991</c:v>
                </c:pt>
                <c:pt idx="1058">
                  <c:v>9.51</c:v>
                </c:pt>
                <c:pt idx="1059">
                  <c:v>9.49</c:v>
                </c:pt>
                <c:pt idx="1060">
                  <c:v>9.4949824956980962</c:v>
                </c:pt>
                <c:pt idx="1061">
                  <c:v>9.5</c:v>
                </c:pt>
                <c:pt idx="1062">
                  <c:v>9.52</c:v>
                </c:pt>
                <c:pt idx="1063">
                  <c:v>9.5401438676417705</c:v>
                </c:pt>
                <c:pt idx="1064">
                  <c:v>9.5500000000000007</c:v>
                </c:pt>
                <c:pt idx="1065">
                  <c:v>9.57</c:v>
                </c:pt>
                <c:pt idx="1066">
                  <c:v>9.585368750341015</c:v>
                </c:pt>
                <c:pt idx="1067">
                  <c:v>9.59</c:v>
                </c:pt>
                <c:pt idx="1068">
                  <c:v>9.6</c:v>
                </c:pt>
                <c:pt idx="1069">
                  <c:v>9.6</c:v>
                </c:pt>
                <c:pt idx="1070">
                  <c:v>9.6044415653093598</c:v>
                </c:pt>
                <c:pt idx="1071">
                  <c:v>9.61</c:v>
                </c:pt>
                <c:pt idx="1072">
                  <c:v>9.6</c:v>
                </c:pt>
                <c:pt idx="1073">
                  <c:v>9.5968062679070414</c:v>
                </c:pt>
                <c:pt idx="1074">
                  <c:v>9.58</c:v>
                </c:pt>
                <c:pt idx="1075">
                  <c:v>9.58</c:v>
                </c:pt>
                <c:pt idx="1076">
                  <c:v>9.58</c:v>
                </c:pt>
                <c:pt idx="1077">
                  <c:v>9.58</c:v>
                </c:pt>
                <c:pt idx="1078">
                  <c:v>9.58</c:v>
                </c:pt>
                <c:pt idx="1079">
                  <c:v>9.5867154737822311</c:v>
                </c:pt>
                <c:pt idx="1080">
                  <c:v>9.59</c:v>
                </c:pt>
                <c:pt idx="1081">
                  <c:v>9.61</c:v>
                </c:pt>
                <c:pt idx="1082">
                  <c:v>9.61</c:v>
                </c:pt>
                <c:pt idx="1083">
                  <c:v>9.6</c:v>
                </c:pt>
                <c:pt idx="1084">
                  <c:v>9.59</c:v>
                </c:pt>
                <c:pt idx="1085">
                  <c:v>9.5936909230600378</c:v>
                </c:pt>
                <c:pt idx="1086">
                  <c:v>9.6</c:v>
                </c:pt>
                <c:pt idx="1087">
                  <c:v>9.61</c:v>
                </c:pt>
                <c:pt idx="1088">
                  <c:v>9.6159096824112815</c:v>
                </c:pt>
                <c:pt idx="1089">
                  <c:v>9.6199999999999992</c:v>
                </c:pt>
                <c:pt idx="1090">
                  <c:v>9.64</c:v>
                </c:pt>
                <c:pt idx="1091">
                  <c:v>9.69</c:v>
                </c:pt>
                <c:pt idx="1092">
                  <c:v>9.73</c:v>
                </c:pt>
                <c:pt idx="1093">
                  <c:v>9.76</c:v>
                </c:pt>
                <c:pt idx="1094">
                  <c:v>9.76</c:v>
                </c:pt>
                <c:pt idx="1095">
                  <c:v>9.76</c:v>
                </c:pt>
                <c:pt idx="1096">
                  <c:v>9.76</c:v>
                </c:pt>
                <c:pt idx="1097">
                  <c:v>9.7517362340216316</c:v>
                </c:pt>
                <c:pt idx="1098">
                  <c:v>9.75</c:v>
                </c:pt>
                <c:pt idx="1099">
                  <c:v>9.73</c:v>
                </c:pt>
                <c:pt idx="1100">
                  <c:v>9.7025097044350019</c:v>
                </c:pt>
                <c:pt idx="1101">
                  <c:v>9.6999999999999993</c:v>
                </c:pt>
                <c:pt idx="1102">
                  <c:v>9.69</c:v>
                </c:pt>
                <c:pt idx="1103">
                  <c:v>9.6979815031830992</c:v>
                </c:pt>
                <c:pt idx="1104">
                  <c:v>9.6999999999999993</c:v>
                </c:pt>
                <c:pt idx="1105">
                  <c:v>9.6999999999999993</c:v>
                </c:pt>
                <c:pt idx="1106">
                  <c:v>9.7100000000000009</c:v>
                </c:pt>
                <c:pt idx="1107">
                  <c:v>9.7200000000000006</c:v>
                </c:pt>
                <c:pt idx="1108">
                  <c:v>9.729727761401076</c:v>
                </c:pt>
                <c:pt idx="1109">
                  <c:v>9.74</c:v>
                </c:pt>
                <c:pt idx="1110">
                  <c:v>9.7486037006687098</c:v>
                </c:pt>
                <c:pt idx="1111">
                  <c:v>9.75</c:v>
                </c:pt>
                <c:pt idx="1112">
                  <c:v>9.76</c:v>
                </c:pt>
                <c:pt idx="1113">
                  <c:v>9.75</c:v>
                </c:pt>
                <c:pt idx="1114">
                  <c:v>9.7305379014592912</c:v>
                </c:pt>
                <c:pt idx="1115">
                  <c:v>9.7200000000000006</c:v>
                </c:pt>
                <c:pt idx="1116">
                  <c:v>9.69</c:v>
                </c:pt>
                <c:pt idx="1117">
                  <c:v>9.65</c:v>
                </c:pt>
                <c:pt idx="1118">
                  <c:v>9.6417336745238913</c:v>
                </c:pt>
                <c:pt idx="1119">
                  <c:v>9.6300000000000008</c:v>
                </c:pt>
                <c:pt idx="1120">
                  <c:v>9.6199999999999992</c:v>
                </c:pt>
                <c:pt idx="1121">
                  <c:v>9.6199999999999992</c:v>
                </c:pt>
                <c:pt idx="1122">
                  <c:v>9.6199999999999992</c:v>
                </c:pt>
                <c:pt idx="1123">
                  <c:v>9.6199999999999992</c:v>
                </c:pt>
                <c:pt idx="1124">
                  <c:v>9.6148974297453726</c:v>
                </c:pt>
                <c:pt idx="1125">
                  <c:v>9.61</c:v>
                </c:pt>
                <c:pt idx="1126">
                  <c:v>9.6199999999999992</c:v>
                </c:pt>
                <c:pt idx="1127">
                  <c:v>9.6332200610652503</c:v>
                </c:pt>
                <c:pt idx="1128">
                  <c:v>9.64</c:v>
                </c:pt>
                <c:pt idx="1129">
                  <c:v>9.66</c:v>
                </c:pt>
                <c:pt idx="1130">
                  <c:v>9.67</c:v>
                </c:pt>
                <c:pt idx="1131">
                  <c:v>9.66</c:v>
                </c:pt>
                <c:pt idx="1132">
                  <c:v>9.6300000000000008</c:v>
                </c:pt>
                <c:pt idx="1133">
                  <c:v>9.592472164069882</c:v>
                </c:pt>
                <c:pt idx="1134">
                  <c:v>9.59</c:v>
                </c:pt>
                <c:pt idx="1135">
                  <c:v>9.56</c:v>
                </c:pt>
                <c:pt idx="1136">
                  <c:v>9.5399999999999991</c:v>
                </c:pt>
                <c:pt idx="1137">
                  <c:v>9.5322329738058542</c:v>
                </c:pt>
                <c:pt idx="1138">
                  <c:v>9.5299999999999994</c:v>
                </c:pt>
                <c:pt idx="1139">
                  <c:v>9.5</c:v>
                </c:pt>
                <c:pt idx="1140">
                  <c:v>9.4735695565572922</c:v>
                </c:pt>
                <c:pt idx="1141">
                  <c:v>9.4700000000000006</c:v>
                </c:pt>
                <c:pt idx="1142">
                  <c:v>9.4700000000000006</c:v>
                </c:pt>
                <c:pt idx="1143">
                  <c:v>9.4600000000000009</c:v>
                </c:pt>
                <c:pt idx="1144">
                  <c:v>9.4487053601452686</c:v>
                </c:pt>
                <c:pt idx="1145">
                  <c:v>9.44</c:v>
                </c:pt>
                <c:pt idx="1146">
                  <c:v>9.39</c:v>
                </c:pt>
                <c:pt idx="1147">
                  <c:v>9.34</c:v>
                </c:pt>
                <c:pt idx="1148">
                  <c:v>9.3067334019150127</c:v>
                </c:pt>
                <c:pt idx="1149">
                  <c:v>9.3000000000000007</c:v>
                </c:pt>
                <c:pt idx="1150">
                  <c:v>9.2429833253690799</c:v>
                </c:pt>
                <c:pt idx="1151">
                  <c:v>9.24</c:v>
                </c:pt>
                <c:pt idx="1152">
                  <c:v>9.2100000000000009</c:v>
                </c:pt>
                <c:pt idx="1153">
                  <c:v>9.19</c:v>
                </c:pt>
                <c:pt idx="1154">
                  <c:v>9.1865039533915933</c:v>
                </c:pt>
                <c:pt idx="1155">
                  <c:v>9.18</c:v>
                </c:pt>
                <c:pt idx="1156">
                  <c:v>9.16</c:v>
                </c:pt>
                <c:pt idx="1157">
                  <c:v>9.1516156255611207</c:v>
                </c:pt>
                <c:pt idx="1158">
                  <c:v>9.15</c:v>
                </c:pt>
                <c:pt idx="1159">
                  <c:v>9.16</c:v>
                </c:pt>
                <c:pt idx="1160">
                  <c:v>9.16</c:v>
                </c:pt>
                <c:pt idx="1161">
                  <c:v>9.1300000000000008</c:v>
                </c:pt>
                <c:pt idx="1162">
                  <c:v>9.0943704100699616</c:v>
                </c:pt>
                <c:pt idx="1163">
                  <c:v>9.09</c:v>
                </c:pt>
                <c:pt idx="1164">
                  <c:v>9.0399999999999991</c:v>
                </c:pt>
                <c:pt idx="1165">
                  <c:v>8.99</c:v>
                </c:pt>
                <c:pt idx="1166">
                  <c:v>8.9530381593101058</c:v>
                </c:pt>
                <c:pt idx="1167">
                  <c:v>8.9499999999999993</c:v>
                </c:pt>
                <c:pt idx="1168">
                  <c:v>8.92</c:v>
                </c:pt>
                <c:pt idx="1169">
                  <c:v>8.91</c:v>
                </c:pt>
                <c:pt idx="1170">
                  <c:v>8.9</c:v>
                </c:pt>
                <c:pt idx="1171">
                  <c:v>8.9</c:v>
                </c:pt>
                <c:pt idx="1172">
                  <c:v>8.9</c:v>
                </c:pt>
                <c:pt idx="1173">
                  <c:v>8.9</c:v>
                </c:pt>
                <c:pt idx="1174">
                  <c:v>8.91</c:v>
                </c:pt>
                <c:pt idx="1175">
                  <c:v>8.9161323095097469</c:v>
                </c:pt>
                <c:pt idx="1176">
                  <c:v>8.92</c:v>
                </c:pt>
                <c:pt idx="1177">
                  <c:v>8.92</c:v>
                </c:pt>
                <c:pt idx="1178">
                  <c:v>8.92</c:v>
                </c:pt>
                <c:pt idx="1179">
                  <c:v>8.9272502515452068</c:v>
                </c:pt>
                <c:pt idx="1180">
                  <c:v>8.93</c:v>
                </c:pt>
                <c:pt idx="1181">
                  <c:v>8.92</c:v>
                </c:pt>
                <c:pt idx="1182">
                  <c:v>8.8948279768648266</c:v>
                </c:pt>
                <c:pt idx="1183">
                  <c:v>8.89</c:v>
                </c:pt>
                <c:pt idx="1184">
                  <c:v>8.84</c:v>
                </c:pt>
                <c:pt idx="1185">
                  <c:v>8.7899999999999991</c:v>
                </c:pt>
                <c:pt idx="1186">
                  <c:v>8.7680617085164716</c:v>
                </c:pt>
                <c:pt idx="1187">
                  <c:v>8.76</c:v>
                </c:pt>
                <c:pt idx="1188">
                  <c:v>8.74</c:v>
                </c:pt>
                <c:pt idx="1189">
                  <c:v>8.73</c:v>
                </c:pt>
                <c:pt idx="1190">
                  <c:v>8.7370992323482266</c:v>
                </c:pt>
                <c:pt idx="1191">
                  <c:v>8.74</c:v>
                </c:pt>
                <c:pt idx="1192">
                  <c:v>8.75</c:v>
                </c:pt>
                <c:pt idx="1193">
                  <c:v>8.7636274069415752</c:v>
                </c:pt>
                <c:pt idx="1194">
                  <c:v>8.77</c:v>
                </c:pt>
                <c:pt idx="1195">
                  <c:v>8.77</c:v>
                </c:pt>
                <c:pt idx="1196">
                  <c:v>8.7547023889863684</c:v>
                </c:pt>
                <c:pt idx="1197">
                  <c:v>8.75</c:v>
                </c:pt>
                <c:pt idx="1198">
                  <c:v>8.6999999999999993</c:v>
                </c:pt>
                <c:pt idx="1199">
                  <c:v>8.67</c:v>
                </c:pt>
                <c:pt idx="1200">
                  <c:v>8.6300000000000008</c:v>
                </c:pt>
                <c:pt idx="1201">
                  <c:v>8.61</c:v>
                </c:pt>
                <c:pt idx="1202">
                  <c:v>8.59</c:v>
                </c:pt>
                <c:pt idx="1203">
                  <c:v>8.5857585702024544</c:v>
                </c:pt>
                <c:pt idx="1204">
                  <c:v>8.58</c:v>
                </c:pt>
                <c:pt idx="1205">
                  <c:v>8.5500000000000007</c:v>
                </c:pt>
                <c:pt idx="1206">
                  <c:v>8.49</c:v>
                </c:pt>
                <c:pt idx="1207">
                  <c:v>8.4600000000000009</c:v>
                </c:pt>
                <c:pt idx="1208">
                  <c:v>8.4686075119792008</c:v>
                </c:pt>
                <c:pt idx="1209">
                  <c:v>8.4700000000000006</c:v>
                </c:pt>
                <c:pt idx="1210">
                  <c:v>8.51</c:v>
                </c:pt>
                <c:pt idx="1211">
                  <c:v>8.5500000000000007</c:v>
                </c:pt>
                <c:pt idx="1212">
                  <c:v>8.5704120708718747</c:v>
                </c:pt>
                <c:pt idx="1213">
                  <c:v>8.58</c:v>
                </c:pt>
                <c:pt idx="1214">
                  <c:v>8.58</c:v>
                </c:pt>
                <c:pt idx="1215">
                  <c:v>8.5627837259100641</c:v>
                </c:pt>
                <c:pt idx="1216">
                  <c:v>8.56</c:v>
                </c:pt>
                <c:pt idx="1217">
                  <c:v>8.52</c:v>
                </c:pt>
                <c:pt idx="1218">
                  <c:v>8.48</c:v>
                </c:pt>
                <c:pt idx="1219">
                  <c:v>8.4665406033412136</c:v>
                </c:pt>
                <c:pt idx="1220">
                  <c:v>8.4600000000000009</c:v>
                </c:pt>
                <c:pt idx="1221">
                  <c:v>8.44</c:v>
                </c:pt>
                <c:pt idx="1222">
                  <c:v>8.4311614939505528</c:v>
                </c:pt>
                <c:pt idx="1223">
                  <c:v>8.42</c:v>
                </c:pt>
                <c:pt idx="1224">
                  <c:v>8.4</c:v>
                </c:pt>
                <c:pt idx="1225">
                  <c:v>8.3699999999999992</c:v>
                </c:pt>
                <c:pt idx="1226">
                  <c:v>8.35</c:v>
                </c:pt>
                <c:pt idx="1227">
                  <c:v>8.32</c:v>
                </c:pt>
                <c:pt idx="1228">
                  <c:v>8.2899999999999991</c:v>
                </c:pt>
                <c:pt idx="1229">
                  <c:v>8.2821543658511612</c:v>
                </c:pt>
                <c:pt idx="1230">
                  <c:v>8.27</c:v>
                </c:pt>
                <c:pt idx="1231">
                  <c:v>8.26</c:v>
                </c:pt>
                <c:pt idx="1232">
                  <c:v>8.2799999999999994</c:v>
                </c:pt>
                <c:pt idx="1233">
                  <c:v>8.2899999999999991</c:v>
                </c:pt>
                <c:pt idx="1234">
                  <c:v>8.2899999999999991</c:v>
                </c:pt>
                <c:pt idx="1235">
                  <c:v>8.2847761194029843</c:v>
                </c:pt>
                <c:pt idx="1236">
                  <c:v>8.2799999999999994</c:v>
                </c:pt>
                <c:pt idx="1237">
                  <c:v>8.27</c:v>
                </c:pt>
                <c:pt idx="1238">
                  <c:v>8.2632098732201023</c:v>
                </c:pt>
                <c:pt idx="1239">
                  <c:v>8.26</c:v>
                </c:pt>
                <c:pt idx="1240">
                  <c:v>8.23</c:v>
                </c:pt>
                <c:pt idx="1241">
                  <c:v>8.2215888217671047</c:v>
                </c:pt>
                <c:pt idx="1242">
                  <c:v>8.2100000000000009</c:v>
                </c:pt>
                <c:pt idx="1243">
                  <c:v>8.19</c:v>
                </c:pt>
                <c:pt idx="1244">
                  <c:v>8.18</c:v>
                </c:pt>
                <c:pt idx="1245">
                  <c:v>8.1744353010913908</c:v>
                </c:pt>
                <c:pt idx="1246">
                  <c:v>8.17</c:v>
                </c:pt>
                <c:pt idx="1247">
                  <c:v>8.16</c:v>
                </c:pt>
                <c:pt idx="1248">
                  <c:v>8.14</c:v>
                </c:pt>
                <c:pt idx="1249">
                  <c:v>8.11</c:v>
                </c:pt>
                <c:pt idx="1250">
                  <c:v>8.09</c:v>
                </c:pt>
                <c:pt idx="1251">
                  <c:v>8.0843542646071196</c:v>
                </c:pt>
                <c:pt idx="1252">
                  <c:v>8.08</c:v>
                </c:pt>
                <c:pt idx="1253">
                  <c:v>8.08</c:v>
                </c:pt>
                <c:pt idx="1254">
                  <c:v>8.0876809872029245</c:v>
                </c:pt>
                <c:pt idx="1255">
                  <c:v>8.09</c:v>
                </c:pt>
                <c:pt idx="1256">
                  <c:v>8.1199999999999992</c:v>
                </c:pt>
                <c:pt idx="1257">
                  <c:v>8.1300000000000008</c:v>
                </c:pt>
                <c:pt idx="1258">
                  <c:v>8.1251682872101725</c:v>
                </c:pt>
                <c:pt idx="1259">
                  <c:v>8.1199999999999992</c:v>
                </c:pt>
                <c:pt idx="1260">
                  <c:v>8.09</c:v>
                </c:pt>
                <c:pt idx="1261">
                  <c:v>8.0741342467475334</c:v>
                </c:pt>
                <c:pt idx="1262">
                  <c:v>8.07</c:v>
                </c:pt>
                <c:pt idx="1263">
                  <c:v>8.06</c:v>
                </c:pt>
                <c:pt idx="1264">
                  <c:v>8.06</c:v>
                </c:pt>
                <c:pt idx="1265">
                  <c:v>8.06</c:v>
                </c:pt>
                <c:pt idx="1266">
                  <c:v>8.06</c:v>
                </c:pt>
                <c:pt idx="1267">
                  <c:v>8.08</c:v>
                </c:pt>
                <c:pt idx="1268">
                  <c:v>8.073727713539725</c:v>
                </c:pt>
                <c:pt idx="1269">
                  <c:v>8.07</c:v>
                </c:pt>
                <c:pt idx="1270">
                  <c:v>8.06</c:v>
                </c:pt>
                <c:pt idx="1271">
                  <c:v>8.0500000000000007</c:v>
                </c:pt>
                <c:pt idx="1272">
                  <c:v>8.06</c:v>
                </c:pt>
                <c:pt idx="1273">
                  <c:v>8.07</c:v>
                </c:pt>
                <c:pt idx="1274">
                  <c:v>8.0912445212407285</c:v>
                </c:pt>
                <c:pt idx="1275">
                  <c:v>8.1</c:v>
                </c:pt>
                <c:pt idx="1276">
                  <c:v>8.1300000000000008</c:v>
                </c:pt>
                <c:pt idx="1277">
                  <c:v>8.1515824320082189</c:v>
                </c:pt>
                <c:pt idx="1278">
                  <c:v>8.16</c:v>
                </c:pt>
                <c:pt idx="1279">
                  <c:v>8.18</c:v>
                </c:pt>
                <c:pt idx="1280">
                  <c:v>8.1858864692043181</c:v>
                </c:pt>
                <c:pt idx="1281">
                  <c:v>8.19</c:v>
                </c:pt>
                <c:pt idx="1282">
                  <c:v>8.17</c:v>
                </c:pt>
                <c:pt idx="1283">
                  <c:v>8.1492057131521527</c:v>
                </c:pt>
                <c:pt idx="1284">
                  <c:v>8.1300000000000008</c:v>
                </c:pt>
                <c:pt idx="1285">
                  <c:v>8.09</c:v>
                </c:pt>
                <c:pt idx="1286">
                  <c:v>8.0562948052452406</c:v>
                </c:pt>
                <c:pt idx="1287">
                  <c:v>8.0500000000000007</c:v>
                </c:pt>
                <c:pt idx="1288">
                  <c:v>7.98</c:v>
                </c:pt>
                <c:pt idx="1289">
                  <c:v>7.98</c:v>
                </c:pt>
                <c:pt idx="1290">
                  <c:v>7.9888067050811946</c:v>
                </c:pt>
                <c:pt idx="1291">
                  <c:v>8</c:v>
                </c:pt>
                <c:pt idx="1292">
                  <c:v>8</c:v>
                </c:pt>
                <c:pt idx="1293">
                  <c:v>7.9890046462927824</c:v>
                </c:pt>
                <c:pt idx="1294">
                  <c:v>7.98</c:v>
                </c:pt>
                <c:pt idx="1295">
                  <c:v>7.95</c:v>
                </c:pt>
                <c:pt idx="1296">
                  <c:v>7.9339771599813718</c:v>
                </c:pt>
                <c:pt idx="1297">
                  <c:v>7.93</c:v>
                </c:pt>
                <c:pt idx="1298">
                  <c:v>7.966243453314207</c:v>
                </c:pt>
                <c:pt idx="1299">
                  <c:v>7.97</c:v>
                </c:pt>
                <c:pt idx="1300">
                  <c:v>8.01</c:v>
                </c:pt>
                <c:pt idx="1301">
                  <c:v>8.06</c:v>
                </c:pt>
                <c:pt idx="1302">
                  <c:v>8.0958637459206955</c:v>
                </c:pt>
                <c:pt idx="1303">
                  <c:v>8.11</c:v>
                </c:pt>
                <c:pt idx="1304">
                  <c:v>8.14</c:v>
                </c:pt>
                <c:pt idx="1305">
                  <c:v>8.16</c:v>
                </c:pt>
                <c:pt idx="1306">
                  <c:v>8.17</c:v>
                </c:pt>
                <c:pt idx="1307">
                  <c:v>8.1651854291360006</c:v>
                </c:pt>
                <c:pt idx="1308">
                  <c:v>8.16</c:v>
                </c:pt>
                <c:pt idx="1309">
                  <c:v>8.15</c:v>
                </c:pt>
                <c:pt idx="1310">
                  <c:v>8.15</c:v>
                </c:pt>
                <c:pt idx="1311">
                  <c:v>8.15</c:v>
                </c:pt>
                <c:pt idx="1312">
                  <c:v>8.15</c:v>
                </c:pt>
                <c:pt idx="1313">
                  <c:v>8.15</c:v>
                </c:pt>
                <c:pt idx="1314">
                  <c:v>8.15</c:v>
                </c:pt>
                <c:pt idx="1315">
                  <c:v>8.15</c:v>
                </c:pt>
                <c:pt idx="1316">
                  <c:v>8.1681569510180676</c:v>
                </c:pt>
                <c:pt idx="1317">
                  <c:v>8.17</c:v>
                </c:pt>
                <c:pt idx="1318">
                  <c:v>8.16</c:v>
                </c:pt>
                <c:pt idx="1319">
                  <c:v>8.1481639534271117</c:v>
                </c:pt>
                <c:pt idx="1320">
                  <c:v>8.14</c:v>
                </c:pt>
                <c:pt idx="1321">
                  <c:v>8.1300000000000008</c:v>
                </c:pt>
                <c:pt idx="1322">
                  <c:v>8.1300000000000008</c:v>
                </c:pt>
                <c:pt idx="1323">
                  <c:v>8.1300000000000008</c:v>
                </c:pt>
                <c:pt idx="1324">
                  <c:v>8.14</c:v>
                </c:pt>
                <c:pt idx="1325">
                  <c:v>8.1560394936179854</c:v>
                </c:pt>
                <c:pt idx="1326">
                  <c:v>8.16</c:v>
                </c:pt>
                <c:pt idx="1327">
                  <c:v>8.17</c:v>
                </c:pt>
                <c:pt idx="1328">
                  <c:v>8.16</c:v>
                </c:pt>
                <c:pt idx="1329">
                  <c:v>8.1425170053876403</c:v>
                </c:pt>
                <c:pt idx="1330">
                  <c:v>8.14</c:v>
                </c:pt>
                <c:pt idx="1331">
                  <c:v>8.1573715469736623</c:v>
                </c:pt>
                <c:pt idx="1332">
                  <c:v>8.16</c:v>
                </c:pt>
                <c:pt idx="1333">
                  <c:v>8.1999999999999993</c:v>
                </c:pt>
                <c:pt idx="1334">
                  <c:v>8.27</c:v>
                </c:pt>
                <c:pt idx="1335">
                  <c:v>8.35</c:v>
                </c:pt>
                <c:pt idx="1336">
                  <c:v>8.42</c:v>
                </c:pt>
                <c:pt idx="1337">
                  <c:v>8.49</c:v>
                </c:pt>
                <c:pt idx="1338">
                  <c:v>8.509634495241432</c:v>
                </c:pt>
                <c:pt idx="1339">
                  <c:v>8.5299999999999994</c:v>
                </c:pt>
                <c:pt idx="1340">
                  <c:v>8.5500000000000007</c:v>
                </c:pt>
                <c:pt idx="1341">
                  <c:v>8.5419709424584198</c:v>
                </c:pt>
                <c:pt idx="1342">
                  <c:v>8.5399999999999991</c:v>
                </c:pt>
                <c:pt idx="1343">
                  <c:v>8.5299999999999994</c:v>
                </c:pt>
                <c:pt idx="1344">
                  <c:v>8.5299999999999994</c:v>
                </c:pt>
                <c:pt idx="1345">
                  <c:v>8.5299999999999994</c:v>
                </c:pt>
                <c:pt idx="1346">
                  <c:v>8.52</c:v>
                </c:pt>
                <c:pt idx="1347">
                  <c:v>8.49</c:v>
                </c:pt>
                <c:pt idx="1348">
                  <c:v>8.44</c:v>
                </c:pt>
                <c:pt idx="1349">
                  <c:v>8.4102125398512229</c:v>
                </c:pt>
                <c:pt idx="1350">
                  <c:v>8.4</c:v>
                </c:pt>
                <c:pt idx="1351">
                  <c:v>8.3699999999999992</c:v>
                </c:pt>
                <c:pt idx="1352">
                  <c:v>8.3537795579577256</c:v>
                </c:pt>
                <c:pt idx="1353">
                  <c:v>8.35</c:v>
                </c:pt>
                <c:pt idx="1354">
                  <c:v>8.35</c:v>
                </c:pt>
                <c:pt idx="1355">
                  <c:v>8.3666577390916181</c:v>
                </c:pt>
                <c:pt idx="1356">
                  <c:v>8.3699999999999992</c:v>
                </c:pt>
                <c:pt idx="1357">
                  <c:v>8.41</c:v>
                </c:pt>
                <c:pt idx="1358">
                  <c:v>8.4568679095728001</c:v>
                </c:pt>
                <c:pt idx="1359">
                  <c:v>8.4700000000000006</c:v>
                </c:pt>
                <c:pt idx="1360">
                  <c:v>8.52</c:v>
                </c:pt>
                <c:pt idx="1361">
                  <c:v>8.5290648580668336</c:v>
                </c:pt>
                <c:pt idx="1362">
                  <c:v>8.5299999999999994</c:v>
                </c:pt>
                <c:pt idx="1363">
                  <c:v>8.5299999999999994</c:v>
                </c:pt>
                <c:pt idx="1364">
                  <c:v>8.5299999999999994</c:v>
                </c:pt>
                <c:pt idx="1365">
                  <c:v>8.5299999999999994</c:v>
                </c:pt>
                <c:pt idx="1366">
                  <c:v>8.5399999999999991</c:v>
                </c:pt>
                <c:pt idx="1367">
                  <c:v>8.56</c:v>
                </c:pt>
                <c:pt idx="1368">
                  <c:v>8.5630019011055953</c:v>
                </c:pt>
                <c:pt idx="1369">
                  <c:v>8.57</c:v>
                </c:pt>
                <c:pt idx="1370">
                  <c:v>8.58</c:v>
                </c:pt>
                <c:pt idx="1371">
                  <c:v>8.59</c:v>
                </c:pt>
                <c:pt idx="1372">
                  <c:v>8.6199999999999992</c:v>
                </c:pt>
                <c:pt idx="1373">
                  <c:v>8.66</c:v>
                </c:pt>
                <c:pt idx="1374">
                  <c:v>8.6869581407293275</c:v>
                </c:pt>
                <c:pt idx="1375">
                  <c:v>8.7100000000000009</c:v>
                </c:pt>
                <c:pt idx="1376">
                  <c:v>8.7899999999999991</c:v>
                </c:pt>
                <c:pt idx="1377">
                  <c:v>8.8499983694101338</c:v>
                </c:pt>
                <c:pt idx="1378">
                  <c:v>8.86</c:v>
                </c:pt>
                <c:pt idx="1379">
                  <c:v>8.91</c:v>
                </c:pt>
                <c:pt idx="1380">
                  <c:v>8.9368097135789863</c:v>
                </c:pt>
                <c:pt idx="1381">
                  <c:v>8.94</c:v>
                </c:pt>
                <c:pt idx="1382">
                  <c:v>8.9700000000000006</c:v>
                </c:pt>
                <c:pt idx="1383">
                  <c:v>8.9970956114448626</c:v>
                </c:pt>
                <c:pt idx="1384">
                  <c:v>9</c:v>
                </c:pt>
                <c:pt idx="1385">
                  <c:v>9.02</c:v>
                </c:pt>
                <c:pt idx="1386">
                  <c:v>9.0299999999999994</c:v>
                </c:pt>
                <c:pt idx="1387">
                  <c:v>9.0399999999999991</c:v>
                </c:pt>
                <c:pt idx="1388">
                  <c:v>9.0568912682961997</c:v>
                </c:pt>
                <c:pt idx="1389">
                  <c:v>9.06</c:v>
                </c:pt>
                <c:pt idx="1390">
                  <c:v>9.08</c:v>
                </c:pt>
                <c:pt idx="1391">
                  <c:v>9.0946186780227585</c:v>
                </c:pt>
                <c:pt idx="1392">
                  <c:v>9.1</c:v>
                </c:pt>
                <c:pt idx="1393">
                  <c:v>9.1300000000000008</c:v>
                </c:pt>
                <c:pt idx="1394">
                  <c:v>9.1300000000000008</c:v>
                </c:pt>
                <c:pt idx="1395">
                  <c:v>9.1300000000000008</c:v>
                </c:pt>
                <c:pt idx="1396">
                  <c:v>9.14</c:v>
                </c:pt>
                <c:pt idx="1397">
                  <c:v>9.16</c:v>
                </c:pt>
                <c:pt idx="1398">
                  <c:v>9.1717701471618778</c:v>
                </c:pt>
                <c:pt idx="1399">
                  <c:v>9.18</c:v>
                </c:pt>
                <c:pt idx="1400">
                  <c:v>9.1999999999999993</c:v>
                </c:pt>
                <c:pt idx="1401">
                  <c:v>9.2158599207098355</c:v>
                </c:pt>
                <c:pt idx="1402">
                  <c:v>9.2200000000000006</c:v>
                </c:pt>
                <c:pt idx="1403">
                  <c:v>9.24</c:v>
                </c:pt>
                <c:pt idx="1404">
                  <c:v>9.2556277166964964</c:v>
                </c:pt>
                <c:pt idx="1405">
                  <c:v>9.26</c:v>
                </c:pt>
                <c:pt idx="1406">
                  <c:v>9.27</c:v>
                </c:pt>
                <c:pt idx="1407">
                  <c:v>9.2899999999999991</c:v>
                </c:pt>
                <c:pt idx="1408">
                  <c:v>9.3051233419362589</c:v>
                </c:pt>
                <c:pt idx="1409">
                  <c:v>9.32</c:v>
                </c:pt>
                <c:pt idx="1410">
                  <c:v>9.3699999999999992</c:v>
                </c:pt>
                <c:pt idx="1411">
                  <c:v>9.4003824567494068</c:v>
                </c:pt>
                <c:pt idx="1412">
                  <c:v>9.42</c:v>
                </c:pt>
                <c:pt idx="1413">
                  <c:v>9.4600000000000009</c:v>
                </c:pt>
                <c:pt idx="1414">
                  <c:v>9.5</c:v>
                </c:pt>
                <c:pt idx="1415">
                  <c:v>9.5126137043686416</c:v>
                </c:pt>
                <c:pt idx="1416">
                  <c:v>9.5299999999999994</c:v>
                </c:pt>
                <c:pt idx="1417">
                  <c:v>9.5558856862638262</c:v>
                </c:pt>
                <c:pt idx="1418">
                  <c:v>9.56</c:v>
                </c:pt>
                <c:pt idx="1419">
                  <c:v>9.59</c:v>
                </c:pt>
                <c:pt idx="1420">
                  <c:v>9.6199999999999992</c:v>
                </c:pt>
                <c:pt idx="1421">
                  <c:v>9.6223101557036106</c:v>
                </c:pt>
                <c:pt idx="1422">
                  <c:v>9.65</c:v>
                </c:pt>
                <c:pt idx="1423">
                  <c:v>9.68</c:v>
                </c:pt>
                <c:pt idx="1424">
                  <c:v>9.7100000000000009</c:v>
                </c:pt>
                <c:pt idx="1425">
                  <c:v>9.724522513179501</c:v>
                </c:pt>
                <c:pt idx="1426">
                  <c:v>9.73</c:v>
                </c:pt>
                <c:pt idx="1427">
                  <c:v>9.75</c:v>
                </c:pt>
                <c:pt idx="1428">
                  <c:v>9.7828812492755048</c:v>
                </c:pt>
                <c:pt idx="1429">
                  <c:v>9.7899999999999991</c:v>
                </c:pt>
                <c:pt idx="1430">
                  <c:v>9.8800000000000008</c:v>
                </c:pt>
                <c:pt idx="1431">
                  <c:v>9.91</c:v>
                </c:pt>
                <c:pt idx="1432">
                  <c:v>9.9386015927189977</c:v>
                </c:pt>
                <c:pt idx="1433">
                  <c:v>9.9499999999999993</c:v>
                </c:pt>
                <c:pt idx="1434">
                  <c:v>9.98</c:v>
                </c:pt>
                <c:pt idx="1435">
                  <c:v>10.02</c:v>
                </c:pt>
                <c:pt idx="1436">
                  <c:v>10.050000000000001</c:v>
                </c:pt>
                <c:pt idx="1437">
                  <c:v>10.07</c:v>
                </c:pt>
                <c:pt idx="1438">
                  <c:v>10.084525606313729</c:v>
                </c:pt>
                <c:pt idx="1439">
                  <c:v>10.1</c:v>
                </c:pt>
                <c:pt idx="1440">
                  <c:v>10.12654448624523</c:v>
                </c:pt>
                <c:pt idx="1441">
                  <c:v>10.130000000000001</c:v>
                </c:pt>
                <c:pt idx="1442">
                  <c:v>10.19</c:v>
                </c:pt>
                <c:pt idx="1443">
                  <c:v>10.19790603521326</c:v>
                </c:pt>
                <c:pt idx="1444">
                  <c:v>10.210000000000001</c:v>
                </c:pt>
                <c:pt idx="1445">
                  <c:v>10.24</c:v>
                </c:pt>
                <c:pt idx="1446">
                  <c:v>10.248393201635929</c:v>
                </c:pt>
                <c:pt idx="1447">
                  <c:v>10.25</c:v>
                </c:pt>
                <c:pt idx="1448">
                  <c:v>10.25</c:v>
                </c:pt>
                <c:pt idx="1449">
                  <c:v>10.25</c:v>
                </c:pt>
                <c:pt idx="1450">
                  <c:v>10.25</c:v>
                </c:pt>
                <c:pt idx="1451">
                  <c:v>10.25</c:v>
                </c:pt>
                <c:pt idx="1452">
                  <c:v>10.24</c:v>
                </c:pt>
                <c:pt idx="1453">
                  <c:v>10.247305302042591</c:v>
                </c:pt>
                <c:pt idx="1454">
                  <c:v>10.25</c:v>
                </c:pt>
                <c:pt idx="1455">
                  <c:v>10.27</c:v>
                </c:pt>
                <c:pt idx="1456">
                  <c:v>10.28647406026716</c:v>
                </c:pt>
                <c:pt idx="1457">
                  <c:v>10.29</c:v>
                </c:pt>
                <c:pt idx="1458">
                  <c:v>10.336269679400511</c:v>
                </c:pt>
                <c:pt idx="1459">
                  <c:v>10.34</c:v>
                </c:pt>
                <c:pt idx="1460">
                  <c:v>10.37</c:v>
                </c:pt>
                <c:pt idx="1461">
                  <c:v>10.38547004355727</c:v>
                </c:pt>
                <c:pt idx="1462">
                  <c:v>10.39</c:v>
                </c:pt>
                <c:pt idx="1463">
                  <c:v>10.4</c:v>
                </c:pt>
                <c:pt idx="1464">
                  <c:v>10.41</c:v>
                </c:pt>
                <c:pt idx="1465">
                  <c:v>10.43</c:v>
                </c:pt>
                <c:pt idx="1466">
                  <c:v>10.43728534470703</c:v>
                </c:pt>
                <c:pt idx="1467">
                  <c:v>10.44</c:v>
                </c:pt>
                <c:pt idx="1468">
                  <c:v>10.45</c:v>
                </c:pt>
                <c:pt idx="1469">
                  <c:v>10.46</c:v>
                </c:pt>
                <c:pt idx="1470">
                  <c:v>10.47307064160726</c:v>
                </c:pt>
                <c:pt idx="1471">
                  <c:v>10.48</c:v>
                </c:pt>
                <c:pt idx="1472">
                  <c:v>10.51</c:v>
                </c:pt>
                <c:pt idx="1473">
                  <c:v>10.52318121149897</c:v>
                </c:pt>
                <c:pt idx="1474">
                  <c:v>10.54</c:v>
                </c:pt>
                <c:pt idx="1475">
                  <c:v>10.57</c:v>
                </c:pt>
                <c:pt idx="1476">
                  <c:v>10.59</c:v>
                </c:pt>
                <c:pt idx="1477">
                  <c:v>10.596126950561469</c:v>
                </c:pt>
                <c:pt idx="1478">
                  <c:v>10.6</c:v>
                </c:pt>
                <c:pt idx="1479">
                  <c:v>10.61</c:v>
                </c:pt>
                <c:pt idx="1480">
                  <c:v>10.61</c:v>
                </c:pt>
                <c:pt idx="1481">
                  <c:v>10.61</c:v>
                </c:pt>
                <c:pt idx="1482">
                  <c:v>10.6</c:v>
                </c:pt>
                <c:pt idx="1483">
                  <c:v>10.61</c:v>
                </c:pt>
                <c:pt idx="1484">
                  <c:v>10.63</c:v>
                </c:pt>
                <c:pt idx="1485">
                  <c:v>10.63494731946694</c:v>
                </c:pt>
                <c:pt idx="1486">
                  <c:v>10.64</c:v>
                </c:pt>
                <c:pt idx="1487">
                  <c:v>10.66</c:v>
                </c:pt>
                <c:pt idx="1488">
                  <c:v>10.68</c:v>
                </c:pt>
                <c:pt idx="1489">
                  <c:v>10.68</c:v>
                </c:pt>
                <c:pt idx="1490">
                  <c:v>10.67</c:v>
                </c:pt>
                <c:pt idx="1491">
                  <c:v>10.649377147063641</c:v>
                </c:pt>
                <c:pt idx="1492">
                  <c:v>10.64</c:v>
                </c:pt>
                <c:pt idx="1493">
                  <c:v>10.61</c:v>
                </c:pt>
                <c:pt idx="1494">
                  <c:v>10.59881918573709</c:v>
                </c:pt>
                <c:pt idx="1495">
                  <c:v>10.59</c:v>
                </c:pt>
                <c:pt idx="1496">
                  <c:v>10.58</c:v>
                </c:pt>
                <c:pt idx="1497">
                  <c:v>10.58</c:v>
                </c:pt>
                <c:pt idx="1498">
                  <c:v>10.58</c:v>
                </c:pt>
                <c:pt idx="1499">
                  <c:v>10.6</c:v>
                </c:pt>
                <c:pt idx="1500">
                  <c:v>10.608850042123001</c:v>
                </c:pt>
                <c:pt idx="1501">
                  <c:v>10.62</c:v>
                </c:pt>
                <c:pt idx="1502">
                  <c:v>10.63791204210812</c:v>
                </c:pt>
                <c:pt idx="1503">
                  <c:v>10.64</c:v>
                </c:pt>
                <c:pt idx="1504">
                  <c:v>10.66</c:v>
                </c:pt>
                <c:pt idx="1505">
                  <c:v>10.67</c:v>
                </c:pt>
                <c:pt idx="1506">
                  <c:v>10.66</c:v>
                </c:pt>
                <c:pt idx="1507">
                  <c:v>10.63</c:v>
                </c:pt>
                <c:pt idx="1508">
                  <c:v>10.6</c:v>
                </c:pt>
                <c:pt idx="1509">
                  <c:v>10.571711982570809</c:v>
                </c:pt>
                <c:pt idx="1510">
                  <c:v>10.57</c:v>
                </c:pt>
                <c:pt idx="1511">
                  <c:v>10.54982904725475</c:v>
                </c:pt>
                <c:pt idx="1512">
                  <c:v>10.54</c:v>
                </c:pt>
                <c:pt idx="1513">
                  <c:v>10.51</c:v>
                </c:pt>
                <c:pt idx="1514">
                  <c:v>10.49</c:v>
                </c:pt>
                <c:pt idx="1515">
                  <c:v>10.51</c:v>
                </c:pt>
                <c:pt idx="1516">
                  <c:v>10.53</c:v>
                </c:pt>
                <c:pt idx="1517">
                  <c:v>10.55</c:v>
                </c:pt>
                <c:pt idx="1518">
                  <c:v>10.54</c:v>
                </c:pt>
                <c:pt idx="1519">
                  <c:v>10.514545511066901</c:v>
                </c:pt>
                <c:pt idx="1520">
                  <c:v>10.51</c:v>
                </c:pt>
                <c:pt idx="1521">
                  <c:v>10.474099074972131</c:v>
                </c:pt>
                <c:pt idx="1522">
                  <c:v>10.47</c:v>
                </c:pt>
                <c:pt idx="1523">
                  <c:v>10.44</c:v>
                </c:pt>
                <c:pt idx="1524">
                  <c:v>10.43</c:v>
                </c:pt>
                <c:pt idx="1525">
                  <c:v>10.42</c:v>
                </c:pt>
                <c:pt idx="1526">
                  <c:v>10.42</c:v>
                </c:pt>
                <c:pt idx="1527">
                  <c:v>10.42</c:v>
                </c:pt>
                <c:pt idx="1528">
                  <c:v>10.43</c:v>
                </c:pt>
                <c:pt idx="1529">
                  <c:v>10.46</c:v>
                </c:pt>
                <c:pt idx="1530">
                  <c:v>10.5</c:v>
                </c:pt>
                <c:pt idx="1531">
                  <c:v>10.50475026263012</c:v>
                </c:pt>
                <c:pt idx="1532">
                  <c:v>10.53</c:v>
                </c:pt>
                <c:pt idx="1533">
                  <c:v>10.55</c:v>
                </c:pt>
                <c:pt idx="1534">
                  <c:v>10.53</c:v>
                </c:pt>
                <c:pt idx="1535">
                  <c:v>10.50885871802674</c:v>
                </c:pt>
                <c:pt idx="1536">
                  <c:v>10.47</c:v>
                </c:pt>
                <c:pt idx="1537">
                  <c:v>10.41</c:v>
                </c:pt>
                <c:pt idx="1538">
                  <c:v>10.39233303596149</c:v>
                </c:pt>
                <c:pt idx="1539">
                  <c:v>10.36</c:v>
                </c:pt>
                <c:pt idx="1540">
                  <c:v>10.33</c:v>
                </c:pt>
                <c:pt idx="1541">
                  <c:v>10.303294525445329</c:v>
                </c:pt>
                <c:pt idx="1542">
                  <c:v>10.3</c:v>
                </c:pt>
                <c:pt idx="1543">
                  <c:v>10.31</c:v>
                </c:pt>
                <c:pt idx="1544">
                  <c:v>10.32</c:v>
                </c:pt>
                <c:pt idx="1545">
                  <c:v>10.33</c:v>
                </c:pt>
                <c:pt idx="1546">
                  <c:v>10.33</c:v>
                </c:pt>
                <c:pt idx="1547">
                  <c:v>10.312753598529961</c:v>
                </c:pt>
                <c:pt idx="1548">
                  <c:v>10.31</c:v>
                </c:pt>
                <c:pt idx="1549">
                  <c:v>10.295019560059</c:v>
                </c:pt>
                <c:pt idx="1550">
                  <c:v>10.27</c:v>
                </c:pt>
                <c:pt idx="1551">
                  <c:v>10.24370859859779</c:v>
                </c:pt>
                <c:pt idx="1552">
                  <c:v>10.220000000000001</c:v>
                </c:pt>
                <c:pt idx="1553">
                  <c:v>10.18</c:v>
                </c:pt>
                <c:pt idx="1554">
                  <c:v>10.14</c:v>
                </c:pt>
                <c:pt idx="1555">
                  <c:v>10.106698365527491</c:v>
                </c:pt>
                <c:pt idx="1556">
                  <c:v>10.1</c:v>
                </c:pt>
                <c:pt idx="1557">
                  <c:v>10.08</c:v>
                </c:pt>
                <c:pt idx="1558">
                  <c:v>10.08</c:v>
                </c:pt>
                <c:pt idx="1559">
                  <c:v>10.09</c:v>
                </c:pt>
                <c:pt idx="1560">
                  <c:v>10.098042156326869</c:v>
                </c:pt>
                <c:pt idx="1561">
                  <c:v>10.1</c:v>
                </c:pt>
                <c:pt idx="1562">
                  <c:v>10.08</c:v>
                </c:pt>
                <c:pt idx="1563">
                  <c:v>10.02</c:v>
                </c:pt>
                <c:pt idx="1564">
                  <c:v>9.9781715532419817</c:v>
                </c:pt>
                <c:pt idx="1565">
                  <c:v>9.9600000000000009</c:v>
                </c:pt>
                <c:pt idx="1566">
                  <c:v>9.9420527946167869</c:v>
                </c:pt>
                <c:pt idx="1567">
                  <c:v>9.94</c:v>
                </c:pt>
                <c:pt idx="1568">
                  <c:v>9.93</c:v>
                </c:pt>
                <c:pt idx="1569">
                  <c:v>9.91</c:v>
                </c:pt>
                <c:pt idx="1570">
                  <c:v>9.9</c:v>
                </c:pt>
                <c:pt idx="1571">
                  <c:v>9.9</c:v>
                </c:pt>
                <c:pt idx="1572">
                  <c:v>9.9</c:v>
                </c:pt>
                <c:pt idx="1573">
                  <c:v>9.9</c:v>
                </c:pt>
                <c:pt idx="1574">
                  <c:v>9.9105439138420444</c:v>
                </c:pt>
                <c:pt idx="1575">
                  <c:v>9.92</c:v>
                </c:pt>
                <c:pt idx="1576">
                  <c:v>9.94</c:v>
                </c:pt>
                <c:pt idx="1577">
                  <c:v>9.9442571400139315</c:v>
                </c:pt>
                <c:pt idx="1578">
                  <c:v>9.9499999999999993</c:v>
                </c:pt>
                <c:pt idx="1579">
                  <c:v>9.93</c:v>
                </c:pt>
                <c:pt idx="1580">
                  <c:v>9.9</c:v>
                </c:pt>
                <c:pt idx="1581">
                  <c:v>9.8683695365734287</c:v>
                </c:pt>
                <c:pt idx="1582">
                  <c:v>9.85</c:v>
                </c:pt>
                <c:pt idx="1583">
                  <c:v>9.7899999999999991</c:v>
                </c:pt>
                <c:pt idx="1584">
                  <c:v>9.76</c:v>
                </c:pt>
                <c:pt idx="1585">
                  <c:v>9.76</c:v>
                </c:pt>
                <c:pt idx="1586">
                  <c:v>9.75</c:v>
                </c:pt>
                <c:pt idx="1587">
                  <c:v>9.7421527598627957</c:v>
                </c:pt>
                <c:pt idx="1588">
                  <c:v>9.74</c:v>
                </c:pt>
                <c:pt idx="1589">
                  <c:v>9.735929767795966</c:v>
                </c:pt>
                <c:pt idx="1590">
                  <c:v>9.7100000000000009</c:v>
                </c:pt>
                <c:pt idx="1591">
                  <c:v>9.69</c:v>
                </c:pt>
                <c:pt idx="1592">
                  <c:v>9.6986995840490025</c:v>
                </c:pt>
                <c:pt idx="1593">
                  <c:v>9.6999999999999993</c:v>
                </c:pt>
                <c:pt idx="1594">
                  <c:v>9.7100000000000009</c:v>
                </c:pt>
                <c:pt idx="1595">
                  <c:v>9.69</c:v>
                </c:pt>
                <c:pt idx="1596">
                  <c:v>9.66</c:v>
                </c:pt>
                <c:pt idx="1597">
                  <c:v>9.61</c:v>
                </c:pt>
                <c:pt idx="1598">
                  <c:v>9.5856983805668019</c:v>
                </c:pt>
                <c:pt idx="1599">
                  <c:v>9.57</c:v>
                </c:pt>
                <c:pt idx="1600">
                  <c:v>9.5399999999999991</c:v>
                </c:pt>
                <c:pt idx="1601">
                  <c:v>9.5334341425619833</c:v>
                </c:pt>
                <c:pt idx="1602">
                  <c:v>9.5299999999999994</c:v>
                </c:pt>
                <c:pt idx="1603">
                  <c:v>9.52</c:v>
                </c:pt>
                <c:pt idx="1604">
                  <c:v>9.52</c:v>
                </c:pt>
                <c:pt idx="1605">
                  <c:v>9.5254055787111245</c:v>
                </c:pt>
                <c:pt idx="1606">
                  <c:v>9.5399999999999991</c:v>
                </c:pt>
                <c:pt idx="1607">
                  <c:v>9.56</c:v>
                </c:pt>
                <c:pt idx="1608">
                  <c:v>9.5543439310251923</c:v>
                </c:pt>
                <c:pt idx="1609">
                  <c:v>9.5500000000000007</c:v>
                </c:pt>
                <c:pt idx="1610">
                  <c:v>9.5399999999999991</c:v>
                </c:pt>
                <c:pt idx="1611">
                  <c:v>9.5312555496653619</c:v>
                </c:pt>
                <c:pt idx="1612">
                  <c:v>9.5299999999999994</c:v>
                </c:pt>
                <c:pt idx="1613">
                  <c:v>9.49</c:v>
                </c:pt>
                <c:pt idx="1614">
                  <c:v>9.44</c:v>
                </c:pt>
                <c:pt idx="1615">
                  <c:v>9.39</c:v>
                </c:pt>
                <c:pt idx="1616">
                  <c:v>9.3699999999999992</c:v>
                </c:pt>
                <c:pt idx="1617">
                  <c:v>9.3617277113178741</c:v>
                </c:pt>
                <c:pt idx="1618">
                  <c:v>9.36</c:v>
                </c:pt>
                <c:pt idx="1619">
                  <c:v>9.3699999999999992</c:v>
                </c:pt>
                <c:pt idx="1620">
                  <c:v>9.3699999999999992</c:v>
                </c:pt>
                <c:pt idx="1621">
                  <c:v>9.3699999999999992</c:v>
                </c:pt>
                <c:pt idx="1622">
                  <c:v>9.36</c:v>
                </c:pt>
                <c:pt idx="1623">
                  <c:v>9.3800000000000008</c:v>
                </c:pt>
                <c:pt idx="1624">
                  <c:v>9.3800000000000008</c:v>
                </c:pt>
                <c:pt idx="1625">
                  <c:v>9.36</c:v>
                </c:pt>
                <c:pt idx="1626">
                  <c:v>9.32</c:v>
                </c:pt>
                <c:pt idx="1627">
                  <c:v>9.3158553415127514</c:v>
                </c:pt>
                <c:pt idx="1628">
                  <c:v>9.2983051968920734</c:v>
                </c:pt>
                <c:pt idx="1629">
                  <c:v>9.2899999999999991</c:v>
                </c:pt>
                <c:pt idx="1630">
                  <c:v>9.2507677442599316</c:v>
                </c:pt>
                <c:pt idx="1631">
                  <c:v>9.24</c:v>
                </c:pt>
                <c:pt idx="1632">
                  <c:v>9.18</c:v>
                </c:pt>
                <c:pt idx="1633">
                  <c:v>9.1</c:v>
                </c:pt>
                <c:pt idx="1634">
                  <c:v>9.0521244813277999</c:v>
                </c:pt>
                <c:pt idx="1635">
                  <c:v>9.0399999999999991</c:v>
                </c:pt>
                <c:pt idx="1636">
                  <c:v>8.98</c:v>
                </c:pt>
                <c:pt idx="1637">
                  <c:v>8.9624908350305503</c:v>
                </c:pt>
                <c:pt idx="1638">
                  <c:v>8.94</c:v>
                </c:pt>
                <c:pt idx="1639">
                  <c:v>8.91</c:v>
                </c:pt>
                <c:pt idx="1640">
                  <c:v>8.8926073131955494</c:v>
                </c:pt>
                <c:pt idx="1641">
                  <c:v>8.89</c:v>
                </c:pt>
                <c:pt idx="1642">
                  <c:v>8.86</c:v>
                </c:pt>
                <c:pt idx="1643">
                  <c:v>8.84</c:v>
                </c:pt>
                <c:pt idx="1644">
                  <c:v>8.821710264596252</c:v>
                </c:pt>
                <c:pt idx="1645">
                  <c:v>8.82</c:v>
                </c:pt>
                <c:pt idx="1646">
                  <c:v>8.7899999999999991</c:v>
                </c:pt>
                <c:pt idx="1647">
                  <c:v>8.77</c:v>
                </c:pt>
                <c:pt idx="1648">
                  <c:v>8.75</c:v>
                </c:pt>
                <c:pt idx="1649">
                  <c:v>8.74</c:v>
                </c:pt>
                <c:pt idx="1650">
                  <c:v>8.7146982369577</c:v>
                </c:pt>
                <c:pt idx="1651">
                  <c:v>8.7100000000000009</c:v>
                </c:pt>
                <c:pt idx="1652">
                  <c:v>8.68</c:v>
                </c:pt>
                <c:pt idx="1653">
                  <c:v>8.6552941176470597</c:v>
                </c:pt>
                <c:pt idx="1654">
                  <c:v>8.65</c:v>
                </c:pt>
                <c:pt idx="1655">
                  <c:v>8.64</c:v>
                </c:pt>
                <c:pt idx="1656">
                  <c:v>8.66</c:v>
                </c:pt>
                <c:pt idx="1657">
                  <c:v>8.69</c:v>
                </c:pt>
                <c:pt idx="1658">
                  <c:v>8.6999999999999993</c:v>
                </c:pt>
                <c:pt idx="1659">
                  <c:v>8.6963600031468804</c:v>
                </c:pt>
                <c:pt idx="1660">
                  <c:v>8.69</c:v>
                </c:pt>
                <c:pt idx="1661">
                  <c:v>8.67</c:v>
                </c:pt>
                <c:pt idx="1662">
                  <c:v>8.65</c:v>
                </c:pt>
                <c:pt idx="1663">
                  <c:v>8.64</c:v>
                </c:pt>
                <c:pt idx="1664">
                  <c:v>8.69</c:v>
                </c:pt>
                <c:pt idx="1665">
                  <c:v>8.7199812817541673</c:v>
                </c:pt>
                <c:pt idx="1666">
                  <c:v>8.73</c:v>
                </c:pt>
                <c:pt idx="1667">
                  <c:v>8.75</c:v>
                </c:pt>
                <c:pt idx="1668">
                  <c:v>8.7425476676126284</c:v>
                </c:pt>
                <c:pt idx="1669">
                  <c:v>8.74</c:v>
                </c:pt>
                <c:pt idx="1670">
                  <c:v>8.7180706486833657</c:v>
                </c:pt>
                <c:pt idx="1671">
                  <c:v>8.7100000000000009</c:v>
                </c:pt>
                <c:pt idx="1672">
                  <c:v>8.6871646665197453</c:v>
                </c:pt>
                <c:pt idx="1673">
                  <c:v>8.67</c:v>
                </c:pt>
                <c:pt idx="1674">
                  <c:v>8.64</c:v>
                </c:pt>
                <c:pt idx="1675">
                  <c:v>8.6</c:v>
                </c:pt>
                <c:pt idx="1676">
                  <c:v>8.5850468509073661</c:v>
                </c:pt>
                <c:pt idx="1677">
                  <c:v>8.58</c:v>
                </c:pt>
                <c:pt idx="1678">
                  <c:v>8.56</c:v>
                </c:pt>
                <c:pt idx="1679">
                  <c:v>8.5467096937484186</c:v>
                </c:pt>
                <c:pt idx="1680">
                  <c:v>8.5399999999999991</c:v>
                </c:pt>
                <c:pt idx="1681">
                  <c:v>8.51</c:v>
                </c:pt>
                <c:pt idx="1682">
                  <c:v>8.4600000000000009</c:v>
                </c:pt>
                <c:pt idx="1683">
                  <c:v>8.425660865715356</c:v>
                </c:pt>
                <c:pt idx="1684">
                  <c:v>8.4</c:v>
                </c:pt>
                <c:pt idx="1685">
                  <c:v>8.35</c:v>
                </c:pt>
                <c:pt idx="1686">
                  <c:v>8.3379302292999586</c:v>
                </c:pt>
                <c:pt idx="1687">
                  <c:v>8.32</c:v>
                </c:pt>
                <c:pt idx="1688">
                  <c:v>8.33</c:v>
                </c:pt>
                <c:pt idx="1689">
                  <c:v>8.36</c:v>
                </c:pt>
                <c:pt idx="1690">
                  <c:v>8.3806158753527171</c:v>
                </c:pt>
                <c:pt idx="1691">
                  <c:v>8.39</c:v>
                </c:pt>
                <c:pt idx="1692">
                  <c:v>8.43</c:v>
                </c:pt>
                <c:pt idx="1693">
                  <c:v>8.4524137199434239</c:v>
                </c:pt>
                <c:pt idx="1694">
                  <c:v>8.4700000000000006</c:v>
                </c:pt>
                <c:pt idx="1695">
                  <c:v>8.49</c:v>
                </c:pt>
                <c:pt idx="1696">
                  <c:v>8.4987871913609183</c:v>
                </c:pt>
                <c:pt idx="1697">
                  <c:v>8.5</c:v>
                </c:pt>
                <c:pt idx="1698">
                  <c:v>8.52</c:v>
                </c:pt>
                <c:pt idx="1699">
                  <c:v>8.5399999999999991</c:v>
                </c:pt>
                <c:pt idx="1700">
                  <c:v>8.5602921646746353</c:v>
                </c:pt>
                <c:pt idx="1701">
                  <c:v>8.57</c:v>
                </c:pt>
                <c:pt idx="1702">
                  <c:v>8.59</c:v>
                </c:pt>
                <c:pt idx="1703">
                  <c:v>8.6</c:v>
                </c:pt>
                <c:pt idx="1704">
                  <c:v>8.61</c:v>
                </c:pt>
                <c:pt idx="1705">
                  <c:v>8.61</c:v>
                </c:pt>
                <c:pt idx="1706">
                  <c:v>8.61</c:v>
                </c:pt>
                <c:pt idx="1707">
                  <c:v>8.61</c:v>
                </c:pt>
                <c:pt idx="1708">
                  <c:v>8.61</c:v>
                </c:pt>
                <c:pt idx="1709">
                  <c:v>8.6199999999999992</c:v>
                </c:pt>
                <c:pt idx="1710">
                  <c:v>8.6199999999999992</c:v>
                </c:pt>
                <c:pt idx="1711">
                  <c:v>8.6199999999999992</c:v>
                </c:pt>
                <c:pt idx="1712">
                  <c:v>8.6199999999999992</c:v>
                </c:pt>
                <c:pt idx="1713">
                  <c:v>8.64</c:v>
                </c:pt>
                <c:pt idx="1714">
                  <c:v>8.66</c:v>
                </c:pt>
                <c:pt idx="1715">
                  <c:v>8.66</c:v>
                </c:pt>
                <c:pt idx="1716">
                  <c:v>8.66</c:v>
                </c:pt>
                <c:pt idx="1717">
                  <c:v>8.66</c:v>
                </c:pt>
                <c:pt idx="1718">
                  <c:v>8.66</c:v>
                </c:pt>
                <c:pt idx="1719">
                  <c:v>8.68</c:v>
                </c:pt>
                <c:pt idx="1720">
                  <c:v>8.6967521850387168</c:v>
                </c:pt>
                <c:pt idx="1721">
                  <c:v>8.7100000000000009</c:v>
                </c:pt>
                <c:pt idx="1722">
                  <c:v>8.74</c:v>
                </c:pt>
                <c:pt idx="1723">
                  <c:v>8.7568465771595534</c:v>
                </c:pt>
                <c:pt idx="1724">
                  <c:v>8.76</c:v>
                </c:pt>
                <c:pt idx="1725">
                  <c:v>8.7799999999999994</c:v>
                </c:pt>
                <c:pt idx="1726">
                  <c:v>8.8000000000000007</c:v>
                </c:pt>
                <c:pt idx="1727">
                  <c:v>8.8155942064867538</c:v>
                </c:pt>
                <c:pt idx="1728">
                  <c:v>8.83</c:v>
                </c:pt>
                <c:pt idx="1729">
                  <c:v>8.8567815457957</c:v>
                </c:pt>
                <c:pt idx="1730">
                  <c:v>8.86</c:v>
                </c:pt>
                <c:pt idx="1731">
                  <c:v>8.89</c:v>
                </c:pt>
                <c:pt idx="1732">
                  <c:v>8.91</c:v>
                </c:pt>
                <c:pt idx="1733">
                  <c:v>8.94</c:v>
                </c:pt>
                <c:pt idx="1734">
                  <c:v>8.9600000000000009</c:v>
                </c:pt>
                <c:pt idx="1735">
                  <c:v>8.9600000000000009</c:v>
                </c:pt>
                <c:pt idx="1736">
                  <c:v>8.9540885260898637</c:v>
                </c:pt>
                <c:pt idx="1737">
                  <c:v>8.9499999999999993</c:v>
                </c:pt>
                <c:pt idx="1738">
                  <c:v>8.92</c:v>
                </c:pt>
                <c:pt idx="1739">
                  <c:v>8.9028759917667966</c:v>
                </c:pt>
                <c:pt idx="1740">
                  <c:v>8.9</c:v>
                </c:pt>
                <c:pt idx="1741">
                  <c:v>8.9</c:v>
                </c:pt>
                <c:pt idx="1742">
                  <c:v>8.91</c:v>
                </c:pt>
                <c:pt idx="1743">
                  <c:v>8.91</c:v>
                </c:pt>
                <c:pt idx="1744">
                  <c:v>8.91</c:v>
                </c:pt>
                <c:pt idx="1745">
                  <c:v>8.9216281890591524</c:v>
                </c:pt>
                <c:pt idx="1746">
                  <c:v>8.93</c:v>
                </c:pt>
                <c:pt idx="1747">
                  <c:v>8.9600000000000009</c:v>
                </c:pt>
                <c:pt idx="1748">
                  <c:v>8.9700000000000006</c:v>
                </c:pt>
                <c:pt idx="1749">
                  <c:v>8.9717378881987582</c:v>
                </c:pt>
                <c:pt idx="1750">
                  <c:v>8.9783028985507247</c:v>
                </c:pt>
                <c:pt idx="1751">
                  <c:v>8.98</c:v>
                </c:pt>
                <c:pt idx="1752">
                  <c:v>9.0027026569957531</c:v>
                </c:pt>
                <c:pt idx="1753">
                  <c:v>9.01</c:v>
                </c:pt>
                <c:pt idx="1754">
                  <c:v>9.0399999999999991</c:v>
                </c:pt>
                <c:pt idx="1755">
                  <c:v>9.06</c:v>
                </c:pt>
                <c:pt idx="1756">
                  <c:v>9.06</c:v>
                </c:pt>
                <c:pt idx="1757">
                  <c:v>9.06</c:v>
                </c:pt>
                <c:pt idx="1758">
                  <c:v>9.07</c:v>
                </c:pt>
                <c:pt idx="1759">
                  <c:v>9.09</c:v>
                </c:pt>
                <c:pt idx="1760">
                  <c:v>9.11</c:v>
                </c:pt>
                <c:pt idx="1761">
                  <c:v>9.1199999999999992</c:v>
                </c:pt>
                <c:pt idx="1762">
                  <c:v>9.1300000000000008</c:v>
                </c:pt>
                <c:pt idx="1763">
                  <c:v>9.14</c:v>
                </c:pt>
                <c:pt idx="1764">
                  <c:v>9.14</c:v>
                </c:pt>
                <c:pt idx="1765">
                  <c:v>9.14</c:v>
                </c:pt>
                <c:pt idx="1766">
                  <c:v>9.14</c:v>
                </c:pt>
                <c:pt idx="1767">
                  <c:v>9.14</c:v>
                </c:pt>
                <c:pt idx="1768">
                  <c:v>9.1454248788368346</c:v>
                </c:pt>
                <c:pt idx="1769">
                  <c:v>9.15</c:v>
                </c:pt>
                <c:pt idx="1770">
                  <c:v>9.17</c:v>
                </c:pt>
                <c:pt idx="1771">
                  <c:v>9.1954324929784672</c:v>
                </c:pt>
                <c:pt idx="1772">
                  <c:v>9.1999999999999993</c:v>
                </c:pt>
                <c:pt idx="1773">
                  <c:v>9.24</c:v>
                </c:pt>
                <c:pt idx="1774">
                  <c:v>9.2899999999999991</c:v>
                </c:pt>
                <c:pt idx="1775">
                  <c:v>9.3138946993952327</c:v>
                </c:pt>
                <c:pt idx="1776">
                  <c:v>9.33</c:v>
                </c:pt>
                <c:pt idx="1777">
                  <c:v>9.3800000000000008</c:v>
                </c:pt>
                <c:pt idx="1778">
                  <c:v>9.4016466963368721</c:v>
                </c:pt>
                <c:pt idx="1779">
                  <c:v>9.43</c:v>
                </c:pt>
                <c:pt idx="1780">
                  <c:v>9.49</c:v>
                </c:pt>
                <c:pt idx="1781">
                  <c:v>9.5299999999999994</c:v>
                </c:pt>
                <c:pt idx="1782">
                  <c:v>9.57</c:v>
                </c:pt>
                <c:pt idx="1783">
                  <c:v>9.5940923321340126</c:v>
                </c:pt>
                <c:pt idx="1784">
                  <c:v>9.61</c:v>
                </c:pt>
                <c:pt idx="1785">
                  <c:v>9.65</c:v>
                </c:pt>
                <c:pt idx="1786">
                  <c:v>9.67</c:v>
                </c:pt>
                <c:pt idx="1787">
                  <c:v>9.67</c:v>
                </c:pt>
                <c:pt idx="1788">
                  <c:v>9.67</c:v>
                </c:pt>
                <c:pt idx="1789">
                  <c:v>9.67</c:v>
                </c:pt>
                <c:pt idx="1790">
                  <c:v>9.68</c:v>
                </c:pt>
                <c:pt idx="1791">
                  <c:v>9.69</c:v>
                </c:pt>
                <c:pt idx="1792">
                  <c:v>9.7056366321256728</c:v>
                </c:pt>
                <c:pt idx="1793">
                  <c:v>9.7100000000000009</c:v>
                </c:pt>
                <c:pt idx="1794">
                  <c:v>9.7347878731860611</c:v>
                </c:pt>
                <c:pt idx="1795">
                  <c:v>9.74</c:v>
                </c:pt>
                <c:pt idx="1796">
                  <c:v>9.7799999999999994</c:v>
                </c:pt>
                <c:pt idx="1797">
                  <c:v>9.81</c:v>
                </c:pt>
                <c:pt idx="1798">
                  <c:v>9.8149768142305458</c:v>
                </c:pt>
                <c:pt idx="1799">
                  <c:v>9.84</c:v>
                </c:pt>
                <c:pt idx="1800">
                  <c:v>9.86</c:v>
                </c:pt>
                <c:pt idx="1801">
                  <c:v>9.8800000000000008</c:v>
                </c:pt>
                <c:pt idx="1802">
                  <c:v>9.8909614632662812</c:v>
                </c:pt>
                <c:pt idx="1803">
                  <c:v>9.9</c:v>
                </c:pt>
                <c:pt idx="1804">
                  <c:v>9.91</c:v>
                </c:pt>
                <c:pt idx="1805">
                  <c:v>9.9159212010149425</c:v>
                </c:pt>
                <c:pt idx="1806">
                  <c:v>9.92</c:v>
                </c:pt>
                <c:pt idx="1807">
                  <c:v>9.92</c:v>
                </c:pt>
                <c:pt idx="1808">
                  <c:v>9.9241103228843688</c:v>
                </c:pt>
                <c:pt idx="1809">
                  <c:v>9.93</c:v>
                </c:pt>
                <c:pt idx="1810">
                  <c:v>9.94</c:v>
                </c:pt>
                <c:pt idx="1811">
                  <c:v>9.9554821139644041</c:v>
                </c:pt>
                <c:pt idx="1812">
                  <c:v>9.9600000000000009</c:v>
                </c:pt>
                <c:pt idx="1813">
                  <c:v>10</c:v>
                </c:pt>
                <c:pt idx="1814">
                  <c:v>10.050000000000001</c:v>
                </c:pt>
                <c:pt idx="1815">
                  <c:v>10.07452481910838</c:v>
                </c:pt>
                <c:pt idx="1816">
                  <c:v>10.08</c:v>
                </c:pt>
                <c:pt idx="1817">
                  <c:v>10.11</c:v>
                </c:pt>
                <c:pt idx="1818">
                  <c:v>10.127057326852549</c:v>
                </c:pt>
                <c:pt idx="1819">
                  <c:v>10.130000000000001</c:v>
                </c:pt>
                <c:pt idx="1820">
                  <c:v>10.16</c:v>
                </c:pt>
                <c:pt idx="1821">
                  <c:v>10.18</c:v>
                </c:pt>
                <c:pt idx="1822">
                  <c:v>10.19</c:v>
                </c:pt>
                <c:pt idx="1823">
                  <c:v>10.19</c:v>
                </c:pt>
                <c:pt idx="1824">
                  <c:v>10.19890006174473</c:v>
                </c:pt>
                <c:pt idx="1825">
                  <c:v>10.199999999999999</c:v>
                </c:pt>
                <c:pt idx="1826">
                  <c:v>10.23</c:v>
                </c:pt>
                <c:pt idx="1827">
                  <c:v>10.33</c:v>
                </c:pt>
                <c:pt idx="1828">
                  <c:v>10.35612616114113</c:v>
                </c:pt>
                <c:pt idx="1829">
                  <c:v>10.37</c:v>
                </c:pt>
                <c:pt idx="1830">
                  <c:v>10.4</c:v>
                </c:pt>
                <c:pt idx="1831">
                  <c:v>10.41535602819603</c:v>
                </c:pt>
                <c:pt idx="1832">
                  <c:v>10.428417855457271</c:v>
                </c:pt>
                <c:pt idx="1833">
                  <c:v>10.43</c:v>
                </c:pt>
                <c:pt idx="1834">
                  <c:v>10.44</c:v>
                </c:pt>
                <c:pt idx="1835">
                  <c:v>10.447009556399451</c:v>
                </c:pt>
                <c:pt idx="1836">
                  <c:v>10.45</c:v>
                </c:pt>
                <c:pt idx="1837">
                  <c:v>10.45</c:v>
                </c:pt>
                <c:pt idx="1838">
                  <c:v>10.44</c:v>
                </c:pt>
                <c:pt idx="1839">
                  <c:v>10.435639601287511</c:v>
                </c:pt>
                <c:pt idx="1840">
                  <c:v>10.43</c:v>
                </c:pt>
                <c:pt idx="1841">
                  <c:v>10.42</c:v>
                </c:pt>
                <c:pt idx="1842">
                  <c:v>10.426943541724039</c:v>
                </c:pt>
                <c:pt idx="1843">
                  <c:v>10.43</c:v>
                </c:pt>
                <c:pt idx="1844">
                  <c:v>10.44</c:v>
                </c:pt>
                <c:pt idx="1845">
                  <c:v>10.45</c:v>
                </c:pt>
                <c:pt idx="1846">
                  <c:v>10.48</c:v>
                </c:pt>
                <c:pt idx="1847">
                  <c:v>10.5</c:v>
                </c:pt>
                <c:pt idx="1848">
                  <c:v>10.53</c:v>
                </c:pt>
                <c:pt idx="1849">
                  <c:v>10.55</c:v>
                </c:pt>
                <c:pt idx="1850">
                  <c:v>10.549271025757211</c:v>
                </c:pt>
                <c:pt idx="1851">
                  <c:v>10.54</c:v>
                </c:pt>
                <c:pt idx="1852">
                  <c:v>10.51</c:v>
                </c:pt>
                <c:pt idx="1853">
                  <c:v>10.48</c:v>
                </c:pt>
                <c:pt idx="1854">
                  <c:v>10.475153473344101</c:v>
                </c:pt>
                <c:pt idx="1855">
                  <c:v>10.47</c:v>
                </c:pt>
                <c:pt idx="1856">
                  <c:v>10.47</c:v>
                </c:pt>
                <c:pt idx="1857">
                  <c:v>10.48038039837828</c:v>
                </c:pt>
                <c:pt idx="1858">
                  <c:v>10.49</c:v>
                </c:pt>
                <c:pt idx="1859">
                  <c:v>10.52</c:v>
                </c:pt>
                <c:pt idx="1860">
                  <c:v>10.56</c:v>
                </c:pt>
                <c:pt idx="1861">
                  <c:v>10.59</c:v>
                </c:pt>
                <c:pt idx="1862">
                  <c:v>10.63</c:v>
                </c:pt>
                <c:pt idx="1863">
                  <c:v>10.64</c:v>
                </c:pt>
                <c:pt idx="1864">
                  <c:v>10.65</c:v>
                </c:pt>
                <c:pt idx="1865">
                  <c:v>10.63</c:v>
                </c:pt>
                <c:pt idx="1866">
                  <c:v>10.60835208243881</c:v>
                </c:pt>
                <c:pt idx="1867">
                  <c:v>10.6</c:v>
                </c:pt>
                <c:pt idx="1868">
                  <c:v>10.57</c:v>
                </c:pt>
                <c:pt idx="1869">
                  <c:v>10.561104561403511</c:v>
                </c:pt>
                <c:pt idx="1870">
                  <c:v>10.56</c:v>
                </c:pt>
                <c:pt idx="1871">
                  <c:v>10.57089102970099</c:v>
                </c:pt>
                <c:pt idx="1872">
                  <c:v>10.58</c:v>
                </c:pt>
                <c:pt idx="1873">
                  <c:v>10.58915113306718</c:v>
                </c:pt>
                <c:pt idx="1874">
                  <c:v>10.59</c:v>
                </c:pt>
                <c:pt idx="1875">
                  <c:v>10.59</c:v>
                </c:pt>
                <c:pt idx="1876">
                  <c:v>10.59</c:v>
                </c:pt>
                <c:pt idx="1877">
                  <c:v>10.5942701713356</c:v>
                </c:pt>
                <c:pt idx="1878">
                  <c:v>10.6</c:v>
                </c:pt>
                <c:pt idx="1879">
                  <c:v>10.6</c:v>
                </c:pt>
                <c:pt idx="1880">
                  <c:v>10.59</c:v>
                </c:pt>
                <c:pt idx="1881">
                  <c:v>10.59</c:v>
                </c:pt>
                <c:pt idx="1882">
                  <c:v>10.59</c:v>
                </c:pt>
                <c:pt idx="1883">
                  <c:v>10.59</c:v>
                </c:pt>
                <c:pt idx="1884">
                  <c:v>10.59</c:v>
                </c:pt>
                <c:pt idx="1885">
                  <c:v>10.59</c:v>
                </c:pt>
                <c:pt idx="1886">
                  <c:v>10.581899188051921</c:v>
                </c:pt>
                <c:pt idx="1887">
                  <c:v>10.58</c:v>
                </c:pt>
                <c:pt idx="1888">
                  <c:v>10.56</c:v>
                </c:pt>
                <c:pt idx="1889">
                  <c:v>10.535281617371769</c:v>
                </c:pt>
                <c:pt idx="1890">
                  <c:v>10.53</c:v>
                </c:pt>
                <c:pt idx="1891">
                  <c:v>10.52</c:v>
                </c:pt>
                <c:pt idx="1892">
                  <c:v>10.52</c:v>
                </c:pt>
                <c:pt idx="1893">
                  <c:v>10.52744412624369</c:v>
                </c:pt>
                <c:pt idx="1894">
                  <c:v>10.53</c:v>
                </c:pt>
                <c:pt idx="1895">
                  <c:v>10.53</c:v>
                </c:pt>
                <c:pt idx="1896">
                  <c:v>10.521928595935339</c:v>
                </c:pt>
                <c:pt idx="1897">
                  <c:v>10.52</c:v>
                </c:pt>
                <c:pt idx="1898">
                  <c:v>10.49</c:v>
                </c:pt>
                <c:pt idx="1899">
                  <c:v>10.47</c:v>
                </c:pt>
                <c:pt idx="1900">
                  <c:v>10.44</c:v>
                </c:pt>
                <c:pt idx="1901">
                  <c:v>10.41914956690907</c:v>
                </c:pt>
                <c:pt idx="1902">
                  <c:v>10.41</c:v>
                </c:pt>
                <c:pt idx="1903">
                  <c:v>10.37</c:v>
                </c:pt>
                <c:pt idx="1904">
                  <c:v>10.32</c:v>
                </c:pt>
                <c:pt idx="1905">
                  <c:v>10.28307393891574</c:v>
                </c:pt>
                <c:pt idx="1906">
                  <c:v>10.28</c:v>
                </c:pt>
                <c:pt idx="1907">
                  <c:v>10.26</c:v>
                </c:pt>
                <c:pt idx="1908">
                  <c:v>10.25</c:v>
                </c:pt>
                <c:pt idx="1909">
                  <c:v>10.24591166312649</c:v>
                </c:pt>
                <c:pt idx="1910">
                  <c:v>10.241907641917861</c:v>
                </c:pt>
                <c:pt idx="1911">
                  <c:v>10.24</c:v>
                </c:pt>
                <c:pt idx="1912">
                  <c:v>10.24</c:v>
                </c:pt>
                <c:pt idx="1913">
                  <c:v>10.24</c:v>
                </c:pt>
                <c:pt idx="1914">
                  <c:v>10.23</c:v>
                </c:pt>
                <c:pt idx="1915">
                  <c:v>10.23</c:v>
                </c:pt>
                <c:pt idx="1916">
                  <c:v>10.23</c:v>
                </c:pt>
                <c:pt idx="1917">
                  <c:v>10.220000000000001</c:v>
                </c:pt>
                <c:pt idx="1918">
                  <c:v>10.19</c:v>
                </c:pt>
                <c:pt idx="1919">
                  <c:v>10.17240736864141</c:v>
                </c:pt>
                <c:pt idx="1920">
                  <c:v>10.15</c:v>
                </c:pt>
                <c:pt idx="1921">
                  <c:v>10.11</c:v>
                </c:pt>
                <c:pt idx="1922">
                  <c:v>10.08150821894594</c:v>
                </c:pt>
                <c:pt idx="1923">
                  <c:v>10.07</c:v>
                </c:pt>
                <c:pt idx="1924">
                  <c:v>10.050000000000001</c:v>
                </c:pt>
                <c:pt idx="1925">
                  <c:v>10.04609717351557</c:v>
                </c:pt>
                <c:pt idx="1926">
                  <c:v>10.039999999999999</c:v>
                </c:pt>
                <c:pt idx="1927">
                  <c:v>10.029999999999999</c:v>
                </c:pt>
                <c:pt idx="1928">
                  <c:v>10.02</c:v>
                </c:pt>
                <c:pt idx="1929">
                  <c:v>10.00671114392701</c:v>
                </c:pt>
                <c:pt idx="1930">
                  <c:v>9.99</c:v>
                </c:pt>
                <c:pt idx="1931">
                  <c:v>9.9499999999999993</c:v>
                </c:pt>
                <c:pt idx="1932">
                  <c:v>9.92</c:v>
                </c:pt>
                <c:pt idx="1933">
                  <c:v>9.8800000000000008</c:v>
                </c:pt>
                <c:pt idx="1934">
                  <c:v>9.85</c:v>
                </c:pt>
                <c:pt idx="1935">
                  <c:v>9.8315752057262511</c:v>
                </c:pt>
                <c:pt idx="1936">
                  <c:v>9.82</c:v>
                </c:pt>
                <c:pt idx="1937">
                  <c:v>9.7799999999999994</c:v>
                </c:pt>
                <c:pt idx="1938">
                  <c:v>9.75</c:v>
                </c:pt>
                <c:pt idx="1939">
                  <c:v>9.75</c:v>
                </c:pt>
                <c:pt idx="1940">
                  <c:v>9.75</c:v>
                </c:pt>
                <c:pt idx="1941">
                  <c:v>9.7571989732777187</c:v>
                </c:pt>
                <c:pt idx="1942">
                  <c:v>9.76</c:v>
                </c:pt>
                <c:pt idx="1943">
                  <c:v>9.7799999999999994</c:v>
                </c:pt>
                <c:pt idx="1944">
                  <c:v>9.81</c:v>
                </c:pt>
                <c:pt idx="1945">
                  <c:v>9.85</c:v>
                </c:pt>
                <c:pt idx="1946">
                  <c:v>9.85</c:v>
                </c:pt>
                <c:pt idx="1947">
                  <c:v>9.8334769799833062</c:v>
                </c:pt>
                <c:pt idx="1948">
                  <c:v>9.83</c:v>
                </c:pt>
                <c:pt idx="1949">
                  <c:v>9.81</c:v>
                </c:pt>
                <c:pt idx="1950">
                  <c:v>9.7757365150468996</c:v>
                </c:pt>
                <c:pt idx="1951">
                  <c:v>9.77</c:v>
                </c:pt>
                <c:pt idx="1952">
                  <c:v>9.7464180959482967</c:v>
                </c:pt>
                <c:pt idx="1953">
                  <c:v>9.73</c:v>
                </c:pt>
                <c:pt idx="1954">
                  <c:v>9.6982346958732641</c:v>
                </c:pt>
                <c:pt idx="1955">
                  <c:v>9.69</c:v>
                </c:pt>
                <c:pt idx="1956">
                  <c:v>9.64</c:v>
                </c:pt>
                <c:pt idx="1957">
                  <c:v>9.59</c:v>
                </c:pt>
                <c:pt idx="1958">
                  <c:v>9.56</c:v>
                </c:pt>
                <c:pt idx="1959">
                  <c:v>9.5500000000000007</c:v>
                </c:pt>
                <c:pt idx="1960">
                  <c:v>9.5299999999999994</c:v>
                </c:pt>
                <c:pt idx="1961">
                  <c:v>9.5220645890927358</c:v>
                </c:pt>
                <c:pt idx="1962">
                  <c:v>9.52</c:v>
                </c:pt>
                <c:pt idx="1963">
                  <c:v>9.5107865406950776</c:v>
                </c:pt>
                <c:pt idx="1964">
                  <c:v>9.51</c:v>
                </c:pt>
                <c:pt idx="1965">
                  <c:v>9.51</c:v>
                </c:pt>
                <c:pt idx="1966">
                  <c:v>9.51</c:v>
                </c:pt>
                <c:pt idx="1967">
                  <c:v>9.49</c:v>
                </c:pt>
                <c:pt idx="1968">
                  <c:v>9.4600000000000009</c:v>
                </c:pt>
                <c:pt idx="1969">
                  <c:v>9.44</c:v>
                </c:pt>
                <c:pt idx="1970">
                  <c:v>9.4199674448149917</c:v>
                </c:pt>
                <c:pt idx="1971">
                  <c:v>9.41</c:v>
                </c:pt>
                <c:pt idx="1972">
                  <c:v>9.39</c:v>
                </c:pt>
                <c:pt idx="1973">
                  <c:v>9.3825966850828735</c:v>
                </c:pt>
                <c:pt idx="1974">
                  <c:v>9.3800000000000008</c:v>
                </c:pt>
                <c:pt idx="1975">
                  <c:v>9.3800000000000008</c:v>
                </c:pt>
                <c:pt idx="1976">
                  <c:v>9.3699999999999992</c:v>
                </c:pt>
                <c:pt idx="1977">
                  <c:v>9.3699999999999992</c:v>
                </c:pt>
                <c:pt idx="1978">
                  <c:v>9.3699999999999992</c:v>
                </c:pt>
                <c:pt idx="1979">
                  <c:v>9.36</c:v>
                </c:pt>
                <c:pt idx="1980">
                  <c:v>9.34</c:v>
                </c:pt>
                <c:pt idx="1981">
                  <c:v>9.34</c:v>
                </c:pt>
                <c:pt idx="1982">
                  <c:v>9.34</c:v>
                </c:pt>
                <c:pt idx="1983">
                  <c:v>9.33</c:v>
                </c:pt>
                <c:pt idx="1984">
                  <c:v>9.31</c:v>
                </c:pt>
                <c:pt idx="1985">
                  <c:v>9.31</c:v>
                </c:pt>
                <c:pt idx="1986">
                  <c:v>9.31</c:v>
                </c:pt>
                <c:pt idx="1987">
                  <c:v>9.31</c:v>
                </c:pt>
                <c:pt idx="1988">
                  <c:v>9.3082753947557553</c:v>
                </c:pt>
                <c:pt idx="1989">
                  <c:v>9.3016849756678521</c:v>
                </c:pt>
                <c:pt idx="1990">
                  <c:v>9.3000000000000007</c:v>
                </c:pt>
                <c:pt idx="1991">
                  <c:v>9.2799999999999994</c:v>
                </c:pt>
                <c:pt idx="1992">
                  <c:v>9.2662690994377943</c:v>
                </c:pt>
                <c:pt idx="1993">
                  <c:v>9.26</c:v>
                </c:pt>
                <c:pt idx="1994">
                  <c:v>9.25</c:v>
                </c:pt>
                <c:pt idx="1995">
                  <c:v>9.2421214570436643</c:v>
                </c:pt>
                <c:pt idx="1996">
                  <c:v>9.24</c:v>
                </c:pt>
                <c:pt idx="1997">
                  <c:v>9.2100000000000009</c:v>
                </c:pt>
                <c:pt idx="1998">
                  <c:v>9.17</c:v>
                </c:pt>
                <c:pt idx="1999">
                  <c:v>9.1443723841033204</c:v>
                </c:pt>
                <c:pt idx="2000">
                  <c:v>9.1300000000000008</c:v>
                </c:pt>
                <c:pt idx="2001">
                  <c:v>9.11</c:v>
                </c:pt>
                <c:pt idx="2002">
                  <c:v>9.0948938850663819</c:v>
                </c:pt>
                <c:pt idx="2003">
                  <c:v>9.09</c:v>
                </c:pt>
                <c:pt idx="2004">
                  <c:v>9.09</c:v>
                </c:pt>
                <c:pt idx="2005">
                  <c:v>9.11</c:v>
                </c:pt>
                <c:pt idx="2006">
                  <c:v>9.1182708215915493</c:v>
                </c:pt>
                <c:pt idx="2007">
                  <c:v>9.15</c:v>
                </c:pt>
                <c:pt idx="2008">
                  <c:v>9.19</c:v>
                </c:pt>
                <c:pt idx="2009">
                  <c:v>9.2200000000000006</c:v>
                </c:pt>
                <c:pt idx="2010">
                  <c:v>9.23</c:v>
                </c:pt>
                <c:pt idx="2011">
                  <c:v>9.2200000000000006</c:v>
                </c:pt>
                <c:pt idx="2012">
                  <c:v>9.2125485026169773</c:v>
                </c:pt>
                <c:pt idx="2013">
                  <c:v>9.2100000000000009</c:v>
                </c:pt>
                <c:pt idx="2014">
                  <c:v>9.2200000000000006</c:v>
                </c:pt>
                <c:pt idx="2015">
                  <c:v>9.2100000000000009</c:v>
                </c:pt>
                <c:pt idx="2016">
                  <c:v>9.19</c:v>
                </c:pt>
                <c:pt idx="2017">
                  <c:v>9.16</c:v>
                </c:pt>
                <c:pt idx="2018">
                  <c:v>9.1326547880563016</c:v>
                </c:pt>
                <c:pt idx="2019">
                  <c:v>9.1199999999999992</c:v>
                </c:pt>
                <c:pt idx="2020">
                  <c:v>9.08</c:v>
                </c:pt>
                <c:pt idx="2021">
                  <c:v>9.08</c:v>
                </c:pt>
                <c:pt idx="2022">
                  <c:v>9.08</c:v>
                </c:pt>
                <c:pt idx="2023">
                  <c:v>9.1</c:v>
                </c:pt>
                <c:pt idx="2024">
                  <c:v>9.11</c:v>
                </c:pt>
                <c:pt idx="2025">
                  <c:v>9.11</c:v>
                </c:pt>
                <c:pt idx="2026">
                  <c:v>9.11</c:v>
                </c:pt>
                <c:pt idx="2027">
                  <c:v>9.1</c:v>
                </c:pt>
                <c:pt idx="2028">
                  <c:v>9.06</c:v>
                </c:pt>
                <c:pt idx="2029">
                  <c:v>9.0237175719100247</c:v>
                </c:pt>
                <c:pt idx="2030">
                  <c:v>8.99</c:v>
                </c:pt>
                <c:pt idx="2031">
                  <c:v>8.9714362566456849</c:v>
                </c:pt>
                <c:pt idx="2032">
                  <c:v>8.9278208465458224</c:v>
                </c:pt>
                <c:pt idx="2033">
                  <c:v>8.92</c:v>
                </c:pt>
                <c:pt idx="2034">
                  <c:v>8.85</c:v>
                </c:pt>
                <c:pt idx="2035">
                  <c:v>8.8000000000000007</c:v>
                </c:pt>
                <c:pt idx="2036">
                  <c:v>8.7462597819114816</c:v>
                </c:pt>
                <c:pt idx="2037">
                  <c:v>8.74</c:v>
                </c:pt>
                <c:pt idx="2038">
                  <c:v>8.6999999999999993</c:v>
                </c:pt>
                <c:pt idx="2039">
                  <c:v>8.6544926842245289</c:v>
                </c:pt>
                <c:pt idx="2040">
                  <c:v>8.65</c:v>
                </c:pt>
                <c:pt idx="2041">
                  <c:v>8.58</c:v>
                </c:pt>
                <c:pt idx="2042">
                  <c:v>8.5873628817992707</c:v>
                </c:pt>
                <c:pt idx="2043">
                  <c:v>8.59</c:v>
                </c:pt>
                <c:pt idx="2044">
                  <c:v>8.67</c:v>
                </c:pt>
                <c:pt idx="2045">
                  <c:v>8.69</c:v>
                </c:pt>
                <c:pt idx="2046">
                  <c:v>8.69</c:v>
                </c:pt>
                <c:pt idx="2047">
                  <c:v>8.6724307831787435</c:v>
                </c:pt>
                <c:pt idx="2048">
                  <c:v>8.66</c:v>
                </c:pt>
                <c:pt idx="2049">
                  <c:v>8.6</c:v>
                </c:pt>
                <c:pt idx="2050">
                  <c:v>8.5840487333497535</c:v>
                </c:pt>
                <c:pt idx="2051">
                  <c:v>8.5399999999999991</c:v>
                </c:pt>
                <c:pt idx="2052">
                  <c:v>8.51</c:v>
                </c:pt>
                <c:pt idx="2053">
                  <c:v>8.48</c:v>
                </c:pt>
                <c:pt idx="2054">
                  <c:v>8.4600000000000009</c:v>
                </c:pt>
                <c:pt idx="2055">
                  <c:v>8.44</c:v>
                </c:pt>
                <c:pt idx="2056">
                  <c:v>8.4139158637794527</c:v>
                </c:pt>
                <c:pt idx="2057">
                  <c:v>8.41</c:v>
                </c:pt>
                <c:pt idx="2058">
                  <c:v>8.39</c:v>
                </c:pt>
                <c:pt idx="2059">
                  <c:v>8.3699999999999992</c:v>
                </c:pt>
                <c:pt idx="2060">
                  <c:v>8.3699999999999992</c:v>
                </c:pt>
                <c:pt idx="2061">
                  <c:v>8.4</c:v>
                </c:pt>
                <c:pt idx="2062">
                  <c:v>8.4227978008552231</c:v>
                </c:pt>
                <c:pt idx="2063">
                  <c:v>8.44</c:v>
                </c:pt>
                <c:pt idx="2064">
                  <c:v>8.4700000000000006</c:v>
                </c:pt>
                <c:pt idx="2065">
                  <c:v>8.5</c:v>
                </c:pt>
                <c:pt idx="2066">
                  <c:v>8.52</c:v>
                </c:pt>
                <c:pt idx="2067">
                  <c:v>8.5275043963605768</c:v>
                </c:pt>
                <c:pt idx="2068">
                  <c:v>8.5299999999999994</c:v>
                </c:pt>
                <c:pt idx="2069">
                  <c:v>8.5416514596694242</c:v>
                </c:pt>
                <c:pt idx="2070">
                  <c:v>8.5500000000000007</c:v>
                </c:pt>
                <c:pt idx="2071">
                  <c:v>8.59</c:v>
                </c:pt>
                <c:pt idx="2072">
                  <c:v>8.6300000000000008</c:v>
                </c:pt>
                <c:pt idx="2073">
                  <c:v>8.6711327035097163</c:v>
                </c:pt>
                <c:pt idx="2074">
                  <c:v>8.68</c:v>
                </c:pt>
                <c:pt idx="2075">
                  <c:v>8.7100000000000009</c:v>
                </c:pt>
                <c:pt idx="2076">
                  <c:v>8.725642429737082</c:v>
                </c:pt>
                <c:pt idx="2077">
                  <c:v>8.73</c:v>
                </c:pt>
                <c:pt idx="2078">
                  <c:v>8.7200000000000006</c:v>
                </c:pt>
                <c:pt idx="2079">
                  <c:v>8.7200000000000006</c:v>
                </c:pt>
                <c:pt idx="2080">
                  <c:v>8.7271028400985617</c:v>
                </c:pt>
                <c:pt idx="2081">
                  <c:v>8.73</c:v>
                </c:pt>
                <c:pt idx="2082">
                  <c:v>8.74</c:v>
                </c:pt>
                <c:pt idx="2083">
                  <c:v>8.7469180561649846</c:v>
                </c:pt>
                <c:pt idx="2084">
                  <c:v>8.75</c:v>
                </c:pt>
                <c:pt idx="2085">
                  <c:v>8.74</c:v>
                </c:pt>
                <c:pt idx="2086">
                  <c:v>8.7100000000000009</c:v>
                </c:pt>
                <c:pt idx="2087">
                  <c:v>8.66</c:v>
                </c:pt>
                <c:pt idx="2088">
                  <c:v>8.6</c:v>
                </c:pt>
                <c:pt idx="2089">
                  <c:v>8.5627743207033244</c:v>
                </c:pt>
                <c:pt idx="2090">
                  <c:v>8.5500000000000007</c:v>
                </c:pt>
                <c:pt idx="2091">
                  <c:v>8.52</c:v>
                </c:pt>
                <c:pt idx="2092">
                  <c:v>8.52</c:v>
                </c:pt>
                <c:pt idx="2093">
                  <c:v>8.52</c:v>
                </c:pt>
                <c:pt idx="2094">
                  <c:v>8.52</c:v>
                </c:pt>
                <c:pt idx="2095">
                  <c:v>8.52</c:v>
                </c:pt>
                <c:pt idx="2096">
                  <c:v>8.5500000000000007</c:v>
                </c:pt>
                <c:pt idx="2097">
                  <c:v>8.5763146085005353</c:v>
                </c:pt>
                <c:pt idx="2098">
                  <c:v>8.59</c:v>
                </c:pt>
                <c:pt idx="2099">
                  <c:v>8.6300000000000008</c:v>
                </c:pt>
                <c:pt idx="2100">
                  <c:v>8.6576011961648742</c:v>
                </c:pt>
                <c:pt idx="2101">
                  <c:v>8.67</c:v>
                </c:pt>
                <c:pt idx="2102">
                  <c:v>8.69</c:v>
                </c:pt>
                <c:pt idx="2103">
                  <c:v>8.69</c:v>
                </c:pt>
                <c:pt idx="2104">
                  <c:v>8.68</c:v>
                </c:pt>
                <c:pt idx="2105">
                  <c:v>8.68</c:v>
                </c:pt>
                <c:pt idx="2106">
                  <c:v>8.68</c:v>
                </c:pt>
                <c:pt idx="2107">
                  <c:v>8.69</c:v>
                </c:pt>
                <c:pt idx="2108">
                  <c:v>8.6990163683646937</c:v>
                </c:pt>
                <c:pt idx="2109">
                  <c:v>8.73</c:v>
                </c:pt>
                <c:pt idx="2110">
                  <c:v>8.7536026415624555</c:v>
                </c:pt>
                <c:pt idx="2111">
                  <c:v>8.7899999999999991</c:v>
                </c:pt>
                <c:pt idx="2112">
                  <c:v>8.8481999727475049</c:v>
                </c:pt>
                <c:pt idx="2113">
                  <c:v>8.86</c:v>
                </c:pt>
                <c:pt idx="2114">
                  <c:v>8.91</c:v>
                </c:pt>
                <c:pt idx="2115">
                  <c:v>8.9407083414511952</c:v>
                </c:pt>
                <c:pt idx="2116">
                  <c:v>8.9499999999999993</c:v>
                </c:pt>
                <c:pt idx="2117">
                  <c:v>8.98</c:v>
                </c:pt>
                <c:pt idx="2118">
                  <c:v>9</c:v>
                </c:pt>
                <c:pt idx="2119">
                  <c:v>9.0025584348585266</c:v>
                </c:pt>
                <c:pt idx="2120">
                  <c:v>9.01</c:v>
                </c:pt>
                <c:pt idx="2121">
                  <c:v>9.01</c:v>
                </c:pt>
                <c:pt idx="2122">
                  <c:v>9</c:v>
                </c:pt>
                <c:pt idx="2123">
                  <c:v>8.9933936853137695</c:v>
                </c:pt>
                <c:pt idx="2124">
                  <c:v>8.99</c:v>
                </c:pt>
                <c:pt idx="2125">
                  <c:v>8.9700000000000006</c:v>
                </c:pt>
                <c:pt idx="2126">
                  <c:v>8.9578790648451037</c:v>
                </c:pt>
                <c:pt idx="2127">
                  <c:v>8.94</c:v>
                </c:pt>
                <c:pt idx="2128">
                  <c:v>8.91</c:v>
                </c:pt>
                <c:pt idx="2129">
                  <c:v>8.92</c:v>
                </c:pt>
                <c:pt idx="2130">
                  <c:v>8.9499999999999993</c:v>
                </c:pt>
                <c:pt idx="2131">
                  <c:v>9</c:v>
                </c:pt>
                <c:pt idx="2132">
                  <c:v>9.0500000000000007</c:v>
                </c:pt>
                <c:pt idx="2133">
                  <c:v>9.09</c:v>
                </c:pt>
                <c:pt idx="2134">
                  <c:v>9.1</c:v>
                </c:pt>
                <c:pt idx="2135">
                  <c:v>9.09</c:v>
                </c:pt>
                <c:pt idx="2136">
                  <c:v>9.08</c:v>
                </c:pt>
                <c:pt idx="2137">
                  <c:v>9.0844737261993398</c:v>
                </c:pt>
                <c:pt idx="2138">
                  <c:v>9.09</c:v>
                </c:pt>
                <c:pt idx="2139">
                  <c:v>9.11</c:v>
                </c:pt>
                <c:pt idx="2140">
                  <c:v>9.1327011942627383</c:v>
                </c:pt>
                <c:pt idx="2141">
                  <c:v>9.14</c:v>
                </c:pt>
                <c:pt idx="2142">
                  <c:v>9.16</c:v>
                </c:pt>
                <c:pt idx="2143">
                  <c:v>9.16</c:v>
                </c:pt>
                <c:pt idx="2144">
                  <c:v>9.1675671421707499</c:v>
                </c:pt>
                <c:pt idx="2145">
                  <c:v>9.17</c:v>
                </c:pt>
                <c:pt idx="2146">
                  <c:v>9.27</c:v>
                </c:pt>
                <c:pt idx="2147">
                  <c:v>9.30797892967942</c:v>
                </c:pt>
                <c:pt idx="2148">
                  <c:v>9.33</c:v>
                </c:pt>
                <c:pt idx="2149">
                  <c:v>9.3409074650222621</c:v>
                </c:pt>
                <c:pt idx="2150">
                  <c:v>9.4</c:v>
                </c:pt>
                <c:pt idx="2151">
                  <c:v>9.419514324082364</c:v>
                </c:pt>
                <c:pt idx="2152">
                  <c:v>9.44</c:v>
                </c:pt>
                <c:pt idx="2153">
                  <c:v>9.4499999999999993</c:v>
                </c:pt>
                <c:pt idx="2154">
                  <c:v>9.44</c:v>
                </c:pt>
                <c:pt idx="2155">
                  <c:v>9.4305010745390785</c:v>
                </c:pt>
                <c:pt idx="2156">
                  <c:v>9.42</c:v>
                </c:pt>
                <c:pt idx="2157">
                  <c:v>9.4</c:v>
                </c:pt>
                <c:pt idx="2158">
                  <c:v>9.4013019894195669</c:v>
                </c:pt>
                <c:pt idx="2159">
                  <c:v>9.41</c:v>
                </c:pt>
                <c:pt idx="2160">
                  <c:v>9.43</c:v>
                </c:pt>
                <c:pt idx="2161">
                  <c:v>9.4499999999999993</c:v>
                </c:pt>
                <c:pt idx="2162">
                  <c:v>9.4700000000000006</c:v>
                </c:pt>
                <c:pt idx="2163">
                  <c:v>9.49</c:v>
                </c:pt>
                <c:pt idx="2164">
                  <c:v>9.52</c:v>
                </c:pt>
                <c:pt idx="2165">
                  <c:v>9.5497446958981609</c:v>
                </c:pt>
                <c:pt idx="2166">
                  <c:v>9.56</c:v>
                </c:pt>
                <c:pt idx="2167">
                  <c:v>9.61</c:v>
                </c:pt>
                <c:pt idx="2168">
                  <c:v>9.66</c:v>
                </c:pt>
                <c:pt idx="2169">
                  <c:v>9.67</c:v>
                </c:pt>
                <c:pt idx="2170">
                  <c:v>9.6737332155477027</c:v>
                </c:pt>
                <c:pt idx="2171">
                  <c:v>9.68</c:v>
                </c:pt>
                <c:pt idx="2172">
                  <c:v>9.69</c:v>
                </c:pt>
                <c:pt idx="2173">
                  <c:v>9.7138400649865879</c:v>
                </c:pt>
                <c:pt idx="2174">
                  <c:v>9.7200000000000006</c:v>
                </c:pt>
                <c:pt idx="2175">
                  <c:v>9.76</c:v>
                </c:pt>
                <c:pt idx="2176">
                  <c:v>9.8000000000000007</c:v>
                </c:pt>
                <c:pt idx="2177">
                  <c:v>9.831990629642327</c:v>
                </c:pt>
                <c:pt idx="2178">
                  <c:v>9.85</c:v>
                </c:pt>
                <c:pt idx="2179">
                  <c:v>9.91</c:v>
                </c:pt>
                <c:pt idx="2180">
                  <c:v>9.9700000000000006</c:v>
                </c:pt>
                <c:pt idx="2181">
                  <c:v>10.01375189895395</c:v>
                </c:pt>
                <c:pt idx="2182">
                  <c:v>10.029999999999999</c:v>
                </c:pt>
                <c:pt idx="2183">
                  <c:v>10.08</c:v>
                </c:pt>
                <c:pt idx="2184">
                  <c:v>10.14</c:v>
                </c:pt>
                <c:pt idx="2185">
                  <c:v>10.146892080426751</c:v>
                </c:pt>
                <c:pt idx="2186">
                  <c:v>10.172656544932289</c:v>
                </c:pt>
                <c:pt idx="2187">
                  <c:v>10.18</c:v>
                </c:pt>
                <c:pt idx="2188">
                  <c:v>10.203899384885769</c:v>
                </c:pt>
                <c:pt idx="2189">
                  <c:v>10.210000000000001</c:v>
                </c:pt>
                <c:pt idx="2190">
                  <c:v>10.23</c:v>
                </c:pt>
                <c:pt idx="2191">
                  <c:v>10.25</c:v>
                </c:pt>
                <c:pt idx="2192">
                  <c:v>10.265858083083669</c:v>
                </c:pt>
                <c:pt idx="2193">
                  <c:v>10.27</c:v>
                </c:pt>
                <c:pt idx="2194">
                  <c:v>10.3</c:v>
                </c:pt>
                <c:pt idx="2195">
                  <c:v>10.33465765654824</c:v>
                </c:pt>
                <c:pt idx="2196">
                  <c:v>10.35</c:v>
                </c:pt>
                <c:pt idx="2197">
                  <c:v>10.4</c:v>
                </c:pt>
                <c:pt idx="2198">
                  <c:v>10.44</c:v>
                </c:pt>
                <c:pt idx="2199">
                  <c:v>10.47</c:v>
                </c:pt>
                <c:pt idx="2200">
                  <c:v>10.49</c:v>
                </c:pt>
                <c:pt idx="2201">
                  <c:v>10.499724573661149</c:v>
                </c:pt>
                <c:pt idx="2202">
                  <c:v>10.51</c:v>
                </c:pt>
                <c:pt idx="2203">
                  <c:v>10.53</c:v>
                </c:pt>
                <c:pt idx="2204">
                  <c:v>10.554160078433011</c:v>
                </c:pt>
                <c:pt idx="2205">
                  <c:v>10.56</c:v>
                </c:pt>
                <c:pt idx="2206">
                  <c:v>10.59</c:v>
                </c:pt>
                <c:pt idx="2207">
                  <c:v>10.62</c:v>
                </c:pt>
                <c:pt idx="2208">
                  <c:v>10.64</c:v>
                </c:pt>
                <c:pt idx="2209">
                  <c:v>10.68</c:v>
                </c:pt>
                <c:pt idx="2210">
                  <c:v>10.72</c:v>
                </c:pt>
                <c:pt idx="2211">
                  <c:v>10.76</c:v>
                </c:pt>
                <c:pt idx="2212">
                  <c:v>10.78</c:v>
                </c:pt>
                <c:pt idx="2213">
                  <c:v>10.77822581666913</c:v>
                </c:pt>
                <c:pt idx="2214">
                  <c:v>10.77</c:v>
                </c:pt>
                <c:pt idx="2215">
                  <c:v>10.74</c:v>
                </c:pt>
                <c:pt idx="2216">
                  <c:v>10.73191674081913</c:v>
                </c:pt>
                <c:pt idx="2217">
                  <c:v>10.73</c:v>
                </c:pt>
                <c:pt idx="2218">
                  <c:v>10.74</c:v>
                </c:pt>
                <c:pt idx="2219">
                  <c:v>10.756817621840041</c:v>
                </c:pt>
                <c:pt idx="2220">
                  <c:v>10.76</c:v>
                </c:pt>
                <c:pt idx="2221">
                  <c:v>10.78</c:v>
                </c:pt>
                <c:pt idx="2222">
                  <c:v>10.8</c:v>
                </c:pt>
                <c:pt idx="2223">
                  <c:v>10.83</c:v>
                </c:pt>
                <c:pt idx="2224">
                  <c:v>10.854841498559081</c:v>
                </c:pt>
                <c:pt idx="2225">
                  <c:v>10.86</c:v>
                </c:pt>
                <c:pt idx="2226">
                  <c:v>10.88</c:v>
                </c:pt>
                <c:pt idx="2227">
                  <c:v>10.89</c:v>
                </c:pt>
                <c:pt idx="2228">
                  <c:v>10.882978979228</c:v>
                </c:pt>
                <c:pt idx="2229">
                  <c:v>10.88</c:v>
                </c:pt>
                <c:pt idx="2230">
                  <c:v>10.86477450262419</c:v>
                </c:pt>
                <c:pt idx="2231">
                  <c:v>10.86</c:v>
                </c:pt>
                <c:pt idx="2232">
                  <c:v>10.85</c:v>
                </c:pt>
                <c:pt idx="2233">
                  <c:v>10.857537720580559</c:v>
                </c:pt>
                <c:pt idx="2234">
                  <c:v>10.86</c:v>
                </c:pt>
                <c:pt idx="2235">
                  <c:v>10.86</c:v>
                </c:pt>
                <c:pt idx="2236">
                  <c:v>10.9</c:v>
                </c:pt>
                <c:pt idx="2237">
                  <c:v>10.93</c:v>
                </c:pt>
                <c:pt idx="2238">
                  <c:v>10.95</c:v>
                </c:pt>
                <c:pt idx="2239">
                  <c:v>10.96</c:v>
                </c:pt>
                <c:pt idx="2240">
                  <c:v>10.96</c:v>
                </c:pt>
                <c:pt idx="2241">
                  <c:v>10.94</c:v>
                </c:pt>
                <c:pt idx="2242">
                  <c:v>10.932517531244899</c:v>
                </c:pt>
                <c:pt idx="2243">
                  <c:v>10.92</c:v>
                </c:pt>
                <c:pt idx="2244">
                  <c:v>10.89</c:v>
                </c:pt>
                <c:pt idx="2245">
                  <c:v>10.88</c:v>
                </c:pt>
                <c:pt idx="2246">
                  <c:v>10.89</c:v>
                </c:pt>
                <c:pt idx="2247">
                  <c:v>10.9</c:v>
                </c:pt>
                <c:pt idx="2248">
                  <c:v>10.92407913808097</c:v>
                </c:pt>
                <c:pt idx="2249">
                  <c:v>10.93</c:v>
                </c:pt>
                <c:pt idx="2250">
                  <c:v>10.95</c:v>
                </c:pt>
                <c:pt idx="2251">
                  <c:v>10.97370169252468</c:v>
                </c:pt>
                <c:pt idx="2252">
                  <c:v>10.98</c:v>
                </c:pt>
                <c:pt idx="2253">
                  <c:v>11.01</c:v>
                </c:pt>
                <c:pt idx="2254">
                  <c:v>11.0013300110742</c:v>
                </c:pt>
                <c:pt idx="2255">
                  <c:v>11</c:v>
                </c:pt>
                <c:pt idx="2256">
                  <c:v>10.97</c:v>
                </c:pt>
                <c:pt idx="2257">
                  <c:v>10.95480916705124</c:v>
                </c:pt>
                <c:pt idx="2258">
                  <c:v>10.95</c:v>
                </c:pt>
                <c:pt idx="2259">
                  <c:v>10.93</c:v>
                </c:pt>
                <c:pt idx="2260">
                  <c:v>10.92</c:v>
                </c:pt>
                <c:pt idx="2261">
                  <c:v>10.92</c:v>
                </c:pt>
                <c:pt idx="2262">
                  <c:v>10.93</c:v>
                </c:pt>
                <c:pt idx="2263">
                  <c:v>10.94</c:v>
                </c:pt>
                <c:pt idx="2264">
                  <c:v>10.95</c:v>
                </c:pt>
                <c:pt idx="2265">
                  <c:v>10.960317749360611</c:v>
                </c:pt>
                <c:pt idx="2266">
                  <c:v>10.97</c:v>
                </c:pt>
                <c:pt idx="2267">
                  <c:v>10.97</c:v>
                </c:pt>
                <c:pt idx="2268">
                  <c:v>10.97</c:v>
                </c:pt>
                <c:pt idx="2269">
                  <c:v>10.97</c:v>
                </c:pt>
                <c:pt idx="2270">
                  <c:v>10.96</c:v>
                </c:pt>
                <c:pt idx="2271">
                  <c:v>10.96</c:v>
                </c:pt>
                <c:pt idx="2272">
                  <c:v>10.94</c:v>
                </c:pt>
                <c:pt idx="2273">
                  <c:v>10.912577793934361</c:v>
                </c:pt>
                <c:pt idx="2274">
                  <c:v>10.91</c:v>
                </c:pt>
                <c:pt idx="2275">
                  <c:v>10.9</c:v>
                </c:pt>
                <c:pt idx="2276">
                  <c:v>10.89</c:v>
                </c:pt>
                <c:pt idx="2277">
                  <c:v>10.897015366289461</c:v>
                </c:pt>
                <c:pt idx="2278">
                  <c:v>10.9</c:v>
                </c:pt>
                <c:pt idx="2279">
                  <c:v>10.91</c:v>
                </c:pt>
                <c:pt idx="2280">
                  <c:v>10.91</c:v>
                </c:pt>
                <c:pt idx="2281">
                  <c:v>10.91</c:v>
                </c:pt>
                <c:pt idx="2282">
                  <c:v>10.91</c:v>
                </c:pt>
                <c:pt idx="2283">
                  <c:v>10.89</c:v>
                </c:pt>
                <c:pt idx="2284">
                  <c:v>10.86</c:v>
                </c:pt>
                <c:pt idx="2285">
                  <c:v>10.83</c:v>
                </c:pt>
                <c:pt idx="2286">
                  <c:v>10.81359391875052</c:v>
                </c:pt>
                <c:pt idx="2287">
                  <c:v>10.81</c:v>
                </c:pt>
                <c:pt idx="2288">
                  <c:v>10.82</c:v>
                </c:pt>
                <c:pt idx="2289">
                  <c:v>10.83</c:v>
                </c:pt>
                <c:pt idx="2290">
                  <c:v>10.84</c:v>
                </c:pt>
                <c:pt idx="2291">
                  <c:v>10.84</c:v>
                </c:pt>
                <c:pt idx="2292">
                  <c:v>10.84</c:v>
                </c:pt>
                <c:pt idx="2293">
                  <c:v>10.84</c:v>
                </c:pt>
                <c:pt idx="2294">
                  <c:v>10.82</c:v>
                </c:pt>
                <c:pt idx="2295">
                  <c:v>10.79</c:v>
                </c:pt>
                <c:pt idx="2296">
                  <c:v>10.76</c:v>
                </c:pt>
                <c:pt idx="2297">
                  <c:v>10.72</c:v>
                </c:pt>
                <c:pt idx="2298">
                  <c:v>10.695907970989349</c:v>
                </c:pt>
                <c:pt idx="2299">
                  <c:v>10.69</c:v>
                </c:pt>
                <c:pt idx="2300">
                  <c:v>10.67</c:v>
                </c:pt>
                <c:pt idx="2301">
                  <c:v>10.677282247817351</c:v>
                </c:pt>
                <c:pt idx="2302">
                  <c:v>10.68</c:v>
                </c:pt>
                <c:pt idx="2303">
                  <c:v>10.68</c:v>
                </c:pt>
                <c:pt idx="2304">
                  <c:v>10.68</c:v>
                </c:pt>
                <c:pt idx="2305">
                  <c:v>10.68</c:v>
                </c:pt>
                <c:pt idx="2306">
                  <c:v>10.67</c:v>
                </c:pt>
                <c:pt idx="2307">
                  <c:v>10.66</c:v>
                </c:pt>
                <c:pt idx="2308">
                  <c:v>10.647075260601429</c:v>
                </c:pt>
                <c:pt idx="2309">
                  <c:v>10.64</c:v>
                </c:pt>
                <c:pt idx="2310">
                  <c:v>10.607748110657781</c:v>
                </c:pt>
                <c:pt idx="2311">
                  <c:v>10.6</c:v>
                </c:pt>
                <c:pt idx="2312">
                  <c:v>10.47</c:v>
                </c:pt>
                <c:pt idx="2313">
                  <c:v>10.441626140777471</c:v>
                </c:pt>
                <c:pt idx="2314">
                  <c:v>10.44</c:v>
                </c:pt>
                <c:pt idx="2315">
                  <c:v>10.42</c:v>
                </c:pt>
                <c:pt idx="2316">
                  <c:v>10.42</c:v>
                </c:pt>
                <c:pt idx="2317">
                  <c:v>10.42634664753851</c:v>
                </c:pt>
                <c:pt idx="2318">
                  <c:v>10.43</c:v>
                </c:pt>
                <c:pt idx="2319">
                  <c:v>10.45</c:v>
                </c:pt>
                <c:pt idx="2320">
                  <c:v>10.45</c:v>
                </c:pt>
                <c:pt idx="2321">
                  <c:v>10.43</c:v>
                </c:pt>
                <c:pt idx="2322">
                  <c:v>10.4</c:v>
                </c:pt>
                <c:pt idx="2323">
                  <c:v>10.372896034297961</c:v>
                </c:pt>
                <c:pt idx="2324">
                  <c:v>10.35</c:v>
                </c:pt>
                <c:pt idx="2325">
                  <c:v>10.28</c:v>
                </c:pt>
                <c:pt idx="2326">
                  <c:v>10.249681321657491</c:v>
                </c:pt>
                <c:pt idx="2327">
                  <c:v>10.199999999999999</c:v>
                </c:pt>
                <c:pt idx="2328">
                  <c:v>10.119999999999999</c:v>
                </c:pt>
                <c:pt idx="2329">
                  <c:v>10.05961311112023</c:v>
                </c:pt>
                <c:pt idx="2330">
                  <c:v>10.050000000000001</c:v>
                </c:pt>
                <c:pt idx="2331">
                  <c:v>9.98</c:v>
                </c:pt>
                <c:pt idx="2332">
                  <c:v>9.9526598079822861</c:v>
                </c:pt>
                <c:pt idx="2333">
                  <c:v>9.9499999999999993</c:v>
                </c:pt>
                <c:pt idx="2334">
                  <c:v>9.9600000000000009</c:v>
                </c:pt>
                <c:pt idx="2335">
                  <c:v>9.9700000000000006</c:v>
                </c:pt>
                <c:pt idx="2336">
                  <c:v>9.98</c:v>
                </c:pt>
                <c:pt idx="2337">
                  <c:v>9.959859201503706</c:v>
                </c:pt>
                <c:pt idx="2338">
                  <c:v>9.9499999999999993</c:v>
                </c:pt>
                <c:pt idx="2339">
                  <c:v>9.89</c:v>
                </c:pt>
                <c:pt idx="2340">
                  <c:v>9.83</c:v>
                </c:pt>
                <c:pt idx="2341">
                  <c:v>9.7711239108442385</c:v>
                </c:pt>
                <c:pt idx="2342">
                  <c:v>9.77</c:v>
                </c:pt>
                <c:pt idx="2343">
                  <c:v>9.74</c:v>
                </c:pt>
                <c:pt idx="2344">
                  <c:v>9.7243595217762593</c:v>
                </c:pt>
                <c:pt idx="2345">
                  <c:v>9.7100000000000009</c:v>
                </c:pt>
                <c:pt idx="2346">
                  <c:v>9.67</c:v>
                </c:pt>
                <c:pt idx="2347">
                  <c:v>9.6371518331390078</c:v>
                </c:pt>
                <c:pt idx="2348">
                  <c:v>9.6300000000000008</c:v>
                </c:pt>
                <c:pt idx="2349">
                  <c:v>9.6199999999999992</c:v>
                </c:pt>
                <c:pt idx="2350">
                  <c:v>9.6117875538292648</c:v>
                </c:pt>
                <c:pt idx="2351">
                  <c:v>9.61</c:v>
                </c:pt>
                <c:pt idx="2352">
                  <c:v>9.59</c:v>
                </c:pt>
                <c:pt idx="2353">
                  <c:v>9.5973771642489467</c:v>
                </c:pt>
                <c:pt idx="2354">
                  <c:v>9.6</c:v>
                </c:pt>
                <c:pt idx="2355">
                  <c:v>9.58</c:v>
                </c:pt>
                <c:pt idx="2356">
                  <c:v>9.5644612242603664</c:v>
                </c:pt>
                <c:pt idx="2357">
                  <c:v>9.56</c:v>
                </c:pt>
                <c:pt idx="2358">
                  <c:v>9.5399999999999991</c:v>
                </c:pt>
                <c:pt idx="2359">
                  <c:v>9.5</c:v>
                </c:pt>
                <c:pt idx="2360">
                  <c:v>9.4600000000000009</c:v>
                </c:pt>
                <c:pt idx="2361">
                  <c:v>9.44</c:v>
                </c:pt>
                <c:pt idx="2362">
                  <c:v>9.4304115785521443</c:v>
                </c:pt>
                <c:pt idx="2363">
                  <c:v>9.43</c:v>
                </c:pt>
                <c:pt idx="2364">
                  <c:v>9.44</c:v>
                </c:pt>
                <c:pt idx="2365">
                  <c:v>9.448412619426751</c:v>
                </c:pt>
                <c:pt idx="2366">
                  <c:v>9.4600000000000009</c:v>
                </c:pt>
                <c:pt idx="2367">
                  <c:v>9.4700000000000006</c:v>
                </c:pt>
                <c:pt idx="2368">
                  <c:v>9.4700000000000006</c:v>
                </c:pt>
                <c:pt idx="2369">
                  <c:v>9.4700000000000006</c:v>
                </c:pt>
                <c:pt idx="2370">
                  <c:v>9.4700000000000006</c:v>
                </c:pt>
                <c:pt idx="2371">
                  <c:v>9.4600000000000009</c:v>
                </c:pt>
                <c:pt idx="2372">
                  <c:v>9.4518195086353689</c:v>
                </c:pt>
                <c:pt idx="2373">
                  <c:v>9.4499999999999993</c:v>
                </c:pt>
                <c:pt idx="2374">
                  <c:v>9.43</c:v>
                </c:pt>
                <c:pt idx="2375">
                  <c:v>9.43</c:v>
                </c:pt>
                <c:pt idx="2376">
                  <c:v>9.42</c:v>
                </c:pt>
                <c:pt idx="2377">
                  <c:v>9.43</c:v>
                </c:pt>
                <c:pt idx="2378">
                  <c:v>9.4499999999999993</c:v>
                </c:pt>
                <c:pt idx="2379">
                  <c:v>9.4582379683335951</c:v>
                </c:pt>
                <c:pt idx="2380">
                  <c:v>9.4600000000000009</c:v>
                </c:pt>
                <c:pt idx="2381">
                  <c:v>9.4499999999999993</c:v>
                </c:pt>
                <c:pt idx="2382">
                  <c:v>9.4499999999999993</c:v>
                </c:pt>
                <c:pt idx="2383">
                  <c:v>9.4499999999999993</c:v>
                </c:pt>
                <c:pt idx="2384">
                  <c:v>9.39</c:v>
                </c:pt>
                <c:pt idx="2385">
                  <c:v>9.3800834608218846</c:v>
                </c:pt>
                <c:pt idx="2386">
                  <c:v>9.35</c:v>
                </c:pt>
                <c:pt idx="2387">
                  <c:v>9.31</c:v>
                </c:pt>
                <c:pt idx="2388">
                  <c:v>9.291123474154821</c:v>
                </c:pt>
                <c:pt idx="2389">
                  <c:v>9.26</c:v>
                </c:pt>
                <c:pt idx="2390">
                  <c:v>9.2200000000000006</c:v>
                </c:pt>
                <c:pt idx="2391">
                  <c:v>9.1999999999999993</c:v>
                </c:pt>
                <c:pt idx="2392">
                  <c:v>9.19</c:v>
                </c:pt>
                <c:pt idx="2393">
                  <c:v>9.15</c:v>
                </c:pt>
                <c:pt idx="2394">
                  <c:v>9.1114137356715972</c:v>
                </c:pt>
                <c:pt idx="2395">
                  <c:v>9.1</c:v>
                </c:pt>
                <c:pt idx="2396">
                  <c:v>9.0399999999999991</c:v>
                </c:pt>
                <c:pt idx="2397">
                  <c:v>8.9700000000000006</c:v>
                </c:pt>
                <c:pt idx="2398">
                  <c:v>8.89</c:v>
                </c:pt>
                <c:pt idx="2399">
                  <c:v>8.82</c:v>
                </c:pt>
                <c:pt idx="2400">
                  <c:v>8.7791756060478079</c:v>
                </c:pt>
                <c:pt idx="2401">
                  <c:v>8.76</c:v>
                </c:pt>
                <c:pt idx="2402">
                  <c:v>8.7100000000000009</c:v>
                </c:pt>
                <c:pt idx="2403">
                  <c:v>8.6771493743482804</c:v>
                </c:pt>
                <c:pt idx="2404">
                  <c:v>8.66</c:v>
                </c:pt>
                <c:pt idx="2405">
                  <c:v>8.6199999999999992</c:v>
                </c:pt>
                <c:pt idx="2406">
                  <c:v>8.58</c:v>
                </c:pt>
                <c:pt idx="2407">
                  <c:v>8.5299999999999994</c:v>
                </c:pt>
                <c:pt idx="2408">
                  <c:v>8.49</c:v>
                </c:pt>
                <c:pt idx="2409">
                  <c:v>8.4754993253720521</c:v>
                </c:pt>
                <c:pt idx="2410">
                  <c:v>8.4600000000000009</c:v>
                </c:pt>
                <c:pt idx="2411">
                  <c:v>8.44</c:v>
                </c:pt>
                <c:pt idx="2412">
                  <c:v>8.43</c:v>
                </c:pt>
                <c:pt idx="2413">
                  <c:v>8.44</c:v>
                </c:pt>
                <c:pt idx="2414">
                  <c:v>8.44</c:v>
                </c:pt>
                <c:pt idx="2415">
                  <c:v>8.4485199313370209</c:v>
                </c:pt>
                <c:pt idx="2416">
                  <c:v>8.4499999999999993</c:v>
                </c:pt>
                <c:pt idx="2417">
                  <c:v>8.44</c:v>
                </c:pt>
                <c:pt idx="2418">
                  <c:v>8.44</c:v>
                </c:pt>
                <c:pt idx="2419">
                  <c:v>8.4244314015792447</c:v>
                </c:pt>
                <c:pt idx="2420">
                  <c:v>8.42</c:v>
                </c:pt>
                <c:pt idx="2421">
                  <c:v>8.4084716842697969</c:v>
                </c:pt>
                <c:pt idx="2422">
                  <c:v>8.3800000000000008</c:v>
                </c:pt>
                <c:pt idx="2423">
                  <c:v>8.3699999999999992</c:v>
                </c:pt>
                <c:pt idx="2424">
                  <c:v>8.3699999999999992</c:v>
                </c:pt>
                <c:pt idx="2425">
                  <c:v>8.3859462386139256</c:v>
                </c:pt>
                <c:pt idx="2426">
                  <c:v>8.39</c:v>
                </c:pt>
                <c:pt idx="2427">
                  <c:v>8.42</c:v>
                </c:pt>
                <c:pt idx="2428">
                  <c:v>8.43</c:v>
                </c:pt>
                <c:pt idx="2429">
                  <c:v>8.4225934073669944</c:v>
                </c:pt>
                <c:pt idx="2430">
                  <c:v>8.42</c:v>
                </c:pt>
                <c:pt idx="2431">
                  <c:v>8.4</c:v>
                </c:pt>
                <c:pt idx="2432">
                  <c:v>8.3699999999999992</c:v>
                </c:pt>
                <c:pt idx="2433">
                  <c:v>8.34</c:v>
                </c:pt>
                <c:pt idx="2434">
                  <c:v>8.32</c:v>
                </c:pt>
                <c:pt idx="2435">
                  <c:v>8.32</c:v>
                </c:pt>
                <c:pt idx="2436">
                  <c:v>8.31</c:v>
                </c:pt>
                <c:pt idx="2437">
                  <c:v>8.2907631132936412</c:v>
                </c:pt>
                <c:pt idx="2438">
                  <c:v>8.2899999999999991</c:v>
                </c:pt>
                <c:pt idx="2439">
                  <c:v>8.24</c:v>
                </c:pt>
                <c:pt idx="2440">
                  <c:v>8.19</c:v>
                </c:pt>
                <c:pt idx="2441">
                  <c:v>8.1851568808397737</c:v>
                </c:pt>
                <c:pt idx="2442">
                  <c:v>8.17</c:v>
                </c:pt>
                <c:pt idx="2443">
                  <c:v>8.16</c:v>
                </c:pt>
                <c:pt idx="2444">
                  <c:v>8.167440014166397</c:v>
                </c:pt>
                <c:pt idx="2445">
                  <c:v>8.17</c:v>
                </c:pt>
                <c:pt idx="2446">
                  <c:v>8.2200000000000006</c:v>
                </c:pt>
                <c:pt idx="2447">
                  <c:v>8.2971222011770287</c:v>
                </c:pt>
                <c:pt idx="2448">
                  <c:v>8.31</c:v>
                </c:pt>
                <c:pt idx="2449">
                  <c:v>8.4</c:v>
                </c:pt>
                <c:pt idx="2450">
                  <c:v>8.44</c:v>
                </c:pt>
                <c:pt idx="2451">
                  <c:v>8.4470861789558978</c:v>
                </c:pt>
                <c:pt idx="2452">
                  <c:v>8.4499999999999993</c:v>
                </c:pt>
                <c:pt idx="2453">
                  <c:v>8.43</c:v>
                </c:pt>
                <c:pt idx="2454">
                  <c:v>8.4</c:v>
                </c:pt>
                <c:pt idx="2455">
                  <c:v>8.3746449999999992</c:v>
                </c:pt>
                <c:pt idx="2456">
                  <c:v>8.3699999999999992</c:v>
                </c:pt>
                <c:pt idx="2457">
                  <c:v>8.36</c:v>
                </c:pt>
                <c:pt idx="2458">
                  <c:v>8.36</c:v>
                </c:pt>
                <c:pt idx="2459">
                  <c:v>8.36</c:v>
                </c:pt>
                <c:pt idx="2460">
                  <c:v>8.36</c:v>
                </c:pt>
                <c:pt idx="2461">
                  <c:v>8.3699999999999992</c:v>
                </c:pt>
                <c:pt idx="2462">
                  <c:v>8.3699999999999992</c:v>
                </c:pt>
                <c:pt idx="2463">
                  <c:v>8.3699999999999992</c:v>
                </c:pt>
                <c:pt idx="2464">
                  <c:v>8.3699999999999992</c:v>
                </c:pt>
                <c:pt idx="2465">
                  <c:v>8.3699999999999992</c:v>
                </c:pt>
                <c:pt idx="2466">
                  <c:v>8.3699999999999992</c:v>
                </c:pt>
                <c:pt idx="2467">
                  <c:v>8.4</c:v>
                </c:pt>
                <c:pt idx="2468">
                  <c:v>8.4048986374856653</c:v>
                </c:pt>
                <c:pt idx="2469">
                  <c:v>8.43</c:v>
                </c:pt>
                <c:pt idx="2470">
                  <c:v>8.44</c:v>
                </c:pt>
                <c:pt idx="2471">
                  <c:v>8.4315050420805218</c:v>
                </c:pt>
                <c:pt idx="2472">
                  <c:v>8.43</c:v>
                </c:pt>
                <c:pt idx="2473">
                  <c:v>8.44</c:v>
                </c:pt>
                <c:pt idx="2474">
                  <c:v>8.4600000000000009</c:v>
                </c:pt>
                <c:pt idx="2475">
                  <c:v>8.57</c:v>
                </c:pt>
                <c:pt idx="2476">
                  <c:v>8.6357002734256323</c:v>
                </c:pt>
                <c:pt idx="2477">
                  <c:v>8.66</c:v>
                </c:pt>
                <c:pt idx="2478">
                  <c:v>8.75</c:v>
                </c:pt>
                <c:pt idx="2479">
                  <c:v>8.8228783449516524</c:v>
                </c:pt>
                <c:pt idx="2480">
                  <c:v>8.84</c:v>
                </c:pt>
                <c:pt idx="2481">
                  <c:v>8.93</c:v>
                </c:pt>
                <c:pt idx="2482">
                  <c:v>9.01</c:v>
                </c:pt>
                <c:pt idx="2483">
                  <c:v>9.0569447413424538</c:v>
                </c:pt>
                <c:pt idx="2484">
                  <c:v>9.08</c:v>
                </c:pt>
                <c:pt idx="2485">
                  <c:v>9.15</c:v>
                </c:pt>
                <c:pt idx="2486">
                  <c:v>9.2148970627277773</c:v>
                </c:pt>
                <c:pt idx="2487">
                  <c:v>9.23</c:v>
                </c:pt>
                <c:pt idx="2488">
                  <c:v>9.2799999999999994</c:v>
                </c:pt>
                <c:pt idx="2489">
                  <c:v>9.288925189227248</c:v>
                </c:pt>
                <c:pt idx="2490">
                  <c:v>9.2899999999999991</c:v>
                </c:pt>
                <c:pt idx="2491">
                  <c:v>9.27</c:v>
                </c:pt>
                <c:pt idx="2492">
                  <c:v>9.2200000000000006</c:v>
                </c:pt>
                <c:pt idx="2493">
                  <c:v>9.1934457023591172</c:v>
                </c:pt>
                <c:pt idx="2494">
                  <c:v>9.17</c:v>
                </c:pt>
                <c:pt idx="2495">
                  <c:v>9.1199999999999992</c:v>
                </c:pt>
                <c:pt idx="2496">
                  <c:v>9.09</c:v>
                </c:pt>
                <c:pt idx="2497">
                  <c:v>9.0850243930658134</c:v>
                </c:pt>
                <c:pt idx="2498">
                  <c:v>9.06</c:v>
                </c:pt>
                <c:pt idx="2499">
                  <c:v>9.02</c:v>
                </c:pt>
                <c:pt idx="2500">
                  <c:v>8.9823531775018264</c:v>
                </c:pt>
                <c:pt idx="2501">
                  <c:v>8.98</c:v>
                </c:pt>
                <c:pt idx="2502">
                  <c:v>8.9499999999999993</c:v>
                </c:pt>
                <c:pt idx="2503">
                  <c:v>8.94</c:v>
                </c:pt>
                <c:pt idx="2504">
                  <c:v>8.9565599822603303</c:v>
                </c:pt>
                <c:pt idx="2505">
                  <c:v>8.9600000000000009</c:v>
                </c:pt>
                <c:pt idx="2506">
                  <c:v>8.99</c:v>
                </c:pt>
                <c:pt idx="2507">
                  <c:v>9.0399999999999991</c:v>
                </c:pt>
                <c:pt idx="2508">
                  <c:v>9.08</c:v>
                </c:pt>
                <c:pt idx="2509">
                  <c:v>9.1199999999999992</c:v>
                </c:pt>
                <c:pt idx="2510">
                  <c:v>9.1261876989310604</c:v>
                </c:pt>
                <c:pt idx="2511">
                  <c:v>9.16</c:v>
                </c:pt>
                <c:pt idx="2512">
                  <c:v>9.19</c:v>
                </c:pt>
                <c:pt idx="2513">
                  <c:v>9.23</c:v>
                </c:pt>
                <c:pt idx="2514">
                  <c:v>9.27</c:v>
                </c:pt>
                <c:pt idx="2515">
                  <c:v>9.3065313922633113</c:v>
                </c:pt>
                <c:pt idx="2516">
                  <c:v>9.32</c:v>
                </c:pt>
                <c:pt idx="2517">
                  <c:v>9.3699999999999992</c:v>
                </c:pt>
                <c:pt idx="2518">
                  <c:v>9.43</c:v>
                </c:pt>
                <c:pt idx="2519">
                  <c:v>9.4534240462573074</c:v>
                </c:pt>
                <c:pt idx="2520">
                  <c:v>9.4700000000000006</c:v>
                </c:pt>
                <c:pt idx="2521">
                  <c:v>9.48</c:v>
                </c:pt>
                <c:pt idx="2522">
                  <c:v>9.4723005369982705</c:v>
                </c:pt>
                <c:pt idx="2523">
                  <c:v>9.4700000000000006</c:v>
                </c:pt>
                <c:pt idx="2524">
                  <c:v>9.4499999999999993</c:v>
                </c:pt>
                <c:pt idx="2525">
                  <c:v>9.44</c:v>
                </c:pt>
                <c:pt idx="2526">
                  <c:v>9.4470650071482627</c:v>
                </c:pt>
                <c:pt idx="2527">
                  <c:v>9.4499999999999993</c:v>
                </c:pt>
                <c:pt idx="2528">
                  <c:v>9.4499999999999993</c:v>
                </c:pt>
                <c:pt idx="2529">
                  <c:v>9.4576516485518258</c:v>
                </c:pt>
                <c:pt idx="2530">
                  <c:v>9.4600000000000009</c:v>
                </c:pt>
                <c:pt idx="2531">
                  <c:v>9.5</c:v>
                </c:pt>
                <c:pt idx="2532">
                  <c:v>9.5141915738391969</c:v>
                </c:pt>
                <c:pt idx="2533">
                  <c:v>9.5500000000000007</c:v>
                </c:pt>
                <c:pt idx="2534">
                  <c:v>9.6</c:v>
                </c:pt>
                <c:pt idx="2535">
                  <c:v>9.65</c:v>
                </c:pt>
                <c:pt idx="2536">
                  <c:v>9.6999999999999993</c:v>
                </c:pt>
                <c:pt idx="2537">
                  <c:v>9.728206017338092</c:v>
                </c:pt>
                <c:pt idx="2538">
                  <c:v>9.74</c:v>
                </c:pt>
                <c:pt idx="2539">
                  <c:v>9.77</c:v>
                </c:pt>
                <c:pt idx="2540">
                  <c:v>9.7764555606547336</c:v>
                </c:pt>
                <c:pt idx="2541">
                  <c:v>9.7799999999999994</c:v>
                </c:pt>
                <c:pt idx="2542">
                  <c:v>9.7799999999999994</c:v>
                </c:pt>
                <c:pt idx="2543">
                  <c:v>9.7799999999999994</c:v>
                </c:pt>
                <c:pt idx="2544">
                  <c:v>9.7799999999999994</c:v>
                </c:pt>
                <c:pt idx="2545">
                  <c:v>9.7799999999999994</c:v>
                </c:pt>
                <c:pt idx="2546">
                  <c:v>9.77</c:v>
                </c:pt>
                <c:pt idx="2547">
                  <c:v>9.77</c:v>
                </c:pt>
                <c:pt idx="2548">
                  <c:v>9.7833414427755443</c:v>
                </c:pt>
                <c:pt idx="2549">
                  <c:v>9.7899999999999991</c:v>
                </c:pt>
                <c:pt idx="2550">
                  <c:v>9.84</c:v>
                </c:pt>
                <c:pt idx="2551">
                  <c:v>9.8773514845988153</c:v>
                </c:pt>
                <c:pt idx="2552">
                  <c:v>9.89</c:v>
                </c:pt>
                <c:pt idx="2553">
                  <c:v>9.93</c:v>
                </c:pt>
                <c:pt idx="2554">
                  <c:v>10.01</c:v>
                </c:pt>
                <c:pt idx="2555">
                  <c:v>10.050000000000001</c:v>
                </c:pt>
                <c:pt idx="2556">
                  <c:v>10.0755556231003</c:v>
                </c:pt>
                <c:pt idx="2557">
                  <c:v>10.08</c:v>
                </c:pt>
                <c:pt idx="2558">
                  <c:v>10.11</c:v>
                </c:pt>
                <c:pt idx="2559">
                  <c:v>10.15</c:v>
                </c:pt>
                <c:pt idx="2560">
                  <c:v>10.17</c:v>
                </c:pt>
                <c:pt idx="2561">
                  <c:v>10.199999999999999</c:v>
                </c:pt>
                <c:pt idx="2562">
                  <c:v>10.224206886615759</c:v>
                </c:pt>
                <c:pt idx="2563">
                  <c:v>10.24</c:v>
                </c:pt>
                <c:pt idx="2564">
                  <c:v>10.29</c:v>
                </c:pt>
                <c:pt idx="2565">
                  <c:v>10.331114132113949</c:v>
                </c:pt>
                <c:pt idx="2566">
                  <c:v>10.34</c:v>
                </c:pt>
                <c:pt idx="2567">
                  <c:v>10.39</c:v>
                </c:pt>
                <c:pt idx="2568">
                  <c:v>10.416475944597559</c:v>
                </c:pt>
                <c:pt idx="2569">
                  <c:v>10.43</c:v>
                </c:pt>
                <c:pt idx="2570">
                  <c:v>10.46</c:v>
                </c:pt>
                <c:pt idx="2571">
                  <c:v>10.47</c:v>
                </c:pt>
                <c:pt idx="2572">
                  <c:v>10.475940912464219</c:v>
                </c:pt>
                <c:pt idx="2573">
                  <c:v>10.48</c:v>
                </c:pt>
                <c:pt idx="2574">
                  <c:v>10.49</c:v>
                </c:pt>
                <c:pt idx="2575">
                  <c:v>10.53</c:v>
                </c:pt>
                <c:pt idx="2576">
                  <c:v>10.55</c:v>
                </c:pt>
                <c:pt idx="2577">
                  <c:v>10.557901072033101</c:v>
                </c:pt>
                <c:pt idx="2578">
                  <c:v>10.57</c:v>
                </c:pt>
                <c:pt idx="2579">
                  <c:v>10.59905443944483</c:v>
                </c:pt>
                <c:pt idx="2580">
                  <c:v>10.6</c:v>
                </c:pt>
                <c:pt idx="2581">
                  <c:v>10.61427139675469</c:v>
                </c:pt>
                <c:pt idx="2582">
                  <c:v>10.63</c:v>
                </c:pt>
                <c:pt idx="2583">
                  <c:v>10.67</c:v>
                </c:pt>
                <c:pt idx="2584">
                  <c:v>10.679005751848811</c:v>
                </c:pt>
                <c:pt idx="2585">
                  <c:v>10.69</c:v>
                </c:pt>
                <c:pt idx="2586">
                  <c:v>10.69</c:v>
                </c:pt>
                <c:pt idx="2587">
                  <c:v>10.69</c:v>
                </c:pt>
                <c:pt idx="2588">
                  <c:v>10.68</c:v>
                </c:pt>
                <c:pt idx="2589">
                  <c:v>10.673345214050929</c:v>
                </c:pt>
                <c:pt idx="2590">
                  <c:v>10.67</c:v>
                </c:pt>
                <c:pt idx="2591">
                  <c:v>10.69</c:v>
                </c:pt>
                <c:pt idx="2592">
                  <c:v>10.71</c:v>
                </c:pt>
                <c:pt idx="2593">
                  <c:v>10.74</c:v>
                </c:pt>
                <c:pt idx="2594">
                  <c:v>10.75</c:v>
                </c:pt>
                <c:pt idx="2595">
                  <c:v>10.75</c:v>
                </c:pt>
                <c:pt idx="2596">
                  <c:v>10.75</c:v>
                </c:pt>
                <c:pt idx="2597">
                  <c:v>10.76</c:v>
                </c:pt>
                <c:pt idx="2598">
                  <c:v>10.76</c:v>
                </c:pt>
                <c:pt idx="2599">
                  <c:v>10.76</c:v>
                </c:pt>
                <c:pt idx="2600">
                  <c:v>10.78</c:v>
                </c:pt>
                <c:pt idx="2601">
                  <c:v>10.79</c:v>
                </c:pt>
                <c:pt idx="2602">
                  <c:v>10.8</c:v>
                </c:pt>
                <c:pt idx="2603">
                  <c:v>10.80861098292571</c:v>
                </c:pt>
                <c:pt idx="2604">
                  <c:v>10.82</c:v>
                </c:pt>
                <c:pt idx="2605">
                  <c:v>10.85</c:v>
                </c:pt>
                <c:pt idx="2606">
                  <c:v>10.872204256069081</c:v>
                </c:pt>
                <c:pt idx="2607">
                  <c:v>10.88</c:v>
                </c:pt>
                <c:pt idx="2608">
                  <c:v>10.92</c:v>
                </c:pt>
                <c:pt idx="2609">
                  <c:v>10.93498298512187</c:v>
                </c:pt>
                <c:pt idx="2610">
                  <c:v>10.94</c:v>
                </c:pt>
                <c:pt idx="2611">
                  <c:v>10.96</c:v>
                </c:pt>
                <c:pt idx="2612">
                  <c:v>10.913287705512881</c:v>
                </c:pt>
                <c:pt idx="2613">
                  <c:v>10.91</c:v>
                </c:pt>
                <c:pt idx="2614">
                  <c:v>10.89</c:v>
                </c:pt>
                <c:pt idx="2615">
                  <c:v>10.91</c:v>
                </c:pt>
                <c:pt idx="2616">
                  <c:v>10.90339025962794</c:v>
                </c:pt>
                <c:pt idx="2617">
                  <c:v>10.9</c:v>
                </c:pt>
                <c:pt idx="2618">
                  <c:v>10.9</c:v>
                </c:pt>
                <c:pt idx="2619">
                  <c:v>10.9</c:v>
                </c:pt>
                <c:pt idx="2620">
                  <c:v>10.91</c:v>
                </c:pt>
                <c:pt idx="2621">
                  <c:v>10.95</c:v>
                </c:pt>
                <c:pt idx="2622">
                  <c:v>11</c:v>
                </c:pt>
                <c:pt idx="2623">
                  <c:v>11.017296132936711</c:v>
                </c:pt>
                <c:pt idx="2624">
                  <c:v>11.04</c:v>
                </c:pt>
                <c:pt idx="2625">
                  <c:v>11.05</c:v>
                </c:pt>
                <c:pt idx="2626">
                  <c:v>11.045491791551919</c:v>
                </c:pt>
                <c:pt idx="2627">
                  <c:v>11.04</c:v>
                </c:pt>
                <c:pt idx="2628">
                  <c:v>11.01</c:v>
                </c:pt>
                <c:pt idx="2629">
                  <c:v>10.98</c:v>
                </c:pt>
                <c:pt idx="2630">
                  <c:v>10.97</c:v>
                </c:pt>
                <c:pt idx="2631">
                  <c:v>10.97</c:v>
                </c:pt>
                <c:pt idx="2632">
                  <c:v>10.97751356468334</c:v>
                </c:pt>
                <c:pt idx="2633">
                  <c:v>10.98</c:v>
                </c:pt>
                <c:pt idx="2634">
                  <c:v>11</c:v>
                </c:pt>
                <c:pt idx="2635">
                  <c:v>11.04</c:v>
                </c:pt>
                <c:pt idx="2636">
                  <c:v>11.07</c:v>
                </c:pt>
                <c:pt idx="2637">
                  <c:v>11.1</c:v>
                </c:pt>
                <c:pt idx="2638">
                  <c:v>11.119376969790149</c:v>
                </c:pt>
                <c:pt idx="2639">
                  <c:v>11.13</c:v>
                </c:pt>
                <c:pt idx="2640">
                  <c:v>11.13</c:v>
                </c:pt>
                <c:pt idx="2641">
                  <c:v>11.10945501962027</c:v>
                </c:pt>
                <c:pt idx="2642">
                  <c:v>11.1</c:v>
                </c:pt>
                <c:pt idx="2643">
                  <c:v>11.06</c:v>
                </c:pt>
                <c:pt idx="2644">
                  <c:v>11.02748123500735</c:v>
                </c:pt>
                <c:pt idx="2645">
                  <c:v>11.02</c:v>
                </c:pt>
                <c:pt idx="2646">
                  <c:v>11.01</c:v>
                </c:pt>
                <c:pt idx="2647">
                  <c:v>11.02</c:v>
                </c:pt>
                <c:pt idx="2648">
                  <c:v>11.034697305493991</c:v>
                </c:pt>
                <c:pt idx="2649">
                  <c:v>11.05</c:v>
                </c:pt>
                <c:pt idx="2650">
                  <c:v>11.08</c:v>
                </c:pt>
                <c:pt idx="2651">
                  <c:v>11.0972170794193</c:v>
                </c:pt>
                <c:pt idx="2652">
                  <c:v>11.11</c:v>
                </c:pt>
                <c:pt idx="2653">
                  <c:v>11.13</c:v>
                </c:pt>
                <c:pt idx="2654">
                  <c:v>11.11</c:v>
                </c:pt>
                <c:pt idx="2655">
                  <c:v>11.05</c:v>
                </c:pt>
                <c:pt idx="2656">
                  <c:v>11.03944104615495</c:v>
                </c:pt>
                <c:pt idx="2657">
                  <c:v>10.98</c:v>
                </c:pt>
                <c:pt idx="2658">
                  <c:v>10.93</c:v>
                </c:pt>
                <c:pt idx="2659">
                  <c:v>10.92206351456724</c:v>
                </c:pt>
                <c:pt idx="2660">
                  <c:v>10.8955452375889</c:v>
                </c:pt>
                <c:pt idx="2661">
                  <c:v>10.89</c:v>
                </c:pt>
                <c:pt idx="2662">
                  <c:v>10.87</c:v>
                </c:pt>
                <c:pt idx="2663">
                  <c:v>10.87</c:v>
                </c:pt>
                <c:pt idx="2664">
                  <c:v>10.87</c:v>
                </c:pt>
                <c:pt idx="2665">
                  <c:v>10.89</c:v>
                </c:pt>
                <c:pt idx="2666">
                  <c:v>10.900866316428409</c:v>
                </c:pt>
                <c:pt idx="2667">
                  <c:v>10.91</c:v>
                </c:pt>
                <c:pt idx="2668">
                  <c:v>10.93</c:v>
                </c:pt>
                <c:pt idx="2669">
                  <c:v>10.95</c:v>
                </c:pt>
                <c:pt idx="2670">
                  <c:v>10.94</c:v>
                </c:pt>
                <c:pt idx="2671">
                  <c:v>10.88</c:v>
                </c:pt>
                <c:pt idx="2672">
                  <c:v>10.808619411754069</c:v>
                </c:pt>
                <c:pt idx="2673">
                  <c:v>10.8</c:v>
                </c:pt>
                <c:pt idx="2674">
                  <c:v>10.73</c:v>
                </c:pt>
                <c:pt idx="2675">
                  <c:v>10.68454634476373</c:v>
                </c:pt>
                <c:pt idx="2676">
                  <c:v>10.68</c:v>
                </c:pt>
                <c:pt idx="2677">
                  <c:v>10.64</c:v>
                </c:pt>
                <c:pt idx="2678">
                  <c:v>10.652641229064351</c:v>
                </c:pt>
                <c:pt idx="2679">
                  <c:v>10.66</c:v>
                </c:pt>
                <c:pt idx="2680">
                  <c:v>10.66</c:v>
                </c:pt>
                <c:pt idx="2681">
                  <c:v>10.6428122188599</c:v>
                </c:pt>
                <c:pt idx="2682">
                  <c:v>10.64</c:v>
                </c:pt>
                <c:pt idx="2683">
                  <c:v>10.59</c:v>
                </c:pt>
                <c:pt idx="2684">
                  <c:v>10.57842649390034</c:v>
                </c:pt>
                <c:pt idx="2685">
                  <c:v>10.57</c:v>
                </c:pt>
                <c:pt idx="2686">
                  <c:v>10.54</c:v>
                </c:pt>
                <c:pt idx="2687">
                  <c:v>10.497030104995069</c:v>
                </c:pt>
                <c:pt idx="2688">
                  <c:v>10.49</c:v>
                </c:pt>
                <c:pt idx="2689">
                  <c:v>10.44</c:v>
                </c:pt>
                <c:pt idx="2690">
                  <c:v>10.423283806030801</c:v>
                </c:pt>
                <c:pt idx="2691">
                  <c:v>10.42</c:v>
                </c:pt>
                <c:pt idx="2692">
                  <c:v>10.41</c:v>
                </c:pt>
                <c:pt idx="2693">
                  <c:v>10.43</c:v>
                </c:pt>
                <c:pt idx="2694">
                  <c:v>10.46</c:v>
                </c:pt>
                <c:pt idx="2695">
                  <c:v>10.46</c:v>
                </c:pt>
                <c:pt idx="2696">
                  <c:v>10.46</c:v>
                </c:pt>
                <c:pt idx="2697">
                  <c:v>10.44179461777518</c:v>
                </c:pt>
                <c:pt idx="2698">
                  <c:v>10.44</c:v>
                </c:pt>
                <c:pt idx="2699">
                  <c:v>10.39714648404877</c:v>
                </c:pt>
                <c:pt idx="2700">
                  <c:v>10.37</c:v>
                </c:pt>
                <c:pt idx="2701">
                  <c:v>10.3</c:v>
                </c:pt>
                <c:pt idx="2702">
                  <c:v>10.248416426268451</c:v>
                </c:pt>
                <c:pt idx="2703">
                  <c:v>10.23</c:v>
                </c:pt>
                <c:pt idx="2704">
                  <c:v>10.16</c:v>
                </c:pt>
                <c:pt idx="2705">
                  <c:v>10.1</c:v>
                </c:pt>
                <c:pt idx="2706">
                  <c:v>10.061395526960791</c:v>
                </c:pt>
                <c:pt idx="2707">
                  <c:v>10.050000000000001</c:v>
                </c:pt>
                <c:pt idx="2708">
                  <c:v>10.02</c:v>
                </c:pt>
                <c:pt idx="2709">
                  <c:v>10.029999999999999</c:v>
                </c:pt>
                <c:pt idx="2710">
                  <c:v>10.06</c:v>
                </c:pt>
                <c:pt idx="2711">
                  <c:v>10.08</c:v>
                </c:pt>
                <c:pt idx="2712">
                  <c:v>10.092835923479321</c:v>
                </c:pt>
                <c:pt idx="2713">
                  <c:v>10.1</c:v>
                </c:pt>
                <c:pt idx="2714">
                  <c:v>10.08</c:v>
                </c:pt>
                <c:pt idx="2715">
                  <c:v>10.0379783908161</c:v>
                </c:pt>
                <c:pt idx="2716">
                  <c:v>10.029999999999999</c:v>
                </c:pt>
                <c:pt idx="2717">
                  <c:v>9.9600000000000009</c:v>
                </c:pt>
                <c:pt idx="2718">
                  <c:v>9.8904797023780269</c:v>
                </c:pt>
                <c:pt idx="2719">
                  <c:v>9.8800000000000008</c:v>
                </c:pt>
                <c:pt idx="2720">
                  <c:v>9.83</c:v>
                </c:pt>
                <c:pt idx="2721">
                  <c:v>9.7899999999999991</c:v>
                </c:pt>
                <c:pt idx="2722">
                  <c:v>9.7566297457167774</c:v>
                </c:pt>
                <c:pt idx="2723">
                  <c:v>9.74</c:v>
                </c:pt>
                <c:pt idx="2724">
                  <c:v>9.68</c:v>
                </c:pt>
                <c:pt idx="2725">
                  <c:v>9.6324473447125563</c:v>
                </c:pt>
                <c:pt idx="2726">
                  <c:v>9.6199999999999992</c:v>
                </c:pt>
                <c:pt idx="2727">
                  <c:v>9.5500000000000007</c:v>
                </c:pt>
                <c:pt idx="2728">
                  <c:v>9.5</c:v>
                </c:pt>
                <c:pt idx="2729">
                  <c:v>9.4949702572651837</c:v>
                </c:pt>
                <c:pt idx="2730">
                  <c:v>9.4700000000000006</c:v>
                </c:pt>
                <c:pt idx="2731">
                  <c:v>9.4499999999999993</c:v>
                </c:pt>
                <c:pt idx="2732">
                  <c:v>9.4499999999999993</c:v>
                </c:pt>
                <c:pt idx="2733">
                  <c:v>9.4499999999999993</c:v>
                </c:pt>
                <c:pt idx="2734">
                  <c:v>9.44</c:v>
                </c:pt>
                <c:pt idx="2735">
                  <c:v>9.41</c:v>
                </c:pt>
                <c:pt idx="2736">
                  <c:v>9.36</c:v>
                </c:pt>
                <c:pt idx="2737">
                  <c:v>9.33</c:v>
                </c:pt>
                <c:pt idx="2738">
                  <c:v>9.33</c:v>
                </c:pt>
                <c:pt idx="2739">
                  <c:v>9.3315992157161354</c:v>
                </c:pt>
                <c:pt idx="2740">
                  <c:v>9.3384746440264976</c:v>
                </c:pt>
                <c:pt idx="2741">
                  <c:v>9.34</c:v>
                </c:pt>
                <c:pt idx="2742">
                  <c:v>9.34</c:v>
                </c:pt>
                <c:pt idx="2743">
                  <c:v>9.34</c:v>
                </c:pt>
                <c:pt idx="2744">
                  <c:v>9.33</c:v>
                </c:pt>
                <c:pt idx="2745">
                  <c:v>9.2899999999999991</c:v>
                </c:pt>
                <c:pt idx="2746">
                  <c:v>9.24</c:v>
                </c:pt>
                <c:pt idx="2747">
                  <c:v>9.1999999999999993</c:v>
                </c:pt>
                <c:pt idx="2748">
                  <c:v>9.19</c:v>
                </c:pt>
                <c:pt idx="2749">
                  <c:v>9.23</c:v>
                </c:pt>
                <c:pt idx="2750">
                  <c:v>9.2662481411445032</c:v>
                </c:pt>
                <c:pt idx="2751">
                  <c:v>9.27</c:v>
                </c:pt>
                <c:pt idx="2752">
                  <c:v>9.31</c:v>
                </c:pt>
                <c:pt idx="2753">
                  <c:v>9.3296828100543223</c:v>
                </c:pt>
                <c:pt idx="2754">
                  <c:v>9.36</c:v>
                </c:pt>
                <c:pt idx="2755">
                  <c:v>9.4</c:v>
                </c:pt>
                <c:pt idx="2756">
                  <c:v>9.4499999999999993</c:v>
                </c:pt>
                <c:pt idx="2757">
                  <c:v>9.4731863752031149</c:v>
                </c:pt>
                <c:pt idx="2758">
                  <c:v>9.48</c:v>
                </c:pt>
                <c:pt idx="2759">
                  <c:v>9.49</c:v>
                </c:pt>
                <c:pt idx="2760">
                  <c:v>9.49</c:v>
                </c:pt>
                <c:pt idx="2761">
                  <c:v>9.49</c:v>
                </c:pt>
                <c:pt idx="2762">
                  <c:v>9.4700000000000006</c:v>
                </c:pt>
                <c:pt idx="2763">
                  <c:v>9.42</c:v>
                </c:pt>
                <c:pt idx="2764">
                  <c:v>9.3952824526303402</c:v>
                </c:pt>
                <c:pt idx="2765">
                  <c:v>9.3699999999999992</c:v>
                </c:pt>
                <c:pt idx="2766">
                  <c:v>9.3000000000000007</c:v>
                </c:pt>
                <c:pt idx="2767">
                  <c:v>9.2647757738240308</c:v>
                </c:pt>
                <c:pt idx="2768">
                  <c:v>9.25</c:v>
                </c:pt>
                <c:pt idx="2769">
                  <c:v>9.2200000000000006</c:v>
                </c:pt>
                <c:pt idx="2770">
                  <c:v>9.1968547539635406</c:v>
                </c:pt>
                <c:pt idx="2771">
                  <c:v>9.19</c:v>
                </c:pt>
                <c:pt idx="2772">
                  <c:v>9.17</c:v>
                </c:pt>
                <c:pt idx="2773">
                  <c:v>9.15</c:v>
                </c:pt>
                <c:pt idx="2774">
                  <c:v>9.16</c:v>
                </c:pt>
                <c:pt idx="2775">
                  <c:v>9.16</c:v>
                </c:pt>
                <c:pt idx="2776">
                  <c:v>9.16</c:v>
                </c:pt>
                <c:pt idx="2777">
                  <c:v>9.14</c:v>
                </c:pt>
                <c:pt idx="2778">
                  <c:v>9.1171902099184159</c:v>
                </c:pt>
                <c:pt idx="2779">
                  <c:v>9.1</c:v>
                </c:pt>
                <c:pt idx="2780">
                  <c:v>9.0682654453628633</c:v>
                </c:pt>
                <c:pt idx="2781">
                  <c:v>9.0500000000000007</c:v>
                </c:pt>
                <c:pt idx="2782">
                  <c:v>9.0251423811553213</c:v>
                </c:pt>
                <c:pt idx="2783">
                  <c:v>9</c:v>
                </c:pt>
                <c:pt idx="2784">
                  <c:v>8.9499999999999993</c:v>
                </c:pt>
                <c:pt idx="2785">
                  <c:v>8.8800000000000008</c:v>
                </c:pt>
                <c:pt idx="2786">
                  <c:v>8.8112151630022737</c:v>
                </c:pt>
                <c:pt idx="2787">
                  <c:v>8.7899999999999991</c:v>
                </c:pt>
                <c:pt idx="2788">
                  <c:v>8.7100000000000009</c:v>
                </c:pt>
                <c:pt idx="2789">
                  <c:v>8.59</c:v>
                </c:pt>
                <c:pt idx="2790">
                  <c:v>8.5500000000000007</c:v>
                </c:pt>
                <c:pt idx="2791">
                  <c:v>8.5183766063467079</c:v>
                </c:pt>
                <c:pt idx="2792">
                  <c:v>8.51</c:v>
                </c:pt>
                <c:pt idx="2793">
                  <c:v>8.48</c:v>
                </c:pt>
                <c:pt idx="2794">
                  <c:v>8.4721846590248564</c:v>
                </c:pt>
                <c:pt idx="2795">
                  <c:v>8.4700000000000006</c:v>
                </c:pt>
                <c:pt idx="2796">
                  <c:v>8.4499999999999993</c:v>
                </c:pt>
                <c:pt idx="2797">
                  <c:v>8.4245308545658659</c:v>
                </c:pt>
                <c:pt idx="2798">
                  <c:v>8.42</c:v>
                </c:pt>
                <c:pt idx="2799">
                  <c:v>8.3721724810711144</c:v>
                </c:pt>
                <c:pt idx="2800">
                  <c:v>8.3699999999999992</c:v>
                </c:pt>
                <c:pt idx="2801">
                  <c:v>8.34</c:v>
                </c:pt>
                <c:pt idx="2802">
                  <c:v>8.3221377821248641</c:v>
                </c:pt>
                <c:pt idx="2803">
                  <c:v>8.32</c:v>
                </c:pt>
                <c:pt idx="2804">
                  <c:v>8.2899999999999991</c:v>
                </c:pt>
                <c:pt idx="2805">
                  <c:v>8.2410566217562717</c:v>
                </c:pt>
                <c:pt idx="2806">
                  <c:v>8.24</c:v>
                </c:pt>
                <c:pt idx="2807">
                  <c:v>8.17</c:v>
                </c:pt>
                <c:pt idx="2808">
                  <c:v>8.11</c:v>
                </c:pt>
                <c:pt idx="2809">
                  <c:v>8.0884317248459965</c:v>
                </c:pt>
                <c:pt idx="2810">
                  <c:v>8.08</c:v>
                </c:pt>
                <c:pt idx="2811">
                  <c:v>8.06</c:v>
                </c:pt>
                <c:pt idx="2812">
                  <c:v>8.06</c:v>
                </c:pt>
                <c:pt idx="2813">
                  <c:v>8.06</c:v>
                </c:pt>
                <c:pt idx="2814">
                  <c:v>8.06</c:v>
                </c:pt>
                <c:pt idx="2815">
                  <c:v>8.0399999999999991</c:v>
                </c:pt>
                <c:pt idx="2816">
                  <c:v>8.0159731319819922</c:v>
                </c:pt>
                <c:pt idx="2817">
                  <c:v>8.01</c:v>
                </c:pt>
                <c:pt idx="2818">
                  <c:v>7.98</c:v>
                </c:pt>
                <c:pt idx="2819">
                  <c:v>7.95</c:v>
                </c:pt>
                <c:pt idx="2820">
                  <c:v>7.93</c:v>
                </c:pt>
                <c:pt idx="2821">
                  <c:v>7.9481014890910453</c:v>
                </c:pt>
                <c:pt idx="2822">
                  <c:v>7.95</c:v>
                </c:pt>
                <c:pt idx="2823">
                  <c:v>7.97</c:v>
                </c:pt>
                <c:pt idx="2824">
                  <c:v>7.99</c:v>
                </c:pt>
                <c:pt idx="2825">
                  <c:v>8</c:v>
                </c:pt>
                <c:pt idx="2826">
                  <c:v>8.01</c:v>
                </c:pt>
                <c:pt idx="2827">
                  <c:v>8</c:v>
                </c:pt>
                <c:pt idx="2828">
                  <c:v>7.9949474993092018</c:v>
                </c:pt>
                <c:pt idx="2829">
                  <c:v>7.99</c:v>
                </c:pt>
                <c:pt idx="2830">
                  <c:v>7.98</c:v>
                </c:pt>
                <c:pt idx="2831">
                  <c:v>7.98</c:v>
                </c:pt>
                <c:pt idx="2832">
                  <c:v>7.98</c:v>
                </c:pt>
                <c:pt idx="2833">
                  <c:v>7.98</c:v>
                </c:pt>
                <c:pt idx="2834">
                  <c:v>7.9861319592974276</c:v>
                </c:pt>
                <c:pt idx="2835">
                  <c:v>7.99</c:v>
                </c:pt>
                <c:pt idx="2836">
                  <c:v>8.02</c:v>
                </c:pt>
                <c:pt idx="2837">
                  <c:v>8.0500000000000007</c:v>
                </c:pt>
                <c:pt idx="2838">
                  <c:v>8.0664969570054321</c:v>
                </c:pt>
                <c:pt idx="2839">
                  <c:v>8.08</c:v>
                </c:pt>
                <c:pt idx="2840">
                  <c:v>8.1</c:v>
                </c:pt>
                <c:pt idx="2841">
                  <c:v>8.0941113637071407</c:v>
                </c:pt>
                <c:pt idx="2842">
                  <c:v>8.09</c:v>
                </c:pt>
                <c:pt idx="2843">
                  <c:v>8.08</c:v>
                </c:pt>
                <c:pt idx="2844">
                  <c:v>8.0710445372152879</c:v>
                </c:pt>
                <c:pt idx="2845">
                  <c:v>8.07</c:v>
                </c:pt>
                <c:pt idx="2846">
                  <c:v>8.06</c:v>
                </c:pt>
                <c:pt idx="2847">
                  <c:v>8.0500000000000007</c:v>
                </c:pt>
                <c:pt idx="2848">
                  <c:v>8.0620791366906488</c:v>
                </c:pt>
                <c:pt idx="2849">
                  <c:v>8.07</c:v>
                </c:pt>
                <c:pt idx="2850">
                  <c:v>8.07</c:v>
                </c:pt>
                <c:pt idx="2851">
                  <c:v>8.0656150695295992</c:v>
                </c:pt>
                <c:pt idx="2852">
                  <c:v>8.06</c:v>
                </c:pt>
                <c:pt idx="2853">
                  <c:v>8.0500000000000007</c:v>
                </c:pt>
                <c:pt idx="2854">
                  <c:v>8.06</c:v>
                </c:pt>
                <c:pt idx="2855">
                  <c:v>8.0808392118072732</c:v>
                </c:pt>
                <c:pt idx="2856">
                  <c:v>8.09</c:v>
                </c:pt>
                <c:pt idx="2857">
                  <c:v>8.1300000000000008</c:v>
                </c:pt>
                <c:pt idx="2858">
                  <c:v>8.19</c:v>
                </c:pt>
                <c:pt idx="2859">
                  <c:v>8.2520750568385779</c:v>
                </c:pt>
                <c:pt idx="2860">
                  <c:v>8.26</c:v>
                </c:pt>
                <c:pt idx="2861">
                  <c:v>8.34</c:v>
                </c:pt>
                <c:pt idx="2862">
                  <c:v>8.4</c:v>
                </c:pt>
                <c:pt idx="2863">
                  <c:v>8.43</c:v>
                </c:pt>
                <c:pt idx="2864">
                  <c:v>8.43</c:v>
                </c:pt>
                <c:pt idx="2865">
                  <c:v>8.42</c:v>
                </c:pt>
                <c:pt idx="2866">
                  <c:v>8.41</c:v>
                </c:pt>
                <c:pt idx="2867">
                  <c:v>8.4019330753980945</c:v>
                </c:pt>
                <c:pt idx="2868">
                  <c:v>8.4</c:v>
                </c:pt>
                <c:pt idx="2869">
                  <c:v>8.41</c:v>
                </c:pt>
                <c:pt idx="2870">
                  <c:v>8.424936295691845</c:v>
                </c:pt>
                <c:pt idx="2871">
                  <c:v>8.43</c:v>
                </c:pt>
                <c:pt idx="2872">
                  <c:v>8.4700000000000006</c:v>
                </c:pt>
                <c:pt idx="2873">
                  <c:v>8.51</c:v>
                </c:pt>
                <c:pt idx="2874">
                  <c:v>8.5232882815980986</c:v>
                </c:pt>
                <c:pt idx="2875">
                  <c:v>8.5500000000000007</c:v>
                </c:pt>
                <c:pt idx="2876">
                  <c:v>8.59</c:v>
                </c:pt>
                <c:pt idx="2877">
                  <c:v>8.65</c:v>
                </c:pt>
                <c:pt idx="2878">
                  <c:v>8.73</c:v>
                </c:pt>
                <c:pt idx="2879">
                  <c:v>8.82</c:v>
                </c:pt>
                <c:pt idx="2880">
                  <c:v>8.8656857264857738</c:v>
                </c:pt>
                <c:pt idx="2881">
                  <c:v>8.89</c:v>
                </c:pt>
                <c:pt idx="2882">
                  <c:v>8.93</c:v>
                </c:pt>
                <c:pt idx="2883">
                  <c:v>8.9466822342611607</c:v>
                </c:pt>
                <c:pt idx="2884">
                  <c:v>8.9499999999999993</c:v>
                </c:pt>
                <c:pt idx="2885">
                  <c:v>8.9600000000000009</c:v>
                </c:pt>
                <c:pt idx="2886">
                  <c:v>8.9600000000000009</c:v>
                </c:pt>
                <c:pt idx="2887">
                  <c:v>8.9600000000000009</c:v>
                </c:pt>
                <c:pt idx="2888">
                  <c:v>8.98</c:v>
                </c:pt>
                <c:pt idx="2889">
                  <c:v>9</c:v>
                </c:pt>
                <c:pt idx="2890">
                  <c:v>9.0027562335958002</c:v>
                </c:pt>
                <c:pt idx="2891">
                  <c:v>9.01</c:v>
                </c:pt>
                <c:pt idx="2892">
                  <c:v>9.02</c:v>
                </c:pt>
                <c:pt idx="2893">
                  <c:v>9.0399999999999991</c:v>
                </c:pt>
                <c:pt idx="2894">
                  <c:v>9.0523549333935414</c:v>
                </c:pt>
                <c:pt idx="2895">
                  <c:v>9.08</c:v>
                </c:pt>
                <c:pt idx="2896">
                  <c:v>9.1300000000000008</c:v>
                </c:pt>
                <c:pt idx="2897">
                  <c:v>9.1676925884110521</c:v>
                </c:pt>
                <c:pt idx="2898">
                  <c:v>9.18</c:v>
                </c:pt>
                <c:pt idx="2899">
                  <c:v>9.221987003249188</c:v>
                </c:pt>
                <c:pt idx="2900">
                  <c:v>9.24</c:v>
                </c:pt>
                <c:pt idx="2901">
                  <c:v>9.2884898124957704</c:v>
                </c:pt>
                <c:pt idx="2902">
                  <c:v>9.3000000000000007</c:v>
                </c:pt>
                <c:pt idx="2903">
                  <c:v>9.35</c:v>
                </c:pt>
                <c:pt idx="2904">
                  <c:v>9.3800000000000008</c:v>
                </c:pt>
                <c:pt idx="2905">
                  <c:v>9.39</c:v>
                </c:pt>
                <c:pt idx="2906">
                  <c:v>9.3699999999999992</c:v>
                </c:pt>
                <c:pt idx="2907">
                  <c:v>9.36</c:v>
                </c:pt>
                <c:pt idx="2908">
                  <c:v>9.36</c:v>
                </c:pt>
                <c:pt idx="2909">
                  <c:v>9.36</c:v>
                </c:pt>
                <c:pt idx="2910">
                  <c:v>9.36</c:v>
                </c:pt>
                <c:pt idx="2911">
                  <c:v>9.3541606762718654</c:v>
                </c:pt>
                <c:pt idx="2912">
                  <c:v>9.35</c:v>
                </c:pt>
                <c:pt idx="2913">
                  <c:v>9.35</c:v>
                </c:pt>
                <c:pt idx="2914">
                  <c:v>9.3653557433730299</c:v>
                </c:pt>
                <c:pt idx="2915">
                  <c:v>9.3699999999999992</c:v>
                </c:pt>
                <c:pt idx="2916">
                  <c:v>9.4807847936547276</c:v>
                </c:pt>
                <c:pt idx="2917">
                  <c:v>9.49</c:v>
                </c:pt>
                <c:pt idx="2918">
                  <c:v>9.57</c:v>
                </c:pt>
                <c:pt idx="2919">
                  <c:v>9.64</c:v>
                </c:pt>
                <c:pt idx="2920">
                  <c:v>9.6786541838526556</c:v>
                </c:pt>
                <c:pt idx="2921">
                  <c:v>9.69</c:v>
                </c:pt>
                <c:pt idx="2922">
                  <c:v>9.7200000000000006</c:v>
                </c:pt>
                <c:pt idx="2923">
                  <c:v>9.73</c:v>
                </c:pt>
                <c:pt idx="2924">
                  <c:v>9.73</c:v>
                </c:pt>
                <c:pt idx="2925">
                  <c:v>9.73</c:v>
                </c:pt>
                <c:pt idx="2926">
                  <c:v>9.73</c:v>
                </c:pt>
                <c:pt idx="2927">
                  <c:v>9.7239704042950343</c:v>
                </c:pt>
                <c:pt idx="2928">
                  <c:v>9.7200000000000006</c:v>
                </c:pt>
                <c:pt idx="2929">
                  <c:v>9.73</c:v>
                </c:pt>
                <c:pt idx="2930">
                  <c:v>9.7361867972910776</c:v>
                </c:pt>
                <c:pt idx="2931">
                  <c:v>9.76</c:v>
                </c:pt>
                <c:pt idx="2932">
                  <c:v>9.8000000000000007</c:v>
                </c:pt>
                <c:pt idx="2933">
                  <c:v>9.84</c:v>
                </c:pt>
                <c:pt idx="2934">
                  <c:v>9.8641628109395754</c:v>
                </c:pt>
                <c:pt idx="2935">
                  <c:v>9.89</c:v>
                </c:pt>
                <c:pt idx="2936">
                  <c:v>9.9499999999999993</c:v>
                </c:pt>
                <c:pt idx="2937">
                  <c:v>10</c:v>
                </c:pt>
                <c:pt idx="2938">
                  <c:v>10.034601079784039</c:v>
                </c:pt>
                <c:pt idx="2939">
                  <c:v>10.039999999999999</c:v>
                </c:pt>
                <c:pt idx="2940">
                  <c:v>10.055744761185579</c:v>
                </c:pt>
                <c:pt idx="2941">
                  <c:v>10.08</c:v>
                </c:pt>
                <c:pt idx="2942">
                  <c:v>10.091309199429091</c:v>
                </c:pt>
                <c:pt idx="2943">
                  <c:v>10.119999999999999</c:v>
                </c:pt>
                <c:pt idx="2944">
                  <c:v>10.14</c:v>
                </c:pt>
                <c:pt idx="2945">
                  <c:v>10.14</c:v>
                </c:pt>
                <c:pt idx="2946">
                  <c:v>10.119999999999999</c:v>
                </c:pt>
                <c:pt idx="2947">
                  <c:v>10.1</c:v>
                </c:pt>
                <c:pt idx="2948">
                  <c:v>10.108495967075161</c:v>
                </c:pt>
                <c:pt idx="2949">
                  <c:v>10.11</c:v>
                </c:pt>
                <c:pt idx="2950">
                  <c:v>10.14</c:v>
                </c:pt>
                <c:pt idx="2951">
                  <c:v>10.165883498846</c:v>
                </c:pt>
                <c:pt idx="2952">
                  <c:v>10.18</c:v>
                </c:pt>
                <c:pt idx="2953">
                  <c:v>10.220000000000001</c:v>
                </c:pt>
                <c:pt idx="2954">
                  <c:v>10.24190810810811</c:v>
                </c:pt>
                <c:pt idx="2955">
                  <c:v>10.25</c:v>
                </c:pt>
                <c:pt idx="2956">
                  <c:v>10.3</c:v>
                </c:pt>
                <c:pt idx="2957">
                  <c:v>10.33045590392871</c:v>
                </c:pt>
                <c:pt idx="2958">
                  <c:v>10.34</c:v>
                </c:pt>
                <c:pt idx="2959">
                  <c:v>10.417643731860389</c:v>
                </c:pt>
                <c:pt idx="2960">
                  <c:v>10.42</c:v>
                </c:pt>
                <c:pt idx="2961">
                  <c:v>10.46</c:v>
                </c:pt>
                <c:pt idx="2962">
                  <c:v>10.5</c:v>
                </c:pt>
                <c:pt idx="2963">
                  <c:v>10.53477093396538</c:v>
                </c:pt>
                <c:pt idx="2964">
                  <c:v>10.55</c:v>
                </c:pt>
                <c:pt idx="2965">
                  <c:v>10.61</c:v>
                </c:pt>
                <c:pt idx="2966">
                  <c:v>10.65</c:v>
                </c:pt>
                <c:pt idx="2967">
                  <c:v>10.67418927862343</c:v>
                </c:pt>
                <c:pt idx="2968">
                  <c:v>10.7</c:v>
                </c:pt>
                <c:pt idx="2969">
                  <c:v>10.72</c:v>
                </c:pt>
                <c:pt idx="2970">
                  <c:v>10.712945371642361</c:v>
                </c:pt>
                <c:pt idx="2971">
                  <c:v>10.71</c:v>
                </c:pt>
                <c:pt idx="2972">
                  <c:v>10.7</c:v>
                </c:pt>
                <c:pt idx="2973">
                  <c:v>10.7</c:v>
                </c:pt>
                <c:pt idx="2974">
                  <c:v>10.7</c:v>
                </c:pt>
                <c:pt idx="2975">
                  <c:v>10.71</c:v>
                </c:pt>
                <c:pt idx="2976">
                  <c:v>10.74</c:v>
                </c:pt>
                <c:pt idx="2977">
                  <c:v>10.77</c:v>
                </c:pt>
                <c:pt idx="2978">
                  <c:v>10.77825960510871</c:v>
                </c:pt>
                <c:pt idx="2979">
                  <c:v>10.8</c:v>
                </c:pt>
                <c:pt idx="2980">
                  <c:v>10.84</c:v>
                </c:pt>
                <c:pt idx="2981">
                  <c:v>10.848064959331721</c:v>
                </c:pt>
                <c:pt idx="2982">
                  <c:v>10.86503901956474</c:v>
                </c:pt>
                <c:pt idx="2983">
                  <c:v>10.87</c:v>
                </c:pt>
                <c:pt idx="2984">
                  <c:v>10.9</c:v>
                </c:pt>
                <c:pt idx="2985">
                  <c:v>10.93</c:v>
                </c:pt>
                <c:pt idx="2986">
                  <c:v>10.94</c:v>
                </c:pt>
                <c:pt idx="2987">
                  <c:v>10.93</c:v>
                </c:pt>
                <c:pt idx="2988">
                  <c:v>10.93591528614458</c:v>
                </c:pt>
                <c:pt idx="2989">
                  <c:v>10.94</c:v>
                </c:pt>
                <c:pt idx="2990">
                  <c:v>10.95</c:v>
                </c:pt>
                <c:pt idx="2991">
                  <c:v>10.9541272878944</c:v>
                </c:pt>
                <c:pt idx="2992">
                  <c:v>10.96</c:v>
                </c:pt>
                <c:pt idx="2993">
                  <c:v>10.98</c:v>
                </c:pt>
                <c:pt idx="2994">
                  <c:v>11.002962550823881</c:v>
                </c:pt>
                <c:pt idx="2995">
                  <c:v>11.01</c:v>
                </c:pt>
                <c:pt idx="2996">
                  <c:v>11.05</c:v>
                </c:pt>
                <c:pt idx="2997">
                  <c:v>11.07232517202752</c:v>
                </c:pt>
                <c:pt idx="2998">
                  <c:v>11.09</c:v>
                </c:pt>
                <c:pt idx="2999">
                  <c:v>11.09</c:v>
                </c:pt>
                <c:pt idx="3000">
                  <c:v>11.09</c:v>
                </c:pt>
                <c:pt idx="3001">
                  <c:v>11.09759826609171</c:v>
                </c:pt>
                <c:pt idx="3002">
                  <c:v>11.1</c:v>
                </c:pt>
                <c:pt idx="3003">
                  <c:v>11.11</c:v>
                </c:pt>
                <c:pt idx="3004">
                  <c:v>11.117887569524139</c:v>
                </c:pt>
                <c:pt idx="3005">
                  <c:v>11.12</c:v>
                </c:pt>
                <c:pt idx="3006">
                  <c:v>11.12</c:v>
                </c:pt>
                <c:pt idx="3007">
                  <c:v>11.135584203968181</c:v>
                </c:pt>
                <c:pt idx="3008">
                  <c:v>11.14</c:v>
                </c:pt>
                <c:pt idx="3009">
                  <c:v>11.2</c:v>
                </c:pt>
                <c:pt idx="3010">
                  <c:v>11.204142523978449</c:v>
                </c:pt>
                <c:pt idx="3011">
                  <c:v>11.21</c:v>
                </c:pt>
                <c:pt idx="3012">
                  <c:v>11.21</c:v>
                </c:pt>
                <c:pt idx="3013">
                  <c:v>11.20230621442551</c:v>
                </c:pt>
                <c:pt idx="3014">
                  <c:v>11.2</c:v>
                </c:pt>
                <c:pt idx="3015">
                  <c:v>11.17</c:v>
                </c:pt>
                <c:pt idx="3016">
                  <c:v>11.09</c:v>
                </c:pt>
                <c:pt idx="3017">
                  <c:v>11.08188035839351</c:v>
                </c:pt>
                <c:pt idx="3018">
                  <c:v>11.08</c:v>
                </c:pt>
                <c:pt idx="3019">
                  <c:v>11.09</c:v>
                </c:pt>
                <c:pt idx="3020">
                  <c:v>11.103328051027081</c:v>
                </c:pt>
                <c:pt idx="3021">
                  <c:v>11.11</c:v>
                </c:pt>
                <c:pt idx="3022">
                  <c:v>11.11481042517692</c:v>
                </c:pt>
                <c:pt idx="3023">
                  <c:v>11.13</c:v>
                </c:pt>
                <c:pt idx="3024">
                  <c:v>11.14</c:v>
                </c:pt>
                <c:pt idx="3025">
                  <c:v>11.16</c:v>
                </c:pt>
                <c:pt idx="3026">
                  <c:v>11.16</c:v>
                </c:pt>
                <c:pt idx="3027">
                  <c:v>11.12</c:v>
                </c:pt>
                <c:pt idx="3028">
                  <c:v>11.07</c:v>
                </c:pt>
                <c:pt idx="3029">
                  <c:v>11.04</c:v>
                </c:pt>
                <c:pt idx="3030">
                  <c:v>11.034780069582499</c:v>
                </c:pt>
                <c:pt idx="3031">
                  <c:v>11.03</c:v>
                </c:pt>
                <c:pt idx="3032">
                  <c:v>11.02</c:v>
                </c:pt>
                <c:pt idx="3033">
                  <c:v>11.018700080561629</c:v>
                </c:pt>
                <c:pt idx="3034">
                  <c:v>11.01</c:v>
                </c:pt>
                <c:pt idx="3035">
                  <c:v>11.02</c:v>
                </c:pt>
                <c:pt idx="3036">
                  <c:v>11.050680461236951</c:v>
                </c:pt>
                <c:pt idx="3037">
                  <c:v>11.06</c:v>
                </c:pt>
                <c:pt idx="3038">
                  <c:v>11.09</c:v>
                </c:pt>
                <c:pt idx="3039">
                  <c:v>11.11</c:v>
                </c:pt>
                <c:pt idx="3040">
                  <c:v>11.08</c:v>
                </c:pt>
                <c:pt idx="3041">
                  <c:v>11.05545623358193</c:v>
                </c:pt>
                <c:pt idx="3042">
                  <c:v>11.05</c:v>
                </c:pt>
                <c:pt idx="3043">
                  <c:v>11.03</c:v>
                </c:pt>
                <c:pt idx="3044">
                  <c:v>11.02322648006527</c:v>
                </c:pt>
                <c:pt idx="3045">
                  <c:v>11.02</c:v>
                </c:pt>
                <c:pt idx="3046">
                  <c:v>11</c:v>
                </c:pt>
                <c:pt idx="3047">
                  <c:v>11.01</c:v>
                </c:pt>
                <c:pt idx="3048">
                  <c:v>11.01371278156555</c:v>
                </c:pt>
                <c:pt idx="3049">
                  <c:v>11.03</c:v>
                </c:pt>
                <c:pt idx="3050">
                  <c:v>11.04</c:v>
                </c:pt>
                <c:pt idx="3051">
                  <c:v>11.04208800497203</c:v>
                </c:pt>
                <c:pt idx="3052">
                  <c:v>11.05</c:v>
                </c:pt>
                <c:pt idx="3053">
                  <c:v>11.03</c:v>
                </c:pt>
                <c:pt idx="3054">
                  <c:v>11.01</c:v>
                </c:pt>
                <c:pt idx="3055">
                  <c:v>10.96283373854498</c:v>
                </c:pt>
                <c:pt idx="3056">
                  <c:v>10.95</c:v>
                </c:pt>
                <c:pt idx="3057">
                  <c:v>10.84</c:v>
                </c:pt>
                <c:pt idx="3058">
                  <c:v>10.83669224412702</c:v>
                </c:pt>
                <c:pt idx="3059">
                  <c:v>10.82</c:v>
                </c:pt>
                <c:pt idx="3060">
                  <c:v>10.82</c:v>
                </c:pt>
                <c:pt idx="3061">
                  <c:v>10.82</c:v>
                </c:pt>
                <c:pt idx="3062">
                  <c:v>10.83</c:v>
                </c:pt>
                <c:pt idx="3063">
                  <c:v>10.84</c:v>
                </c:pt>
                <c:pt idx="3064">
                  <c:v>10.84</c:v>
                </c:pt>
                <c:pt idx="3065">
                  <c:v>10.84</c:v>
                </c:pt>
                <c:pt idx="3066">
                  <c:v>10.84</c:v>
                </c:pt>
                <c:pt idx="3067">
                  <c:v>10.82</c:v>
                </c:pt>
                <c:pt idx="3068">
                  <c:v>10.79</c:v>
                </c:pt>
                <c:pt idx="3069">
                  <c:v>10.74</c:v>
                </c:pt>
                <c:pt idx="3070">
                  <c:v>10.726454685099849</c:v>
                </c:pt>
                <c:pt idx="3071">
                  <c:v>10.7</c:v>
                </c:pt>
                <c:pt idx="3072">
                  <c:v>10.66</c:v>
                </c:pt>
                <c:pt idx="3073">
                  <c:v>10.63</c:v>
                </c:pt>
                <c:pt idx="3074">
                  <c:v>10.63</c:v>
                </c:pt>
                <c:pt idx="3075">
                  <c:v>10.65</c:v>
                </c:pt>
                <c:pt idx="3076">
                  <c:v>10.652114929804259</c:v>
                </c:pt>
                <c:pt idx="3077">
                  <c:v>10.66</c:v>
                </c:pt>
                <c:pt idx="3078">
                  <c:v>10.63</c:v>
                </c:pt>
                <c:pt idx="3079">
                  <c:v>10.593481801893111</c:v>
                </c:pt>
                <c:pt idx="3080">
                  <c:v>10.57</c:v>
                </c:pt>
                <c:pt idx="3081">
                  <c:v>10.5</c:v>
                </c:pt>
                <c:pt idx="3082">
                  <c:v>10.47762246457529</c:v>
                </c:pt>
                <c:pt idx="3083">
                  <c:v>10.46</c:v>
                </c:pt>
                <c:pt idx="3084">
                  <c:v>10.43</c:v>
                </c:pt>
                <c:pt idx="3085">
                  <c:v>10.38</c:v>
                </c:pt>
                <c:pt idx="3086">
                  <c:v>10.36036564864108</c:v>
                </c:pt>
                <c:pt idx="3087">
                  <c:v>10.33</c:v>
                </c:pt>
                <c:pt idx="3088">
                  <c:v>10.29</c:v>
                </c:pt>
                <c:pt idx="3089">
                  <c:v>10.270211831162721</c:v>
                </c:pt>
                <c:pt idx="3090">
                  <c:v>10.26</c:v>
                </c:pt>
                <c:pt idx="3091">
                  <c:v>10.26</c:v>
                </c:pt>
                <c:pt idx="3092">
                  <c:v>10.278984841696531</c:v>
                </c:pt>
                <c:pt idx="3093">
                  <c:v>10.28</c:v>
                </c:pt>
                <c:pt idx="3094">
                  <c:v>10.31</c:v>
                </c:pt>
                <c:pt idx="3095">
                  <c:v>10.32</c:v>
                </c:pt>
                <c:pt idx="3096">
                  <c:v>10.29</c:v>
                </c:pt>
                <c:pt idx="3097">
                  <c:v>10.25434296740813</c:v>
                </c:pt>
                <c:pt idx="3098">
                  <c:v>10.24</c:v>
                </c:pt>
                <c:pt idx="3099">
                  <c:v>10.199999999999999</c:v>
                </c:pt>
                <c:pt idx="3100">
                  <c:v>10.189534652233419</c:v>
                </c:pt>
                <c:pt idx="3101">
                  <c:v>10.18</c:v>
                </c:pt>
                <c:pt idx="3102">
                  <c:v>10.19</c:v>
                </c:pt>
                <c:pt idx="3103">
                  <c:v>10.210000000000001</c:v>
                </c:pt>
                <c:pt idx="3104">
                  <c:v>10.220000000000001</c:v>
                </c:pt>
                <c:pt idx="3105">
                  <c:v>10.210000000000001</c:v>
                </c:pt>
                <c:pt idx="3106">
                  <c:v>10.210000000000001</c:v>
                </c:pt>
                <c:pt idx="3107">
                  <c:v>10.210000000000001</c:v>
                </c:pt>
                <c:pt idx="3108">
                  <c:v>10.220000000000001</c:v>
                </c:pt>
                <c:pt idx="3109">
                  <c:v>10.213208335857519</c:v>
                </c:pt>
                <c:pt idx="3110">
                  <c:v>10.210000000000001</c:v>
                </c:pt>
                <c:pt idx="3111">
                  <c:v>10.18</c:v>
                </c:pt>
                <c:pt idx="3112">
                  <c:v>10.130000000000001</c:v>
                </c:pt>
                <c:pt idx="3113">
                  <c:v>10.050000000000001</c:v>
                </c:pt>
                <c:pt idx="3114">
                  <c:v>9.9600000000000009</c:v>
                </c:pt>
                <c:pt idx="3115">
                  <c:v>9.8899741871018776</c:v>
                </c:pt>
                <c:pt idx="3116">
                  <c:v>9.86</c:v>
                </c:pt>
                <c:pt idx="3117">
                  <c:v>9.77</c:v>
                </c:pt>
                <c:pt idx="3118">
                  <c:v>9.7229057966859695</c:v>
                </c:pt>
                <c:pt idx="3119">
                  <c:v>9.68</c:v>
                </c:pt>
                <c:pt idx="3120">
                  <c:v>9.6199999999999992</c:v>
                </c:pt>
                <c:pt idx="3121">
                  <c:v>9.6</c:v>
                </c:pt>
                <c:pt idx="3122">
                  <c:v>9.584456228353039</c:v>
                </c:pt>
                <c:pt idx="3123">
                  <c:v>9.58</c:v>
                </c:pt>
                <c:pt idx="3124">
                  <c:v>9.5529109533137451</c:v>
                </c:pt>
                <c:pt idx="3125">
                  <c:v>9.5500000000000007</c:v>
                </c:pt>
                <c:pt idx="3126">
                  <c:v>9.5</c:v>
                </c:pt>
                <c:pt idx="3127">
                  <c:v>9.4499999999999993</c:v>
                </c:pt>
                <c:pt idx="3128">
                  <c:v>9.42</c:v>
                </c:pt>
                <c:pt idx="3129">
                  <c:v>9.4070468263941827</c:v>
                </c:pt>
                <c:pt idx="3130">
                  <c:v>9.3800000000000008</c:v>
                </c:pt>
                <c:pt idx="3131">
                  <c:v>9.35</c:v>
                </c:pt>
                <c:pt idx="3132">
                  <c:v>9.3341440931256887</c:v>
                </c:pt>
                <c:pt idx="3133">
                  <c:v>9.33</c:v>
                </c:pt>
                <c:pt idx="3134">
                  <c:v>9.3000000000000007</c:v>
                </c:pt>
                <c:pt idx="3135">
                  <c:v>9.27</c:v>
                </c:pt>
                <c:pt idx="3136">
                  <c:v>9.25</c:v>
                </c:pt>
                <c:pt idx="3137">
                  <c:v>9.27</c:v>
                </c:pt>
                <c:pt idx="3138">
                  <c:v>9.32</c:v>
                </c:pt>
                <c:pt idx="3139">
                  <c:v>9.3619532744515457</c:v>
                </c:pt>
                <c:pt idx="3140">
                  <c:v>9.39</c:v>
                </c:pt>
                <c:pt idx="3141">
                  <c:v>9.43</c:v>
                </c:pt>
                <c:pt idx="3142">
                  <c:v>9.4499999999999993</c:v>
                </c:pt>
                <c:pt idx="3143">
                  <c:v>9.4499999999999993</c:v>
                </c:pt>
                <c:pt idx="3144">
                  <c:v>9.44</c:v>
                </c:pt>
                <c:pt idx="3145">
                  <c:v>9.4310566941708807</c:v>
                </c:pt>
                <c:pt idx="3146">
                  <c:v>9.4</c:v>
                </c:pt>
                <c:pt idx="3147">
                  <c:v>9.3483952201220326</c:v>
                </c:pt>
                <c:pt idx="3148">
                  <c:v>9.34</c:v>
                </c:pt>
                <c:pt idx="3149">
                  <c:v>9.2799999999999994</c:v>
                </c:pt>
                <c:pt idx="3150">
                  <c:v>9.23</c:v>
                </c:pt>
                <c:pt idx="3151">
                  <c:v>9.2125316324234507</c:v>
                </c:pt>
                <c:pt idx="3152">
                  <c:v>9.2100000000000009</c:v>
                </c:pt>
                <c:pt idx="3153">
                  <c:v>9.23</c:v>
                </c:pt>
                <c:pt idx="3154">
                  <c:v>9.24</c:v>
                </c:pt>
                <c:pt idx="3155">
                  <c:v>9.24</c:v>
                </c:pt>
                <c:pt idx="3156">
                  <c:v>9.23</c:v>
                </c:pt>
                <c:pt idx="3157">
                  <c:v>9.1991149743909819</c:v>
                </c:pt>
                <c:pt idx="3158">
                  <c:v>9.19</c:v>
                </c:pt>
                <c:pt idx="3159">
                  <c:v>9.11</c:v>
                </c:pt>
                <c:pt idx="3160">
                  <c:v>9.0118350153576134</c:v>
                </c:pt>
                <c:pt idx="3161">
                  <c:v>9</c:v>
                </c:pt>
                <c:pt idx="3162">
                  <c:v>8.83</c:v>
                </c:pt>
                <c:pt idx="3163">
                  <c:v>8.8099661291861455</c:v>
                </c:pt>
                <c:pt idx="3164">
                  <c:v>8.7799999999999994</c:v>
                </c:pt>
                <c:pt idx="3165">
                  <c:v>8.76</c:v>
                </c:pt>
                <c:pt idx="3166">
                  <c:v>8.7673618590135849</c:v>
                </c:pt>
                <c:pt idx="3167">
                  <c:v>8.77</c:v>
                </c:pt>
                <c:pt idx="3168">
                  <c:v>8.7899999999999991</c:v>
                </c:pt>
                <c:pt idx="3169">
                  <c:v>8.81</c:v>
                </c:pt>
                <c:pt idx="3170">
                  <c:v>8.8208720403674477</c:v>
                </c:pt>
                <c:pt idx="3171">
                  <c:v>8.83</c:v>
                </c:pt>
                <c:pt idx="3172">
                  <c:v>8.83</c:v>
                </c:pt>
                <c:pt idx="3173">
                  <c:v>8.8212908230461871</c:v>
                </c:pt>
                <c:pt idx="3174">
                  <c:v>8.82</c:v>
                </c:pt>
                <c:pt idx="3175">
                  <c:v>8.7899999999999991</c:v>
                </c:pt>
                <c:pt idx="3176">
                  <c:v>8.75</c:v>
                </c:pt>
                <c:pt idx="3177">
                  <c:v>8.69</c:v>
                </c:pt>
                <c:pt idx="3178">
                  <c:v>8.6199999999999992</c:v>
                </c:pt>
                <c:pt idx="3179">
                  <c:v>8.57</c:v>
                </c:pt>
                <c:pt idx="3180">
                  <c:v>8.5399999999999991</c:v>
                </c:pt>
                <c:pt idx="3181">
                  <c:v>8.52</c:v>
                </c:pt>
                <c:pt idx="3182">
                  <c:v>8.4945996641065804</c:v>
                </c:pt>
                <c:pt idx="3183">
                  <c:v>8.48</c:v>
                </c:pt>
                <c:pt idx="3184">
                  <c:v>8.44</c:v>
                </c:pt>
                <c:pt idx="3185">
                  <c:v>8.43</c:v>
                </c:pt>
                <c:pt idx="3186">
                  <c:v>8.4398943717483839</c:v>
                </c:pt>
                <c:pt idx="3187">
                  <c:v>8.4600000000000009</c:v>
                </c:pt>
                <c:pt idx="3188">
                  <c:v>8.51</c:v>
                </c:pt>
                <c:pt idx="3189">
                  <c:v>8.533916571753986</c:v>
                </c:pt>
                <c:pt idx="3190">
                  <c:v>8.5500000000000007</c:v>
                </c:pt>
                <c:pt idx="3191">
                  <c:v>8.56</c:v>
                </c:pt>
                <c:pt idx="3192">
                  <c:v>8.541314280634694</c:v>
                </c:pt>
                <c:pt idx="3193">
                  <c:v>8.5399999999999991</c:v>
                </c:pt>
                <c:pt idx="3194">
                  <c:v>8.4600000000000009</c:v>
                </c:pt>
                <c:pt idx="3195">
                  <c:v>8.3699414730548032</c:v>
                </c:pt>
                <c:pt idx="3196">
                  <c:v>8.34</c:v>
                </c:pt>
                <c:pt idx="3197">
                  <c:v>8.23</c:v>
                </c:pt>
                <c:pt idx="3198">
                  <c:v>8.16</c:v>
                </c:pt>
                <c:pt idx="3199">
                  <c:v>8.144347745191526</c:v>
                </c:pt>
                <c:pt idx="3200">
                  <c:v>8.14</c:v>
                </c:pt>
                <c:pt idx="3201">
                  <c:v>8.15</c:v>
                </c:pt>
                <c:pt idx="3202">
                  <c:v>8.1821263842324488</c:v>
                </c:pt>
                <c:pt idx="3203">
                  <c:v>8.19</c:v>
                </c:pt>
                <c:pt idx="3204">
                  <c:v>8.27</c:v>
                </c:pt>
                <c:pt idx="3205">
                  <c:v>8.2903042146828909</c:v>
                </c:pt>
                <c:pt idx="3206">
                  <c:v>8.3000000000000007</c:v>
                </c:pt>
                <c:pt idx="3207">
                  <c:v>8.32</c:v>
                </c:pt>
                <c:pt idx="3208">
                  <c:v>8.3279867414342057</c:v>
                </c:pt>
                <c:pt idx="3209">
                  <c:v>8.33</c:v>
                </c:pt>
                <c:pt idx="3210">
                  <c:v>8.31</c:v>
                </c:pt>
                <c:pt idx="3211">
                  <c:v>8.35</c:v>
                </c:pt>
                <c:pt idx="3212">
                  <c:v>8.3646137932233451</c:v>
                </c:pt>
                <c:pt idx="3213">
                  <c:v>8.4</c:v>
                </c:pt>
                <c:pt idx="3214">
                  <c:v>8.44</c:v>
                </c:pt>
                <c:pt idx="3215">
                  <c:v>8.4602656835949919</c:v>
                </c:pt>
                <c:pt idx="3216">
                  <c:v>8.4700000000000006</c:v>
                </c:pt>
                <c:pt idx="3217">
                  <c:v>8.4700000000000006</c:v>
                </c:pt>
                <c:pt idx="3218">
                  <c:v>8.48</c:v>
                </c:pt>
                <c:pt idx="3219">
                  <c:v>8.52</c:v>
                </c:pt>
                <c:pt idx="3220">
                  <c:v>8.59</c:v>
                </c:pt>
                <c:pt idx="3221">
                  <c:v>8.6511757575757571</c:v>
                </c:pt>
                <c:pt idx="3222">
                  <c:v>8.68</c:v>
                </c:pt>
                <c:pt idx="3223">
                  <c:v>8.77</c:v>
                </c:pt>
                <c:pt idx="3224">
                  <c:v>8.85</c:v>
                </c:pt>
                <c:pt idx="3225">
                  <c:v>8.91</c:v>
                </c:pt>
                <c:pt idx="3226">
                  <c:v>8.94</c:v>
                </c:pt>
                <c:pt idx="3227">
                  <c:v>8.9333243318374969</c:v>
                </c:pt>
                <c:pt idx="3228">
                  <c:v>8.93</c:v>
                </c:pt>
                <c:pt idx="3229">
                  <c:v>8.91</c:v>
                </c:pt>
                <c:pt idx="3230">
                  <c:v>8.8938231519507198</c:v>
                </c:pt>
                <c:pt idx="3231">
                  <c:v>8.89</c:v>
                </c:pt>
                <c:pt idx="3232">
                  <c:v>8.91</c:v>
                </c:pt>
                <c:pt idx="3233">
                  <c:v>8.9245605375729546</c:v>
                </c:pt>
                <c:pt idx="3234">
                  <c:v>8.93</c:v>
                </c:pt>
                <c:pt idx="3235">
                  <c:v>8.9600000000000009</c:v>
                </c:pt>
                <c:pt idx="3236">
                  <c:v>8.99</c:v>
                </c:pt>
                <c:pt idx="3237">
                  <c:v>9.06</c:v>
                </c:pt>
                <c:pt idx="3238">
                  <c:v>9.15</c:v>
                </c:pt>
                <c:pt idx="3239">
                  <c:v>9.2287193179688973</c:v>
                </c:pt>
                <c:pt idx="3240">
                  <c:v>9.25</c:v>
                </c:pt>
                <c:pt idx="3241">
                  <c:v>9.33</c:v>
                </c:pt>
                <c:pt idx="3242">
                  <c:v>9.3831486372374648</c:v>
                </c:pt>
                <c:pt idx="3243">
                  <c:v>9.4</c:v>
                </c:pt>
                <c:pt idx="3244">
                  <c:v>9.4499999999999993</c:v>
                </c:pt>
                <c:pt idx="3245">
                  <c:v>9.4600000000000009</c:v>
                </c:pt>
                <c:pt idx="3246">
                  <c:v>9.449655902033907</c:v>
                </c:pt>
                <c:pt idx="3247">
                  <c:v>9.44</c:v>
                </c:pt>
                <c:pt idx="3248">
                  <c:v>9.3800000000000008</c:v>
                </c:pt>
                <c:pt idx="3249">
                  <c:v>9.3177999722569016</c:v>
                </c:pt>
                <c:pt idx="3250">
                  <c:v>9.3000000000000007</c:v>
                </c:pt>
                <c:pt idx="3251">
                  <c:v>9.2200000000000006</c:v>
                </c:pt>
                <c:pt idx="3252">
                  <c:v>9.15</c:v>
                </c:pt>
                <c:pt idx="3253">
                  <c:v>9.09</c:v>
                </c:pt>
                <c:pt idx="3254">
                  <c:v>9.0544902591261582</c:v>
                </c:pt>
                <c:pt idx="3255">
                  <c:v>9.0299999999999994</c:v>
                </c:pt>
                <c:pt idx="3256">
                  <c:v>8.99</c:v>
                </c:pt>
                <c:pt idx="3257">
                  <c:v>8.99</c:v>
                </c:pt>
                <c:pt idx="3258">
                  <c:v>8.99</c:v>
                </c:pt>
                <c:pt idx="3259">
                  <c:v>9.02</c:v>
                </c:pt>
                <c:pt idx="3260">
                  <c:v>9.064931545718947</c:v>
                </c:pt>
                <c:pt idx="3261">
                  <c:v>9.07</c:v>
                </c:pt>
                <c:pt idx="3262">
                  <c:v>9.1</c:v>
                </c:pt>
                <c:pt idx="3263">
                  <c:v>9.1</c:v>
                </c:pt>
                <c:pt idx="3264">
                  <c:v>9.0971640758181849</c:v>
                </c:pt>
                <c:pt idx="3265">
                  <c:v>9.08</c:v>
                </c:pt>
                <c:pt idx="3266">
                  <c:v>9.06</c:v>
                </c:pt>
                <c:pt idx="3267">
                  <c:v>9.043986472114689</c:v>
                </c:pt>
                <c:pt idx="3268">
                  <c:v>9.0399999999999991</c:v>
                </c:pt>
                <c:pt idx="3269">
                  <c:v>9.0299999999999994</c:v>
                </c:pt>
                <c:pt idx="3270">
                  <c:v>9.0470835550824908</c:v>
                </c:pt>
                <c:pt idx="3271">
                  <c:v>9.0500000000000007</c:v>
                </c:pt>
                <c:pt idx="3272">
                  <c:v>9.1</c:v>
                </c:pt>
                <c:pt idx="3273">
                  <c:v>9.18</c:v>
                </c:pt>
                <c:pt idx="3274">
                  <c:v>9.2117707693035129</c:v>
                </c:pt>
                <c:pt idx="3275">
                  <c:v>9.26</c:v>
                </c:pt>
                <c:pt idx="3276">
                  <c:v>9.33</c:v>
                </c:pt>
                <c:pt idx="3277">
                  <c:v>9.3629817539729245</c:v>
                </c:pt>
                <c:pt idx="3278">
                  <c:v>9.3699999999999992</c:v>
                </c:pt>
                <c:pt idx="3279">
                  <c:v>9.4</c:v>
                </c:pt>
                <c:pt idx="3280">
                  <c:v>9.41</c:v>
                </c:pt>
                <c:pt idx="3281">
                  <c:v>9.4048880097382845</c:v>
                </c:pt>
                <c:pt idx="3282">
                  <c:v>9.4</c:v>
                </c:pt>
                <c:pt idx="3283">
                  <c:v>9.4</c:v>
                </c:pt>
                <c:pt idx="3284">
                  <c:v>9.4082704472175056</c:v>
                </c:pt>
                <c:pt idx="3285">
                  <c:v>9.41</c:v>
                </c:pt>
                <c:pt idx="3286">
                  <c:v>9.42</c:v>
                </c:pt>
                <c:pt idx="3287">
                  <c:v>9.42</c:v>
                </c:pt>
                <c:pt idx="3288">
                  <c:v>9.42</c:v>
                </c:pt>
                <c:pt idx="3289">
                  <c:v>9.4</c:v>
                </c:pt>
                <c:pt idx="3290">
                  <c:v>9.39</c:v>
                </c:pt>
                <c:pt idx="3291">
                  <c:v>9.42</c:v>
                </c:pt>
                <c:pt idx="3292">
                  <c:v>9.49</c:v>
                </c:pt>
                <c:pt idx="3293">
                  <c:v>9.56</c:v>
                </c:pt>
                <c:pt idx="3294">
                  <c:v>9.6300000000000008</c:v>
                </c:pt>
                <c:pt idx="3295">
                  <c:v>9.69</c:v>
                </c:pt>
                <c:pt idx="3296">
                  <c:v>9.7176977513099647</c:v>
                </c:pt>
                <c:pt idx="3297">
                  <c:v>9.7200000000000006</c:v>
                </c:pt>
                <c:pt idx="3298">
                  <c:v>9.74</c:v>
                </c:pt>
                <c:pt idx="3299">
                  <c:v>9.76</c:v>
                </c:pt>
                <c:pt idx="3300">
                  <c:v>9.7811143989726972</c:v>
                </c:pt>
                <c:pt idx="3301">
                  <c:v>9.7899999999999991</c:v>
                </c:pt>
                <c:pt idx="3302">
                  <c:v>9.82</c:v>
                </c:pt>
                <c:pt idx="3303">
                  <c:v>9.8564806290111218</c:v>
                </c:pt>
                <c:pt idx="3304">
                  <c:v>9.8699999999999992</c:v>
                </c:pt>
                <c:pt idx="3305">
                  <c:v>9.92</c:v>
                </c:pt>
                <c:pt idx="3306">
                  <c:v>9.9588547833077552</c:v>
                </c:pt>
                <c:pt idx="3307">
                  <c:v>9.9700000000000006</c:v>
                </c:pt>
                <c:pt idx="3308">
                  <c:v>10.02</c:v>
                </c:pt>
                <c:pt idx="3309">
                  <c:v>10.052490385370071</c:v>
                </c:pt>
                <c:pt idx="3310">
                  <c:v>10.06</c:v>
                </c:pt>
                <c:pt idx="3311">
                  <c:v>10.17</c:v>
                </c:pt>
                <c:pt idx="3312">
                  <c:v>10.18296939672393</c:v>
                </c:pt>
                <c:pt idx="3313">
                  <c:v>10.199999999999999</c:v>
                </c:pt>
                <c:pt idx="3314">
                  <c:v>10.220000000000001</c:v>
                </c:pt>
                <c:pt idx="3315">
                  <c:v>10.24</c:v>
                </c:pt>
                <c:pt idx="3316">
                  <c:v>10.232757719373829</c:v>
                </c:pt>
                <c:pt idx="3317">
                  <c:v>10.23</c:v>
                </c:pt>
                <c:pt idx="3318">
                  <c:v>10.210000000000001</c:v>
                </c:pt>
                <c:pt idx="3319">
                  <c:v>10.20252058208357</c:v>
                </c:pt>
                <c:pt idx="3320">
                  <c:v>10.199999999999999</c:v>
                </c:pt>
                <c:pt idx="3321">
                  <c:v>10.199999999999999</c:v>
                </c:pt>
                <c:pt idx="3322">
                  <c:v>10.21669318110269</c:v>
                </c:pt>
                <c:pt idx="3323">
                  <c:v>10.220000000000001</c:v>
                </c:pt>
                <c:pt idx="3324">
                  <c:v>10.24</c:v>
                </c:pt>
                <c:pt idx="3325">
                  <c:v>10.26</c:v>
                </c:pt>
                <c:pt idx="3326">
                  <c:v>10.28125021082813</c:v>
                </c:pt>
                <c:pt idx="3327">
                  <c:v>10.29</c:v>
                </c:pt>
                <c:pt idx="3328">
                  <c:v>10.34</c:v>
                </c:pt>
                <c:pt idx="3329">
                  <c:v>10.385218268648689</c:v>
                </c:pt>
                <c:pt idx="3330">
                  <c:v>10.4</c:v>
                </c:pt>
                <c:pt idx="3331">
                  <c:v>10.44</c:v>
                </c:pt>
                <c:pt idx="3332">
                  <c:v>10.46</c:v>
                </c:pt>
                <c:pt idx="3333">
                  <c:v>10.44</c:v>
                </c:pt>
                <c:pt idx="3334">
                  <c:v>10.437988417727579</c:v>
                </c:pt>
                <c:pt idx="3335">
                  <c:v>10.43</c:v>
                </c:pt>
                <c:pt idx="3336">
                  <c:v>10.44</c:v>
                </c:pt>
                <c:pt idx="3337">
                  <c:v>10.447702972112101</c:v>
                </c:pt>
                <c:pt idx="3338">
                  <c:v>10.45</c:v>
                </c:pt>
                <c:pt idx="3339">
                  <c:v>10.47</c:v>
                </c:pt>
                <c:pt idx="3340">
                  <c:v>10.477004701141709</c:v>
                </c:pt>
                <c:pt idx="3341">
                  <c:v>10.49</c:v>
                </c:pt>
                <c:pt idx="3342">
                  <c:v>10.5</c:v>
                </c:pt>
                <c:pt idx="3343">
                  <c:v>10.5</c:v>
                </c:pt>
                <c:pt idx="3344">
                  <c:v>10.5</c:v>
                </c:pt>
                <c:pt idx="3345">
                  <c:v>10.52791084119395</c:v>
                </c:pt>
                <c:pt idx="3346">
                  <c:v>10.53</c:v>
                </c:pt>
                <c:pt idx="3347">
                  <c:v>10.55</c:v>
                </c:pt>
                <c:pt idx="3348">
                  <c:v>10.57</c:v>
                </c:pt>
                <c:pt idx="3349">
                  <c:v>10.561408065733209</c:v>
                </c:pt>
                <c:pt idx="3350">
                  <c:v>10.56</c:v>
                </c:pt>
                <c:pt idx="3351">
                  <c:v>10.55</c:v>
                </c:pt>
                <c:pt idx="3352">
                  <c:v>10.55</c:v>
                </c:pt>
                <c:pt idx="3353">
                  <c:v>10.56566992280211</c:v>
                </c:pt>
                <c:pt idx="3354">
                  <c:v>10.57</c:v>
                </c:pt>
                <c:pt idx="3355">
                  <c:v>10.57</c:v>
                </c:pt>
                <c:pt idx="3356">
                  <c:v>10.56277019034305</c:v>
                </c:pt>
                <c:pt idx="3357">
                  <c:v>10.56</c:v>
                </c:pt>
                <c:pt idx="3358">
                  <c:v>10.57</c:v>
                </c:pt>
                <c:pt idx="3359">
                  <c:v>10.61</c:v>
                </c:pt>
                <c:pt idx="3360">
                  <c:v>10.63</c:v>
                </c:pt>
                <c:pt idx="3361">
                  <c:v>10.63546881842511</c:v>
                </c:pt>
                <c:pt idx="3362">
                  <c:v>10.64</c:v>
                </c:pt>
                <c:pt idx="3363">
                  <c:v>10.66</c:v>
                </c:pt>
                <c:pt idx="3364">
                  <c:v>10.7</c:v>
                </c:pt>
                <c:pt idx="3365">
                  <c:v>10.72</c:v>
                </c:pt>
                <c:pt idx="3366">
                  <c:v>10.73</c:v>
                </c:pt>
                <c:pt idx="3367">
                  <c:v>10.72</c:v>
                </c:pt>
                <c:pt idx="3368">
                  <c:v>10.71</c:v>
                </c:pt>
                <c:pt idx="3369">
                  <c:v>10.698465575795</c:v>
                </c:pt>
                <c:pt idx="3370">
                  <c:v>10.69</c:v>
                </c:pt>
                <c:pt idx="3371">
                  <c:v>10.7</c:v>
                </c:pt>
                <c:pt idx="3372">
                  <c:v>10.71</c:v>
                </c:pt>
                <c:pt idx="3373">
                  <c:v>10.72</c:v>
                </c:pt>
                <c:pt idx="3374">
                  <c:v>10.72</c:v>
                </c:pt>
                <c:pt idx="3375">
                  <c:v>10.72</c:v>
                </c:pt>
                <c:pt idx="3376">
                  <c:v>10.73</c:v>
                </c:pt>
                <c:pt idx="3377">
                  <c:v>10.75</c:v>
                </c:pt>
                <c:pt idx="3378">
                  <c:v>10.77</c:v>
                </c:pt>
                <c:pt idx="3379">
                  <c:v>10.77750306844302</c:v>
                </c:pt>
                <c:pt idx="3380">
                  <c:v>10.78</c:v>
                </c:pt>
                <c:pt idx="3381">
                  <c:v>10.78</c:v>
                </c:pt>
                <c:pt idx="3382">
                  <c:v>10.758518268841851</c:v>
                </c:pt>
                <c:pt idx="3383">
                  <c:v>10.75</c:v>
                </c:pt>
                <c:pt idx="3384">
                  <c:v>10.74</c:v>
                </c:pt>
                <c:pt idx="3385">
                  <c:v>10.75</c:v>
                </c:pt>
                <c:pt idx="3386">
                  <c:v>10.755449857291129</c:v>
                </c:pt>
                <c:pt idx="3387">
                  <c:v>10.76</c:v>
                </c:pt>
                <c:pt idx="3388">
                  <c:v>10.79</c:v>
                </c:pt>
                <c:pt idx="3389">
                  <c:v>10.79231722247602</c:v>
                </c:pt>
                <c:pt idx="3390">
                  <c:v>10.82</c:v>
                </c:pt>
                <c:pt idx="3391">
                  <c:v>10.87</c:v>
                </c:pt>
                <c:pt idx="3392">
                  <c:v>10.89</c:v>
                </c:pt>
                <c:pt idx="3393">
                  <c:v>10.89828803945746</c:v>
                </c:pt>
                <c:pt idx="3394">
                  <c:v>10.91</c:v>
                </c:pt>
                <c:pt idx="3395">
                  <c:v>10.92</c:v>
                </c:pt>
                <c:pt idx="3396">
                  <c:v>10.91</c:v>
                </c:pt>
                <c:pt idx="3397">
                  <c:v>10.89</c:v>
                </c:pt>
                <c:pt idx="3398">
                  <c:v>10.8678924325271</c:v>
                </c:pt>
                <c:pt idx="3399">
                  <c:v>10.86</c:v>
                </c:pt>
                <c:pt idx="3400">
                  <c:v>10.79</c:v>
                </c:pt>
                <c:pt idx="3401">
                  <c:v>10.79671780734348</c:v>
                </c:pt>
                <c:pt idx="3402">
                  <c:v>10.8</c:v>
                </c:pt>
                <c:pt idx="3403">
                  <c:v>10.81</c:v>
                </c:pt>
                <c:pt idx="3404">
                  <c:v>10.81875889608661</c:v>
                </c:pt>
                <c:pt idx="3405">
                  <c:v>10.82</c:v>
                </c:pt>
                <c:pt idx="3406">
                  <c:v>10.83</c:v>
                </c:pt>
                <c:pt idx="3407">
                  <c:v>10.84</c:v>
                </c:pt>
                <c:pt idx="3408">
                  <c:v>10.84</c:v>
                </c:pt>
                <c:pt idx="3409">
                  <c:v>10.84</c:v>
                </c:pt>
                <c:pt idx="3410">
                  <c:v>10.82</c:v>
                </c:pt>
                <c:pt idx="3411">
                  <c:v>10.77</c:v>
                </c:pt>
                <c:pt idx="3412">
                  <c:v>10.735368768026371</c:v>
                </c:pt>
                <c:pt idx="3413">
                  <c:v>10.72</c:v>
                </c:pt>
                <c:pt idx="3414">
                  <c:v>10.7</c:v>
                </c:pt>
                <c:pt idx="3415">
                  <c:v>10.7</c:v>
                </c:pt>
                <c:pt idx="3416">
                  <c:v>10.7</c:v>
                </c:pt>
                <c:pt idx="3417">
                  <c:v>10.69</c:v>
                </c:pt>
                <c:pt idx="3418">
                  <c:v>10.66</c:v>
                </c:pt>
                <c:pt idx="3419">
                  <c:v>10.65858877468763</c:v>
                </c:pt>
                <c:pt idx="3420">
                  <c:v>10.65</c:v>
                </c:pt>
                <c:pt idx="3421">
                  <c:v>10.66</c:v>
                </c:pt>
                <c:pt idx="3422">
                  <c:v>10.664637945318971</c:v>
                </c:pt>
                <c:pt idx="3423">
                  <c:v>10.67</c:v>
                </c:pt>
                <c:pt idx="3424">
                  <c:v>10.66</c:v>
                </c:pt>
                <c:pt idx="3425">
                  <c:v>10.64203796593346</c:v>
                </c:pt>
                <c:pt idx="3426">
                  <c:v>10.64</c:v>
                </c:pt>
                <c:pt idx="3427">
                  <c:v>10.62</c:v>
                </c:pt>
                <c:pt idx="3428">
                  <c:v>10.61</c:v>
                </c:pt>
                <c:pt idx="3429">
                  <c:v>10.59</c:v>
                </c:pt>
                <c:pt idx="3430">
                  <c:v>10.55345658667216</c:v>
                </c:pt>
                <c:pt idx="3431">
                  <c:v>10.55</c:v>
                </c:pt>
                <c:pt idx="3432">
                  <c:v>10.5</c:v>
                </c:pt>
                <c:pt idx="3433">
                  <c:v>10.49124830840765</c:v>
                </c:pt>
                <c:pt idx="3434">
                  <c:v>10.49</c:v>
                </c:pt>
                <c:pt idx="3435">
                  <c:v>10.46</c:v>
                </c:pt>
                <c:pt idx="3436">
                  <c:v>10.44</c:v>
                </c:pt>
                <c:pt idx="3437">
                  <c:v>10.43</c:v>
                </c:pt>
                <c:pt idx="3438">
                  <c:v>10.407403173866371</c:v>
                </c:pt>
                <c:pt idx="3439">
                  <c:v>10.4</c:v>
                </c:pt>
                <c:pt idx="3440">
                  <c:v>10.35</c:v>
                </c:pt>
                <c:pt idx="3441">
                  <c:v>10.29</c:v>
                </c:pt>
                <c:pt idx="3442">
                  <c:v>10.24</c:v>
                </c:pt>
                <c:pt idx="3443">
                  <c:v>10.23</c:v>
                </c:pt>
                <c:pt idx="3444">
                  <c:v>10.220000000000001</c:v>
                </c:pt>
                <c:pt idx="3445">
                  <c:v>10.210000000000001</c:v>
                </c:pt>
                <c:pt idx="3446">
                  <c:v>10.19154933571849</c:v>
                </c:pt>
                <c:pt idx="3447">
                  <c:v>10.19</c:v>
                </c:pt>
                <c:pt idx="3448">
                  <c:v>10.16</c:v>
                </c:pt>
                <c:pt idx="3449">
                  <c:v>10.119999999999999</c:v>
                </c:pt>
                <c:pt idx="3450">
                  <c:v>10.04880367695338</c:v>
                </c:pt>
                <c:pt idx="3451">
                  <c:v>10.039999999999999</c:v>
                </c:pt>
                <c:pt idx="3452">
                  <c:v>9.9600000000000009</c:v>
                </c:pt>
                <c:pt idx="3453">
                  <c:v>9.91</c:v>
                </c:pt>
                <c:pt idx="3454">
                  <c:v>9.8699999999999992</c:v>
                </c:pt>
                <c:pt idx="3455">
                  <c:v>9.83</c:v>
                </c:pt>
                <c:pt idx="3456">
                  <c:v>9.77</c:v>
                </c:pt>
                <c:pt idx="3457">
                  <c:v>9.6999999999999993</c:v>
                </c:pt>
                <c:pt idx="3458">
                  <c:v>9.6199999999999992</c:v>
                </c:pt>
                <c:pt idx="3459">
                  <c:v>9.5629279554559652</c:v>
                </c:pt>
                <c:pt idx="3460">
                  <c:v>9.52</c:v>
                </c:pt>
                <c:pt idx="3461">
                  <c:v>9.44</c:v>
                </c:pt>
                <c:pt idx="3462">
                  <c:v>9.4014902599053976</c:v>
                </c:pt>
                <c:pt idx="3463">
                  <c:v>9.3800000000000008</c:v>
                </c:pt>
                <c:pt idx="3464">
                  <c:v>9.32</c:v>
                </c:pt>
                <c:pt idx="3465">
                  <c:v>9.27</c:v>
                </c:pt>
                <c:pt idx="3466">
                  <c:v>9.24</c:v>
                </c:pt>
                <c:pt idx="3467">
                  <c:v>9.2200000000000006</c:v>
                </c:pt>
                <c:pt idx="3468">
                  <c:v>9.1998057513617422</c:v>
                </c:pt>
                <c:pt idx="3469">
                  <c:v>9.19</c:v>
                </c:pt>
                <c:pt idx="3470">
                  <c:v>9.18</c:v>
                </c:pt>
                <c:pt idx="3471">
                  <c:v>9.2020238956374261</c:v>
                </c:pt>
                <c:pt idx="3472">
                  <c:v>9.2100000000000009</c:v>
                </c:pt>
                <c:pt idx="3473">
                  <c:v>9.25</c:v>
                </c:pt>
                <c:pt idx="3474">
                  <c:v>9.2936651297922062</c:v>
                </c:pt>
                <c:pt idx="3475">
                  <c:v>9.3000000000000007</c:v>
                </c:pt>
                <c:pt idx="3476">
                  <c:v>9.39</c:v>
                </c:pt>
                <c:pt idx="3477">
                  <c:v>9.4126353110133749</c:v>
                </c:pt>
                <c:pt idx="3478">
                  <c:v>9.42</c:v>
                </c:pt>
                <c:pt idx="3479">
                  <c:v>9.44</c:v>
                </c:pt>
                <c:pt idx="3480">
                  <c:v>9.4559148795152215</c:v>
                </c:pt>
                <c:pt idx="3481">
                  <c:v>9.4600000000000009</c:v>
                </c:pt>
                <c:pt idx="3482">
                  <c:v>9.4700000000000006</c:v>
                </c:pt>
                <c:pt idx="3483">
                  <c:v>9.48</c:v>
                </c:pt>
                <c:pt idx="3484">
                  <c:v>9.4600000000000009</c:v>
                </c:pt>
                <c:pt idx="3485">
                  <c:v>9.4316605539395475</c:v>
                </c:pt>
                <c:pt idx="3486">
                  <c:v>9.42</c:v>
                </c:pt>
                <c:pt idx="3487">
                  <c:v>9.36</c:v>
                </c:pt>
                <c:pt idx="3488">
                  <c:v>9.3243008961046883</c:v>
                </c:pt>
                <c:pt idx="3489">
                  <c:v>9.3000000000000007</c:v>
                </c:pt>
                <c:pt idx="3490">
                  <c:v>9.25</c:v>
                </c:pt>
                <c:pt idx="3491">
                  <c:v>9.2332565949031764</c:v>
                </c:pt>
                <c:pt idx="3492">
                  <c:v>9.2200000000000006</c:v>
                </c:pt>
                <c:pt idx="3493">
                  <c:v>9.24</c:v>
                </c:pt>
                <c:pt idx="3494">
                  <c:v>9.267886302621017</c:v>
                </c:pt>
                <c:pt idx="3495">
                  <c:v>9.2799999999999994</c:v>
                </c:pt>
                <c:pt idx="3496">
                  <c:v>9.32</c:v>
                </c:pt>
                <c:pt idx="3497">
                  <c:v>9.33</c:v>
                </c:pt>
                <c:pt idx="3498">
                  <c:v>9.3072942320155541</c:v>
                </c:pt>
                <c:pt idx="3499">
                  <c:v>9.3000000000000007</c:v>
                </c:pt>
                <c:pt idx="3500">
                  <c:v>9.2170050019488112</c:v>
                </c:pt>
                <c:pt idx="3501">
                  <c:v>9.1999999999999993</c:v>
                </c:pt>
                <c:pt idx="3502">
                  <c:v>9.17</c:v>
                </c:pt>
                <c:pt idx="3503">
                  <c:v>9.15</c:v>
                </c:pt>
                <c:pt idx="3504">
                  <c:v>9.1276045830002666</c:v>
                </c:pt>
                <c:pt idx="3505">
                  <c:v>9.1199999999999992</c:v>
                </c:pt>
                <c:pt idx="3506">
                  <c:v>9.08</c:v>
                </c:pt>
                <c:pt idx="3507">
                  <c:v>9.0433242417630364</c:v>
                </c:pt>
                <c:pt idx="3508">
                  <c:v>9.0299999999999994</c:v>
                </c:pt>
                <c:pt idx="3509">
                  <c:v>8.86</c:v>
                </c:pt>
                <c:pt idx="3510">
                  <c:v>8.8000000000000007</c:v>
                </c:pt>
                <c:pt idx="3511">
                  <c:v>8.77</c:v>
                </c:pt>
                <c:pt idx="3512">
                  <c:v>8.756922298612011</c:v>
                </c:pt>
                <c:pt idx="3513">
                  <c:v>8.75</c:v>
                </c:pt>
                <c:pt idx="3514">
                  <c:v>8.7200000000000006</c:v>
                </c:pt>
                <c:pt idx="3515">
                  <c:v>8.69</c:v>
                </c:pt>
                <c:pt idx="3516">
                  <c:v>8.66</c:v>
                </c:pt>
                <c:pt idx="3517">
                  <c:v>8.6199999999999992</c:v>
                </c:pt>
                <c:pt idx="3518">
                  <c:v>8.6137456381320057</c:v>
                </c:pt>
                <c:pt idx="3519">
                  <c:v>8.61</c:v>
                </c:pt>
                <c:pt idx="3520">
                  <c:v>8.65</c:v>
                </c:pt>
                <c:pt idx="3521">
                  <c:v>8.6979347369683886</c:v>
                </c:pt>
                <c:pt idx="3522">
                  <c:v>8.7100000000000009</c:v>
                </c:pt>
                <c:pt idx="3523">
                  <c:v>8.7799999999999994</c:v>
                </c:pt>
                <c:pt idx="3524">
                  <c:v>8.83</c:v>
                </c:pt>
                <c:pt idx="3525">
                  <c:v>8.8568396885605907</c:v>
                </c:pt>
                <c:pt idx="3526">
                  <c:v>8.8699999999999992</c:v>
                </c:pt>
                <c:pt idx="3527">
                  <c:v>8.92</c:v>
                </c:pt>
                <c:pt idx="3528">
                  <c:v>8.98</c:v>
                </c:pt>
                <c:pt idx="3529">
                  <c:v>9.02</c:v>
                </c:pt>
                <c:pt idx="3530">
                  <c:v>9.0299999999999994</c:v>
                </c:pt>
                <c:pt idx="3531">
                  <c:v>9</c:v>
                </c:pt>
                <c:pt idx="3532">
                  <c:v>8.91</c:v>
                </c:pt>
                <c:pt idx="3533">
                  <c:v>8.8425591973244142</c:v>
                </c:pt>
                <c:pt idx="3534">
                  <c:v>8.7899999999999991</c:v>
                </c:pt>
                <c:pt idx="3535">
                  <c:v>8.67</c:v>
                </c:pt>
                <c:pt idx="3536">
                  <c:v>8.5770152811336775</c:v>
                </c:pt>
                <c:pt idx="3537">
                  <c:v>8.57</c:v>
                </c:pt>
                <c:pt idx="3538">
                  <c:v>8.51</c:v>
                </c:pt>
                <c:pt idx="3539">
                  <c:v>8.48</c:v>
                </c:pt>
                <c:pt idx="3540">
                  <c:v>8.48</c:v>
                </c:pt>
                <c:pt idx="3541">
                  <c:v>8.48</c:v>
                </c:pt>
                <c:pt idx="3542">
                  <c:v>8.473382148387266</c:v>
                </c:pt>
                <c:pt idx="3543">
                  <c:v>8.4700000000000006</c:v>
                </c:pt>
                <c:pt idx="3544">
                  <c:v>8.42</c:v>
                </c:pt>
                <c:pt idx="3545">
                  <c:v>8.34</c:v>
                </c:pt>
                <c:pt idx="3546">
                  <c:v>8.26</c:v>
                </c:pt>
                <c:pt idx="3547">
                  <c:v>8.2229892759137364</c:v>
                </c:pt>
                <c:pt idx="3548">
                  <c:v>8.2200000000000006</c:v>
                </c:pt>
                <c:pt idx="3549">
                  <c:v>8.2200000000000006</c:v>
                </c:pt>
                <c:pt idx="3550">
                  <c:v>8.23</c:v>
                </c:pt>
                <c:pt idx="3551">
                  <c:v>8.2149414241874439</c:v>
                </c:pt>
                <c:pt idx="3552">
                  <c:v>8.2100000000000009</c:v>
                </c:pt>
                <c:pt idx="3553">
                  <c:v>8.16</c:v>
                </c:pt>
                <c:pt idx="3554">
                  <c:v>8.11</c:v>
                </c:pt>
                <c:pt idx="3555">
                  <c:v>8.06</c:v>
                </c:pt>
                <c:pt idx="3556">
                  <c:v>8.0906417892305829</c:v>
                </c:pt>
                <c:pt idx="3557">
                  <c:v>8.1</c:v>
                </c:pt>
                <c:pt idx="3558">
                  <c:v>8.19</c:v>
                </c:pt>
                <c:pt idx="3559">
                  <c:v>8.31</c:v>
                </c:pt>
                <c:pt idx="3560">
                  <c:v>8.3930865051903112</c:v>
                </c:pt>
                <c:pt idx="3561">
                  <c:v>8.4</c:v>
                </c:pt>
                <c:pt idx="3562">
                  <c:v>8.41</c:v>
                </c:pt>
                <c:pt idx="3563">
                  <c:v>8.36</c:v>
                </c:pt>
                <c:pt idx="3564">
                  <c:v>8.26</c:v>
                </c:pt>
                <c:pt idx="3565">
                  <c:v>8.16</c:v>
                </c:pt>
                <c:pt idx="3566">
                  <c:v>8.1010275154244269</c:v>
                </c:pt>
                <c:pt idx="3567">
                  <c:v>8.08</c:v>
                </c:pt>
                <c:pt idx="3568">
                  <c:v>8.06</c:v>
                </c:pt>
                <c:pt idx="3569">
                  <c:v>8.0674884348496541</c:v>
                </c:pt>
                <c:pt idx="3570">
                  <c:v>8.07</c:v>
                </c:pt>
                <c:pt idx="3571">
                  <c:v>8.11</c:v>
                </c:pt>
                <c:pt idx="3572">
                  <c:v>8.14</c:v>
                </c:pt>
                <c:pt idx="3573">
                  <c:v>8.15</c:v>
                </c:pt>
                <c:pt idx="3574">
                  <c:v>8.17</c:v>
                </c:pt>
                <c:pt idx="3575">
                  <c:v>8.1999999999999993</c:v>
                </c:pt>
                <c:pt idx="3576">
                  <c:v>8.3632048625245154</c:v>
                </c:pt>
                <c:pt idx="3577">
                  <c:v>8.3699999999999992</c:v>
                </c:pt>
                <c:pt idx="3578">
                  <c:v>8.48</c:v>
                </c:pt>
                <c:pt idx="3579">
                  <c:v>8.5500000000000007</c:v>
                </c:pt>
                <c:pt idx="3580">
                  <c:v>8.5661048294365667</c:v>
                </c:pt>
                <c:pt idx="3581">
                  <c:v>8.58</c:v>
                </c:pt>
                <c:pt idx="3582">
                  <c:v>8.57</c:v>
                </c:pt>
                <c:pt idx="3583">
                  <c:v>8.5640204609595489</c:v>
                </c:pt>
                <c:pt idx="3584">
                  <c:v>8.5399999999999991</c:v>
                </c:pt>
                <c:pt idx="3585">
                  <c:v>8.5</c:v>
                </c:pt>
                <c:pt idx="3586">
                  <c:v>8.44</c:v>
                </c:pt>
                <c:pt idx="3587">
                  <c:v>8.3902447212837838</c:v>
                </c:pt>
                <c:pt idx="3588">
                  <c:v>8.3699999999999992</c:v>
                </c:pt>
                <c:pt idx="3589">
                  <c:v>8.34</c:v>
                </c:pt>
                <c:pt idx="3590">
                  <c:v>8.3329016369047615</c:v>
                </c:pt>
                <c:pt idx="3591">
                  <c:v>8.33</c:v>
                </c:pt>
                <c:pt idx="3592">
                  <c:v>8.34</c:v>
                </c:pt>
                <c:pt idx="3593">
                  <c:v>8.3699999999999992</c:v>
                </c:pt>
                <c:pt idx="3594">
                  <c:v>8.42</c:v>
                </c:pt>
                <c:pt idx="3595">
                  <c:v>8.4700000000000006</c:v>
                </c:pt>
                <c:pt idx="3596">
                  <c:v>8.5</c:v>
                </c:pt>
                <c:pt idx="3597">
                  <c:v>8.5301570304788683</c:v>
                </c:pt>
                <c:pt idx="3598">
                  <c:v>8.5399999999999991</c:v>
                </c:pt>
                <c:pt idx="3599">
                  <c:v>8.59</c:v>
                </c:pt>
                <c:pt idx="3600">
                  <c:v>8.6297606708334271</c:v>
                </c:pt>
                <c:pt idx="3601">
                  <c:v>8.64</c:v>
                </c:pt>
                <c:pt idx="3602">
                  <c:v>8.67</c:v>
                </c:pt>
                <c:pt idx="3603">
                  <c:v>8.69</c:v>
                </c:pt>
                <c:pt idx="3604">
                  <c:v>8.6979863059293425</c:v>
                </c:pt>
                <c:pt idx="3605">
                  <c:v>8.7100000000000009</c:v>
                </c:pt>
                <c:pt idx="3606">
                  <c:v>8.74</c:v>
                </c:pt>
                <c:pt idx="3607">
                  <c:v>8.7795583321568067</c:v>
                </c:pt>
                <c:pt idx="3608">
                  <c:v>8.7899999999999991</c:v>
                </c:pt>
                <c:pt idx="3609">
                  <c:v>8.85</c:v>
                </c:pt>
                <c:pt idx="3610">
                  <c:v>8.9093327750404114</c:v>
                </c:pt>
                <c:pt idx="3611">
                  <c:v>8.93</c:v>
                </c:pt>
                <c:pt idx="3612">
                  <c:v>9.1199999999999992</c:v>
                </c:pt>
                <c:pt idx="3613">
                  <c:v>9.1699101640804805</c:v>
                </c:pt>
                <c:pt idx="3614">
                  <c:v>9.1999999999999993</c:v>
                </c:pt>
                <c:pt idx="3615">
                  <c:v>9.2799999999999994</c:v>
                </c:pt>
                <c:pt idx="3616">
                  <c:v>9.3254008796975079</c:v>
                </c:pt>
                <c:pt idx="3617">
                  <c:v>9.35</c:v>
                </c:pt>
                <c:pt idx="3618">
                  <c:v>9.4</c:v>
                </c:pt>
                <c:pt idx="3619">
                  <c:v>9.43</c:v>
                </c:pt>
                <c:pt idx="3620">
                  <c:v>9.44</c:v>
                </c:pt>
                <c:pt idx="3621">
                  <c:v>9.4499999999999993</c:v>
                </c:pt>
                <c:pt idx="3622">
                  <c:v>9.4629066085594644</c:v>
                </c:pt>
                <c:pt idx="3623">
                  <c:v>9.4700000000000006</c:v>
                </c:pt>
                <c:pt idx="3624">
                  <c:v>9.5</c:v>
                </c:pt>
                <c:pt idx="3625">
                  <c:v>9.5434604087373831</c:v>
                </c:pt>
                <c:pt idx="3626">
                  <c:v>9.5500000000000007</c:v>
                </c:pt>
                <c:pt idx="3627">
                  <c:v>9.6</c:v>
                </c:pt>
                <c:pt idx="3628">
                  <c:v>9.6300000000000008</c:v>
                </c:pt>
                <c:pt idx="3629">
                  <c:v>9.6435490375309172</c:v>
                </c:pt>
                <c:pt idx="3630">
                  <c:v>9.66</c:v>
                </c:pt>
                <c:pt idx="3631">
                  <c:v>9.68</c:v>
                </c:pt>
                <c:pt idx="3632">
                  <c:v>9.6933271570324493</c:v>
                </c:pt>
                <c:pt idx="3633">
                  <c:v>9.6999999999999993</c:v>
                </c:pt>
                <c:pt idx="3634">
                  <c:v>9.6999999999999993</c:v>
                </c:pt>
                <c:pt idx="3635">
                  <c:v>9.69</c:v>
                </c:pt>
                <c:pt idx="3636">
                  <c:v>9.68</c:v>
                </c:pt>
                <c:pt idx="3637">
                  <c:v>9.6753543656965117</c:v>
                </c:pt>
                <c:pt idx="3638">
                  <c:v>9.67</c:v>
                </c:pt>
                <c:pt idx="3639">
                  <c:v>9.67</c:v>
                </c:pt>
                <c:pt idx="3640">
                  <c:v>9.6826723840882121</c:v>
                </c:pt>
                <c:pt idx="3641">
                  <c:v>9.69</c:v>
                </c:pt>
                <c:pt idx="3642">
                  <c:v>9.7200000000000006</c:v>
                </c:pt>
                <c:pt idx="3643">
                  <c:v>9.7366770862934544</c:v>
                </c:pt>
                <c:pt idx="3644">
                  <c:v>9.76</c:v>
                </c:pt>
                <c:pt idx="3645">
                  <c:v>9.82</c:v>
                </c:pt>
                <c:pt idx="3646">
                  <c:v>9.8521221969450767</c:v>
                </c:pt>
                <c:pt idx="3647">
                  <c:v>9.86</c:v>
                </c:pt>
                <c:pt idx="3648">
                  <c:v>9.8800000000000008</c:v>
                </c:pt>
                <c:pt idx="3649">
                  <c:v>9.8800000000000008</c:v>
                </c:pt>
                <c:pt idx="3650">
                  <c:v>9.8800000000000008</c:v>
                </c:pt>
                <c:pt idx="3651">
                  <c:v>9.8800000000000008</c:v>
                </c:pt>
                <c:pt idx="3652">
                  <c:v>9.85</c:v>
                </c:pt>
                <c:pt idx="3653">
                  <c:v>9.8348309859154934</c:v>
                </c:pt>
                <c:pt idx="3654">
                  <c:v>9.82</c:v>
                </c:pt>
                <c:pt idx="3655">
                  <c:v>9.81</c:v>
                </c:pt>
                <c:pt idx="3656">
                  <c:v>9.82</c:v>
                </c:pt>
                <c:pt idx="3657">
                  <c:v>9.8309581540868205</c:v>
                </c:pt>
                <c:pt idx="3658">
                  <c:v>9.84</c:v>
                </c:pt>
                <c:pt idx="3659">
                  <c:v>9.85</c:v>
                </c:pt>
                <c:pt idx="3660">
                  <c:v>9.8583238798206718</c:v>
                </c:pt>
                <c:pt idx="3661">
                  <c:v>9.8699999999999992</c:v>
                </c:pt>
                <c:pt idx="3662">
                  <c:v>9.92</c:v>
                </c:pt>
                <c:pt idx="3663">
                  <c:v>9.9759948652118098</c:v>
                </c:pt>
                <c:pt idx="3664">
                  <c:v>9.98</c:v>
                </c:pt>
                <c:pt idx="3665">
                  <c:v>10.02</c:v>
                </c:pt>
                <c:pt idx="3666">
                  <c:v>10.039999999999999</c:v>
                </c:pt>
                <c:pt idx="3667">
                  <c:v>10.047910728859311</c:v>
                </c:pt>
                <c:pt idx="3668">
                  <c:v>10.050000000000001</c:v>
                </c:pt>
                <c:pt idx="3669">
                  <c:v>10.039999999999999</c:v>
                </c:pt>
                <c:pt idx="3670">
                  <c:v>10.023160952643311</c:v>
                </c:pt>
                <c:pt idx="3671">
                  <c:v>10.02</c:v>
                </c:pt>
                <c:pt idx="3672">
                  <c:v>10.01</c:v>
                </c:pt>
                <c:pt idx="3673">
                  <c:v>10.02</c:v>
                </c:pt>
                <c:pt idx="3674">
                  <c:v>10.03272158603642</c:v>
                </c:pt>
                <c:pt idx="3675">
                  <c:v>10.050000000000001</c:v>
                </c:pt>
                <c:pt idx="3676">
                  <c:v>10.08</c:v>
                </c:pt>
                <c:pt idx="3677">
                  <c:v>10.09240494191407</c:v>
                </c:pt>
                <c:pt idx="3678">
                  <c:v>10.1</c:v>
                </c:pt>
                <c:pt idx="3679">
                  <c:v>10.09</c:v>
                </c:pt>
                <c:pt idx="3680">
                  <c:v>10.02</c:v>
                </c:pt>
                <c:pt idx="3681">
                  <c:v>9.83</c:v>
                </c:pt>
                <c:pt idx="3682">
                  <c:v>9.5399999999999991</c:v>
                </c:pt>
                <c:pt idx="3683">
                  <c:v>9.15</c:v>
                </c:pt>
                <c:pt idx="3684">
                  <c:v>8.69</c:v>
                </c:pt>
                <c:pt idx="3685">
                  <c:v>8.17</c:v>
                </c:pt>
                <c:pt idx="3686">
                  <c:v>7.7720286296775321</c:v>
                </c:pt>
                <c:pt idx="3687">
                  <c:v>7.63</c:v>
                </c:pt>
                <c:pt idx="3688">
                  <c:v>7.1</c:v>
                </c:pt>
                <c:pt idx="3689">
                  <c:v>6.57</c:v>
                </c:pt>
                <c:pt idx="3690">
                  <c:v>6.07</c:v>
                </c:pt>
                <c:pt idx="3691">
                  <c:v>5.58</c:v>
                </c:pt>
                <c:pt idx="3692">
                  <c:v>5.1916576601542657</c:v>
                </c:pt>
                <c:pt idx="3693">
                  <c:v>5.08</c:v>
                </c:pt>
                <c:pt idx="3694">
                  <c:v>4.5599999999999996</c:v>
                </c:pt>
                <c:pt idx="3695">
                  <c:v>4.1720852094033516</c:v>
                </c:pt>
                <c:pt idx="3696">
                  <c:v>4.05</c:v>
                </c:pt>
                <c:pt idx="3697">
                  <c:v>3.52</c:v>
                </c:pt>
                <c:pt idx="3698">
                  <c:v>2.98</c:v>
                </c:pt>
                <c:pt idx="3699">
                  <c:v>2.8160875627440038</c:v>
                </c:pt>
                <c:pt idx="3700">
                  <c:v>2.42</c:v>
                </c:pt>
                <c:pt idx="3701">
                  <c:v>1.89</c:v>
                </c:pt>
                <c:pt idx="3702">
                  <c:v>1.492393714781977</c:v>
                </c:pt>
                <c:pt idx="3703">
                  <c:v>1.37</c:v>
                </c:pt>
                <c:pt idx="3704">
                  <c:v>0.87</c:v>
                </c:pt>
                <c:pt idx="3705">
                  <c:v>0.43</c:v>
                </c:pt>
                <c:pt idx="3706">
                  <c:v>0.26016579053780831</c:v>
                </c:pt>
                <c:pt idx="3707">
                  <c:v>0.13</c:v>
                </c:pt>
                <c:pt idx="3708">
                  <c:v>-0.02</c:v>
                </c:pt>
                <c:pt idx="3709">
                  <c:v>-4.9364936085956379E-2</c:v>
                </c:pt>
                <c:pt idx="3710">
                  <c:v>-0.08</c:v>
                </c:pt>
                <c:pt idx="3711">
                  <c:v>-0.08</c:v>
                </c:pt>
                <c:pt idx="3712">
                  <c:v>-5.2495343833065117E-2</c:v>
                </c:pt>
                <c:pt idx="3713">
                  <c:v>-0.05</c:v>
                </c:pt>
                <c:pt idx="3714">
                  <c:v>-0.03</c:v>
                </c:pt>
                <c:pt idx="3715">
                  <c:v>-0.01</c:v>
                </c:pt>
                <c:pt idx="3716">
                  <c:v>-3.246351172047766E-3</c:v>
                </c:pt>
                <c:pt idx="3717">
                  <c:v>0</c:v>
                </c:pt>
                <c:pt idx="3718">
                  <c:v>0</c:v>
                </c:pt>
                <c:pt idx="3719">
                  <c:v>0</c:v>
                </c:pt>
                <c:pt idx="3720">
                  <c:v>0</c:v>
                </c:pt>
                <c:pt idx="3721">
                  <c:v>0</c:v>
                </c:pt>
                <c:pt idx="3722">
                  <c:v>0</c:v>
                </c:pt>
                <c:pt idx="3723">
                  <c:v>0</c:v>
                </c:pt>
                <c:pt idx="3724">
                  <c:v>0</c:v>
                </c:pt>
                <c:pt idx="3725">
                  <c:v>0</c:v>
                </c:pt>
                <c:pt idx="3726">
                  <c:v>0</c:v>
                </c:pt>
                <c:pt idx="3727">
                  <c:v>0</c:v>
                </c:pt>
                <c:pt idx="3728">
                  <c:v>0</c:v>
                </c:pt>
                <c:pt idx="3729">
                  <c:v>0</c:v>
                </c:pt>
                <c:pt idx="3730">
                  <c:v>0</c:v>
                </c:pt>
                <c:pt idx="3731">
                  <c:v>0</c:v>
                </c:pt>
                <c:pt idx="3732">
                  <c:v>0</c:v>
                </c:pt>
                <c:pt idx="3733">
                  <c:v>0</c:v>
                </c:pt>
                <c:pt idx="3734">
                  <c:v>0</c:v>
                </c:pt>
                <c:pt idx="3735">
                  <c:v>0</c:v>
                </c:pt>
                <c:pt idx="3736">
                  <c:v>0</c:v>
                </c:pt>
                <c:pt idx="3737">
                  <c:v>0</c:v>
                </c:pt>
                <c:pt idx="3738">
                  <c:v>0</c:v>
                </c:pt>
                <c:pt idx="3739">
                  <c:v>0</c:v>
                </c:pt>
                <c:pt idx="3740">
                  <c:v>0</c:v>
                </c:pt>
                <c:pt idx="3741">
                  <c:v>0</c:v>
                </c:pt>
                <c:pt idx="3742">
                  <c:v>0</c:v>
                </c:pt>
                <c:pt idx="3743">
                  <c:v>0</c:v>
                </c:pt>
                <c:pt idx="3744">
                  <c:v>0</c:v>
                </c:pt>
                <c:pt idx="3745">
                  <c:v>0</c:v>
                </c:pt>
                <c:pt idx="3746">
                  <c:v>0</c:v>
                </c:pt>
                <c:pt idx="3747">
                  <c:v>0</c:v>
                </c:pt>
                <c:pt idx="3748">
                  <c:v>0</c:v>
                </c:pt>
                <c:pt idx="3749">
                  <c:v>0</c:v>
                </c:pt>
                <c:pt idx="3750">
                  <c:v>0</c:v>
                </c:pt>
                <c:pt idx="3751">
                  <c:v>0</c:v>
                </c:pt>
                <c:pt idx="3752">
                  <c:v>0</c:v>
                </c:pt>
                <c:pt idx="3753">
                  <c:v>0</c:v>
                </c:pt>
                <c:pt idx="3754">
                  <c:v>0</c:v>
                </c:pt>
                <c:pt idx="3755">
                  <c:v>0</c:v>
                </c:pt>
                <c:pt idx="3756">
                  <c:v>0</c:v>
                </c:pt>
                <c:pt idx="3757">
                  <c:v>0</c:v>
                </c:pt>
                <c:pt idx="3758">
                  <c:v>0</c:v>
                </c:pt>
                <c:pt idx="3759">
                  <c:v>0</c:v>
                </c:pt>
                <c:pt idx="3760">
                  <c:v>0</c:v>
                </c:pt>
                <c:pt idx="3761">
                  <c:v>0</c:v>
                </c:pt>
                <c:pt idx="3762">
                  <c:v>0</c:v>
                </c:pt>
                <c:pt idx="3763">
                  <c:v>0</c:v>
                </c:pt>
                <c:pt idx="3764">
                  <c:v>0</c:v>
                </c:pt>
                <c:pt idx="3765">
                  <c:v>0</c:v>
                </c:pt>
                <c:pt idx="3766">
                  <c:v>0</c:v>
                </c:pt>
                <c:pt idx="3767">
                  <c:v>0</c:v>
                </c:pt>
                <c:pt idx="3768">
                  <c:v>0</c:v>
                </c:pt>
                <c:pt idx="3769">
                  <c:v>0</c:v>
                </c:pt>
                <c:pt idx="3770">
                  <c:v>0</c:v>
                </c:pt>
                <c:pt idx="3771">
                  <c:v>0</c:v>
                </c:pt>
                <c:pt idx="3772">
                  <c:v>0</c:v>
                </c:pt>
                <c:pt idx="3773">
                  <c:v>0</c:v>
                </c:pt>
                <c:pt idx="3774">
                  <c:v>0</c:v>
                </c:pt>
                <c:pt idx="3775">
                  <c:v>0</c:v>
                </c:pt>
                <c:pt idx="3776">
                  <c:v>0</c:v>
                </c:pt>
                <c:pt idx="3777">
                  <c:v>0</c:v>
                </c:pt>
                <c:pt idx="3778">
                  <c:v>0</c:v>
                </c:pt>
                <c:pt idx="3779">
                  <c:v>0</c:v>
                </c:pt>
                <c:pt idx="3780">
                  <c:v>0</c:v>
                </c:pt>
                <c:pt idx="3781">
                  <c:v>0</c:v>
                </c:pt>
                <c:pt idx="3782">
                  <c:v>0</c:v>
                </c:pt>
                <c:pt idx="3783">
                  <c:v>0</c:v>
                </c:pt>
                <c:pt idx="3784">
                  <c:v>0</c:v>
                </c:pt>
                <c:pt idx="3785">
                  <c:v>0</c:v>
                </c:pt>
                <c:pt idx="3786">
                  <c:v>0</c:v>
                </c:pt>
                <c:pt idx="3787">
                  <c:v>0</c:v>
                </c:pt>
                <c:pt idx="3788">
                  <c:v>0</c:v>
                </c:pt>
                <c:pt idx="3789">
                  <c:v>0</c:v>
                </c:pt>
                <c:pt idx="3790">
                  <c:v>0</c:v>
                </c:pt>
                <c:pt idx="3791">
                  <c:v>0</c:v>
                </c:pt>
                <c:pt idx="3792">
                  <c:v>0</c:v>
                </c:pt>
                <c:pt idx="3793">
                  <c:v>0</c:v>
                </c:pt>
                <c:pt idx="3794">
                  <c:v>0</c:v>
                </c:pt>
                <c:pt idx="3795">
                  <c:v>0</c:v>
                </c:pt>
                <c:pt idx="3796">
                  <c:v>0</c:v>
                </c:pt>
                <c:pt idx="3797">
                  <c:v>0</c:v>
                </c:pt>
                <c:pt idx="3798">
                  <c:v>0</c:v>
                </c:pt>
                <c:pt idx="3799">
                  <c:v>0</c:v>
                </c:pt>
                <c:pt idx="3800">
                  <c:v>0</c:v>
                </c:pt>
                <c:pt idx="3801">
                  <c:v>0</c:v>
                </c:pt>
                <c:pt idx="3802">
                  <c:v>0</c:v>
                </c:pt>
                <c:pt idx="3803">
                  <c:v>0</c:v>
                </c:pt>
                <c:pt idx="3804">
                  <c:v>0</c:v>
                </c:pt>
                <c:pt idx="3805">
                  <c:v>0</c:v>
                </c:pt>
                <c:pt idx="3806">
                  <c:v>0</c:v>
                </c:pt>
                <c:pt idx="3807">
                  <c:v>0</c:v>
                </c:pt>
                <c:pt idx="3808">
                  <c:v>0</c:v>
                </c:pt>
                <c:pt idx="3809">
                  <c:v>0</c:v>
                </c:pt>
                <c:pt idx="3810">
                  <c:v>0</c:v>
                </c:pt>
                <c:pt idx="3811">
                  <c:v>0</c:v>
                </c:pt>
                <c:pt idx="3812">
                  <c:v>0</c:v>
                </c:pt>
                <c:pt idx="3813">
                  <c:v>0</c:v>
                </c:pt>
                <c:pt idx="3814">
                  <c:v>0</c:v>
                </c:pt>
                <c:pt idx="3815">
                  <c:v>0</c:v>
                </c:pt>
                <c:pt idx="3816">
                  <c:v>0</c:v>
                </c:pt>
                <c:pt idx="3817">
                  <c:v>0</c:v>
                </c:pt>
                <c:pt idx="3818">
                  <c:v>0</c:v>
                </c:pt>
                <c:pt idx="3819">
                  <c:v>0</c:v>
                </c:pt>
                <c:pt idx="3820">
                  <c:v>0</c:v>
                </c:pt>
                <c:pt idx="3821">
                  <c:v>0</c:v>
                </c:pt>
                <c:pt idx="3822">
                  <c:v>0</c:v>
                </c:pt>
                <c:pt idx="3823">
                  <c:v>0</c:v>
                </c:pt>
                <c:pt idx="3824">
                  <c:v>0</c:v>
                </c:pt>
                <c:pt idx="3825">
                  <c:v>0</c:v>
                </c:pt>
                <c:pt idx="3826">
                  <c:v>0</c:v>
                </c:pt>
                <c:pt idx="3827">
                  <c:v>0</c:v>
                </c:pt>
                <c:pt idx="3828">
                  <c:v>0</c:v>
                </c:pt>
                <c:pt idx="3829">
                  <c:v>0</c:v>
                </c:pt>
                <c:pt idx="3830">
                  <c:v>0</c:v>
                </c:pt>
                <c:pt idx="3831">
                  <c:v>0</c:v>
                </c:pt>
                <c:pt idx="3832">
                  <c:v>0</c:v>
                </c:pt>
                <c:pt idx="3833">
                  <c:v>0</c:v>
                </c:pt>
                <c:pt idx="3834">
                  <c:v>0</c:v>
                </c:pt>
                <c:pt idx="3835">
                  <c:v>0</c:v>
                </c:pt>
                <c:pt idx="3836">
                  <c:v>0</c:v>
                </c:pt>
                <c:pt idx="3837">
                  <c:v>0</c:v>
                </c:pt>
                <c:pt idx="3838">
                  <c:v>0</c:v>
                </c:pt>
                <c:pt idx="3839">
                  <c:v>0</c:v>
                </c:pt>
                <c:pt idx="3840">
                  <c:v>0</c:v>
                </c:pt>
                <c:pt idx="3841">
                  <c:v>0</c:v>
                </c:pt>
                <c:pt idx="3842">
                  <c:v>0</c:v>
                </c:pt>
                <c:pt idx="3843">
                  <c:v>0</c:v>
                </c:pt>
                <c:pt idx="3844">
                  <c:v>0</c:v>
                </c:pt>
                <c:pt idx="3845">
                  <c:v>0</c:v>
                </c:pt>
                <c:pt idx="3846">
                  <c:v>0</c:v>
                </c:pt>
                <c:pt idx="3847">
                  <c:v>0</c:v>
                </c:pt>
                <c:pt idx="3848">
                  <c:v>0</c:v>
                </c:pt>
                <c:pt idx="3849">
                  <c:v>0</c:v>
                </c:pt>
                <c:pt idx="3850">
                  <c:v>0</c:v>
                </c:pt>
                <c:pt idx="3851">
                  <c:v>0</c:v>
                </c:pt>
                <c:pt idx="3852">
                  <c:v>0</c:v>
                </c:pt>
                <c:pt idx="3853">
                  <c:v>0</c:v>
                </c:pt>
                <c:pt idx="3854">
                  <c:v>0</c:v>
                </c:pt>
                <c:pt idx="3855">
                  <c:v>0</c:v>
                </c:pt>
                <c:pt idx="3856">
                  <c:v>0</c:v>
                </c:pt>
                <c:pt idx="3857">
                  <c:v>0</c:v>
                </c:pt>
                <c:pt idx="3858">
                  <c:v>0</c:v>
                </c:pt>
                <c:pt idx="3859">
                  <c:v>0</c:v>
                </c:pt>
                <c:pt idx="3860">
                  <c:v>0</c:v>
                </c:pt>
                <c:pt idx="3861">
                  <c:v>0</c:v>
                </c:pt>
                <c:pt idx="3862">
                  <c:v>0</c:v>
                </c:pt>
                <c:pt idx="3863">
                  <c:v>0</c:v>
                </c:pt>
                <c:pt idx="3864">
                  <c:v>0</c:v>
                </c:pt>
                <c:pt idx="3865">
                  <c:v>0</c:v>
                </c:pt>
                <c:pt idx="3866">
                  <c:v>0</c:v>
                </c:pt>
                <c:pt idx="3867">
                  <c:v>0</c:v>
                </c:pt>
                <c:pt idx="3868">
                  <c:v>0</c:v>
                </c:pt>
                <c:pt idx="3869">
                  <c:v>0</c:v>
                </c:pt>
                <c:pt idx="3870">
                  <c:v>0</c:v>
                </c:pt>
                <c:pt idx="3871">
                  <c:v>0</c:v>
                </c:pt>
                <c:pt idx="3872">
                  <c:v>0</c:v>
                </c:pt>
                <c:pt idx="3873">
                  <c:v>0</c:v>
                </c:pt>
                <c:pt idx="3874">
                  <c:v>0</c:v>
                </c:pt>
                <c:pt idx="3875">
                  <c:v>0</c:v>
                </c:pt>
                <c:pt idx="3876">
                  <c:v>0</c:v>
                </c:pt>
                <c:pt idx="3877">
                  <c:v>0</c:v>
                </c:pt>
                <c:pt idx="3878">
                  <c:v>0</c:v>
                </c:pt>
                <c:pt idx="3879">
                  <c:v>0</c:v>
                </c:pt>
                <c:pt idx="3880">
                  <c:v>0</c:v>
                </c:pt>
                <c:pt idx="3881">
                  <c:v>0</c:v>
                </c:pt>
                <c:pt idx="3882">
                  <c:v>0</c:v>
                </c:pt>
                <c:pt idx="3883">
                  <c:v>0</c:v>
                </c:pt>
                <c:pt idx="3884">
                  <c:v>0</c:v>
                </c:pt>
                <c:pt idx="3885">
                  <c:v>0</c:v>
                </c:pt>
                <c:pt idx="3886">
                  <c:v>0</c:v>
                </c:pt>
                <c:pt idx="3887">
                  <c:v>0</c:v>
                </c:pt>
                <c:pt idx="3888">
                  <c:v>0</c:v>
                </c:pt>
                <c:pt idx="3889">
                  <c:v>0</c:v>
                </c:pt>
                <c:pt idx="3890">
                  <c:v>0</c:v>
                </c:pt>
                <c:pt idx="3891">
                  <c:v>0</c:v>
                </c:pt>
                <c:pt idx="3892">
                  <c:v>0</c:v>
                </c:pt>
                <c:pt idx="3893">
                  <c:v>0</c:v>
                </c:pt>
                <c:pt idx="3894">
                  <c:v>0</c:v>
                </c:pt>
                <c:pt idx="3895">
                  <c:v>0</c:v>
                </c:pt>
                <c:pt idx="3896">
                  <c:v>0</c:v>
                </c:pt>
                <c:pt idx="3897">
                  <c:v>0</c:v>
                </c:pt>
                <c:pt idx="3898">
                  <c:v>0</c:v>
                </c:pt>
                <c:pt idx="3899">
                  <c:v>0</c:v>
                </c:pt>
                <c:pt idx="3900">
                  <c:v>0</c:v>
                </c:pt>
                <c:pt idx="3901">
                  <c:v>0</c:v>
                </c:pt>
                <c:pt idx="3902">
                  <c:v>0</c:v>
                </c:pt>
                <c:pt idx="3903">
                  <c:v>0</c:v>
                </c:pt>
                <c:pt idx="3904">
                  <c:v>0</c:v>
                </c:pt>
                <c:pt idx="3905">
                  <c:v>0</c:v>
                </c:pt>
                <c:pt idx="3906">
                  <c:v>0</c:v>
                </c:pt>
                <c:pt idx="3907">
                  <c:v>0</c:v>
                </c:pt>
                <c:pt idx="3908">
                  <c:v>0</c:v>
                </c:pt>
                <c:pt idx="3909">
                  <c:v>0</c:v>
                </c:pt>
                <c:pt idx="3910">
                  <c:v>0</c:v>
                </c:pt>
                <c:pt idx="3911">
                  <c:v>0</c:v>
                </c:pt>
                <c:pt idx="3912">
                  <c:v>0</c:v>
                </c:pt>
                <c:pt idx="3913">
                  <c:v>0</c:v>
                </c:pt>
                <c:pt idx="3914">
                  <c:v>0</c:v>
                </c:pt>
                <c:pt idx="3915">
                  <c:v>0</c:v>
                </c:pt>
                <c:pt idx="3916">
                  <c:v>0</c:v>
                </c:pt>
                <c:pt idx="3917">
                  <c:v>0</c:v>
                </c:pt>
                <c:pt idx="3918">
                  <c:v>0</c:v>
                </c:pt>
                <c:pt idx="3919">
                  <c:v>0</c:v>
                </c:pt>
                <c:pt idx="3920">
                  <c:v>0</c:v>
                </c:pt>
                <c:pt idx="3921">
                  <c:v>0</c:v>
                </c:pt>
                <c:pt idx="3922">
                  <c:v>0</c:v>
                </c:pt>
                <c:pt idx="3923">
                  <c:v>0</c:v>
                </c:pt>
                <c:pt idx="3924">
                  <c:v>0</c:v>
                </c:pt>
                <c:pt idx="3925">
                  <c:v>0</c:v>
                </c:pt>
                <c:pt idx="3926">
                  <c:v>0</c:v>
                </c:pt>
                <c:pt idx="3927">
                  <c:v>0</c:v>
                </c:pt>
                <c:pt idx="3928">
                  <c:v>0</c:v>
                </c:pt>
                <c:pt idx="3929">
                  <c:v>0</c:v>
                </c:pt>
                <c:pt idx="3930">
                  <c:v>0</c:v>
                </c:pt>
                <c:pt idx="3931">
                  <c:v>0</c:v>
                </c:pt>
                <c:pt idx="3932">
                  <c:v>0</c:v>
                </c:pt>
                <c:pt idx="3933">
                  <c:v>0</c:v>
                </c:pt>
                <c:pt idx="3934">
                  <c:v>0</c:v>
                </c:pt>
                <c:pt idx="3935">
                  <c:v>0</c:v>
                </c:pt>
                <c:pt idx="3936">
                  <c:v>0</c:v>
                </c:pt>
                <c:pt idx="3937">
                  <c:v>0</c:v>
                </c:pt>
                <c:pt idx="3938">
                  <c:v>0</c:v>
                </c:pt>
                <c:pt idx="3939">
                  <c:v>0</c:v>
                </c:pt>
                <c:pt idx="3940">
                  <c:v>0</c:v>
                </c:pt>
                <c:pt idx="3941">
                  <c:v>0</c:v>
                </c:pt>
                <c:pt idx="3942">
                  <c:v>0</c:v>
                </c:pt>
                <c:pt idx="3943">
                  <c:v>0</c:v>
                </c:pt>
                <c:pt idx="3944">
                  <c:v>0</c:v>
                </c:pt>
                <c:pt idx="3945">
                  <c:v>0</c:v>
                </c:pt>
                <c:pt idx="3946">
                  <c:v>0</c:v>
                </c:pt>
                <c:pt idx="3947">
                  <c:v>0</c:v>
                </c:pt>
                <c:pt idx="3948">
                  <c:v>0</c:v>
                </c:pt>
                <c:pt idx="3949">
                  <c:v>0</c:v>
                </c:pt>
                <c:pt idx="3950">
                  <c:v>0</c:v>
                </c:pt>
                <c:pt idx="3951">
                  <c:v>0</c:v>
                </c:pt>
                <c:pt idx="3952">
                  <c:v>0</c:v>
                </c:pt>
                <c:pt idx="3953">
                  <c:v>0</c:v>
                </c:pt>
                <c:pt idx="3954">
                  <c:v>0</c:v>
                </c:pt>
                <c:pt idx="3955">
                  <c:v>0</c:v>
                </c:pt>
                <c:pt idx="3956">
                  <c:v>0</c:v>
                </c:pt>
                <c:pt idx="3957">
                  <c:v>0</c:v>
                </c:pt>
                <c:pt idx="3958">
                  <c:v>0</c:v>
                </c:pt>
                <c:pt idx="3959">
                  <c:v>0</c:v>
                </c:pt>
                <c:pt idx="3960">
                  <c:v>0</c:v>
                </c:pt>
                <c:pt idx="3961">
                  <c:v>0</c:v>
                </c:pt>
                <c:pt idx="3962">
                  <c:v>0</c:v>
                </c:pt>
                <c:pt idx="3963">
                  <c:v>0</c:v>
                </c:pt>
                <c:pt idx="3964">
                  <c:v>0</c:v>
                </c:pt>
                <c:pt idx="3965">
                  <c:v>0</c:v>
                </c:pt>
                <c:pt idx="3966">
                  <c:v>0</c:v>
                </c:pt>
                <c:pt idx="3967">
                  <c:v>0</c:v>
                </c:pt>
                <c:pt idx="3968">
                  <c:v>0</c:v>
                </c:pt>
                <c:pt idx="3969">
                  <c:v>0</c:v>
                </c:pt>
                <c:pt idx="3970">
                  <c:v>0</c:v>
                </c:pt>
                <c:pt idx="3971">
                  <c:v>0</c:v>
                </c:pt>
                <c:pt idx="3972">
                  <c:v>0</c:v>
                </c:pt>
                <c:pt idx="3973">
                  <c:v>0</c:v>
                </c:pt>
                <c:pt idx="3974">
                  <c:v>0</c:v>
                </c:pt>
                <c:pt idx="3975">
                  <c:v>0</c:v>
                </c:pt>
                <c:pt idx="3976">
                  <c:v>0</c:v>
                </c:pt>
                <c:pt idx="3977">
                  <c:v>0</c:v>
                </c:pt>
                <c:pt idx="3978">
                  <c:v>0</c:v>
                </c:pt>
                <c:pt idx="3979">
                  <c:v>0</c:v>
                </c:pt>
                <c:pt idx="3980">
                  <c:v>0</c:v>
                </c:pt>
                <c:pt idx="3981">
                  <c:v>0</c:v>
                </c:pt>
                <c:pt idx="3982">
                  <c:v>0</c:v>
                </c:pt>
                <c:pt idx="3983">
                  <c:v>0</c:v>
                </c:pt>
                <c:pt idx="3984">
                  <c:v>0</c:v>
                </c:pt>
                <c:pt idx="3985">
                  <c:v>0</c:v>
                </c:pt>
                <c:pt idx="3986">
                  <c:v>0</c:v>
                </c:pt>
                <c:pt idx="3987">
                  <c:v>0</c:v>
                </c:pt>
                <c:pt idx="3988">
                  <c:v>0</c:v>
                </c:pt>
                <c:pt idx="3989">
                  <c:v>0</c:v>
                </c:pt>
                <c:pt idx="3990">
                  <c:v>0</c:v>
                </c:pt>
                <c:pt idx="3991">
                  <c:v>0</c:v>
                </c:pt>
                <c:pt idx="3992">
                  <c:v>0</c:v>
                </c:pt>
                <c:pt idx="3993">
                  <c:v>0</c:v>
                </c:pt>
                <c:pt idx="3994">
                  <c:v>0</c:v>
                </c:pt>
                <c:pt idx="3995">
                  <c:v>0</c:v>
                </c:pt>
                <c:pt idx="3996">
                  <c:v>0</c:v>
                </c:pt>
                <c:pt idx="3997">
                  <c:v>0</c:v>
                </c:pt>
                <c:pt idx="3998">
                  <c:v>0</c:v>
                </c:pt>
                <c:pt idx="3999">
                  <c:v>0</c:v>
                </c:pt>
                <c:pt idx="4000">
                  <c:v>0</c:v>
                </c:pt>
                <c:pt idx="4001">
                  <c:v>0</c:v>
                </c:pt>
                <c:pt idx="4002">
                  <c:v>0</c:v>
                </c:pt>
                <c:pt idx="4003">
                  <c:v>0</c:v>
                </c:pt>
                <c:pt idx="4004">
                  <c:v>0</c:v>
                </c:pt>
                <c:pt idx="4005">
                  <c:v>0</c:v>
                </c:pt>
                <c:pt idx="4006">
                  <c:v>0</c:v>
                </c:pt>
                <c:pt idx="4007">
                  <c:v>0</c:v>
                </c:pt>
                <c:pt idx="4008">
                  <c:v>0</c:v>
                </c:pt>
                <c:pt idx="4009">
                  <c:v>0</c:v>
                </c:pt>
                <c:pt idx="4010">
                  <c:v>0</c:v>
                </c:pt>
                <c:pt idx="4011">
                  <c:v>0</c:v>
                </c:pt>
                <c:pt idx="4012">
                  <c:v>0</c:v>
                </c:pt>
                <c:pt idx="4013">
                  <c:v>0</c:v>
                </c:pt>
                <c:pt idx="4014">
                  <c:v>0</c:v>
                </c:pt>
                <c:pt idx="4015">
                  <c:v>0</c:v>
                </c:pt>
                <c:pt idx="4016">
                  <c:v>0</c:v>
                </c:pt>
                <c:pt idx="4017">
                  <c:v>0</c:v>
                </c:pt>
                <c:pt idx="4018">
                  <c:v>0</c:v>
                </c:pt>
                <c:pt idx="4019">
                  <c:v>0</c:v>
                </c:pt>
                <c:pt idx="4020">
                  <c:v>0</c:v>
                </c:pt>
                <c:pt idx="4021">
                  <c:v>0</c:v>
                </c:pt>
                <c:pt idx="4022">
                  <c:v>0</c:v>
                </c:pt>
                <c:pt idx="4023">
                  <c:v>0</c:v>
                </c:pt>
                <c:pt idx="4024">
                  <c:v>0</c:v>
                </c:pt>
                <c:pt idx="4025">
                  <c:v>0</c:v>
                </c:pt>
                <c:pt idx="4026">
                  <c:v>0</c:v>
                </c:pt>
                <c:pt idx="4027">
                  <c:v>0</c:v>
                </c:pt>
                <c:pt idx="4028">
                  <c:v>0</c:v>
                </c:pt>
                <c:pt idx="4029">
                  <c:v>0</c:v>
                </c:pt>
                <c:pt idx="4030">
                  <c:v>0</c:v>
                </c:pt>
                <c:pt idx="4031">
                  <c:v>0</c:v>
                </c:pt>
                <c:pt idx="4032">
                  <c:v>0</c:v>
                </c:pt>
                <c:pt idx="4033">
                  <c:v>0</c:v>
                </c:pt>
                <c:pt idx="4034">
                  <c:v>0</c:v>
                </c:pt>
                <c:pt idx="4035">
                  <c:v>0</c:v>
                </c:pt>
                <c:pt idx="4036">
                  <c:v>0</c:v>
                </c:pt>
                <c:pt idx="4037">
                  <c:v>0</c:v>
                </c:pt>
                <c:pt idx="4038">
                  <c:v>0</c:v>
                </c:pt>
                <c:pt idx="4039">
                  <c:v>0</c:v>
                </c:pt>
                <c:pt idx="4040">
                  <c:v>0</c:v>
                </c:pt>
                <c:pt idx="4041">
                  <c:v>0</c:v>
                </c:pt>
                <c:pt idx="4042">
                  <c:v>0</c:v>
                </c:pt>
                <c:pt idx="4043">
                  <c:v>0</c:v>
                </c:pt>
                <c:pt idx="4044">
                  <c:v>0</c:v>
                </c:pt>
                <c:pt idx="4045">
                  <c:v>0</c:v>
                </c:pt>
                <c:pt idx="4046">
                  <c:v>0</c:v>
                </c:pt>
                <c:pt idx="4047">
                  <c:v>0</c:v>
                </c:pt>
                <c:pt idx="4048">
                  <c:v>0</c:v>
                </c:pt>
                <c:pt idx="4049">
                  <c:v>0</c:v>
                </c:pt>
                <c:pt idx="4050">
                  <c:v>0</c:v>
                </c:pt>
                <c:pt idx="4051">
                  <c:v>0</c:v>
                </c:pt>
                <c:pt idx="4052">
                  <c:v>0</c:v>
                </c:pt>
                <c:pt idx="4053">
                  <c:v>0</c:v>
                </c:pt>
                <c:pt idx="4054">
                  <c:v>0</c:v>
                </c:pt>
                <c:pt idx="4055">
                  <c:v>0</c:v>
                </c:pt>
                <c:pt idx="4056">
                  <c:v>0</c:v>
                </c:pt>
                <c:pt idx="4057">
                  <c:v>0</c:v>
                </c:pt>
                <c:pt idx="4058">
                  <c:v>0</c:v>
                </c:pt>
                <c:pt idx="4059">
                  <c:v>0</c:v>
                </c:pt>
                <c:pt idx="4060">
                  <c:v>0</c:v>
                </c:pt>
                <c:pt idx="4061">
                  <c:v>0</c:v>
                </c:pt>
                <c:pt idx="4062">
                  <c:v>0</c:v>
                </c:pt>
                <c:pt idx="4063">
                  <c:v>0</c:v>
                </c:pt>
                <c:pt idx="4064">
                  <c:v>0</c:v>
                </c:pt>
                <c:pt idx="4065">
                  <c:v>0</c:v>
                </c:pt>
                <c:pt idx="4066">
                  <c:v>0</c:v>
                </c:pt>
                <c:pt idx="4067">
                  <c:v>0</c:v>
                </c:pt>
                <c:pt idx="4068">
                  <c:v>0</c:v>
                </c:pt>
                <c:pt idx="4069">
                  <c:v>0</c:v>
                </c:pt>
                <c:pt idx="4070">
                  <c:v>0</c:v>
                </c:pt>
                <c:pt idx="4071">
                  <c:v>0</c:v>
                </c:pt>
                <c:pt idx="4072">
                  <c:v>0</c:v>
                </c:pt>
                <c:pt idx="4073">
                  <c:v>0</c:v>
                </c:pt>
                <c:pt idx="4074">
                  <c:v>0</c:v>
                </c:pt>
                <c:pt idx="4075">
                  <c:v>0</c:v>
                </c:pt>
                <c:pt idx="4076">
                  <c:v>0</c:v>
                </c:pt>
                <c:pt idx="4077">
                  <c:v>0</c:v>
                </c:pt>
                <c:pt idx="4078">
                  <c:v>0</c:v>
                </c:pt>
                <c:pt idx="4079">
                  <c:v>0</c:v>
                </c:pt>
                <c:pt idx="4080">
                  <c:v>0</c:v>
                </c:pt>
                <c:pt idx="4081">
                  <c:v>0</c:v>
                </c:pt>
                <c:pt idx="4082">
                  <c:v>0</c:v>
                </c:pt>
                <c:pt idx="4083">
                  <c:v>0</c:v>
                </c:pt>
                <c:pt idx="4084">
                  <c:v>0</c:v>
                </c:pt>
                <c:pt idx="4085">
                  <c:v>0</c:v>
                </c:pt>
                <c:pt idx="4086">
                  <c:v>0</c:v>
                </c:pt>
                <c:pt idx="4087">
                  <c:v>0</c:v>
                </c:pt>
                <c:pt idx="4088">
                  <c:v>0</c:v>
                </c:pt>
                <c:pt idx="4089">
                  <c:v>0</c:v>
                </c:pt>
                <c:pt idx="4090">
                  <c:v>0</c:v>
                </c:pt>
                <c:pt idx="4091">
                  <c:v>0</c:v>
                </c:pt>
                <c:pt idx="4092">
                  <c:v>0</c:v>
                </c:pt>
                <c:pt idx="4093">
                  <c:v>0</c:v>
                </c:pt>
                <c:pt idx="4094">
                  <c:v>0</c:v>
                </c:pt>
                <c:pt idx="4095">
                  <c:v>0</c:v>
                </c:pt>
                <c:pt idx="4096">
                  <c:v>0</c:v>
                </c:pt>
                <c:pt idx="4097">
                  <c:v>0</c:v>
                </c:pt>
                <c:pt idx="4098">
                  <c:v>0</c:v>
                </c:pt>
                <c:pt idx="4099">
                  <c:v>0</c:v>
                </c:pt>
                <c:pt idx="4100">
                  <c:v>0</c:v>
                </c:pt>
                <c:pt idx="4101">
                  <c:v>0</c:v>
                </c:pt>
                <c:pt idx="4102">
                  <c:v>0</c:v>
                </c:pt>
                <c:pt idx="4103">
                  <c:v>0</c:v>
                </c:pt>
                <c:pt idx="4104">
                  <c:v>0</c:v>
                </c:pt>
                <c:pt idx="4105">
                  <c:v>0</c:v>
                </c:pt>
                <c:pt idx="4106">
                  <c:v>0</c:v>
                </c:pt>
                <c:pt idx="4107">
                  <c:v>0</c:v>
                </c:pt>
                <c:pt idx="4108">
                  <c:v>0</c:v>
                </c:pt>
                <c:pt idx="4109">
                  <c:v>0</c:v>
                </c:pt>
                <c:pt idx="4110">
                  <c:v>0</c:v>
                </c:pt>
                <c:pt idx="4111">
                  <c:v>0</c:v>
                </c:pt>
                <c:pt idx="4112">
                  <c:v>0</c:v>
                </c:pt>
                <c:pt idx="4113">
                  <c:v>0</c:v>
                </c:pt>
                <c:pt idx="4114">
                  <c:v>0</c:v>
                </c:pt>
                <c:pt idx="4115">
                  <c:v>0</c:v>
                </c:pt>
                <c:pt idx="4116">
                  <c:v>0</c:v>
                </c:pt>
                <c:pt idx="4117">
                  <c:v>0</c:v>
                </c:pt>
                <c:pt idx="4118">
                  <c:v>0</c:v>
                </c:pt>
                <c:pt idx="4119">
                  <c:v>0</c:v>
                </c:pt>
                <c:pt idx="4120">
                  <c:v>0</c:v>
                </c:pt>
                <c:pt idx="4121">
                  <c:v>0</c:v>
                </c:pt>
                <c:pt idx="4122">
                  <c:v>0</c:v>
                </c:pt>
                <c:pt idx="4123">
                  <c:v>0</c:v>
                </c:pt>
                <c:pt idx="4124">
                  <c:v>0</c:v>
                </c:pt>
                <c:pt idx="4125">
                  <c:v>0</c:v>
                </c:pt>
                <c:pt idx="4126">
                  <c:v>0</c:v>
                </c:pt>
                <c:pt idx="4127">
                  <c:v>0</c:v>
                </c:pt>
                <c:pt idx="4128">
                  <c:v>0</c:v>
                </c:pt>
                <c:pt idx="4129">
                  <c:v>0</c:v>
                </c:pt>
                <c:pt idx="4130">
                  <c:v>0</c:v>
                </c:pt>
                <c:pt idx="4131">
                  <c:v>0</c:v>
                </c:pt>
                <c:pt idx="4132">
                  <c:v>0</c:v>
                </c:pt>
                <c:pt idx="4133">
                  <c:v>0</c:v>
                </c:pt>
                <c:pt idx="4134">
                  <c:v>0</c:v>
                </c:pt>
                <c:pt idx="4135">
                  <c:v>0</c:v>
                </c:pt>
                <c:pt idx="4136">
                  <c:v>0</c:v>
                </c:pt>
                <c:pt idx="4137">
                  <c:v>0</c:v>
                </c:pt>
                <c:pt idx="4138">
                  <c:v>0</c:v>
                </c:pt>
                <c:pt idx="4139">
                  <c:v>0</c:v>
                </c:pt>
                <c:pt idx="4140">
                  <c:v>0</c:v>
                </c:pt>
                <c:pt idx="4141">
                  <c:v>0</c:v>
                </c:pt>
                <c:pt idx="4142">
                  <c:v>0</c:v>
                </c:pt>
                <c:pt idx="4143">
                  <c:v>0</c:v>
                </c:pt>
                <c:pt idx="4144">
                  <c:v>0</c:v>
                </c:pt>
                <c:pt idx="4145">
                  <c:v>0</c:v>
                </c:pt>
                <c:pt idx="4146">
                  <c:v>0</c:v>
                </c:pt>
                <c:pt idx="4147">
                  <c:v>0</c:v>
                </c:pt>
                <c:pt idx="4148">
                  <c:v>0</c:v>
                </c:pt>
                <c:pt idx="4149">
                  <c:v>0</c:v>
                </c:pt>
                <c:pt idx="4150">
                  <c:v>0</c:v>
                </c:pt>
                <c:pt idx="4151">
                  <c:v>0</c:v>
                </c:pt>
                <c:pt idx="4152">
                  <c:v>0</c:v>
                </c:pt>
                <c:pt idx="4153">
                  <c:v>0</c:v>
                </c:pt>
                <c:pt idx="4154">
                  <c:v>0</c:v>
                </c:pt>
                <c:pt idx="4155">
                  <c:v>0</c:v>
                </c:pt>
                <c:pt idx="4156">
                  <c:v>0</c:v>
                </c:pt>
                <c:pt idx="4157">
                  <c:v>0</c:v>
                </c:pt>
                <c:pt idx="4158">
                  <c:v>0</c:v>
                </c:pt>
                <c:pt idx="4159">
                  <c:v>0</c:v>
                </c:pt>
                <c:pt idx="4160">
                  <c:v>0</c:v>
                </c:pt>
                <c:pt idx="4161">
                  <c:v>0</c:v>
                </c:pt>
                <c:pt idx="4162">
                  <c:v>0</c:v>
                </c:pt>
                <c:pt idx="4163">
                  <c:v>0</c:v>
                </c:pt>
                <c:pt idx="4164">
                  <c:v>0</c:v>
                </c:pt>
                <c:pt idx="4165">
                  <c:v>0</c:v>
                </c:pt>
                <c:pt idx="4166">
                  <c:v>0</c:v>
                </c:pt>
                <c:pt idx="4167">
                  <c:v>0</c:v>
                </c:pt>
                <c:pt idx="4168">
                  <c:v>0</c:v>
                </c:pt>
                <c:pt idx="4169">
                  <c:v>0</c:v>
                </c:pt>
                <c:pt idx="4170">
                  <c:v>0</c:v>
                </c:pt>
                <c:pt idx="4171">
                  <c:v>0</c:v>
                </c:pt>
                <c:pt idx="4172">
                  <c:v>0</c:v>
                </c:pt>
                <c:pt idx="4173">
                  <c:v>0</c:v>
                </c:pt>
                <c:pt idx="4174">
                  <c:v>0</c:v>
                </c:pt>
                <c:pt idx="4175">
                  <c:v>0</c:v>
                </c:pt>
                <c:pt idx="4176">
                  <c:v>0</c:v>
                </c:pt>
                <c:pt idx="4177">
                  <c:v>0</c:v>
                </c:pt>
                <c:pt idx="4178">
                  <c:v>0</c:v>
                </c:pt>
                <c:pt idx="4179">
                  <c:v>0</c:v>
                </c:pt>
                <c:pt idx="4180">
                  <c:v>0</c:v>
                </c:pt>
                <c:pt idx="4181">
                  <c:v>0</c:v>
                </c:pt>
                <c:pt idx="4182">
                  <c:v>0</c:v>
                </c:pt>
                <c:pt idx="4183">
                  <c:v>0</c:v>
                </c:pt>
                <c:pt idx="4184">
                  <c:v>0</c:v>
                </c:pt>
                <c:pt idx="4185">
                  <c:v>0</c:v>
                </c:pt>
                <c:pt idx="4186">
                  <c:v>0</c:v>
                </c:pt>
                <c:pt idx="4187">
                  <c:v>0</c:v>
                </c:pt>
                <c:pt idx="4188">
                  <c:v>0</c:v>
                </c:pt>
                <c:pt idx="4189">
                  <c:v>0</c:v>
                </c:pt>
                <c:pt idx="4190">
                  <c:v>0</c:v>
                </c:pt>
                <c:pt idx="4191">
                  <c:v>0</c:v>
                </c:pt>
                <c:pt idx="4192">
                  <c:v>0</c:v>
                </c:pt>
                <c:pt idx="4193">
                  <c:v>0</c:v>
                </c:pt>
                <c:pt idx="4194">
                  <c:v>0</c:v>
                </c:pt>
                <c:pt idx="4195">
                  <c:v>0</c:v>
                </c:pt>
                <c:pt idx="4196">
                  <c:v>0</c:v>
                </c:pt>
                <c:pt idx="4197">
                  <c:v>0</c:v>
                </c:pt>
                <c:pt idx="4198">
                  <c:v>0</c:v>
                </c:pt>
                <c:pt idx="4199">
                  <c:v>0</c:v>
                </c:pt>
                <c:pt idx="4200">
                  <c:v>0</c:v>
                </c:pt>
                <c:pt idx="4201">
                  <c:v>0</c:v>
                </c:pt>
                <c:pt idx="4202">
                  <c:v>0</c:v>
                </c:pt>
                <c:pt idx="4203">
                  <c:v>0</c:v>
                </c:pt>
                <c:pt idx="4204">
                  <c:v>0</c:v>
                </c:pt>
                <c:pt idx="4205">
                  <c:v>0</c:v>
                </c:pt>
                <c:pt idx="4206">
                  <c:v>0</c:v>
                </c:pt>
                <c:pt idx="4207">
                  <c:v>0</c:v>
                </c:pt>
                <c:pt idx="4208">
                  <c:v>0</c:v>
                </c:pt>
                <c:pt idx="4209">
                  <c:v>0</c:v>
                </c:pt>
                <c:pt idx="4210">
                  <c:v>0</c:v>
                </c:pt>
                <c:pt idx="4211">
                  <c:v>0</c:v>
                </c:pt>
                <c:pt idx="4212">
                  <c:v>0</c:v>
                </c:pt>
                <c:pt idx="4213">
                  <c:v>0</c:v>
                </c:pt>
                <c:pt idx="4214">
                  <c:v>0</c:v>
                </c:pt>
                <c:pt idx="4215">
                  <c:v>0</c:v>
                </c:pt>
                <c:pt idx="4216">
                  <c:v>0</c:v>
                </c:pt>
                <c:pt idx="4217">
                  <c:v>0</c:v>
                </c:pt>
                <c:pt idx="4218">
                  <c:v>0</c:v>
                </c:pt>
                <c:pt idx="4219">
                  <c:v>0</c:v>
                </c:pt>
                <c:pt idx="4220">
                  <c:v>0</c:v>
                </c:pt>
                <c:pt idx="4221">
                  <c:v>0</c:v>
                </c:pt>
                <c:pt idx="4222">
                  <c:v>0</c:v>
                </c:pt>
                <c:pt idx="4223">
                  <c:v>0</c:v>
                </c:pt>
                <c:pt idx="4224">
                  <c:v>0</c:v>
                </c:pt>
                <c:pt idx="4225">
                  <c:v>0</c:v>
                </c:pt>
                <c:pt idx="4226">
                  <c:v>0</c:v>
                </c:pt>
                <c:pt idx="4227">
                  <c:v>0</c:v>
                </c:pt>
                <c:pt idx="4228">
                  <c:v>0</c:v>
                </c:pt>
                <c:pt idx="4229">
                  <c:v>0</c:v>
                </c:pt>
                <c:pt idx="4230">
                  <c:v>0</c:v>
                </c:pt>
                <c:pt idx="4231">
                  <c:v>0</c:v>
                </c:pt>
                <c:pt idx="4232">
                  <c:v>0</c:v>
                </c:pt>
                <c:pt idx="4233">
                  <c:v>0</c:v>
                </c:pt>
                <c:pt idx="4234">
                  <c:v>0</c:v>
                </c:pt>
                <c:pt idx="4235">
                  <c:v>0</c:v>
                </c:pt>
                <c:pt idx="4236">
                  <c:v>0</c:v>
                </c:pt>
                <c:pt idx="4237">
                  <c:v>0</c:v>
                </c:pt>
                <c:pt idx="4238">
                  <c:v>0</c:v>
                </c:pt>
                <c:pt idx="4239">
                  <c:v>0</c:v>
                </c:pt>
                <c:pt idx="4240">
                  <c:v>0</c:v>
                </c:pt>
                <c:pt idx="4241">
                  <c:v>0</c:v>
                </c:pt>
                <c:pt idx="4242">
                  <c:v>0</c:v>
                </c:pt>
                <c:pt idx="4243">
                  <c:v>0</c:v>
                </c:pt>
                <c:pt idx="4244">
                  <c:v>0</c:v>
                </c:pt>
                <c:pt idx="4245">
                  <c:v>0</c:v>
                </c:pt>
                <c:pt idx="4246">
                  <c:v>0</c:v>
                </c:pt>
                <c:pt idx="4247">
                  <c:v>0</c:v>
                </c:pt>
                <c:pt idx="4248">
                  <c:v>0</c:v>
                </c:pt>
                <c:pt idx="4249">
                  <c:v>0</c:v>
                </c:pt>
                <c:pt idx="4250">
                  <c:v>0</c:v>
                </c:pt>
                <c:pt idx="4251">
                  <c:v>0</c:v>
                </c:pt>
                <c:pt idx="4252">
                  <c:v>0</c:v>
                </c:pt>
                <c:pt idx="4253">
                  <c:v>0</c:v>
                </c:pt>
                <c:pt idx="4254">
                  <c:v>0</c:v>
                </c:pt>
                <c:pt idx="4255">
                  <c:v>0</c:v>
                </c:pt>
                <c:pt idx="4256">
                  <c:v>0</c:v>
                </c:pt>
                <c:pt idx="4257">
                  <c:v>0</c:v>
                </c:pt>
                <c:pt idx="4258">
                  <c:v>0</c:v>
                </c:pt>
                <c:pt idx="4259">
                  <c:v>0</c:v>
                </c:pt>
                <c:pt idx="4260">
                  <c:v>0</c:v>
                </c:pt>
                <c:pt idx="4261">
                  <c:v>0</c:v>
                </c:pt>
                <c:pt idx="4262">
                  <c:v>0</c:v>
                </c:pt>
                <c:pt idx="4263">
                  <c:v>0</c:v>
                </c:pt>
                <c:pt idx="4264">
                  <c:v>0</c:v>
                </c:pt>
                <c:pt idx="4265">
                  <c:v>0</c:v>
                </c:pt>
                <c:pt idx="4266">
                  <c:v>0</c:v>
                </c:pt>
                <c:pt idx="4267">
                  <c:v>0</c:v>
                </c:pt>
                <c:pt idx="4268">
                  <c:v>0</c:v>
                </c:pt>
                <c:pt idx="4269">
                  <c:v>0</c:v>
                </c:pt>
                <c:pt idx="4270">
                  <c:v>0</c:v>
                </c:pt>
                <c:pt idx="4271">
                  <c:v>0</c:v>
                </c:pt>
                <c:pt idx="4272">
                  <c:v>0</c:v>
                </c:pt>
                <c:pt idx="4273">
                  <c:v>0</c:v>
                </c:pt>
                <c:pt idx="4274">
                  <c:v>0</c:v>
                </c:pt>
                <c:pt idx="4275">
                  <c:v>0</c:v>
                </c:pt>
                <c:pt idx="4276">
                  <c:v>0</c:v>
                </c:pt>
                <c:pt idx="4277">
                  <c:v>0</c:v>
                </c:pt>
                <c:pt idx="4278">
                  <c:v>0</c:v>
                </c:pt>
                <c:pt idx="4279">
                  <c:v>0</c:v>
                </c:pt>
                <c:pt idx="4280">
                  <c:v>0</c:v>
                </c:pt>
                <c:pt idx="4281">
                  <c:v>0</c:v>
                </c:pt>
                <c:pt idx="4282">
                  <c:v>0</c:v>
                </c:pt>
                <c:pt idx="4283">
                  <c:v>0</c:v>
                </c:pt>
                <c:pt idx="4284">
                  <c:v>0</c:v>
                </c:pt>
                <c:pt idx="4285">
                  <c:v>0</c:v>
                </c:pt>
                <c:pt idx="4286">
                  <c:v>0</c:v>
                </c:pt>
                <c:pt idx="4287">
                  <c:v>0</c:v>
                </c:pt>
                <c:pt idx="4288">
                  <c:v>0</c:v>
                </c:pt>
                <c:pt idx="4289">
                  <c:v>0</c:v>
                </c:pt>
                <c:pt idx="4290">
                  <c:v>0</c:v>
                </c:pt>
                <c:pt idx="4291">
                  <c:v>0</c:v>
                </c:pt>
                <c:pt idx="4292">
                  <c:v>0</c:v>
                </c:pt>
                <c:pt idx="4293">
                  <c:v>0</c:v>
                </c:pt>
                <c:pt idx="4294">
                  <c:v>0</c:v>
                </c:pt>
                <c:pt idx="4295">
                  <c:v>0</c:v>
                </c:pt>
                <c:pt idx="4296">
                  <c:v>0</c:v>
                </c:pt>
                <c:pt idx="4297">
                  <c:v>0</c:v>
                </c:pt>
                <c:pt idx="4298">
                  <c:v>0</c:v>
                </c:pt>
                <c:pt idx="4299">
                  <c:v>0</c:v>
                </c:pt>
                <c:pt idx="4300">
                  <c:v>0</c:v>
                </c:pt>
                <c:pt idx="4301">
                  <c:v>0</c:v>
                </c:pt>
                <c:pt idx="4302">
                  <c:v>0</c:v>
                </c:pt>
                <c:pt idx="4303">
                  <c:v>0</c:v>
                </c:pt>
                <c:pt idx="4304">
                  <c:v>0</c:v>
                </c:pt>
                <c:pt idx="4305">
                  <c:v>0</c:v>
                </c:pt>
                <c:pt idx="4306">
                  <c:v>0</c:v>
                </c:pt>
                <c:pt idx="4307">
                  <c:v>0</c:v>
                </c:pt>
                <c:pt idx="4308">
                  <c:v>0</c:v>
                </c:pt>
                <c:pt idx="4309">
                  <c:v>0</c:v>
                </c:pt>
                <c:pt idx="4310">
                  <c:v>0</c:v>
                </c:pt>
                <c:pt idx="4311">
                  <c:v>0</c:v>
                </c:pt>
                <c:pt idx="4312">
                  <c:v>0</c:v>
                </c:pt>
                <c:pt idx="4313">
                  <c:v>0</c:v>
                </c:pt>
                <c:pt idx="4314">
                  <c:v>0</c:v>
                </c:pt>
                <c:pt idx="4315">
                  <c:v>0</c:v>
                </c:pt>
                <c:pt idx="4316">
                  <c:v>0</c:v>
                </c:pt>
                <c:pt idx="4317">
                  <c:v>0</c:v>
                </c:pt>
                <c:pt idx="4318">
                  <c:v>0</c:v>
                </c:pt>
                <c:pt idx="4319">
                  <c:v>0</c:v>
                </c:pt>
                <c:pt idx="4320">
                  <c:v>0</c:v>
                </c:pt>
                <c:pt idx="4321">
                  <c:v>0</c:v>
                </c:pt>
                <c:pt idx="4322">
                  <c:v>0</c:v>
                </c:pt>
                <c:pt idx="4323">
                  <c:v>0</c:v>
                </c:pt>
                <c:pt idx="4324">
                  <c:v>0</c:v>
                </c:pt>
                <c:pt idx="4325">
                  <c:v>0</c:v>
                </c:pt>
                <c:pt idx="4326">
                  <c:v>0</c:v>
                </c:pt>
                <c:pt idx="4327">
                  <c:v>0</c:v>
                </c:pt>
                <c:pt idx="4328">
                  <c:v>0</c:v>
                </c:pt>
                <c:pt idx="4329">
                  <c:v>0</c:v>
                </c:pt>
                <c:pt idx="4330">
                  <c:v>0</c:v>
                </c:pt>
                <c:pt idx="4331">
                  <c:v>0</c:v>
                </c:pt>
                <c:pt idx="4332">
                  <c:v>0</c:v>
                </c:pt>
                <c:pt idx="4333">
                  <c:v>0</c:v>
                </c:pt>
                <c:pt idx="4334">
                  <c:v>0</c:v>
                </c:pt>
                <c:pt idx="4335">
                  <c:v>0</c:v>
                </c:pt>
                <c:pt idx="4336">
                  <c:v>0</c:v>
                </c:pt>
                <c:pt idx="4337">
                  <c:v>0</c:v>
                </c:pt>
                <c:pt idx="4338">
                  <c:v>0</c:v>
                </c:pt>
                <c:pt idx="4339">
                  <c:v>0</c:v>
                </c:pt>
                <c:pt idx="4340">
                  <c:v>0</c:v>
                </c:pt>
                <c:pt idx="4341">
                  <c:v>0</c:v>
                </c:pt>
                <c:pt idx="4342">
                  <c:v>0</c:v>
                </c:pt>
                <c:pt idx="4343">
                  <c:v>0</c:v>
                </c:pt>
                <c:pt idx="4344">
                  <c:v>0</c:v>
                </c:pt>
                <c:pt idx="4345">
                  <c:v>0</c:v>
                </c:pt>
                <c:pt idx="4346">
                  <c:v>0</c:v>
                </c:pt>
                <c:pt idx="4347">
                  <c:v>0</c:v>
                </c:pt>
                <c:pt idx="4348">
                  <c:v>0</c:v>
                </c:pt>
                <c:pt idx="4349">
                  <c:v>0</c:v>
                </c:pt>
                <c:pt idx="4350">
                  <c:v>0</c:v>
                </c:pt>
                <c:pt idx="4351">
                  <c:v>0</c:v>
                </c:pt>
                <c:pt idx="4352">
                  <c:v>0</c:v>
                </c:pt>
                <c:pt idx="4353">
                  <c:v>0</c:v>
                </c:pt>
                <c:pt idx="4354">
                  <c:v>0</c:v>
                </c:pt>
                <c:pt idx="4355">
                  <c:v>0</c:v>
                </c:pt>
                <c:pt idx="4356">
                  <c:v>0</c:v>
                </c:pt>
                <c:pt idx="4357">
                  <c:v>0</c:v>
                </c:pt>
                <c:pt idx="4358">
                  <c:v>0</c:v>
                </c:pt>
                <c:pt idx="4359">
                  <c:v>0</c:v>
                </c:pt>
                <c:pt idx="4360">
                  <c:v>0</c:v>
                </c:pt>
                <c:pt idx="4361">
                  <c:v>0</c:v>
                </c:pt>
                <c:pt idx="4362">
                  <c:v>0</c:v>
                </c:pt>
                <c:pt idx="4363">
                  <c:v>0</c:v>
                </c:pt>
                <c:pt idx="4364">
                  <c:v>0</c:v>
                </c:pt>
                <c:pt idx="4365">
                  <c:v>0</c:v>
                </c:pt>
                <c:pt idx="4366">
                  <c:v>0</c:v>
                </c:pt>
                <c:pt idx="4367">
                  <c:v>0</c:v>
                </c:pt>
                <c:pt idx="4368">
                  <c:v>0</c:v>
                </c:pt>
                <c:pt idx="4369">
                  <c:v>0</c:v>
                </c:pt>
                <c:pt idx="4370">
                  <c:v>0</c:v>
                </c:pt>
                <c:pt idx="4371">
                  <c:v>0</c:v>
                </c:pt>
                <c:pt idx="4372">
                  <c:v>0</c:v>
                </c:pt>
                <c:pt idx="4373">
                  <c:v>0</c:v>
                </c:pt>
                <c:pt idx="4374">
                  <c:v>0</c:v>
                </c:pt>
                <c:pt idx="4375">
                  <c:v>0</c:v>
                </c:pt>
                <c:pt idx="4376">
                  <c:v>0</c:v>
                </c:pt>
                <c:pt idx="4377">
                  <c:v>0</c:v>
                </c:pt>
                <c:pt idx="4378">
                  <c:v>0</c:v>
                </c:pt>
                <c:pt idx="4379">
                  <c:v>0</c:v>
                </c:pt>
                <c:pt idx="4380">
                  <c:v>0</c:v>
                </c:pt>
                <c:pt idx="4381">
                  <c:v>0</c:v>
                </c:pt>
                <c:pt idx="4382">
                  <c:v>0</c:v>
                </c:pt>
                <c:pt idx="4383">
                  <c:v>0</c:v>
                </c:pt>
                <c:pt idx="4384">
                  <c:v>0</c:v>
                </c:pt>
                <c:pt idx="4385">
                  <c:v>0</c:v>
                </c:pt>
                <c:pt idx="4386">
                  <c:v>0</c:v>
                </c:pt>
                <c:pt idx="4387">
                  <c:v>0</c:v>
                </c:pt>
                <c:pt idx="4388">
                  <c:v>0</c:v>
                </c:pt>
                <c:pt idx="4389">
                  <c:v>0</c:v>
                </c:pt>
                <c:pt idx="4390">
                  <c:v>0</c:v>
                </c:pt>
                <c:pt idx="4391">
                  <c:v>0</c:v>
                </c:pt>
                <c:pt idx="4392">
                  <c:v>0</c:v>
                </c:pt>
                <c:pt idx="4393">
                  <c:v>0</c:v>
                </c:pt>
                <c:pt idx="4394">
                  <c:v>0</c:v>
                </c:pt>
                <c:pt idx="4395">
                  <c:v>0</c:v>
                </c:pt>
                <c:pt idx="4396">
                  <c:v>0</c:v>
                </c:pt>
                <c:pt idx="4397">
                  <c:v>0</c:v>
                </c:pt>
                <c:pt idx="4398">
                  <c:v>0</c:v>
                </c:pt>
                <c:pt idx="4399">
                  <c:v>0</c:v>
                </c:pt>
                <c:pt idx="4400">
                  <c:v>0</c:v>
                </c:pt>
                <c:pt idx="4401">
                  <c:v>0</c:v>
                </c:pt>
                <c:pt idx="4402">
                  <c:v>0</c:v>
                </c:pt>
                <c:pt idx="4403">
                  <c:v>0</c:v>
                </c:pt>
                <c:pt idx="4404">
                  <c:v>0</c:v>
                </c:pt>
                <c:pt idx="4405">
                  <c:v>0</c:v>
                </c:pt>
                <c:pt idx="4406">
                  <c:v>0</c:v>
                </c:pt>
                <c:pt idx="4407">
                  <c:v>0</c:v>
                </c:pt>
                <c:pt idx="4408">
                  <c:v>0</c:v>
                </c:pt>
                <c:pt idx="4409">
                  <c:v>0</c:v>
                </c:pt>
                <c:pt idx="4410">
                  <c:v>0</c:v>
                </c:pt>
                <c:pt idx="4411">
                  <c:v>0</c:v>
                </c:pt>
                <c:pt idx="4412">
                  <c:v>0</c:v>
                </c:pt>
                <c:pt idx="4413">
                  <c:v>0</c:v>
                </c:pt>
                <c:pt idx="4414">
                  <c:v>0</c:v>
                </c:pt>
                <c:pt idx="4415">
                  <c:v>0</c:v>
                </c:pt>
                <c:pt idx="4416">
                  <c:v>0</c:v>
                </c:pt>
                <c:pt idx="4417">
                  <c:v>0</c:v>
                </c:pt>
                <c:pt idx="4418">
                  <c:v>0</c:v>
                </c:pt>
                <c:pt idx="4419">
                  <c:v>0</c:v>
                </c:pt>
                <c:pt idx="4420">
                  <c:v>0</c:v>
                </c:pt>
                <c:pt idx="4421">
                  <c:v>0</c:v>
                </c:pt>
                <c:pt idx="4422">
                  <c:v>0</c:v>
                </c:pt>
                <c:pt idx="4423">
                  <c:v>0</c:v>
                </c:pt>
                <c:pt idx="4424">
                  <c:v>0</c:v>
                </c:pt>
                <c:pt idx="4425">
                  <c:v>0</c:v>
                </c:pt>
                <c:pt idx="4426">
                  <c:v>0</c:v>
                </c:pt>
                <c:pt idx="4427">
                  <c:v>0</c:v>
                </c:pt>
                <c:pt idx="4428">
                  <c:v>0</c:v>
                </c:pt>
                <c:pt idx="4429">
                  <c:v>0</c:v>
                </c:pt>
                <c:pt idx="4430">
                  <c:v>0</c:v>
                </c:pt>
                <c:pt idx="4431">
                  <c:v>0</c:v>
                </c:pt>
                <c:pt idx="4432">
                  <c:v>0</c:v>
                </c:pt>
                <c:pt idx="4433">
                  <c:v>0</c:v>
                </c:pt>
                <c:pt idx="4434">
                  <c:v>0</c:v>
                </c:pt>
                <c:pt idx="4435">
                  <c:v>0</c:v>
                </c:pt>
                <c:pt idx="4436">
                  <c:v>0</c:v>
                </c:pt>
                <c:pt idx="4437">
                  <c:v>0</c:v>
                </c:pt>
                <c:pt idx="4438">
                  <c:v>0</c:v>
                </c:pt>
                <c:pt idx="4439">
                  <c:v>0</c:v>
                </c:pt>
                <c:pt idx="4440">
                  <c:v>0</c:v>
                </c:pt>
                <c:pt idx="4441">
                  <c:v>0</c:v>
                </c:pt>
                <c:pt idx="4442">
                  <c:v>0</c:v>
                </c:pt>
                <c:pt idx="4443">
                  <c:v>0</c:v>
                </c:pt>
                <c:pt idx="4444">
                  <c:v>0</c:v>
                </c:pt>
                <c:pt idx="4445">
                  <c:v>0</c:v>
                </c:pt>
                <c:pt idx="4446">
                  <c:v>0</c:v>
                </c:pt>
                <c:pt idx="4447">
                  <c:v>0</c:v>
                </c:pt>
                <c:pt idx="4448">
                  <c:v>0</c:v>
                </c:pt>
                <c:pt idx="4449">
                  <c:v>0</c:v>
                </c:pt>
                <c:pt idx="4450">
                  <c:v>0</c:v>
                </c:pt>
                <c:pt idx="4451">
                  <c:v>0</c:v>
                </c:pt>
                <c:pt idx="4452">
                  <c:v>0</c:v>
                </c:pt>
                <c:pt idx="4453">
                  <c:v>0</c:v>
                </c:pt>
                <c:pt idx="4454">
                  <c:v>0</c:v>
                </c:pt>
                <c:pt idx="4455">
                  <c:v>0</c:v>
                </c:pt>
                <c:pt idx="4456">
                  <c:v>0</c:v>
                </c:pt>
                <c:pt idx="4457">
                  <c:v>0</c:v>
                </c:pt>
                <c:pt idx="4458">
                  <c:v>0</c:v>
                </c:pt>
                <c:pt idx="4459">
                  <c:v>0</c:v>
                </c:pt>
                <c:pt idx="4460">
                  <c:v>0</c:v>
                </c:pt>
                <c:pt idx="4461">
                  <c:v>0</c:v>
                </c:pt>
                <c:pt idx="4462">
                  <c:v>0</c:v>
                </c:pt>
                <c:pt idx="4463">
                  <c:v>0</c:v>
                </c:pt>
                <c:pt idx="4464">
                  <c:v>0</c:v>
                </c:pt>
                <c:pt idx="4465">
                  <c:v>0</c:v>
                </c:pt>
                <c:pt idx="4466">
                  <c:v>0</c:v>
                </c:pt>
                <c:pt idx="4467">
                  <c:v>0</c:v>
                </c:pt>
                <c:pt idx="4468">
                  <c:v>0</c:v>
                </c:pt>
                <c:pt idx="4469">
                  <c:v>0</c:v>
                </c:pt>
                <c:pt idx="4470">
                  <c:v>0</c:v>
                </c:pt>
                <c:pt idx="4471">
                  <c:v>0</c:v>
                </c:pt>
                <c:pt idx="4472">
                  <c:v>0</c:v>
                </c:pt>
                <c:pt idx="4473">
                  <c:v>0</c:v>
                </c:pt>
                <c:pt idx="4474">
                  <c:v>0</c:v>
                </c:pt>
                <c:pt idx="4475">
                  <c:v>0</c:v>
                </c:pt>
                <c:pt idx="4476">
                  <c:v>0</c:v>
                </c:pt>
                <c:pt idx="4477">
                  <c:v>0</c:v>
                </c:pt>
                <c:pt idx="4478">
                  <c:v>0</c:v>
                </c:pt>
                <c:pt idx="4479">
                  <c:v>0</c:v>
                </c:pt>
                <c:pt idx="4480">
                  <c:v>0</c:v>
                </c:pt>
                <c:pt idx="4481">
                  <c:v>0</c:v>
                </c:pt>
                <c:pt idx="4482">
                  <c:v>0</c:v>
                </c:pt>
                <c:pt idx="4483">
                  <c:v>0</c:v>
                </c:pt>
                <c:pt idx="4484">
                  <c:v>0</c:v>
                </c:pt>
                <c:pt idx="4485">
                  <c:v>0</c:v>
                </c:pt>
                <c:pt idx="4486">
                  <c:v>0</c:v>
                </c:pt>
                <c:pt idx="4487">
                  <c:v>0</c:v>
                </c:pt>
                <c:pt idx="4488">
                  <c:v>0</c:v>
                </c:pt>
                <c:pt idx="4489">
                  <c:v>0</c:v>
                </c:pt>
                <c:pt idx="4490">
                  <c:v>0</c:v>
                </c:pt>
                <c:pt idx="4491">
                  <c:v>0</c:v>
                </c:pt>
                <c:pt idx="4492">
                  <c:v>0</c:v>
                </c:pt>
                <c:pt idx="4493">
                  <c:v>0</c:v>
                </c:pt>
                <c:pt idx="4494">
                  <c:v>0</c:v>
                </c:pt>
                <c:pt idx="4495">
                  <c:v>0</c:v>
                </c:pt>
                <c:pt idx="4496">
                  <c:v>0</c:v>
                </c:pt>
                <c:pt idx="4497">
                  <c:v>0</c:v>
                </c:pt>
                <c:pt idx="4498">
                  <c:v>0</c:v>
                </c:pt>
                <c:pt idx="4499">
                  <c:v>0</c:v>
                </c:pt>
                <c:pt idx="4500">
                  <c:v>0</c:v>
                </c:pt>
                <c:pt idx="4501">
                  <c:v>0</c:v>
                </c:pt>
                <c:pt idx="4502">
                  <c:v>0</c:v>
                </c:pt>
                <c:pt idx="4503">
                  <c:v>0</c:v>
                </c:pt>
                <c:pt idx="4504">
                  <c:v>0</c:v>
                </c:pt>
                <c:pt idx="4505">
                  <c:v>0</c:v>
                </c:pt>
                <c:pt idx="4506">
                  <c:v>0</c:v>
                </c:pt>
                <c:pt idx="4507">
                  <c:v>0</c:v>
                </c:pt>
                <c:pt idx="4508">
                  <c:v>0</c:v>
                </c:pt>
                <c:pt idx="4509">
                  <c:v>0</c:v>
                </c:pt>
                <c:pt idx="4510">
                  <c:v>0</c:v>
                </c:pt>
                <c:pt idx="4511">
                  <c:v>0</c:v>
                </c:pt>
                <c:pt idx="4512">
                  <c:v>0</c:v>
                </c:pt>
                <c:pt idx="4513">
                  <c:v>0</c:v>
                </c:pt>
                <c:pt idx="4514">
                  <c:v>0</c:v>
                </c:pt>
                <c:pt idx="4515">
                  <c:v>0</c:v>
                </c:pt>
                <c:pt idx="4516">
                  <c:v>0</c:v>
                </c:pt>
                <c:pt idx="4517">
                  <c:v>0</c:v>
                </c:pt>
                <c:pt idx="4518">
                  <c:v>0</c:v>
                </c:pt>
                <c:pt idx="4519">
                  <c:v>0</c:v>
                </c:pt>
                <c:pt idx="4520">
                  <c:v>0</c:v>
                </c:pt>
                <c:pt idx="4521">
                  <c:v>0</c:v>
                </c:pt>
                <c:pt idx="4522">
                  <c:v>0</c:v>
                </c:pt>
                <c:pt idx="4523">
                  <c:v>0</c:v>
                </c:pt>
                <c:pt idx="4524">
                  <c:v>0</c:v>
                </c:pt>
                <c:pt idx="4525">
                  <c:v>0</c:v>
                </c:pt>
                <c:pt idx="4526">
                  <c:v>0</c:v>
                </c:pt>
                <c:pt idx="4527">
                  <c:v>0</c:v>
                </c:pt>
                <c:pt idx="4528">
                  <c:v>0</c:v>
                </c:pt>
                <c:pt idx="4529">
                  <c:v>0</c:v>
                </c:pt>
                <c:pt idx="4530">
                  <c:v>0</c:v>
                </c:pt>
                <c:pt idx="4531">
                  <c:v>0</c:v>
                </c:pt>
                <c:pt idx="4532">
                  <c:v>0</c:v>
                </c:pt>
                <c:pt idx="4533">
                  <c:v>0</c:v>
                </c:pt>
                <c:pt idx="4534">
                  <c:v>0</c:v>
                </c:pt>
                <c:pt idx="4535">
                  <c:v>0</c:v>
                </c:pt>
                <c:pt idx="4536">
                  <c:v>0</c:v>
                </c:pt>
                <c:pt idx="4537">
                  <c:v>0</c:v>
                </c:pt>
                <c:pt idx="4538">
                  <c:v>0</c:v>
                </c:pt>
                <c:pt idx="4539">
                  <c:v>0</c:v>
                </c:pt>
                <c:pt idx="4540">
                  <c:v>0</c:v>
                </c:pt>
                <c:pt idx="4541">
                  <c:v>0</c:v>
                </c:pt>
                <c:pt idx="4542">
                  <c:v>0</c:v>
                </c:pt>
                <c:pt idx="4543">
                  <c:v>0</c:v>
                </c:pt>
                <c:pt idx="4544">
                  <c:v>0</c:v>
                </c:pt>
                <c:pt idx="4545">
                  <c:v>0</c:v>
                </c:pt>
                <c:pt idx="4546">
                  <c:v>0</c:v>
                </c:pt>
                <c:pt idx="4547">
                  <c:v>0</c:v>
                </c:pt>
                <c:pt idx="4548">
                  <c:v>0</c:v>
                </c:pt>
                <c:pt idx="4549">
                  <c:v>0</c:v>
                </c:pt>
                <c:pt idx="4550">
                  <c:v>0</c:v>
                </c:pt>
                <c:pt idx="4551">
                  <c:v>0</c:v>
                </c:pt>
                <c:pt idx="4552">
                  <c:v>0</c:v>
                </c:pt>
                <c:pt idx="4553">
                  <c:v>0</c:v>
                </c:pt>
                <c:pt idx="4554">
                  <c:v>0</c:v>
                </c:pt>
                <c:pt idx="4555">
                  <c:v>0</c:v>
                </c:pt>
                <c:pt idx="4556">
                  <c:v>0</c:v>
                </c:pt>
                <c:pt idx="4557">
                  <c:v>0</c:v>
                </c:pt>
                <c:pt idx="4558">
                  <c:v>0</c:v>
                </c:pt>
                <c:pt idx="4559">
                  <c:v>0</c:v>
                </c:pt>
                <c:pt idx="4560">
                  <c:v>0</c:v>
                </c:pt>
                <c:pt idx="4561">
                  <c:v>0</c:v>
                </c:pt>
                <c:pt idx="4562">
                  <c:v>0</c:v>
                </c:pt>
                <c:pt idx="4563">
                  <c:v>0</c:v>
                </c:pt>
                <c:pt idx="4564">
                  <c:v>0</c:v>
                </c:pt>
                <c:pt idx="4565">
                  <c:v>0</c:v>
                </c:pt>
                <c:pt idx="4566">
                  <c:v>0</c:v>
                </c:pt>
                <c:pt idx="4567">
                  <c:v>0</c:v>
                </c:pt>
                <c:pt idx="4568">
                  <c:v>0</c:v>
                </c:pt>
                <c:pt idx="4569">
                  <c:v>0</c:v>
                </c:pt>
                <c:pt idx="4570">
                  <c:v>0</c:v>
                </c:pt>
                <c:pt idx="4571">
                  <c:v>0</c:v>
                </c:pt>
                <c:pt idx="4572">
                  <c:v>0</c:v>
                </c:pt>
                <c:pt idx="4573">
                  <c:v>0</c:v>
                </c:pt>
                <c:pt idx="4574">
                  <c:v>0</c:v>
                </c:pt>
                <c:pt idx="4575">
                  <c:v>0</c:v>
                </c:pt>
                <c:pt idx="4576">
                  <c:v>0</c:v>
                </c:pt>
                <c:pt idx="4577">
                  <c:v>0</c:v>
                </c:pt>
                <c:pt idx="4578">
                  <c:v>0</c:v>
                </c:pt>
                <c:pt idx="4579">
                  <c:v>0</c:v>
                </c:pt>
                <c:pt idx="4580">
                  <c:v>0</c:v>
                </c:pt>
                <c:pt idx="4581">
                  <c:v>0</c:v>
                </c:pt>
                <c:pt idx="4582">
                  <c:v>0</c:v>
                </c:pt>
                <c:pt idx="4583">
                  <c:v>0</c:v>
                </c:pt>
                <c:pt idx="4584">
                  <c:v>0</c:v>
                </c:pt>
                <c:pt idx="4585">
                  <c:v>0</c:v>
                </c:pt>
                <c:pt idx="4586">
                  <c:v>0</c:v>
                </c:pt>
                <c:pt idx="4587">
                  <c:v>0</c:v>
                </c:pt>
                <c:pt idx="4588">
                  <c:v>0</c:v>
                </c:pt>
                <c:pt idx="4589">
                  <c:v>0</c:v>
                </c:pt>
                <c:pt idx="4590">
                  <c:v>0</c:v>
                </c:pt>
                <c:pt idx="4591">
                  <c:v>0</c:v>
                </c:pt>
                <c:pt idx="4592">
                  <c:v>0</c:v>
                </c:pt>
                <c:pt idx="4593">
                  <c:v>0</c:v>
                </c:pt>
                <c:pt idx="4594">
                  <c:v>0</c:v>
                </c:pt>
                <c:pt idx="4595">
                  <c:v>0</c:v>
                </c:pt>
                <c:pt idx="4596">
                  <c:v>0</c:v>
                </c:pt>
                <c:pt idx="4597">
                  <c:v>0</c:v>
                </c:pt>
                <c:pt idx="4598">
                  <c:v>0</c:v>
                </c:pt>
                <c:pt idx="4599">
                  <c:v>0</c:v>
                </c:pt>
                <c:pt idx="4600">
                  <c:v>0</c:v>
                </c:pt>
                <c:pt idx="4601">
                  <c:v>0</c:v>
                </c:pt>
                <c:pt idx="4602">
                  <c:v>0</c:v>
                </c:pt>
                <c:pt idx="4603">
                  <c:v>0</c:v>
                </c:pt>
                <c:pt idx="4604">
                  <c:v>0</c:v>
                </c:pt>
                <c:pt idx="4605">
                  <c:v>0</c:v>
                </c:pt>
                <c:pt idx="4606">
                  <c:v>0</c:v>
                </c:pt>
                <c:pt idx="4607">
                  <c:v>0</c:v>
                </c:pt>
                <c:pt idx="4608">
                  <c:v>0</c:v>
                </c:pt>
                <c:pt idx="4609">
                  <c:v>0</c:v>
                </c:pt>
                <c:pt idx="4610">
                  <c:v>0</c:v>
                </c:pt>
                <c:pt idx="4611">
                  <c:v>0</c:v>
                </c:pt>
                <c:pt idx="4612">
                  <c:v>0</c:v>
                </c:pt>
                <c:pt idx="4613">
                  <c:v>0</c:v>
                </c:pt>
                <c:pt idx="4614">
                  <c:v>0</c:v>
                </c:pt>
                <c:pt idx="4615">
                  <c:v>0</c:v>
                </c:pt>
                <c:pt idx="4616">
                  <c:v>0</c:v>
                </c:pt>
                <c:pt idx="4617">
                  <c:v>0</c:v>
                </c:pt>
                <c:pt idx="4618">
                  <c:v>0</c:v>
                </c:pt>
                <c:pt idx="4619">
                  <c:v>0</c:v>
                </c:pt>
                <c:pt idx="4620">
                  <c:v>0</c:v>
                </c:pt>
                <c:pt idx="4621">
                  <c:v>0</c:v>
                </c:pt>
                <c:pt idx="4622">
                  <c:v>0</c:v>
                </c:pt>
                <c:pt idx="4623">
                  <c:v>0</c:v>
                </c:pt>
                <c:pt idx="4624">
                  <c:v>0</c:v>
                </c:pt>
                <c:pt idx="4625">
                  <c:v>0</c:v>
                </c:pt>
                <c:pt idx="4626">
                  <c:v>0</c:v>
                </c:pt>
                <c:pt idx="4627">
                  <c:v>0</c:v>
                </c:pt>
                <c:pt idx="4628">
                  <c:v>0</c:v>
                </c:pt>
                <c:pt idx="4629">
                  <c:v>0</c:v>
                </c:pt>
                <c:pt idx="4630">
                  <c:v>0</c:v>
                </c:pt>
                <c:pt idx="4631">
                  <c:v>0</c:v>
                </c:pt>
                <c:pt idx="4632">
                  <c:v>0</c:v>
                </c:pt>
                <c:pt idx="4633">
                  <c:v>0</c:v>
                </c:pt>
                <c:pt idx="4634">
                  <c:v>0</c:v>
                </c:pt>
                <c:pt idx="4635">
                  <c:v>0</c:v>
                </c:pt>
                <c:pt idx="4636">
                  <c:v>0</c:v>
                </c:pt>
                <c:pt idx="4637">
                  <c:v>0</c:v>
                </c:pt>
                <c:pt idx="4638">
                  <c:v>0</c:v>
                </c:pt>
                <c:pt idx="4639">
                  <c:v>0</c:v>
                </c:pt>
                <c:pt idx="4640">
                  <c:v>0</c:v>
                </c:pt>
                <c:pt idx="4641">
                  <c:v>0</c:v>
                </c:pt>
                <c:pt idx="4642">
                  <c:v>0</c:v>
                </c:pt>
                <c:pt idx="4643">
                  <c:v>0</c:v>
                </c:pt>
                <c:pt idx="4644">
                  <c:v>0</c:v>
                </c:pt>
                <c:pt idx="4645">
                  <c:v>0</c:v>
                </c:pt>
                <c:pt idx="4646">
                  <c:v>0</c:v>
                </c:pt>
                <c:pt idx="4647">
                  <c:v>0</c:v>
                </c:pt>
                <c:pt idx="4648">
                  <c:v>0</c:v>
                </c:pt>
                <c:pt idx="4649">
                  <c:v>0</c:v>
                </c:pt>
                <c:pt idx="4650">
                  <c:v>0</c:v>
                </c:pt>
                <c:pt idx="4651">
                  <c:v>0</c:v>
                </c:pt>
                <c:pt idx="4652">
                  <c:v>0</c:v>
                </c:pt>
                <c:pt idx="4653">
                  <c:v>0</c:v>
                </c:pt>
                <c:pt idx="4654">
                  <c:v>0</c:v>
                </c:pt>
                <c:pt idx="4655">
                  <c:v>0</c:v>
                </c:pt>
                <c:pt idx="4656">
                  <c:v>0</c:v>
                </c:pt>
                <c:pt idx="4657">
                  <c:v>0</c:v>
                </c:pt>
                <c:pt idx="4658">
                  <c:v>0</c:v>
                </c:pt>
                <c:pt idx="4659">
                  <c:v>0</c:v>
                </c:pt>
                <c:pt idx="4660">
                  <c:v>0</c:v>
                </c:pt>
                <c:pt idx="4661">
                  <c:v>0</c:v>
                </c:pt>
                <c:pt idx="4662">
                  <c:v>0</c:v>
                </c:pt>
                <c:pt idx="4663">
                  <c:v>0</c:v>
                </c:pt>
                <c:pt idx="4664">
                  <c:v>0</c:v>
                </c:pt>
                <c:pt idx="4665">
                  <c:v>0</c:v>
                </c:pt>
                <c:pt idx="4666">
                  <c:v>0</c:v>
                </c:pt>
                <c:pt idx="4667">
                  <c:v>0</c:v>
                </c:pt>
                <c:pt idx="4668">
                  <c:v>0</c:v>
                </c:pt>
                <c:pt idx="4669">
                  <c:v>0</c:v>
                </c:pt>
                <c:pt idx="4670">
                  <c:v>0</c:v>
                </c:pt>
                <c:pt idx="4671">
                  <c:v>0</c:v>
                </c:pt>
                <c:pt idx="4672">
                  <c:v>0</c:v>
                </c:pt>
                <c:pt idx="4673">
                  <c:v>0</c:v>
                </c:pt>
                <c:pt idx="4674">
                  <c:v>0</c:v>
                </c:pt>
                <c:pt idx="4675">
                  <c:v>0</c:v>
                </c:pt>
                <c:pt idx="4676">
                  <c:v>0</c:v>
                </c:pt>
                <c:pt idx="467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51-45EB-90CC-5A228EFC9D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7498095"/>
        <c:axId val="87495183"/>
      </c:lineChart>
      <c:catAx>
        <c:axId val="874980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495183"/>
        <c:crosses val="autoZero"/>
        <c:auto val="1"/>
        <c:lblAlgn val="ctr"/>
        <c:lblOffset val="100"/>
        <c:noMultiLvlLbl val="0"/>
      </c:catAx>
      <c:valAx>
        <c:axId val="874951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4980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Sheet1!$E$1</c:f>
              <c:strCache>
                <c:ptCount val="1"/>
                <c:pt idx="0">
                  <c:v>slip_ratio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Sheet1!$E$2:$E$4679</c:f>
              <c:numCache>
                <c:formatCode>General</c:formatCode>
                <c:ptCount val="4678"/>
                <c:pt idx="0">
                  <c:v>-1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  <c:pt idx="4">
                  <c:v>-1</c:v>
                </c:pt>
                <c:pt idx="5">
                  <c:v>-1</c:v>
                </c:pt>
                <c:pt idx="6">
                  <c:v>-1</c:v>
                </c:pt>
                <c:pt idx="7">
                  <c:v>-1</c:v>
                </c:pt>
                <c:pt idx="8">
                  <c:v>-1</c:v>
                </c:pt>
                <c:pt idx="9">
                  <c:v>-1</c:v>
                </c:pt>
                <c:pt idx="10">
                  <c:v>-1</c:v>
                </c:pt>
                <c:pt idx="11">
                  <c:v>-1</c:v>
                </c:pt>
                <c:pt idx="12">
                  <c:v>-1</c:v>
                </c:pt>
                <c:pt idx="13">
                  <c:v>-1</c:v>
                </c:pt>
                <c:pt idx="14">
                  <c:v>-1</c:v>
                </c:pt>
                <c:pt idx="15">
                  <c:v>-1</c:v>
                </c:pt>
                <c:pt idx="16">
                  <c:v>-1</c:v>
                </c:pt>
                <c:pt idx="17">
                  <c:v>-1</c:v>
                </c:pt>
                <c:pt idx="18">
                  <c:v>-1</c:v>
                </c:pt>
                <c:pt idx="19">
                  <c:v>-1</c:v>
                </c:pt>
                <c:pt idx="20">
                  <c:v>-1</c:v>
                </c:pt>
                <c:pt idx="21">
                  <c:v>-1</c:v>
                </c:pt>
                <c:pt idx="22">
                  <c:v>-1</c:v>
                </c:pt>
                <c:pt idx="23">
                  <c:v>-1</c:v>
                </c:pt>
                <c:pt idx="24">
                  <c:v>-1</c:v>
                </c:pt>
                <c:pt idx="25">
                  <c:v>-1</c:v>
                </c:pt>
                <c:pt idx="26">
                  <c:v>-1</c:v>
                </c:pt>
                <c:pt idx="27">
                  <c:v>-1</c:v>
                </c:pt>
                <c:pt idx="28">
                  <c:v>-1</c:v>
                </c:pt>
                <c:pt idx="29">
                  <c:v>-1</c:v>
                </c:pt>
                <c:pt idx="30">
                  <c:v>-1</c:v>
                </c:pt>
                <c:pt idx="31">
                  <c:v>-1</c:v>
                </c:pt>
                <c:pt idx="32">
                  <c:v>-1</c:v>
                </c:pt>
                <c:pt idx="33">
                  <c:v>-1</c:v>
                </c:pt>
                <c:pt idx="34">
                  <c:v>-1</c:v>
                </c:pt>
                <c:pt idx="35">
                  <c:v>-1</c:v>
                </c:pt>
                <c:pt idx="36">
                  <c:v>-1</c:v>
                </c:pt>
                <c:pt idx="37">
                  <c:v>-1</c:v>
                </c:pt>
                <c:pt idx="38">
                  <c:v>-1</c:v>
                </c:pt>
                <c:pt idx="39">
                  <c:v>-1</c:v>
                </c:pt>
                <c:pt idx="40">
                  <c:v>-1</c:v>
                </c:pt>
                <c:pt idx="41">
                  <c:v>-1</c:v>
                </c:pt>
                <c:pt idx="42">
                  <c:v>-1</c:v>
                </c:pt>
                <c:pt idx="43">
                  <c:v>-1</c:v>
                </c:pt>
                <c:pt idx="44">
                  <c:v>-1</c:v>
                </c:pt>
                <c:pt idx="45">
                  <c:v>-1</c:v>
                </c:pt>
                <c:pt idx="46">
                  <c:v>-1</c:v>
                </c:pt>
                <c:pt idx="47">
                  <c:v>-1</c:v>
                </c:pt>
                <c:pt idx="48">
                  <c:v>-1</c:v>
                </c:pt>
                <c:pt idx="49">
                  <c:v>-1</c:v>
                </c:pt>
                <c:pt idx="50">
                  <c:v>-1</c:v>
                </c:pt>
                <c:pt idx="51">
                  <c:v>-1</c:v>
                </c:pt>
                <c:pt idx="52">
                  <c:v>-1</c:v>
                </c:pt>
                <c:pt idx="53">
                  <c:v>-1</c:v>
                </c:pt>
                <c:pt idx="54">
                  <c:v>-1</c:v>
                </c:pt>
                <c:pt idx="55">
                  <c:v>-1</c:v>
                </c:pt>
                <c:pt idx="56">
                  <c:v>-1</c:v>
                </c:pt>
                <c:pt idx="57">
                  <c:v>-1</c:v>
                </c:pt>
                <c:pt idx="58">
                  <c:v>-1</c:v>
                </c:pt>
                <c:pt idx="59">
                  <c:v>-1</c:v>
                </c:pt>
                <c:pt idx="60">
                  <c:v>-1</c:v>
                </c:pt>
                <c:pt idx="61">
                  <c:v>-1</c:v>
                </c:pt>
                <c:pt idx="62">
                  <c:v>-1</c:v>
                </c:pt>
                <c:pt idx="63">
                  <c:v>-1</c:v>
                </c:pt>
                <c:pt idx="64">
                  <c:v>-1</c:v>
                </c:pt>
                <c:pt idx="65">
                  <c:v>-1</c:v>
                </c:pt>
                <c:pt idx="66">
                  <c:v>-1</c:v>
                </c:pt>
                <c:pt idx="67">
                  <c:v>-1</c:v>
                </c:pt>
                <c:pt idx="68">
                  <c:v>-1</c:v>
                </c:pt>
                <c:pt idx="69">
                  <c:v>-1</c:v>
                </c:pt>
                <c:pt idx="70">
                  <c:v>-1</c:v>
                </c:pt>
                <c:pt idx="71">
                  <c:v>-1</c:v>
                </c:pt>
                <c:pt idx="72">
                  <c:v>-1</c:v>
                </c:pt>
                <c:pt idx="73">
                  <c:v>-1</c:v>
                </c:pt>
                <c:pt idx="74">
                  <c:v>-1</c:v>
                </c:pt>
                <c:pt idx="75">
                  <c:v>-1</c:v>
                </c:pt>
                <c:pt idx="76">
                  <c:v>-1</c:v>
                </c:pt>
                <c:pt idx="77">
                  <c:v>-1</c:v>
                </c:pt>
                <c:pt idx="78">
                  <c:v>-1</c:v>
                </c:pt>
                <c:pt idx="79">
                  <c:v>-1</c:v>
                </c:pt>
                <c:pt idx="80">
                  <c:v>-1</c:v>
                </c:pt>
                <c:pt idx="81">
                  <c:v>-1</c:v>
                </c:pt>
                <c:pt idx="82">
                  <c:v>-1</c:v>
                </c:pt>
                <c:pt idx="83">
                  <c:v>-1</c:v>
                </c:pt>
                <c:pt idx="84">
                  <c:v>-1</c:v>
                </c:pt>
                <c:pt idx="85">
                  <c:v>-1</c:v>
                </c:pt>
                <c:pt idx="86">
                  <c:v>-1</c:v>
                </c:pt>
                <c:pt idx="87">
                  <c:v>-1</c:v>
                </c:pt>
                <c:pt idx="88">
                  <c:v>-1</c:v>
                </c:pt>
                <c:pt idx="89">
                  <c:v>-1</c:v>
                </c:pt>
                <c:pt idx="90">
                  <c:v>-1</c:v>
                </c:pt>
                <c:pt idx="91">
                  <c:v>-1</c:v>
                </c:pt>
                <c:pt idx="92">
                  <c:v>-1</c:v>
                </c:pt>
                <c:pt idx="93">
                  <c:v>-1</c:v>
                </c:pt>
                <c:pt idx="94">
                  <c:v>-1</c:v>
                </c:pt>
                <c:pt idx="95">
                  <c:v>-1</c:v>
                </c:pt>
                <c:pt idx="96">
                  <c:v>-1</c:v>
                </c:pt>
                <c:pt idx="97">
                  <c:v>-1</c:v>
                </c:pt>
                <c:pt idx="98">
                  <c:v>-1</c:v>
                </c:pt>
                <c:pt idx="99">
                  <c:v>-1</c:v>
                </c:pt>
                <c:pt idx="100">
                  <c:v>-1</c:v>
                </c:pt>
                <c:pt idx="101">
                  <c:v>-1</c:v>
                </c:pt>
                <c:pt idx="102">
                  <c:v>-1</c:v>
                </c:pt>
                <c:pt idx="103">
                  <c:v>-1</c:v>
                </c:pt>
                <c:pt idx="104">
                  <c:v>-1</c:v>
                </c:pt>
                <c:pt idx="105">
                  <c:v>-1</c:v>
                </c:pt>
                <c:pt idx="106">
                  <c:v>-1</c:v>
                </c:pt>
                <c:pt idx="107">
                  <c:v>-1</c:v>
                </c:pt>
                <c:pt idx="108">
                  <c:v>-1</c:v>
                </c:pt>
                <c:pt idx="109">
                  <c:v>-1</c:v>
                </c:pt>
                <c:pt idx="110">
                  <c:v>-1</c:v>
                </c:pt>
                <c:pt idx="111">
                  <c:v>-0.87854914136114448</c:v>
                </c:pt>
                <c:pt idx="112">
                  <c:v>-0.32286311214088148</c:v>
                </c:pt>
                <c:pt idx="113">
                  <c:v>-0.23252123689791221</c:v>
                </c:pt>
                <c:pt idx="114">
                  <c:v>0.64960901361209988</c:v>
                </c:pt>
                <c:pt idx="115">
                  <c:v>0.85004790605690173</c:v>
                </c:pt>
                <c:pt idx="116">
                  <c:v>0.90970700974914331</c:v>
                </c:pt>
                <c:pt idx="117">
                  <c:v>0.92101747691131508</c:v>
                </c:pt>
                <c:pt idx="118">
                  <c:v>0.96674819675535806</c:v>
                </c:pt>
                <c:pt idx="119">
                  <c:v>0.98146885394433825</c:v>
                </c:pt>
                <c:pt idx="120">
                  <c:v>0.97664359427267566</c:v>
                </c:pt>
                <c:pt idx="121">
                  <c:v>0.95458745985099003</c:v>
                </c:pt>
                <c:pt idx="122">
                  <c:v>0.9539291745423919</c:v>
                </c:pt>
                <c:pt idx="123">
                  <c:v>0.94309491142208479</c:v>
                </c:pt>
                <c:pt idx="124">
                  <c:v>0.83736622360567614</c:v>
                </c:pt>
                <c:pt idx="125">
                  <c:v>0.80037973730303935</c:v>
                </c:pt>
                <c:pt idx="126">
                  <c:v>0.77288828929992348</c:v>
                </c:pt>
                <c:pt idx="127">
                  <c:v>0.37669848473909961</c:v>
                </c:pt>
                <c:pt idx="128">
                  <c:v>0.29892029089261052</c:v>
                </c:pt>
                <c:pt idx="129">
                  <c:v>0.29297021819678848</c:v>
                </c:pt>
                <c:pt idx="130">
                  <c:v>0.13551400667452049</c:v>
                </c:pt>
                <c:pt idx="131">
                  <c:v>0.1205917389938741</c:v>
                </c:pt>
                <c:pt idx="132">
                  <c:v>0.14755617099351481</c:v>
                </c:pt>
                <c:pt idx="133">
                  <c:v>0.31689386437198191</c:v>
                </c:pt>
                <c:pt idx="134">
                  <c:v>0.43661994453727843</c:v>
                </c:pt>
                <c:pt idx="135">
                  <c:v>0.44062218269159881</c:v>
                </c:pt>
                <c:pt idx="136">
                  <c:v>0.45898964673879122</c:v>
                </c:pt>
                <c:pt idx="137">
                  <c:v>0.6058121626369567</c:v>
                </c:pt>
                <c:pt idx="138">
                  <c:v>0.64430046746761083</c:v>
                </c:pt>
                <c:pt idx="139">
                  <c:v>0.61373865053392396</c:v>
                </c:pt>
                <c:pt idx="140">
                  <c:v>0.54710980919304353</c:v>
                </c:pt>
                <c:pt idx="141">
                  <c:v>0.51038189620033603</c:v>
                </c:pt>
                <c:pt idx="142">
                  <c:v>0.50524378326324915</c:v>
                </c:pt>
                <c:pt idx="143">
                  <c:v>0.42928790239181419</c:v>
                </c:pt>
                <c:pt idx="144">
                  <c:v>0.44825792538146059</c:v>
                </c:pt>
                <c:pt idx="145">
                  <c:v>0.49151608536830271</c:v>
                </c:pt>
                <c:pt idx="146">
                  <c:v>0.5182553204631356</c:v>
                </c:pt>
                <c:pt idx="147">
                  <c:v>0.54462730201512211</c:v>
                </c:pt>
                <c:pt idx="148">
                  <c:v>0.55011386133194362</c:v>
                </c:pt>
                <c:pt idx="149">
                  <c:v>0.55849297082068705</c:v>
                </c:pt>
                <c:pt idx="150">
                  <c:v>0.68932576135748347</c:v>
                </c:pt>
                <c:pt idx="151">
                  <c:v>0.70039201006580765</c:v>
                </c:pt>
                <c:pt idx="152">
                  <c:v>0.6631024184389982</c:v>
                </c:pt>
                <c:pt idx="153">
                  <c:v>0.13133783908781901</c:v>
                </c:pt>
                <c:pt idx="154">
                  <c:v>1.5617914374465439E-3</c:v>
                </c:pt>
                <c:pt idx="155">
                  <c:v>9.8068387923495089E-3</c:v>
                </c:pt>
                <c:pt idx="156">
                  <c:v>6.3204423854158184E-2</c:v>
                </c:pt>
                <c:pt idx="157">
                  <c:v>9.4628273401895405E-2</c:v>
                </c:pt>
                <c:pt idx="158">
                  <c:v>0.10202464350460751</c:v>
                </c:pt>
                <c:pt idx="159">
                  <c:v>0.1248578948229753</c:v>
                </c:pt>
                <c:pt idx="160">
                  <c:v>0.51165353841655981</c:v>
                </c:pt>
                <c:pt idx="161">
                  <c:v>0.57036058381903842</c:v>
                </c:pt>
                <c:pt idx="162">
                  <c:v>0.54995759012728807</c:v>
                </c:pt>
                <c:pt idx="163">
                  <c:v>0.39139324238277279</c:v>
                </c:pt>
                <c:pt idx="164">
                  <c:v>0.38207136611290482</c:v>
                </c:pt>
                <c:pt idx="165">
                  <c:v>0.3428507812919363</c:v>
                </c:pt>
                <c:pt idx="166">
                  <c:v>0.33388529299623798</c:v>
                </c:pt>
                <c:pt idx="167">
                  <c:v>0.34041523356370351</c:v>
                </c:pt>
                <c:pt idx="168">
                  <c:v>0.40625905762963149</c:v>
                </c:pt>
                <c:pt idx="169">
                  <c:v>0.47449206763979729</c:v>
                </c:pt>
                <c:pt idx="170">
                  <c:v>0.50768216190825877</c:v>
                </c:pt>
                <c:pt idx="171">
                  <c:v>0.50451445661760053</c:v>
                </c:pt>
                <c:pt idx="172">
                  <c:v>0.47342072391602341</c:v>
                </c:pt>
                <c:pt idx="173">
                  <c:v>0.4547836552749206</c:v>
                </c:pt>
                <c:pt idx="174">
                  <c:v>0.45060953356851258</c:v>
                </c:pt>
                <c:pt idx="175">
                  <c:v>0.4649310621445269</c:v>
                </c:pt>
                <c:pt idx="176">
                  <c:v>0.65678504929813819</c:v>
                </c:pt>
                <c:pt idx="177">
                  <c:v>0.7033665489793518</c:v>
                </c:pt>
                <c:pt idx="178">
                  <c:v>0.68400503273368074</c:v>
                </c:pt>
                <c:pt idx="179">
                  <c:v>0.5015123200870556</c:v>
                </c:pt>
                <c:pt idx="180">
                  <c:v>0.56262160172346287</c:v>
                </c:pt>
                <c:pt idx="181">
                  <c:v>0.68701512619063521</c:v>
                </c:pt>
                <c:pt idx="182">
                  <c:v>0.70542817277454106</c:v>
                </c:pt>
                <c:pt idx="183">
                  <c:v>0.68290423154525892</c:v>
                </c:pt>
                <c:pt idx="184">
                  <c:v>0.47971346297476131</c:v>
                </c:pt>
                <c:pt idx="185">
                  <c:v>0.42558613099172571</c:v>
                </c:pt>
                <c:pt idx="186">
                  <c:v>0.43057849498851142</c:v>
                </c:pt>
                <c:pt idx="187">
                  <c:v>0.48364298369459102</c:v>
                </c:pt>
                <c:pt idx="188">
                  <c:v>0.52846688316578372</c:v>
                </c:pt>
                <c:pt idx="189">
                  <c:v>0.53939765902022307</c:v>
                </c:pt>
                <c:pt idx="190">
                  <c:v>0.60297313673702069</c:v>
                </c:pt>
                <c:pt idx="191">
                  <c:v>0.64581370086219769</c:v>
                </c:pt>
                <c:pt idx="192">
                  <c:v>0.79608120963324303</c:v>
                </c:pt>
                <c:pt idx="193">
                  <c:v>0.83799478135120864</c:v>
                </c:pt>
                <c:pt idx="194">
                  <c:v>0.81375326734832454</c:v>
                </c:pt>
                <c:pt idx="195">
                  <c:v>0.62605299071217979</c:v>
                </c:pt>
                <c:pt idx="196">
                  <c:v>0.61087682240663133</c:v>
                </c:pt>
                <c:pt idx="197">
                  <c:v>0.56365508336870374</c:v>
                </c:pt>
                <c:pt idx="198">
                  <c:v>0.53929793954045824</c:v>
                </c:pt>
                <c:pt idx="199">
                  <c:v>0.45087597579869232</c:v>
                </c:pt>
                <c:pt idx="200">
                  <c:v>0.42562105974045628</c:v>
                </c:pt>
                <c:pt idx="201">
                  <c:v>0.43971443701361568</c:v>
                </c:pt>
                <c:pt idx="202">
                  <c:v>0.51874056221725706</c:v>
                </c:pt>
                <c:pt idx="203">
                  <c:v>0.54408929899248315</c:v>
                </c:pt>
                <c:pt idx="204">
                  <c:v>0.54615305567902461</c:v>
                </c:pt>
                <c:pt idx="205">
                  <c:v>0.56790623080706448</c:v>
                </c:pt>
                <c:pt idx="206">
                  <c:v>0.58108335353129825</c:v>
                </c:pt>
                <c:pt idx="207">
                  <c:v>0.60176205226982538</c:v>
                </c:pt>
                <c:pt idx="208">
                  <c:v>0.71299699567362318</c:v>
                </c:pt>
                <c:pt idx="209">
                  <c:v>0.78483328599234226</c:v>
                </c:pt>
                <c:pt idx="210">
                  <c:v>0.78513722643049244</c:v>
                </c:pt>
                <c:pt idx="211">
                  <c:v>0.78688154202421556</c:v>
                </c:pt>
                <c:pt idx="212">
                  <c:v>0.7885253718359414</c:v>
                </c:pt>
                <c:pt idx="213">
                  <c:v>0.74599782192764585</c:v>
                </c:pt>
                <c:pt idx="214">
                  <c:v>0.70274034132629504</c:v>
                </c:pt>
                <c:pt idx="215">
                  <c:v>0.62853859896757636</c:v>
                </c:pt>
                <c:pt idx="216">
                  <c:v>0.59638887303217691</c:v>
                </c:pt>
                <c:pt idx="217">
                  <c:v>0.61610658288037035</c:v>
                </c:pt>
                <c:pt idx="218">
                  <c:v>0.74109824849516803</c:v>
                </c:pt>
                <c:pt idx="219">
                  <c:v>0.81253983026321497</c:v>
                </c:pt>
                <c:pt idx="220">
                  <c:v>0.82727375236846912</c:v>
                </c:pt>
                <c:pt idx="221">
                  <c:v>0.91371711895862173</c:v>
                </c:pt>
                <c:pt idx="222">
                  <c:v>0.91111055437917299</c:v>
                </c:pt>
                <c:pt idx="223">
                  <c:v>0.90465371886650148</c:v>
                </c:pt>
                <c:pt idx="224">
                  <c:v>0.89704245252042569</c:v>
                </c:pt>
                <c:pt idx="225">
                  <c:v>0.89457606709774629</c:v>
                </c:pt>
                <c:pt idx="226">
                  <c:v>0.89313186275998191</c:v>
                </c:pt>
                <c:pt idx="227">
                  <c:v>0.88528809672559339</c:v>
                </c:pt>
                <c:pt idx="228">
                  <c:v>0.87828811091613768</c:v>
                </c:pt>
                <c:pt idx="229">
                  <c:v>0.87253186554582995</c:v>
                </c:pt>
                <c:pt idx="230">
                  <c:v>0.87159306576868545</c:v>
                </c:pt>
                <c:pt idx="231">
                  <c:v>0.70218606196467448</c:v>
                </c:pt>
                <c:pt idx="232">
                  <c:v>0.49846547906069388</c:v>
                </c:pt>
                <c:pt idx="233">
                  <c:v>0.47031881368875877</c:v>
                </c:pt>
                <c:pt idx="234">
                  <c:v>0.4931635396398712</c:v>
                </c:pt>
                <c:pt idx="235">
                  <c:v>0.64972512556784212</c:v>
                </c:pt>
                <c:pt idx="236">
                  <c:v>0.66472188063756321</c:v>
                </c:pt>
                <c:pt idx="237">
                  <c:v>0.79022221497381695</c:v>
                </c:pt>
                <c:pt idx="238">
                  <c:v>0.84366458602099137</c:v>
                </c:pt>
                <c:pt idx="239">
                  <c:v>0.86285727907424326</c:v>
                </c:pt>
                <c:pt idx="240">
                  <c:v>0.86414977861879483</c:v>
                </c:pt>
                <c:pt idx="241">
                  <c:v>0.87939632997397443</c:v>
                </c:pt>
                <c:pt idx="242">
                  <c:v>0.88049699259606418</c:v>
                </c:pt>
                <c:pt idx="243">
                  <c:v>0.88267965021427419</c:v>
                </c:pt>
                <c:pt idx="244">
                  <c:v>0.90770919571881625</c:v>
                </c:pt>
                <c:pt idx="245">
                  <c:v>0.90987664251773992</c:v>
                </c:pt>
                <c:pt idx="246">
                  <c:v>0.91700563099748167</c:v>
                </c:pt>
                <c:pt idx="247">
                  <c:v>0.92474759673602025</c:v>
                </c:pt>
                <c:pt idx="248">
                  <c:v>0.93716563190963353</c:v>
                </c:pt>
                <c:pt idx="249">
                  <c:v>0.94004467565564798</c:v>
                </c:pt>
                <c:pt idx="250">
                  <c:v>0.93244794209306892</c:v>
                </c:pt>
                <c:pt idx="251">
                  <c:v>0.85454583986210464</c:v>
                </c:pt>
                <c:pt idx="252">
                  <c:v>0.83943451913979727</c:v>
                </c:pt>
                <c:pt idx="253">
                  <c:v>0.84268615141746772</c:v>
                </c:pt>
                <c:pt idx="254">
                  <c:v>0.85386616149118344</c:v>
                </c:pt>
                <c:pt idx="255">
                  <c:v>0.86090935316709505</c:v>
                </c:pt>
                <c:pt idx="256">
                  <c:v>0.86470191834304366</c:v>
                </c:pt>
                <c:pt idx="257">
                  <c:v>0.86904171366943583</c:v>
                </c:pt>
                <c:pt idx="258">
                  <c:v>0.93671223861339836</c:v>
                </c:pt>
                <c:pt idx="259">
                  <c:v>0.94870321221696685</c:v>
                </c:pt>
                <c:pt idx="260">
                  <c:v>0.93252653854306233</c:v>
                </c:pt>
                <c:pt idx="261">
                  <c:v>0.8159877664911388</c:v>
                </c:pt>
                <c:pt idx="262">
                  <c:v>0.77750965250713133</c:v>
                </c:pt>
                <c:pt idx="263">
                  <c:v>0.7140520415994378</c:v>
                </c:pt>
                <c:pt idx="264">
                  <c:v>0.71142442796361649</c:v>
                </c:pt>
                <c:pt idx="265">
                  <c:v>0.68537496906517215</c:v>
                </c:pt>
                <c:pt idx="266">
                  <c:v>0.6789003504494886</c:v>
                </c:pt>
                <c:pt idx="267">
                  <c:v>0.68193303375843595</c:v>
                </c:pt>
                <c:pt idx="268">
                  <c:v>0.70118490757137186</c:v>
                </c:pt>
                <c:pt idx="269">
                  <c:v>0.72089864645331947</c:v>
                </c:pt>
                <c:pt idx="270">
                  <c:v>0.71503400133949635</c:v>
                </c:pt>
                <c:pt idx="271">
                  <c:v>0.71264368339684414</c:v>
                </c:pt>
                <c:pt idx="272">
                  <c:v>0.71583346143664284</c:v>
                </c:pt>
                <c:pt idx="273">
                  <c:v>0.72027621283409338</c:v>
                </c:pt>
                <c:pt idx="274">
                  <c:v>0.84680596199050806</c:v>
                </c:pt>
                <c:pt idx="275">
                  <c:v>0.89171929406693595</c:v>
                </c:pt>
                <c:pt idx="276">
                  <c:v>0.89076771953031264</c:v>
                </c:pt>
                <c:pt idx="277">
                  <c:v>0.88420777025430397</c:v>
                </c:pt>
                <c:pt idx="278">
                  <c:v>0.87973197973037132</c:v>
                </c:pt>
                <c:pt idx="279">
                  <c:v>0.87398582008232872</c:v>
                </c:pt>
                <c:pt idx="280">
                  <c:v>0.84236604588013941</c:v>
                </c:pt>
                <c:pt idx="281">
                  <c:v>0.81620125441494429</c:v>
                </c:pt>
                <c:pt idx="282">
                  <c:v>0.80824483002596947</c:v>
                </c:pt>
                <c:pt idx="283">
                  <c:v>0.80783653285013435</c:v>
                </c:pt>
                <c:pt idx="284">
                  <c:v>0.80198589095693207</c:v>
                </c:pt>
                <c:pt idx="285">
                  <c:v>0.80045790730963795</c:v>
                </c:pt>
                <c:pt idx="286">
                  <c:v>0.79425723815379556</c:v>
                </c:pt>
                <c:pt idx="287">
                  <c:v>0.73184721941297493</c:v>
                </c:pt>
                <c:pt idx="288">
                  <c:v>0.69417655341251094</c:v>
                </c:pt>
                <c:pt idx="289">
                  <c:v>0.69816490022967059</c:v>
                </c:pt>
                <c:pt idx="290">
                  <c:v>0.7997020871124334</c:v>
                </c:pt>
                <c:pt idx="291">
                  <c:v>0.87116729964232642</c:v>
                </c:pt>
                <c:pt idx="292">
                  <c:v>0.89535643077185445</c:v>
                </c:pt>
                <c:pt idx="293">
                  <c:v>0.89975735055590844</c:v>
                </c:pt>
                <c:pt idx="294">
                  <c:v>0.9243511737336213</c:v>
                </c:pt>
                <c:pt idx="295">
                  <c:v>0.93305102941428397</c:v>
                </c:pt>
                <c:pt idx="296">
                  <c:v>0.93044693675917389</c:v>
                </c:pt>
                <c:pt idx="297">
                  <c:v>0.92379941126421083</c:v>
                </c:pt>
                <c:pt idx="298">
                  <c:v>0.91605275308302503</c:v>
                </c:pt>
                <c:pt idx="299">
                  <c:v>0.92094829694448288</c:v>
                </c:pt>
                <c:pt idx="300">
                  <c:v>0.96931246906272472</c:v>
                </c:pt>
                <c:pt idx="301">
                  <c:v>0.98081217981310331</c:v>
                </c:pt>
                <c:pt idx="302">
                  <c:v>0.97423045305482836</c:v>
                </c:pt>
                <c:pt idx="303">
                  <c:v>0.93224793327112232</c:v>
                </c:pt>
                <c:pt idx="304">
                  <c:v>0.91084018737912376</c:v>
                </c:pt>
                <c:pt idx="305">
                  <c:v>0.91121414321343275</c:v>
                </c:pt>
                <c:pt idx="306">
                  <c:v>0.91492990635362648</c:v>
                </c:pt>
                <c:pt idx="307">
                  <c:v>0.91704689153842367</c:v>
                </c:pt>
                <c:pt idx="308">
                  <c:v>0.92110356929118453</c:v>
                </c:pt>
                <c:pt idx="309">
                  <c:v>0.92522964099186389</c:v>
                </c:pt>
                <c:pt idx="310">
                  <c:v>0.92664610332980091</c:v>
                </c:pt>
                <c:pt idx="311">
                  <c:v>0.91355914573098751</c:v>
                </c:pt>
                <c:pt idx="312">
                  <c:v>0.85008344174663164</c:v>
                </c:pt>
                <c:pt idx="313">
                  <c:v>0.78539435109952904</c:v>
                </c:pt>
                <c:pt idx="314">
                  <c:v>0.76936193129207398</c:v>
                </c:pt>
                <c:pt idx="315">
                  <c:v>0.78139850221029039</c:v>
                </c:pt>
                <c:pt idx="316">
                  <c:v>0.8878480490753462</c:v>
                </c:pt>
                <c:pt idx="317">
                  <c:v>0.92709364406653283</c:v>
                </c:pt>
                <c:pt idx="318">
                  <c:v>0.92507499542274496</c:v>
                </c:pt>
                <c:pt idx="319">
                  <c:v>0.90461079503356678</c:v>
                </c:pt>
                <c:pt idx="320">
                  <c:v>0.88931717375313846</c:v>
                </c:pt>
                <c:pt idx="321">
                  <c:v>0.89853245062920839</c:v>
                </c:pt>
                <c:pt idx="322">
                  <c:v>0.97292351023536938</c:v>
                </c:pt>
                <c:pt idx="323">
                  <c:v>0.97180500068003761</c:v>
                </c:pt>
                <c:pt idx="324">
                  <c:v>0.96155454595741019</c:v>
                </c:pt>
                <c:pt idx="325">
                  <c:v>0.95208951917146356</c:v>
                </c:pt>
                <c:pt idx="326">
                  <c:v>0.9469605258075523</c:v>
                </c:pt>
                <c:pt idx="327">
                  <c:v>0.945870757491164</c:v>
                </c:pt>
                <c:pt idx="328">
                  <c:v>0.92743196121328242</c:v>
                </c:pt>
                <c:pt idx="329">
                  <c:v>0.91764269648735675</c:v>
                </c:pt>
                <c:pt idx="330">
                  <c:v>0.90314430374656263</c:v>
                </c:pt>
                <c:pt idx="331">
                  <c:v>0.81674745454782072</c:v>
                </c:pt>
                <c:pt idx="332">
                  <c:v>0.79287364229728508</c:v>
                </c:pt>
                <c:pt idx="333">
                  <c:v>0.79513433858956484</c:v>
                </c:pt>
                <c:pt idx="334">
                  <c:v>0.82240785698909402</c:v>
                </c:pt>
                <c:pt idx="335">
                  <c:v>0.83842441990008509</c:v>
                </c:pt>
                <c:pt idx="336">
                  <c:v>0.83315735877185482</c:v>
                </c:pt>
                <c:pt idx="337">
                  <c:v>0.79562102708009097</c:v>
                </c:pt>
                <c:pt idx="338">
                  <c:v>0.79258105083490604</c:v>
                </c:pt>
                <c:pt idx="339">
                  <c:v>0.83781475636197777</c:v>
                </c:pt>
                <c:pt idx="340">
                  <c:v>0.89571041901308912</c:v>
                </c:pt>
                <c:pt idx="341">
                  <c:v>0.91326996084908652</c:v>
                </c:pt>
                <c:pt idx="342">
                  <c:v>0.91370619111648343</c:v>
                </c:pt>
                <c:pt idx="343">
                  <c:v>0.91843672489518968</c:v>
                </c:pt>
                <c:pt idx="344">
                  <c:v>0.9208386007402245</c:v>
                </c:pt>
                <c:pt idx="345">
                  <c:v>0.92003556736643044</c:v>
                </c:pt>
                <c:pt idx="346">
                  <c:v>0.9075891292221383</c:v>
                </c:pt>
                <c:pt idx="347">
                  <c:v>0.90426483935560242</c:v>
                </c:pt>
                <c:pt idx="348">
                  <c:v>0.89085212132230995</c:v>
                </c:pt>
                <c:pt idx="349">
                  <c:v>0.88739083340208313</c:v>
                </c:pt>
                <c:pt idx="350">
                  <c:v>0.88395749338510676</c:v>
                </c:pt>
                <c:pt idx="351">
                  <c:v>0.85728523246680211</c:v>
                </c:pt>
                <c:pt idx="352">
                  <c:v>0.84159697009601175</c:v>
                </c:pt>
                <c:pt idx="353">
                  <c:v>0.84082452323808488</c:v>
                </c:pt>
                <c:pt idx="354">
                  <c:v>0.83352827496157189</c:v>
                </c:pt>
                <c:pt idx="355">
                  <c:v>0.83211227257031561</c:v>
                </c:pt>
                <c:pt idx="356">
                  <c:v>0.83967622210753656</c:v>
                </c:pt>
                <c:pt idx="357">
                  <c:v>0.88680506094282474</c:v>
                </c:pt>
                <c:pt idx="358">
                  <c:v>0.91218062205629746</c:v>
                </c:pt>
                <c:pt idx="359">
                  <c:v>0.91402551082626404</c:v>
                </c:pt>
                <c:pt idx="360">
                  <c:v>0.93760870798477824</c:v>
                </c:pt>
                <c:pt idx="361">
                  <c:v>0.93516835870405191</c:v>
                </c:pt>
                <c:pt idx="362">
                  <c:v>0.92781588158895811</c:v>
                </c:pt>
                <c:pt idx="363">
                  <c:v>0.91882445192266016</c:v>
                </c:pt>
                <c:pt idx="364">
                  <c:v>0.91603141192103021</c:v>
                </c:pt>
                <c:pt idx="365">
                  <c:v>0.92031268616452155</c:v>
                </c:pt>
                <c:pt idx="366">
                  <c:v>0.9489965582155534</c:v>
                </c:pt>
                <c:pt idx="367">
                  <c:v>0.96371059079052945</c:v>
                </c:pt>
                <c:pt idx="368">
                  <c:v>0.96457270286788455</c:v>
                </c:pt>
                <c:pt idx="369">
                  <c:v>0.97259043723839944</c:v>
                </c:pt>
                <c:pt idx="370">
                  <c:v>0.97798193099388275</c:v>
                </c:pt>
                <c:pt idx="371">
                  <c:v>0.97892575495510925</c:v>
                </c:pt>
                <c:pt idx="372">
                  <c:v>0.97654538896475696</c:v>
                </c:pt>
                <c:pt idx="373">
                  <c:v>0.95473210164117261</c:v>
                </c:pt>
                <c:pt idx="374">
                  <c:v>0.94910138398917687</c:v>
                </c:pt>
                <c:pt idx="375">
                  <c:v>0.95043667663407327</c:v>
                </c:pt>
                <c:pt idx="376">
                  <c:v>0.95963444320329716</c:v>
                </c:pt>
                <c:pt idx="377">
                  <c:v>0.96574655426214784</c:v>
                </c:pt>
                <c:pt idx="378">
                  <c:v>0.96526590592754669</c:v>
                </c:pt>
                <c:pt idx="379">
                  <c:v>0.96407381803941761</c:v>
                </c:pt>
                <c:pt idx="380">
                  <c:v>0.96067193658324612</c:v>
                </c:pt>
                <c:pt idx="381">
                  <c:v>0.96031188155962988</c:v>
                </c:pt>
                <c:pt idx="382">
                  <c:v>0.9589535957314087</c:v>
                </c:pt>
                <c:pt idx="383">
                  <c:v>0.94862083927093721</c:v>
                </c:pt>
                <c:pt idx="384">
                  <c:v>0.94591504556031292</c:v>
                </c:pt>
                <c:pt idx="385">
                  <c:v>0.94499377677391783</c:v>
                </c:pt>
                <c:pt idx="386">
                  <c:v>0.93646613493061925</c:v>
                </c:pt>
                <c:pt idx="387">
                  <c:v>0.92641814787698562</c:v>
                </c:pt>
                <c:pt idx="388">
                  <c:v>0.92008158718797306</c:v>
                </c:pt>
                <c:pt idx="389">
                  <c:v>0.91902986317657909</c:v>
                </c:pt>
                <c:pt idx="390">
                  <c:v>0.92045036218173493</c:v>
                </c:pt>
                <c:pt idx="391">
                  <c:v>0.93039527842895009</c:v>
                </c:pt>
                <c:pt idx="392">
                  <c:v>0.93620930127148128</c:v>
                </c:pt>
                <c:pt idx="393">
                  <c:v>0.93479871132846748</c:v>
                </c:pt>
                <c:pt idx="394">
                  <c:v>0.93087170876846626</c:v>
                </c:pt>
                <c:pt idx="395">
                  <c:v>0.93019664187357354</c:v>
                </c:pt>
                <c:pt idx="396">
                  <c:v>0.92925114142658294</c:v>
                </c:pt>
                <c:pt idx="397">
                  <c:v>0.92396307683876244</c:v>
                </c:pt>
                <c:pt idx="398">
                  <c:v>0.91671538237375017</c:v>
                </c:pt>
                <c:pt idx="399">
                  <c:v>0.91406356977538405</c:v>
                </c:pt>
                <c:pt idx="400">
                  <c:v>0.90956928619063704</c:v>
                </c:pt>
                <c:pt idx="401">
                  <c:v>0.89909126537852924</c:v>
                </c:pt>
                <c:pt idx="402">
                  <c:v>0.89693356878786024</c:v>
                </c:pt>
                <c:pt idx="403">
                  <c:v>0.87374688812747203</c:v>
                </c:pt>
                <c:pt idx="404">
                  <c:v>0.85778389946438127</c:v>
                </c:pt>
                <c:pt idx="405">
                  <c:v>0.85488499573785548</c:v>
                </c:pt>
                <c:pt idx="406">
                  <c:v>0.85128784856805761</c:v>
                </c:pt>
                <c:pt idx="407">
                  <c:v>0.83029900453603467</c:v>
                </c:pt>
                <c:pt idx="408">
                  <c:v>0.8043022889065613</c:v>
                </c:pt>
                <c:pt idx="409">
                  <c:v>0.79388131748440993</c:v>
                </c:pt>
                <c:pt idx="410">
                  <c:v>0.80611135387037391</c:v>
                </c:pt>
                <c:pt idx="411">
                  <c:v>0.84127825277186841</c:v>
                </c:pt>
                <c:pt idx="412">
                  <c:v>0.86854403891437293</c:v>
                </c:pt>
                <c:pt idx="413">
                  <c:v>0.87302676282136427</c:v>
                </c:pt>
                <c:pt idx="414">
                  <c:v>0.90564532274408338</c:v>
                </c:pt>
                <c:pt idx="415">
                  <c:v>0.92832126432355044</c:v>
                </c:pt>
                <c:pt idx="416">
                  <c:v>0.92625022855696859</c:v>
                </c:pt>
                <c:pt idx="417">
                  <c:v>0.91021127825081749</c:v>
                </c:pt>
                <c:pt idx="418">
                  <c:v>0.89685693247836185</c:v>
                </c:pt>
                <c:pt idx="419">
                  <c:v>0.89082392828897883</c:v>
                </c:pt>
                <c:pt idx="420">
                  <c:v>0.8910150113610712</c:v>
                </c:pt>
                <c:pt idx="421">
                  <c:v>0.89176616515830087</c:v>
                </c:pt>
                <c:pt idx="422">
                  <c:v>0.89247604356966104</c:v>
                </c:pt>
                <c:pt idx="423">
                  <c:v>0.89296851163494384</c:v>
                </c:pt>
                <c:pt idx="424">
                  <c:v>0.90031208234874449</c:v>
                </c:pt>
                <c:pt idx="425">
                  <c:v>0.90219873474429657</c:v>
                </c:pt>
                <c:pt idx="426">
                  <c:v>0.90336268394512875</c:v>
                </c:pt>
                <c:pt idx="427">
                  <c:v>0.91395496687198086</c:v>
                </c:pt>
                <c:pt idx="428">
                  <c:v>0.92576894142429533</c:v>
                </c:pt>
                <c:pt idx="429">
                  <c:v>0.93411272696644287</c:v>
                </c:pt>
                <c:pt idx="430">
                  <c:v>0.93534821755506048</c:v>
                </c:pt>
                <c:pt idx="431">
                  <c:v>0.93614490723694732</c:v>
                </c:pt>
                <c:pt idx="432">
                  <c:v>0.95302338244794393</c:v>
                </c:pt>
                <c:pt idx="433">
                  <c:v>0.95440447566531605</c:v>
                </c:pt>
                <c:pt idx="434">
                  <c:v>0.95398492783993016</c:v>
                </c:pt>
                <c:pt idx="435">
                  <c:v>0.9503945786129383</c:v>
                </c:pt>
                <c:pt idx="436">
                  <c:v>0.94986017440961623</c:v>
                </c:pt>
                <c:pt idx="437">
                  <c:v>0.94955294949550706</c:v>
                </c:pt>
                <c:pt idx="438">
                  <c:v>0.94668542051456639</c:v>
                </c:pt>
                <c:pt idx="439">
                  <c:v>0.94469017767927077</c:v>
                </c:pt>
                <c:pt idx="440">
                  <c:v>0.9443253242683276</c:v>
                </c:pt>
                <c:pt idx="441">
                  <c:v>0.94364579535365078</c:v>
                </c:pt>
                <c:pt idx="442">
                  <c:v>0.932486684763708</c:v>
                </c:pt>
                <c:pt idx="443">
                  <c:v>0.92955941069906967</c:v>
                </c:pt>
                <c:pt idx="444">
                  <c:v>0.93369590009557957</c:v>
                </c:pt>
                <c:pt idx="445">
                  <c:v>0.94377726668836082</c:v>
                </c:pt>
                <c:pt idx="446">
                  <c:v>0.94465091399675449</c:v>
                </c:pt>
                <c:pt idx="447">
                  <c:v>0.94500359661624267</c:v>
                </c:pt>
                <c:pt idx="448">
                  <c:v>0.94830082063581789</c:v>
                </c:pt>
                <c:pt idx="449">
                  <c:v>0.95304881492885096</c:v>
                </c:pt>
                <c:pt idx="450">
                  <c:v>0.95345230046843299</c:v>
                </c:pt>
                <c:pt idx="451">
                  <c:v>0.95204506249159637</c:v>
                </c:pt>
                <c:pt idx="452">
                  <c:v>0.94828245187638516</c:v>
                </c:pt>
                <c:pt idx="453">
                  <c:v>0.94833549630345448</c:v>
                </c:pt>
                <c:pt idx="454">
                  <c:v>0.95008640393297172</c:v>
                </c:pt>
                <c:pt idx="455">
                  <c:v>0.95233450520161178</c:v>
                </c:pt>
                <c:pt idx="456">
                  <c:v>0.95412233467324759</c:v>
                </c:pt>
                <c:pt idx="457">
                  <c:v>0.95285545072401967</c:v>
                </c:pt>
                <c:pt idx="458">
                  <c:v>0.95190639033026936</c:v>
                </c:pt>
                <c:pt idx="459">
                  <c:v>0.92798099431569359</c:v>
                </c:pt>
                <c:pt idx="460">
                  <c:v>0.92739382535547965</c:v>
                </c:pt>
                <c:pt idx="461">
                  <c:v>0.92209593503619236</c:v>
                </c:pt>
                <c:pt idx="462">
                  <c:v>0.92064979340370257</c:v>
                </c:pt>
                <c:pt idx="463">
                  <c:v>0.92173798447071842</c:v>
                </c:pt>
                <c:pt idx="464">
                  <c:v>0.92971721458105383</c:v>
                </c:pt>
                <c:pt idx="465">
                  <c:v>0.934614364360703</c:v>
                </c:pt>
                <c:pt idx="466">
                  <c:v>0.93241474439462435</c:v>
                </c:pt>
                <c:pt idx="467">
                  <c:v>0.92928939527638832</c:v>
                </c:pt>
                <c:pt idx="468">
                  <c:v>0.85471427268743827</c:v>
                </c:pt>
                <c:pt idx="469">
                  <c:v>0.84353146091793418</c:v>
                </c:pt>
                <c:pt idx="470">
                  <c:v>0.84556569791845149</c:v>
                </c:pt>
                <c:pt idx="471">
                  <c:v>0.85928834022212253</c:v>
                </c:pt>
                <c:pt idx="472">
                  <c:v>0.87492037225946506</c:v>
                </c:pt>
                <c:pt idx="473">
                  <c:v>0.8767605784623681</c:v>
                </c:pt>
                <c:pt idx="474">
                  <c:v>0.88024101731176596</c:v>
                </c:pt>
                <c:pt idx="475">
                  <c:v>0.89959345966173343</c:v>
                </c:pt>
                <c:pt idx="476">
                  <c:v>0.91961094670880961</c:v>
                </c:pt>
                <c:pt idx="477">
                  <c:v>0.92175260213602106</c:v>
                </c:pt>
                <c:pt idx="478">
                  <c:v>0.9191899975452309</c:v>
                </c:pt>
                <c:pt idx="479">
                  <c:v>0.89586596122286166</c:v>
                </c:pt>
                <c:pt idx="480">
                  <c:v>0.88928293449182372</c:v>
                </c:pt>
                <c:pt idx="481">
                  <c:v>0.87877435200472376</c:v>
                </c:pt>
                <c:pt idx="482">
                  <c:v>0.86049381372261824</c:v>
                </c:pt>
                <c:pt idx="483">
                  <c:v>0.85752261449304601</c:v>
                </c:pt>
                <c:pt idx="484">
                  <c:v>0.85601798714914956</c:v>
                </c:pt>
                <c:pt idx="485">
                  <c:v>0.84753113191830054</c:v>
                </c:pt>
                <c:pt idx="486">
                  <c:v>0.83599317314679322</c:v>
                </c:pt>
                <c:pt idx="487">
                  <c:v>0.83367811961450489</c:v>
                </c:pt>
                <c:pt idx="488">
                  <c:v>0.83931470169209199</c:v>
                </c:pt>
                <c:pt idx="489">
                  <c:v>0.88263094038815859</c:v>
                </c:pt>
                <c:pt idx="490">
                  <c:v>0.90088001987905653</c:v>
                </c:pt>
                <c:pt idx="491">
                  <c:v>0.90559058843052942</c:v>
                </c:pt>
                <c:pt idx="492">
                  <c:v>0.95771627842771045</c:v>
                </c:pt>
                <c:pt idx="493">
                  <c:v>0.98037000655075601</c:v>
                </c:pt>
                <c:pt idx="494">
                  <c:v>0.97769264939234368</c:v>
                </c:pt>
                <c:pt idx="495">
                  <c:v>0.96666791110098527</c:v>
                </c:pt>
                <c:pt idx="496">
                  <c:v>0.95480663086837003</c:v>
                </c:pt>
                <c:pt idx="497">
                  <c:v>0.94979116630230731</c:v>
                </c:pt>
                <c:pt idx="498">
                  <c:v>0.94615093446424403</c:v>
                </c:pt>
                <c:pt idx="499">
                  <c:v>0.92378322993831541</c:v>
                </c:pt>
                <c:pt idx="500">
                  <c:v>0.90761239661479987</c:v>
                </c:pt>
                <c:pt idx="501">
                  <c:v>0.90887833142386465</c:v>
                </c:pt>
                <c:pt idx="502">
                  <c:v>0.92025197730921593</c:v>
                </c:pt>
                <c:pt idx="503">
                  <c:v>0.93383005302848043</c:v>
                </c:pt>
                <c:pt idx="504">
                  <c:v>0.93109359006765691</c:v>
                </c:pt>
                <c:pt idx="505">
                  <c:v>0.91007287223184319</c:v>
                </c:pt>
                <c:pt idx="506">
                  <c:v>0.90086212548846945</c:v>
                </c:pt>
                <c:pt idx="507">
                  <c:v>0.90108830002858731</c:v>
                </c:pt>
                <c:pt idx="508">
                  <c:v>0.90330120924026336</c:v>
                </c:pt>
                <c:pt idx="509">
                  <c:v>0.90536884168157639</c:v>
                </c:pt>
                <c:pt idx="510">
                  <c:v>0.9059888579733969</c:v>
                </c:pt>
                <c:pt idx="511">
                  <c:v>0.90532489751428624</c:v>
                </c:pt>
                <c:pt idx="512">
                  <c:v>0.89930376015682345</c:v>
                </c:pt>
                <c:pt idx="513">
                  <c:v>0.89129170672811164</c:v>
                </c:pt>
                <c:pt idx="514">
                  <c:v>0.88823890910045356</c:v>
                </c:pt>
                <c:pt idx="515">
                  <c:v>0.87696772088723052</c:v>
                </c:pt>
                <c:pt idx="516">
                  <c:v>0.81459990279861727</c:v>
                </c:pt>
                <c:pt idx="517">
                  <c:v>0.77362254309459855</c:v>
                </c:pt>
                <c:pt idx="518">
                  <c:v>0.77558107445187596</c:v>
                </c:pt>
                <c:pt idx="519">
                  <c:v>0.80223082019187808</c:v>
                </c:pt>
                <c:pt idx="520">
                  <c:v>0.81039600851572235</c:v>
                </c:pt>
                <c:pt idx="521">
                  <c:v>0.81492890879989333</c:v>
                </c:pt>
                <c:pt idx="522">
                  <c:v>0.86382486927962543</c:v>
                </c:pt>
                <c:pt idx="523">
                  <c:v>0.91493718564171989</c:v>
                </c:pt>
                <c:pt idx="524">
                  <c:v>0.93995129698364754</c:v>
                </c:pt>
                <c:pt idx="525">
                  <c:v>0.93782036951083314</c:v>
                </c:pt>
                <c:pt idx="526">
                  <c:v>0.91465715469904008</c:v>
                </c:pt>
                <c:pt idx="527">
                  <c:v>0.90893055906278963</c:v>
                </c:pt>
                <c:pt idx="528">
                  <c:v>0.90924179071995093</c:v>
                </c:pt>
                <c:pt idx="529">
                  <c:v>0.91075554299294637</c:v>
                </c:pt>
                <c:pt idx="530">
                  <c:v>0.91216481159685447</c:v>
                </c:pt>
                <c:pt idx="531">
                  <c:v>0.91277198543969884</c:v>
                </c:pt>
                <c:pt idx="532">
                  <c:v>0.91111203933344698</c:v>
                </c:pt>
                <c:pt idx="533">
                  <c:v>0.89668964446124788</c:v>
                </c:pt>
                <c:pt idx="534">
                  <c:v>0.89226045460321668</c:v>
                </c:pt>
                <c:pt idx="535">
                  <c:v>0.89525971355093126</c:v>
                </c:pt>
                <c:pt idx="536">
                  <c:v>0.91103042926252231</c:v>
                </c:pt>
                <c:pt idx="537">
                  <c:v>0.92300171616473536</c:v>
                </c:pt>
                <c:pt idx="538">
                  <c:v>0.9288126138885654</c:v>
                </c:pt>
                <c:pt idx="539">
                  <c:v>0.93101274593212535</c:v>
                </c:pt>
                <c:pt idx="540">
                  <c:v>0.95110248981328827</c:v>
                </c:pt>
                <c:pt idx="541">
                  <c:v>0.95510578507811539</c:v>
                </c:pt>
                <c:pt idx="542">
                  <c:v>0.95533112995136205</c:v>
                </c:pt>
                <c:pt idx="543">
                  <c:v>0.95794033157616809</c:v>
                </c:pt>
                <c:pt idx="544">
                  <c:v>0.95925876916782626</c:v>
                </c:pt>
                <c:pt idx="545">
                  <c:v>0.96104054235980085</c:v>
                </c:pt>
                <c:pt idx="546">
                  <c:v>0.96733437508808284</c:v>
                </c:pt>
                <c:pt idx="547">
                  <c:v>0.97272805166529608</c:v>
                </c:pt>
                <c:pt idx="548">
                  <c:v>0.97655000931027247</c:v>
                </c:pt>
                <c:pt idx="549">
                  <c:v>0.97346278670261854</c:v>
                </c:pt>
                <c:pt idx="550">
                  <c:v>0.9546989425142226</c:v>
                </c:pt>
                <c:pt idx="551">
                  <c:v>0.94243484309648218</c:v>
                </c:pt>
                <c:pt idx="552">
                  <c:v>0.94112913806596976</c:v>
                </c:pt>
                <c:pt idx="553">
                  <c:v>0.89005833551507008</c:v>
                </c:pt>
                <c:pt idx="554">
                  <c:v>0.88279507165158078</c:v>
                </c:pt>
                <c:pt idx="555">
                  <c:v>0.81190598559989635</c:v>
                </c:pt>
                <c:pt idx="556">
                  <c:v>0.81606981818219271</c:v>
                </c:pt>
                <c:pt idx="557">
                  <c:v>0.85679707459591281</c:v>
                </c:pt>
                <c:pt idx="558">
                  <c:v>0.88604803546597888</c:v>
                </c:pt>
                <c:pt idx="559">
                  <c:v>0.91206616847224864</c:v>
                </c:pt>
                <c:pt idx="560">
                  <c:v>0.91696723213032472</c:v>
                </c:pt>
                <c:pt idx="561">
                  <c:v>0.93981750509911399</c:v>
                </c:pt>
                <c:pt idx="562">
                  <c:v>0.95006108830934388</c:v>
                </c:pt>
                <c:pt idx="563">
                  <c:v>0.9508184276015903</c:v>
                </c:pt>
                <c:pt idx="564">
                  <c:v>0.95683806786821668</c:v>
                </c:pt>
                <c:pt idx="565">
                  <c:v>0.960995811161789</c:v>
                </c:pt>
                <c:pt idx="566">
                  <c:v>0.95895550650860861</c:v>
                </c:pt>
                <c:pt idx="567">
                  <c:v>0.94759397936482803</c:v>
                </c:pt>
                <c:pt idx="568">
                  <c:v>0.93905616495506239</c:v>
                </c:pt>
                <c:pt idx="569">
                  <c:v>0.92765415262118922</c:v>
                </c:pt>
                <c:pt idx="570">
                  <c:v>0.92896377964159149</c:v>
                </c:pt>
                <c:pt idx="571">
                  <c:v>0.9298536428532741</c:v>
                </c:pt>
                <c:pt idx="572">
                  <c:v>0.95072829500459854</c:v>
                </c:pt>
                <c:pt idx="573">
                  <c:v>0.89470543821837689</c:v>
                </c:pt>
                <c:pt idx="574">
                  <c:v>0.83534551792570155</c:v>
                </c:pt>
                <c:pt idx="575">
                  <c:v>0.83572496014637854</c:v>
                </c:pt>
                <c:pt idx="576">
                  <c:v>0.84148467738242227</c:v>
                </c:pt>
                <c:pt idx="577">
                  <c:v>0.84351382680065901</c:v>
                </c:pt>
                <c:pt idx="578">
                  <c:v>0.84489880602160783</c:v>
                </c:pt>
                <c:pt idx="579">
                  <c:v>0.86282064293249994</c:v>
                </c:pt>
                <c:pt idx="580">
                  <c:v>0.87587292637417891</c:v>
                </c:pt>
                <c:pt idx="581">
                  <c:v>0.91721354807420519</c:v>
                </c:pt>
                <c:pt idx="582">
                  <c:v>0.93729178219399067</c:v>
                </c:pt>
                <c:pt idx="583">
                  <c:v>0.93044418092795833</c:v>
                </c:pt>
                <c:pt idx="584">
                  <c:v>0.85821336451419872</c:v>
                </c:pt>
                <c:pt idx="585">
                  <c:v>0.81373376742656855</c:v>
                </c:pt>
                <c:pt idx="586">
                  <c:v>0.81924829270519828</c:v>
                </c:pt>
                <c:pt idx="587">
                  <c:v>0.82254174956142601</c:v>
                </c:pt>
                <c:pt idx="588">
                  <c:v>0.89397741808081665</c:v>
                </c:pt>
                <c:pt idx="589">
                  <c:v>0.89947454275421124</c:v>
                </c:pt>
                <c:pt idx="590">
                  <c:v>0.89860257363186091</c:v>
                </c:pt>
                <c:pt idx="591">
                  <c:v>0.89424615477897151</c:v>
                </c:pt>
                <c:pt idx="592">
                  <c:v>0.89063971166241584</c:v>
                </c:pt>
                <c:pt idx="593">
                  <c:v>0.88801295645708977</c:v>
                </c:pt>
                <c:pt idx="594">
                  <c:v>0.88763300729600025</c:v>
                </c:pt>
                <c:pt idx="595">
                  <c:v>0.8864643688016095</c:v>
                </c:pt>
                <c:pt idx="596">
                  <c:v>0.87872778692070719</c:v>
                </c:pt>
                <c:pt idx="597">
                  <c:v>0.8779405332515734</c:v>
                </c:pt>
                <c:pt idx="598">
                  <c:v>0.87132563471092406</c:v>
                </c:pt>
                <c:pt idx="599">
                  <c:v>0.79634342073135767</c:v>
                </c:pt>
                <c:pt idx="600">
                  <c:v>0.77257530840327371</c:v>
                </c:pt>
                <c:pt idx="601">
                  <c:v>0.77599912454950704</c:v>
                </c:pt>
                <c:pt idx="602">
                  <c:v>0.8121928269003359</c:v>
                </c:pt>
                <c:pt idx="603">
                  <c:v>0.83159506871617794</c:v>
                </c:pt>
                <c:pt idx="604">
                  <c:v>0.82809633769229973</c:v>
                </c:pt>
                <c:pt idx="605">
                  <c:v>0.78063803521754405</c:v>
                </c:pt>
                <c:pt idx="606">
                  <c:v>0.78401533323463823</c:v>
                </c:pt>
                <c:pt idx="607">
                  <c:v>0.81997066734504942</c:v>
                </c:pt>
                <c:pt idx="608">
                  <c:v>0.82969039953589507</c:v>
                </c:pt>
                <c:pt idx="609">
                  <c:v>0.83804300170273593</c:v>
                </c:pt>
                <c:pt idx="610">
                  <c:v>0.88844274202972107</c:v>
                </c:pt>
                <c:pt idx="611">
                  <c:v>0.8988371726428106</c:v>
                </c:pt>
                <c:pt idx="612">
                  <c:v>0.89245870240105896</c:v>
                </c:pt>
                <c:pt idx="613">
                  <c:v>0.88373367198036912</c:v>
                </c:pt>
                <c:pt idx="614">
                  <c:v>0.87405578722783317</c:v>
                </c:pt>
                <c:pt idx="615">
                  <c:v>0.86852043956444858</c:v>
                </c:pt>
                <c:pt idx="616">
                  <c:v>0.87104224495984883</c:v>
                </c:pt>
                <c:pt idx="617">
                  <c:v>0.89298158734989475</c:v>
                </c:pt>
                <c:pt idx="618">
                  <c:v>0.9047142025971433</c:v>
                </c:pt>
                <c:pt idx="619">
                  <c:v>0.91305477665037726</c:v>
                </c:pt>
                <c:pt idx="620">
                  <c:v>0.95667219702101502</c:v>
                </c:pt>
                <c:pt idx="621">
                  <c:v>0.96352223876834098</c:v>
                </c:pt>
                <c:pt idx="622">
                  <c:v>0.95952149966283184</c:v>
                </c:pt>
                <c:pt idx="623">
                  <c:v>0.93426608034135061</c:v>
                </c:pt>
                <c:pt idx="624">
                  <c:v>0.92469689997279081</c:v>
                </c:pt>
                <c:pt idx="625">
                  <c:v>0.92542651344823312</c:v>
                </c:pt>
                <c:pt idx="626">
                  <c:v>0.93273433743471323</c:v>
                </c:pt>
                <c:pt idx="627">
                  <c:v>0.9376618077826272</c:v>
                </c:pt>
                <c:pt idx="628">
                  <c:v>0.93855174732638447</c:v>
                </c:pt>
                <c:pt idx="629">
                  <c:v>0.92544030495352425</c:v>
                </c:pt>
                <c:pt idx="630">
                  <c:v>0.79218065707358043</c:v>
                </c:pt>
                <c:pt idx="631">
                  <c:v>0.77112497615370268</c:v>
                </c:pt>
                <c:pt idx="632">
                  <c:v>0.78049354384537351</c:v>
                </c:pt>
                <c:pt idx="633">
                  <c:v>0.84023373879783514</c:v>
                </c:pt>
                <c:pt idx="634">
                  <c:v>0.90695943897591136</c:v>
                </c:pt>
                <c:pt idx="635">
                  <c:v>0.9224311901272868</c:v>
                </c:pt>
                <c:pt idx="636">
                  <c:v>0.94411982323823174</c:v>
                </c:pt>
                <c:pt idx="637">
                  <c:v>0.94786376349412915</c:v>
                </c:pt>
                <c:pt idx="638">
                  <c:v>0.94910978885522634</c:v>
                </c:pt>
                <c:pt idx="639">
                  <c:v>0.95800708923113131</c:v>
                </c:pt>
                <c:pt idx="640">
                  <c:v>0.96048958776124516</c:v>
                </c:pt>
                <c:pt idx="641">
                  <c:v>0.94424772724273442</c:v>
                </c:pt>
                <c:pt idx="642">
                  <c:v>0.92170970125879492</c:v>
                </c:pt>
                <c:pt idx="643">
                  <c:v>0.90210244984450538</c:v>
                </c:pt>
                <c:pt idx="644">
                  <c:v>0.89871830591716639</c:v>
                </c:pt>
                <c:pt idx="645">
                  <c:v>0.90324631824828161</c:v>
                </c:pt>
                <c:pt idx="646">
                  <c:v>0.9341519743060438</c:v>
                </c:pt>
                <c:pt idx="647">
                  <c:v>0.94783961949415252</c:v>
                </c:pt>
                <c:pt idx="648">
                  <c:v>0.94851809520063701</c:v>
                </c:pt>
                <c:pt idx="649">
                  <c:v>0.9535462438090615</c:v>
                </c:pt>
                <c:pt idx="650">
                  <c:v>0.95761016306199465</c:v>
                </c:pt>
                <c:pt idx="651">
                  <c:v>0.96990096828349559</c:v>
                </c:pt>
                <c:pt idx="652">
                  <c:v>0.98544934843944387</c:v>
                </c:pt>
                <c:pt idx="653">
                  <c:v>0.98993366886001988</c:v>
                </c:pt>
                <c:pt idx="654">
                  <c:v>0.98689728662249743</c:v>
                </c:pt>
                <c:pt idx="655">
                  <c:v>0.95153359364196111</c:v>
                </c:pt>
                <c:pt idx="656">
                  <c:v>0.95136011667244025</c:v>
                </c:pt>
                <c:pt idx="657">
                  <c:v>0.95076779971220493</c:v>
                </c:pt>
                <c:pt idx="658">
                  <c:v>0.95037641516760252</c:v>
                </c:pt>
                <c:pt idx="659">
                  <c:v>0.94890042290778531</c:v>
                </c:pt>
                <c:pt idx="660">
                  <c:v>0.94418704585445856</c:v>
                </c:pt>
                <c:pt idx="661">
                  <c:v>0.83342179325860399</c:v>
                </c:pt>
                <c:pt idx="662">
                  <c:v>0.79878716077468204</c:v>
                </c:pt>
                <c:pt idx="663">
                  <c:v>0.81108410482560545</c:v>
                </c:pt>
                <c:pt idx="664">
                  <c:v>0.82550713665815778</c:v>
                </c:pt>
                <c:pt idx="665">
                  <c:v>0.8482545393389368</c:v>
                </c:pt>
                <c:pt idx="666">
                  <c:v>0.85154947275812387</c:v>
                </c:pt>
                <c:pt idx="667">
                  <c:v>0.85501218355124808</c:v>
                </c:pt>
                <c:pt idx="668">
                  <c:v>0.94227660749447806</c:v>
                </c:pt>
                <c:pt idx="669">
                  <c:v>0.94225921773454013</c:v>
                </c:pt>
                <c:pt idx="670">
                  <c:v>0.94218786132416588</c:v>
                </c:pt>
                <c:pt idx="671">
                  <c:v>0.94200311017596083</c:v>
                </c:pt>
                <c:pt idx="672">
                  <c:v>0.94165864781328568</c:v>
                </c:pt>
                <c:pt idx="673">
                  <c:v>0.94163073037016964</c:v>
                </c:pt>
                <c:pt idx="674">
                  <c:v>0.93724890000840222</c:v>
                </c:pt>
                <c:pt idx="675">
                  <c:v>0.90641562273659282</c:v>
                </c:pt>
                <c:pt idx="676">
                  <c:v>0.88621610595520406</c:v>
                </c:pt>
                <c:pt idx="677">
                  <c:v>0.91050387217686179</c:v>
                </c:pt>
                <c:pt idx="678">
                  <c:v>0.92337435364083686</c:v>
                </c:pt>
                <c:pt idx="679">
                  <c:v>0.91891183202868132</c:v>
                </c:pt>
                <c:pt idx="680">
                  <c:v>0.87174071749993021</c:v>
                </c:pt>
                <c:pt idx="681">
                  <c:v>0.85874004622681588</c:v>
                </c:pt>
                <c:pt idx="682">
                  <c:v>0.86204177692014672</c:v>
                </c:pt>
                <c:pt idx="683">
                  <c:v>0.88611984762899676</c:v>
                </c:pt>
                <c:pt idx="684">
                  <c:v>0.90778437189867756</c:v>
                </c:pt>
                <c:pt idx="685">
                  <c:v>0.90855378292674671</c:v>
                </c:pt>
                <c:pt idx="686">
                  <c:v>0.91507200963240198</c:v>
                </c:pt>
                <c:pt idx="687">
                  <c:v>0.91563251127152345</c:v>
                </c:pt>
                <c:pt idx="688">
                  <c:v>0.93250321057261898</c:v>
                </c:pt>
                <c:pt idx="689">
                  <c:v>0.95738671283735677</c:v>
                </c:pt>
                <c:pt idx="690">
                  <c:v>0.97775103446698863</c:v>
                </c:pt>
                <c:pt idx="691">
                  <c:v>0.97486031737905887</c:v>
                </c:pt>
                <c:pt idx="692">
                  <c:v>0.97146967573748011</c:v>
                </c:pt>
                <c:pt idx="693">
                  <c:v>0.92693892013749768</c:v>
                </c:pt>
                <c:pt idx="694">
                  <c:v>0.9316041885400419</c:v>
                </c:pt>
                <c:pt idx="695">
                  <c:v>0.93363752210142636</c:v>
                </c:pt>
                <c:pt idx="696">
                  <c:v>0.96649805533167121</c:v>
                </c:pt>
                <c:pt idx="697">
                  <c:v>0.97952087856341286</c:v>
                </c:pt>
                <c:pt idx="698">
                  <c:v>0.97821796911275471</c:v>
                </c:pt>
                <c:pt idx="699">
                  <c:v>0.96380393351644766</c:v>
                </c:pt>
                <c:pt idx="700">
                  <c:v>0.9533631865511546</c:v>
                </c:pt>
                <c:pt idx="701">
                  <c:v>0.9548750081872126</c:v>
                </c:pt>
                <c:pt idx="702">
                  <c:v>0.97272648537499518</c:v>
                </c:pt>
                <c:pt idx="703">
                  <c:v>0.97557922559507826</c:v>
                </c:pt>
                <c:pt idx="704">
                  <c:v>0.97123691336329576</c:v>
                </c:pt>
                <c:pt idx="705">
                  <c:v>0.94963820629982765</c:v>
                </c:pt>
                <c:pt idx="706">
                  <c:v>0.94469810808163068</c:v>
                </c:pt>
                <c:pt idx="707">
                  <c:v>0.94518462809100157</c:v>
                </c:pt>
                <c:pt idx="708">
                  <c:v>0.94826181233478102</c:v>
                </c:pt>
                <c:pt idx="709">
                  <c:v>0.95126141198707637</c:v>
                </c:pt>
                <c:pt idx="710">
                  <c:v>0.9543212942605549</c:v>
                </c:pt>
                <c:pt idx="711">
                  <c:v>0.95578479460378485</c:v>
                </c:pt>
                <c:pt idx="712">
                  <c:v>0.94472414634510515</c:v>
                </c:pt>
                <c:pt idx="713">
                  <c:v>0.92565829873845984</c:v>
                </c:pt>
                <c:pt idx="714">
                  <c:v>0.92217791216557921</c:v>
                </c:pt>
                <c:pt idx="715">
                  <c:v>0.91100870622701946</c:v>
                </c:pt>
                <c:pt idx="716">
                  <c:v>0.8960627908453429</c:v>
                </c:pt>
                <c:pt idx="717">
                  <c:v>0.87918268482303807</c:v>
                </c:pt>
                <c:pt idx="718">
                  <c:v>0.87270441274416155</c:v>
                </c:pt>
                <c:pt idx="719">
                  <c:v>0.86846886014531488</c:v>
                </c:pt>
                <c:pt idx="720">
                  <c:v>0.78735025811366932</c:v>
                </c:pt>
                <c:pt idx="721">
                  <c:v>0.77398374136748593</c:v>
                </c:pt>
                <c:pt idx="722">
                  <c:v>0.77977322306300278</c:v>
                </c:pt>
                <c:pt idx="723">
                  <c:v>0.82971123613926545</c:v>
                </c:pt>
                <c:pt idx="724">
                  <c:v>0.85150233145734566</c:v>
                </c:pt>
                <c:pt idx="725">
                  <c:v>0.8577633377438636</c:v>
                </c:pt>
                <c:pt idx="726">
                  <c:v>0.91749818956907381</c:v>
                </c:pt>
                <c:pt idx="727">
                  <c:v>0.96694884689283889</c:v>
                </c:pt>
                <c:pt idx="728">
                  <c:v>0.96695170682153453</c:v>
                </c:pt>
                <c:pt idx="729">
                  <c:v>0.9669945730913605</c:v>
                </c:pt>
                <c:pt idx="730">
                  <c:v>0.96720316468686807</c:v>
                </c:pt>
                <c:pt idx="731">
                  <c:v>0.96729196335198298</c:v>
                </c:pt>
                <c:pt idx="732">
                  <c:v>0.96588313273809545</c:v>
                </c:pt>
                <c:pt idx="733">
                  <c:v>0.95343704416553809</c:v>
                </c:pt>
                <c:pt idx="734">
                  <c:v>0.96410177641735129</c:v>
                </c:pt>
                <c:pt idx="735">
                  <c:v>0.97430537744300061</c:v>
                </c:pt>
                <c:pt idx="736">
                  <c:v>0.98427478124155354</c:v>
                </c:pt>
                <c:pt idx="737">
                  <c:v>0.98588069064088191</c:v>
                </c:pt>
                <c:pt idx="738">
                  <c:v>0.98903758931072272</c:v>
                </c:pt>
                <c:pt idx="739">
                  <c:v>0.99189740088071521</c:v>
                </c:pt>
                <c:pt idx="740">
                  <c:v>0.99472668528625274</c:v>
                </c:pt>
                <c:pt idx="741">
                  <c:v>0.99185007804707204</c:v>
                </c:pt>
                <c:pt idx="742">
                  <c:v>0.97939893381299792</c:v>
                </c:pt>
                <c:pt idx="743">
                  <c:v>0.96905668982737136</c:v>
                </c:pt>
                <c:pt idx="744">
                  <c:v>0.96713723211107061</c:v>
                </c:pt>
                <c:pt idx="745">
                  <c:v>0.9700877942257754</c:v>
                </c:pt>
                <c:pt idx="746">
                  <c:v>0.98581615558562863</c:v>
                </c:pt>
                <c:pt idx="747">
                  <c:v>0.988921185837357</c:v>
                </c:pt>
                <c:pt idx="748">
                  <c:v>0.98555628358718494</c:v>
                </c:pt>
                <c:pt idx="749">
                  <c:v>0.96394849070390476</c:v>
                </c:pt>
                <c:pt idx="750">
                  <c:v>0.95167894305087131</c:v>
                </c:pt>
                <c:pt idx="751">
                  <c:v>0.95335249853951842</c:v>
                </c:pt>
                <c:pt idx="752">
                  <c:v>0.96235814536211828</c:v>
                </c:pt>
                <c:pt idx="753">
                  <c:v>0.97782922340021172</c:v>
                </c:pt>
                <c:pt idx="754">
                  <c:v>0.98008006600115272</c:v>
                </c:pt>
                <c:pt idx="755">
                  <c:v>0.9780833377287047</c:v>
                </c:pt>
                <c:pt idx="756">
                  <c:v>0.966232938536982</c:v>
                </c:pt>
                <c:pt idx="757">
                  <c:v>0.96107812117698943</c:v>
                </c:pt>
                <c:pt idx="758">
                  <c:v>0.96209022825394264</c:v>
                </c:pt>
                <c:pt idx="759">
                  <c:v>0.96829037640223836</c:v>
                </c:pt>
                <c:pt idx="760">
                  <c:v>0.97213035991947927</c:v>
                </c:pt>
                <c:pt idx="761">
                  <c:v>0.97281772850841197</c:v>
                </c:pt>
                <c:pt idx="762">
                  <c:v>0.97307559695079249</c:v>
                </c:pt>
                <c:pt idx="763">
                  <c:v>0.97699400593046082</c:v>
                </c:pt>
                <c:pt idx="764">
                  <c:v>0.97770414993218879</c:v>
                </c:pt>
                <c:pt idx="765">
                  <c:v>0.97649603203990543</c:v>
                </c:pt>
                <c:pt idx="766">
                  <c:v>0.96198072309441496</c:v>
                </c:pt>
                <c:pt idx="767">
                  <c:v>0.95871537955984709</c:v>
                </c:pt>
                <c:pt idx="768">
                  <c:v>0.95431120869906261</c:v>
                </c:pt>
                <c:pt idx="769">
                  <c:v>0.95012191020601577</c:v>
                </c:pt>
                <c:pt idx="770">
                  <c:v>0.94522632704684972</c:v>
                </c:pt>
                <c:pt idx="771">
                  <c:v>0.94288807089929827</c:v>
                </c:pt>
                <c:pt idx="772">
                  <c:v>0.94273926081195214</c:v>
                </c:pt>
                <c:pt idx="773">
                  <c:v>0.94115419229271713</c:v>
                </c:pt>
                <c:pt idx="774">
                  <c:v>0.94102009213163629</c:v>
                </c:pt>
                <c:pt idx="775">
                  <c:v>0.94141189741485432</c:v>
                </c:pt>
                <c:pt idx="776">
                  <c:v>0.94297137700126077</c:v>
                </c:pt>
                <c:pt idx="777">
                  <c:v>0.94363841951146943</c:v>
                </c:pt>
                <c:pt idx="778">
                  <c:v>0.9430945396904219</c:v>
                </c:pt>
                <c:pt idx="779">
                  <c:v>0.93800709904900137</c:v>
                </c:pt>
                <c:pt idx="780">
                  <c:v>0.93724781569179416</c:v>
                </c:pt>
                <c:pt idx="781">
                  <c:v>0.93806222070837808</c:v>
                </c:pt>
                <c:pt idx="782">
                  <c:v>0.95022482786215845</c:v>
                </c:pt>
                <c:pt idx="783">
                  <c:v>0.95465601450945881</c:v>
                </c:pt>
                <c:pt idx="784">
                  <c:v>0.95342662236307596</c:v>
                </c:pt>
                <c:pt idx="785">
                  <c:v>0.9429467844551277</c:v>
                </c:pt>
                <c:pt idx="786">
                  <c:v>0.94992785655075895</c:v>
                </c:pt>
                <c:pt idx="787">
                  <c:v>0.96457162614360936</c:v>
                </c:pt>
                <c:pt idx="788">
                  <c:v>0.96539396645685971</c:v>
                </c:pt>
                <c:pt idx="789">
                  <c:v>0.96981804557031281</c:v>
                </c:pt>
                <c:pt idx="790">
                  <c:v>0.97978093128544286</c:v>
                </c:pt>
                <c:pt idx="791">
                  <c:v>0.98510784188957312</c:v>
                </c:pt>
                <c:pt idx="792">
                  <c:v>0.98583395959861519</c:v>
                </c:pt>
                <c:pt idx="793">
                  <c:v>0.98462344291857207</c:v>
                </c:pt>
                <c:pt idx="794">
                  <c:v>0.97488776739264094</c:v>
                </c:pt>
                <c:pt idx="795">
                  <c:v>0.9747432438713387</c:v>
                </c:pt>
                <c:pt idx="796">
                  <c:v>0.97308051960432407</c:v>
                </c:pt>
                <c:pt idx="797">
                  <c:v>0.97211199772061119</c:v>
                </c:pt>
                <c:pt idx="798">
                  <c:v>0.96896539656528269</c:v>
                </c:pt>
                <c:pt idx="799">
                  <c:v>0.9670813396665443</c:v>
                </c:pt>
                <c:pt idx="800">
                  <c:v>0.96531525601762347</c:v>
                </c:pt>
                <c:pt idx="801">
                  <c:v>0.96322145108147994</c:v>
                </c:pt>
                <c:pt idx="802">
                  <c:v>0.9591412214874121</c:v>
                </c:pt>
                <c:pt idx="803">
                  <c:v>0.9593455853027798</c:v>
                </c:pt>
                <c:pt idx="804">
                  <c:v>0.9629487544817491</c:v>
                </c:pt>
                <c:pt idx="805">
                  <c:v>0.96378055261471574</c:v>
                </c:pt>
                <c:pt idx="806">
                  <c:v>0.96324674916331132</c:v>
                </c:pt>
                <c:pt idx="807">
                  <c:v>0.96016415303430658</c:v>
                </c:pt>
                <c:pt idx="808">
                  <c:v>0.95827410683056957</c:v>
                </c:pt>
                <c:pt idx="809">
                  <c:v>0.95770852849675359</c:v>
                </c:pt>
                <c:pt idx="810">
                  <c:v>0.95423608022488615</c:v>
                </c:pt>
                <c:pt idx="811">
                  <c:v>0.95168954259185956</c:v>
                </c:pt>
                <c:pt idx="812">
                  <c:v>0.94994547396409601</c:v>
                </c:pt>
                <c:pt idx="813">
                  <c:v>0.94525160965586286</c:v>
                </c:pt>
                <c:pt idx="814">
                  <c:v>0.93811423202041477</c:v>
                </c:pt>
                <c:pt idx="815">
                  <c:v>0.93119548837191202</c:v>
                </c:pt>
                <c:pt idx="816">
                  <c:v>0.93004567083928036</c:v>
                </c:pt>
                <c:pt idx="817">
                  <c:v>0.92497676900335224</c:v>
                </c:pt>
                <c:pt idx="818">
                  <c:v>0.87251284876064628</c:v>
                </c:pt>
                <c:pt idx="819">
                  <c:v>0.86801237736431847</c:v>
                </c:pt>
                <c:pt idx="820">
                  <c:v>0.87723982563962433</c:v>
                </c:pt>
                <c:pt idx="821">
                  <c:v>0.90198458180208574</c:v>
                </c:pt>
                <c:pt idx="822">
                  <c:v>0.9151391159137221</c:v>
                </c:pt>
                <c:pt idx="823">
                  <c:v>0.91867847469575215</c:v>
                </c:pt>
                <c:pt idx="824">
                  <c:v>0.93609626288221803</c:v>
                </c:pt>
                <c:pt idx="825">
                  <c:v>0.94796040908303214</c:v>
                </c:pt>
                <c:pt idx="826">
                  <c:v>0.95025368158134416</c:v>
                </c:pt>
                <c:pt idx="827">
                  <c:v>0.95008806622991027</c:v>
                </c:pt>
                <c:pt idx="828">
                  <c:v>0.94895240109704904</c:v>
                </c:pt>
                <c:pt idx="829">
                  <c:v>0.94730934154229618</c:v>
                </c:pt>
                <c:pt idx="830">
                  <c:v>0.946919273447834</c:v>
                </c:pt>
                <c:pt idx="831">
                  <c:v>0.94878504330875402</c:v>
                </c:pt>
                <c:pt idx="832">
                  <c:v>0.96088691504843327</c:v>
                </c:pt>
                <c:pt idx="833">
                  <c:v>0.9622043577568824</c:v>
                </c:pt>
                <c:pt idx="834">
                  <c:v>0.96361729732236301</c:v>
                </c:pt>
                <c:pt idx="835">
                  <c:v>0.9651922393521486</c:v>
                </c:pt>
                <c:pt idx="836">
                  <c:v>0.96767307860112117</c:v>
                </c:pt>
                <c:pt idx="837">
                  <c:v>0.96796998858269889</c:v>
                </c:pt>
                <c:pt idx="838">
                  <c:v>0.9694551225537229</c:v>
                </c:pt>
                <c:pt idx="839">
                  <c:v>0.98103882484707938</c:v>
                </c:pt>
                <c:pt idx="840">
                  <c:v>0.98574239094636795</c:v>
                </c:pt>
                <c:pt idx="841">
                  <c:v>0.9845051410901331</c:v>
                </c:pt>
                <c:pt idx="842">
                  <c:v>0.97764081181214002</c:v>
                </c:pt>
                <c:pt idx="843">
                  <c:v>0.9732654038426809</c:v>
                </c:pt>
                <c:pt idx="844">
                  <c:v>0.97301056735306235</c:v>
                </c:pt>
                <c:pt idx="845">
                  <c:v>0.97273187244719661</c:v>
                </c:pt>
                <c:pt idx="846">
                  <c:v>0.96543490260607123</c:v>
                </c:pt>
                <c:pt idx="847">
                  <c:v>0.96397100870348784</c:v>
                </c:pt>
                <c:pt idx="848">
                  <c:v>0.96434612866346414</c:v>
                </c:pt>
                <c:pt idx="849">
                  <c:v>0.96744100656737564</c:v>
                </c:pt>
                <c:pt idx="850">
                  <c:v>0.96588966040527224</c:v>
                </c:pt>
                <c:pt idx="851">
                  <c:v>0.96491583134051262</c:v>
                </c:pt>
                <c:pt idx="852">
                  <c:v>0.96257325971868868</c:v>
                </c:pt>
                <c:pt idx="853">
                  <c:v>0.96185924440934978</c:v>
                </c:pt>
                <c:pt idx="854">
                  <c:v>0.96080693487582602</c:v>
                </c:pt>
                <c:pt idx="855">
                  <c:v>0.95014130648339779</c:v>
                </c:pt>
                <c:pt idx="856">
                  <c:v>0.94686318416726323</c:v>
                </c:pt>
                <c:pt idx="857">
                  <c:v>0.94312145570164818</c:v>
                </c:pt>
                <c:pt idx="858">
                  <c:v>0.92410678235446042</c:v>
                </c:pt>
                <c:pt idx="859">
                  <c:v>0.91494043796816238</c:v>
                </c:pt>
                <c:pt idx="860">
                  <c:v>0.91433425186425266</c:v>
                </c:pt>
                <c:pt idx="861">
                  <c:v>0.90892822986411104</c:v>
                </c:pt>
                <c:pt idx="862">
                  <c:v>0.90456472164183566</c:v>
                </c:pt>
                <c:pt idx="863">
                  <c:v>0.90620268639874924</c:v>
                </c:pt>
                <c:pt idx="864">
                  <c:v>0.91305362332110829</c:v>
                </c:pt>
                <c:pt idx="865">
                  <c:v>0.91604642304887351</c:v>
                </c:pt>
                <c:pt idx="866">
                  <c:v>0.91714806009741634</c:v>
                </c:pt>
                <c:pt idx="867">
                  <c:v>0.92352202703979513</c:v>
                </c:pt>
                <c:pt idx="868">
                  <c:v>0.92515293194379489</c:v>
                </c:pt>
                <c:pt idx="869">
                  <c:v>0.93351876941245604</c:v>
                </c:pt>
                <c:pt idx="870">
                  <c:v>0.9343062966943001</c:v>
                </c:pt>
                <c:pt idx="871">
                  <c:v>0.93682474356791934</c:v>
                </c:pt>
                <c:pt idx="872">
                  <c:v>0.96165608334678643</c:v>
                </c:pt>
                <c:pt idx="873">
                  <c:v>0.96586637017853749</c:v>
                </c:pt>
                <c:pt idx="874">
                  <c:v>0.96555566817719263</c:v>
                </c:pt>
                <c:pt idx="875">
                  <c:v>0.96385722842643407</c:v>
                </c:pt>
                <c:pt idx="876">
                  <c:v>0.96280754003649516</c:v>
                </c:pt>
                <c:pt idx="877">
                  <c:v>0.96219605148577592</c:v>
                </c:pt>
                <c:pt idx="878">
                  <c:v>0.95516093630516918</c:v>
                </c:pt>
                <c:pt idx="879">
                  <c:v>0.95451618093257085</c:v>
                </c:pt>
                <c:pt idx="880">
                  <c:v>0.95371530192500797</c:v>
                </c:pt>
                <c:pt idx="881">
                  <c:v>0.95302980083561506</c:v>
                </c:pt>
                <c:pt idx="882">
                  <c:v>0.95283008364406696</c:v>
                </c:pt>
                <c:pt idx="883">
                  <c:v>0.9537039906220024</c:v>
                </c:pt>
                <c:pt idx="884">
                  <c:v>0.95523763405830375</c:v>
                </c:pt>
                <c:pt idx="885">
                  <c:v>0.95531068868072311</c:v>
                </c:pt>
                <c:pt idx="886">
                  <c:v>0.95546875097032824</c:v>
                </c:pt>
                <c:pt idx="887">
                  <c:v>0.95552217959197028</c:v>
                </c:pt>
                <c:pt idx="888">
                  <c:v>0.95590887151071291</c:v>
                </c:pt>
                <c:pt idx="889">
                  <c:v>0.95877198588641499</c:v>
                </c:pt>
                <c:pt idx="890">
                  <c:v>0.96019822770449392</c:v>
                </c:pt>
                <c:pt idx="891">
                  <c:v>0.95439266229225095</c:v>
                </c:pt>
                <c:pt idx="892">
                  <c:v>0.92272567381996051</c:v>
                </c:pt>
                <c:pt idx="893">
                  <c:v>0.90902781214605444</c:v>
                </c:pt>
                <c:pt idx="894">
                  <c:v>0.91179106822055933</c:v>
                </c:pt>
                <c:pt idx="895">
                  <c:v>0.92026248633132046</c:v>
                </c:pt>
                <c:pt idx="896">
                  <c:v>0.92409009062050473</c:v>
                </c:pt>
                <c:pt idx="897">
                  <c:v>0.9253770120224214</c:v>
                </c:pt>
                <c:pt idx="898">
                  <c:v>0.9290170129739711</c:v>
                </c:pt>
                <c:pt idx="899">
                  <c:v>0.93225775154444257</c:v>
                </c:pt>
                <c:pt idx="900">
                  <c:v>0.93195739087414631</c:v>
                </c:pt>
                <c:pt idx="901">
                  <c:v>0.92905334934194084</c:v>
                </c:pt>
                <c:pt idx="902">
                  <c:v>0.92884962220744904</c:v>
                </c:pt>
                <c:pt idx="903">
                  <c:v>0.91392624373552434</c:v>
                </c:pt>
                <c:pt idx="904">
                  <c:v>0.78672596695227248</c:v>
                </c:pt>
                <c:pt idx="905">
                  <c:v>0.73767522142539543</c:v>
                </c:pt>
                <c:pt idx="906">
                  <c:v>0.74407074426386133</c:v>
                </c:pt>
                <c:pt idx="907">
                  <c:v>0.77801809837102376</c:v>
                </c:pt>
                <c:pt idx="908">
                  <c:v>0.84217604397934709</c:v>
                </c:pt>
                <c:pt idx="909">
                  <c:v>0.85098359265881807</c:v>
                </c:pt>
                <c:pt idx="910">
                  <c:v>0.85816214203222063</c:v>
                </c:pt>
                <c:pt idx="911">
                  <c:v>0.92341622795902378</c:v>
                </c:pt>
                <c:pt idx="912">
                  <c:v>0.944098917841665</c:v>
                </c:pt>
                <c:pt idx="913">
                  <c:v>0.94514176102800773</c:v>
                </c:pt>
                <c:pt idx="914">
                  <c:v>0.9601081355558656</c:v>
                </c:pt>
                <c:pt idx="915">
                  <c:v>0.96828596413766366</c:v>
                </c:pt>
                <c:pt idx="916">
                  <c:v>0.96672958389934827</c:v>
                </c:pt>
                <c:pt idx="917">
                  <c:v>0.94833705846716565</c:v>
                </c:pt>
                <c:pt idx="918">
                  <c:v>0.926771450400801</c:v>
                </c:pt>
                <c:pt idx="919">
                  <c:v>0.92384010286457952</c:v>
                </c:pt>
                <c:pt idx="920">
                  <c:v>0.92166548009102844</c:v>
                </c:pt>
                <c:pt idx="921">
                  <c:v>0.90723393825792997</c:v>
                </c:pt>
                <c:pt idx="922">
                  <c:v>0.90039949779941364</c:v>
                </c:pt>
                <c:pt idx="923">
                  <c:v>0.90108307048252911</c:v>
                </c:pt>
                <c:pt idx="924">
                  <c:v>0.90991264473501388</c:v>
                </c:pt>
                <c:pt idx="925">
                  <c:v>0.91161811554865424</c:v>
                </c:pt>
                <c:pt idx="926">
                  <c:v>0.9097604346685374</c:v>
                </c:pt>
                <c:pt idx="927">
                  <c:v>0.8980754793356478</c:v>
                </c:pt>
                <c:pt idx="928">
                  <c:v>0.88604908658373649</c:v>
                </c:pt>
                <c:pt idx="929">
                  <c:v>0.88296312187769654</c:v>
                </c:pt>
                <c:pt idx="930">
                  <c:v>0.8700634830298658</c:v>
                </c:pt>
                <c:pt idx="931">
                  <c:v>0.85908588433880306</c:v>
                </c:pt>
                <c:pt idx="932">
                  <c:v>0.87973884294271565</c:v>
                </c:pt>
                <c:pt idx="933">
                  <c:v>0.88135522184854265</c:v>
                </c:pt>
                <c:pt idx="934">
                  <c:v>0.91467397273034834</c:v>
                </c:pt>
                <c:pt idx="935">
                  <c:v>0.92002247094315293</c:v>
                </c:pt>
                <c:pt idx="936">
                  <c:v>0.92507789479320945</c:v>
                </c:pt>
                <c:pt idx="937">
                  <c:v>0.94142578905771612</c:v>
                </c:pt>
                <c:pt idx="938">
                  <c:v>0.94700117493078928</c:v>
                </c:pt>
                <c:pt idx="939">
                  <c:v>0.94685138592128137</c:v>
                </c:pt>
                <c:pt idx="940">
                  <c:v>0.94650402368514286</c:v>
                </c:pt>
                <c:pt idx="941">
                  <c:v>0.94617730393145683</c:v>
                </c:pt>
                <c:pt idx="942">
                  <c:v>0.94564562760768678</c:v>
                </c:pt>
                <c:pt idx="943">
                  <c:v>0.94509076119241264</c:v>
                </c:pt>
                <c:pt idx="944">
                  <c:v>0.93485537054804835</c:v>
                </c:pt>
                <c:pt idx="945">
                  <c:v>0.93399996838775678</c:v>
                </c:pt>
                <c:pt idx="946">
                  <c:v>0.93399250406893974</c:v>
                </c:pt>
                <c:pt idx="947">
                  <c:v>0.93367076256098025</c:v>
                </c:pt>
                <c:pt idx="948">
                  <c:v>0.93323692482635068</c:v>
                </c:pt>
                <c:pt idx="949">
                  <c:v>0.93313573533828509</c:v>
                </c:pt>
                <c:pt idx="950">
                  <c:v>0.85399254078414166</c:v>
                </c:pt>
                <c:pt idx="951">
                  <c:v>0.67719663700536203</c:v>
                </c:pt>
                <c:pt idx="952">
                  <c:v>0.66194791777173134</c:v>
                </c:pt>
                <c:pt idx="953">
                  <c:v>0.67125769293341631</c:v>
                </c:pt>
                <c:pt idx="954">
                  <c:v>0.80811348089432256</c:v>
                </c:pt>
                <c:pt idx="955">
                  <c:v>0.85806488986051921</c:v>
                </c:pt>
                <c:pt idx="956">
                  <c:v>0.85761823741780907</c:v>
                </c:pt>
                <c:pt idx="957">
                  <c:v>0.85553434169928022</c:v>
                </c:pt>
                <c:pt idx="958">
                  <c:v>0.85474723160953603</c:v>
                </c:pt>
                <c:pt idx="959">
                  <c:v>0.86897465797156559</c:v>
                </c:pt>
                <c:pt idx="960">
                  <c:v>0.90280349120004</c:v>
                </c:pt>
                <c:pt idx="961">
                  <c:v>0.93273263347359603</c:v>
                </c:pt>
                <c:pt idx="962">
                  <c:v>0.9315786702058938</c:v>
                </c:pt>
                <c:pt idx="963">
                  <c:v>0.92505913694896968</c:v>
                </c:pt>
                <c:pt idx="964">
                  <c:v>0.91901170998573645</c:v>
                </c:pt>
                <c:pt idx="965">
                  <c:v>0.91575418701931111</c:v>
                </c:pt>
                <c:pt idx="966">
                  <c:v>0.89532901324282754</c:v>
                </c:pt>
                <c:pt idx="967">
                  <c:v>0.83297776708616778</c:v>
                </c:pt>
                <c:pt idx="968">
                  <c:v>0.78564458009789007</c:v>
                </c:pt>
                <c:pt idx="969">
                  <c:v>0.81670338426668687</c:v>
                </c:pt>
                <c:pt idx="970">
                  <c:v>0.84137366083165277</c:v>
                </c:pt>
                <c:pt idx="971">
                  <c:v>0.84984192659455904</c:v>
                </c:pt>
                <c:pt idx="972">
                  <c:v>0.84657103965214486</c:v>
                </c:pt>
                <c:pt idx="973">
                  <c:v>0.83536114099900949</c:v>
                </c:pt>
                <c:pt idx="974">
                  <c:v>0.82794522487676947</c:v>
                </c:pt>
                <c:pt idx="975">
                  <c:v>0.84168978063519029</c:v>
                </c:pt>
                <c:pt idx="976">
                  <c:v>0.88453553470329771</c:v>
                </c:pt>
                <c:pt idx="977">
                  <c:v>0.8972454304618156</c:v>
                </c:pt>
                <c:pt idx="978">
                  <c:v>0.90752202532665627</c:v>
                </c:pt>
                <c:pt idx="979">
                  <c:v>0.92125879150018586</c:v>
                </c:pt>
                <c:pt idx="980">
                  <c:v>0.91463940487276496</c:v>
                </c:pt>
                <c:pt idx="981">
                  <c:v>0.9066462079922456</c:v>
                </c:pt>
                <c:pt idx="982">
                  <c:v>0.90038659038866542</c:v>
                </c:pt>
                <c:pt idx="983">
                  <c:v>0.89932647471558991</c:v>
                </c:pt>
                <c:pt idx="984">
                  <c:v>0.89908388619616486</c:v>
                </c:pt>
                <c:pt idx="985">
                  <c:v>0.89897604600193404</c:v>
                </c:pt>
                <c:pt idx="986">
                  <c:v>0.89864475447866998</c:v>
                </c:pt>
                <c:pt idx="987">
                  <c:v>0.89851215098057879</c:v>
                </c:pt>
                <c:pt idx="988">
                  <c:v>0.90305121909345798</c:v>
                </c:pt>
                <c:pt idx="989">
                  <c:v>0.95007704891847256</c:v>
                </c:pt>
                <c:pt idx="990">
                  <c:v>0.85657245112692604</c:v>
                </c:pt>
                <c:pt idx="991">
                  <c:v>0.79486247195785231</c:v>
                </c:pt>
                <c:pt idx="992">
                  <c:v>0.80416573190628371</c:v>
                </c:pt>
                <c:pt idx="993">
                  <c:v>0.82183035422117745</c:v>
                </c:pt>
                <c:pt idx="994">
                  <c:v>0.88115849377155564</c:v>
                </c:pt>
                <c:pt idx="995">
                  <c:v>0.88320543376579952</c:v>
                </c:pt>
                <c:pt idx="996">
                  <c:v>0.89100543672010968</c:v>
                </c:pt>
                <c:pt idx="997">
                  <c:v>0.89657470675960005</c:v>
                </c:pt>
                <c:pt idx="998">
                  <c:v>0.91759250353309785</c:v>
                </c:pt>
                <c:pt idx="999">
                  <c:v>0.91901719519150227</c:v>
                </c:pt>
                <c:pt idx="1000">
                  <c:v>0.9147388250041909</c:v>
                </c:pt>
                <c:pt idx="1001">
                  <c:v>0.86934815005765587</c:v>
                </c:pt>
                <c:pt idx="1002">
                  <c:v>0.86548557965833728</c:v>
                </c:pt>
                <c:pt idx="1003">
                  <c:v>0.84899410757238913</c:v>
                </c:pt>
                <c:pt idx="1004">
                  <c:v>0.82604535131471202</c:v>
                </c:pt>
                <c:pt idx="1005">
                  <c:v>0.80935269463949644</c:v>
                </c:pt>
                <c:pt idx="1006">
                  <c:v>0.80707376111455142</c:v>
                </c:pt>
                <c:pt idx="1007">
                  <c:v>0.78233883264199178</c:v>
                </c:pt>
                <c:pt idx="1008">
                  <c:v>0.60088144720386583</c:v>
                </c:pt>
                <c:pt idx="1009">
                  <c:v>0.6076988124281969</c:v>
                </c:pt>
                <c:pt idx="1010">
                  <c:v>0.68853166449837633</c:v>
                </c:pt>
                <c:pt idx="1011">
                  <c:v>0.75481368940503279</c:v>
                </c:pt>
                <c:pt idx="1012">
                  <c:v>0.79460710636506116</c:v>
                </c:pt>
                <c:pt idx="1013">
                  <c:v>0.78620600694136722</c:v>
                </c:pt>
                <c:pt idx="1014">
                  <c:v>0.73488267849137245</c:v>
                </c:pt>
                <c:pt idx="1015">
                  <c:v>0.70237266743636328</c:v>
                </c:pt>
                <c:pt idx="1016">
                  <c:v>0.69648378752068529</c:v>
                </c:pt>
                <c:pt idx="1017">
                  <c:v>0.74049029806755129</c:v>
                </c:pt>
                <c:pt idx="1018">
                  <c:v>0.87623096776727016</c:v>
                </c:pt>
                <c:pt idx="1019">
                  <c:v>0.90068171167671784</c:v>
                </c:pt>
                <c:pt idx="1020">
                  <c:v>0.83369188511684922</c:v>
                </c:pt>
                <c:pt idx="1021">
                  <c:v>0.73822157640434061</c:v>
                </c:pt>
                <c:pt idx="1022">
                  <c:v>0.72919579289330494</c:v>
                </c:pt>
                <c:pt idx="1023">
                  <c:v>0.74380887884484637</c:v>
                </c:pt>
                <c:pt idx="1024">
                  <c:v>0.80140939940724853</c:v>
                </c:pt>
                <c:pt idx="1025">
                  <c:v>0.86965326809940846</c:v>
                </c:pt>
                <c:pt idx="1026">
                  <c:v>0.91456583656574697</c:v>
                </c:pt>
                <c:pt idx="1027">
                  <c:v>0.93573162359164719</c:v>
                </c:pt>
                <c:pt idx="1028">
                  <c:v>0.91268495967071228</c:v>
                </c:pt>
                <c:pt idx="1029">
                  <c:v>0.88039519031014224</c:v>
                </c:pt>
                <c:pt idx="1030">
                  <c:v>0.86442150466395984</c:v>
                </c:pt>
                <c:pt idx="1031">
                  <c:v>0.86354089536189504</c:v>
                </c:pt>
                <c:pt idx="1032">
                  <c:v>0.85799439462955085</c:v>
                </c:pt>
                <c:pt idx="1033">
                  <c:v>0.87512818105608092</c:v>
                </c:pt>
                <c:pt idx="1034">
                  <c:v>0.88572281497566374</c:v>
                </c:pt>
                <c:pt idx="1035">
                  <c:v>0.90613940248532543</c:v>
                </c:pt>
                <c:pt idx="1036">
                  <c:v>0.91381938723239164</c:v>
                </c:pt>
                <c:pt idx="1037">
                  <c:v>0.90948289094399815</c:v>
                </c:pt>
                <c:pt idx="1038">
                  <c:v>0.88091182054487271</c:v>
                </c:pt>
                <c:pt idx="1039">
                  <c:v>0.86666711081554904</c:v>
                </c:pt>
                <c:pt idx="1040">
                  <c:v>0.86721584173407285</c:v>
                </c:pt>
                <c:pt idx="1041">
                  <c:v>0.87401954990278419</c:v>
                </c:pt>
                <c:pt idx="1042">
                  <c:v>0.87844242858713639</c:v>
                </c:pt>
                <c:pt idx="1043">
                  <c:v>0.88093372619868437</c:v>
                </c:pt>
                <c:pt idx="1044">
                  <c:v>0.89290161050974148</c:v>
                </c:pt>
                <c:pt idx="1045">
                  <c:v>0.92733485728631315</c:v>
                </c:pt>
                <c:pt idx="1046">
                  <c:v>0.93886026607074324</c:v>
                </c:pt>
                <c:pt idx="1047">
                  <c:v>0.91506438472257134</c:v>
                </c:pt>
                <c:pt idx="1048">
                  <c:v>0.87154298207894954</c:v>
                </c:pt>
                <c:pt idx="1049">
                  <c:v>0.86582110002826662</c:v>
                </c:pt>
                <c:pt idx="1050">
                  <c:v>0.86433021710096924</c:v>
                </c:pt>
                <c:pt idx="1051">
                  <c:v>0.85410334123140264</c:v>
                </c:pt>
                <c:pt idx="1052">
                  <c:v>0.84210306385691258</c:v>
                </c:pt>
                <c:pt idx="1053">
                  <c:v>0.83829619924105081</c:v>
                </c:pt>
                <c:pt idx="1054">
                  <c:v>0.84852679069838133</c:v>
                </c:pt>
                <c:pt idx="1055">
                  <c:v>0.86635929853056581</c:v>
                </c:pt>
                <c:pt idx="1056">
                  <c:v>0.88002030749474491</c:v>
                </c:pt>
                <c:pt idx="1057">
                  <c:v>0.86952421468989982</c:v>
                </c:pt>
                <c:pt idx="1058">
                  <c:v>0.76533735486806131</c:v>
                </c:pt>
                <c:pt idx="1059">
                  <c:v>0.69561723152574861</c:v>
                </c:pt>
                <c:pt idx="1060">
                  <c:v>0.68339851541703456</c:v>
                </c:pt>
                <c:pt idx="1061">
                  <c:v>0.69716736698567094</c:v>
                </c:pt>
                <c:pt idx="1062">
                  <c:v>0.87003184550778179</c:v>
                </c:pt>
                <c:pt idx="1063">
                  <c:v>0.89721888207954348</c:v>
                </c:pt>
                <c:pt idx="1064">
                  <c:v>0.89488290424754535</c:v>
                </c:pt>
                <c:pt idx="1065">
                  <c:v>0.8722730368229914</c:v>
                </c:pt>
                <c:pt idx="1066">
                  <c:v>0.85997345043732032</c:v>
                </c:pt>
                <c:pt idx="1067">
                  <c:v>0.86169617548674304</c:v>
                </c:pt>
                <c:pt idx="1068">
                  <c:v>0.87043243489128896</c:v>
                </c:pt>
                <c:pt idx="1069">
                  <c:v>0.88588007187567919</c:v>
                </c:pt>
                <c:pt idx="1070">
                  <c:v>0.88702303704655072</c:v>
                </c:pt>
                <c:pt idx="1071">
                  <c:v>0.89219156753821105</c:v>
                </c:pt>
                <c:pt idx="1072">
                  <c:v>0.93371711680407687</c:v>
                </c:pt>
                <c:pt idx="1073">
                  <c:v>0.93808474536190189</c:v>
                </c:pt>
                <c:pt idx="1074">
                  <c:v>0.90240867847848272</c:v>
                </c:pt>
                <c:pt idx="1075">
                  <c:v>0.85314963754293427</c:v>
                </c:pt>
                <c:pt idx="1076">
                  <c:v>0.81562838609828137</c:v>
                </c:pt>
                <c:pt idx="1077">
                  <c:v>0.85534487272204351</c:v>
                </c:pt>
                <c:pt idx="1078">
                  <c:v>0.90192342816422111</c:v>
                </c:pt>
                <c:pt idx="1079">
                  <c:v>0.91743777157431772</c:v>
                </c:pt>
                <c:pt idx="1080">
                  <c:v>0.90674833429882873</c:v>
                </c:pt>
                <c:pt idx="1081">
                  <c:v>0.82784928643398203</c:v>
                </c:pt>
                <c:pt idx="1082">
                  <c:v>0.8333032388709205</c:v>
                </c:pt>
                <c:pt idx="1083">
                  <c:v>0.85811636646217793</c:v>
                </c:pt>
                <c:pt idx="1084">
                  <c:v>0.86992059339378902</c:v>
                </c:pt>
                <c:pt idx="1085">
                  <c:v>0.87424372961321517</c:v>
                </c:pt>
                <c:pt idx="1086">
                  <c:v>0.87769992068311209</c:v>
                </c:pt>
                <c:pt idx="1087">
                  <c:v>0.88709809043714172</c:v>
                </c:pt>
                <c:pt idx="1088">
                  <c:v>0.88913650665373278</c:v>
                </c:pt>
                <c:pt idx="1089">
                  <c:v>0.89201163348032797</c:v>
                </c:pt>
                <c:pt idx="1090">
                  <c:v>0.9112006732718041</c:v>
                </c:pt>
                <c:pt idx="1091">
                  <c:v>0.92617948582441423</c:v>
                </c:pt>
                <c:pt idx="1092">
                  <c:v>0.92522291998537187</c:v>
                </c:pt>
                <c:pt idx="1093">
                  <c:v>0.92328991768233615</c:v>
                </c:pt>
                <c:pt idx="1094">
                  <c:v>0.92256772638096429</c:v>
                </c:pt>
                <c:pt idx="1095">
                  <c:v>0.92196225453757163</c:v>
                </c:pt>
                <c:pt idx="1096">
                  <c:v>0.91520509164988173</c:v>
                </c:pt>
                <c:pt idx="1097">
                  <c:v>0.91273066467506236</c:v>
                </c:pt>
                <c:pt idx="1098">
                  <c:v>0.90374808032617016</c:v>
                </c:pt>
                <c:pt idx="1099">
                  <c:v>0.8188300363092863</c:v>
                </c:pt>
                <c:pt idx="1100">
                  <c:v>0.74182010516673225</c:v>
                </c:pt>
                <c:pt idx="1101">
                  <c:v>0.7442025313532602</c:v>
                </c:pt>
                <c:pt idx="1102">
                  <c:v>0.78991721036347284</c:v>
                </c:pt>
                <c:pt idx="1103">
                  <c:v>0.80136766446921637</c:v>
                </c:pt>
                <c:pt idx="1104">
                  <c:v>0.79709197926235387</c:v>
                </c:pt>
                <c:pt idx="1105">
                  <c:v>0.75274922276985046</c:v>
                </c:pt>
                <c:pt idx="1106">
                  <c:v>0.70071568490037173</c:v>
                </c:pt>
                <c:pt idx="1107">
                  <c:v>0.66358883987496908</c:v>
                </c:pt>
                <c:pt idx="1108">
                  <c:v>0.6582423458154556</c:v>
                </c:pt>
                <c:pt idx="1109">
                  <c:v>0.67393519430549031</c:v>
                </c:pt>
                <c:pt idx="1110">
                  <c:v>0.82083499306074581</c:v>
                </c:pt>
                <c:pt idx="1111">
                  <c:v>0.82520932719864581</c:v>
                </c:pt>
                <c:pt idx="1112">
                  <c:v>0.83429498034610206</c:v>
                </c:pt>
                <c:pt idx="1113">
                  <c:v>0.85870629342741978</c:v>
                </c:pt>
                <c:pt idx="1114">
                  <c:v>0.87170070541036049</c:v>
                </c:pt>
                <c:pt idx="1115">
                  <c:v>0.86704746452700054</c:v>
                </c:pt>
                <c:pt idx="1116">
                  <c:v>0.85583147198091891</c:v>
                </c:pt>
                <c:pt idx="1117">
                  <c:v>0.84616006856130521</c:v>
                </c:pt>
                <c:pt idx="1118">
                  <c:v>0.84434963224880077</c:v>
                </c:pt>
                <c:pt idx="1119">
                  <c:v>0.85700343967968551</c:v>
                </c:pt>
                <c:pt idx="1120">
                  <c:v>0.96907743036687066</c:v>
                </c:pt>
                <c:pt idx="1121">
                  <c:v>0.98720119785951754</c:v>
                </c:pt>
                <c:pt idx="1122">
                  <c:v>0.96205466332391121</c:v>
                </c:pt>
                <c:pt idx="1123">
                  <c:v>0.92817619032305287</c:v>
                </c:pt>
                <c:pt idx="1124">
                  <c:v>0.90443347685008868</c:v>
                </c:pt>
                <c:pt idx="1125">
                  <c:v>0.91960001894707777</c:v>
                </c:pt>
                <c:pt idx="1126">
                  <c:v>0.94704898817372807</c:v>
                </c:pt>
                <c:pt idx="1127">
                  <c:v>0.95798818897155291</c:v>
                </c:pt>
                <c:pt idx="1128">
                  <c:v>0.93990359724867401</c:v>
                </c:pt>
                <c:pt idx="1129">
                  <c:v>0.83976608290164867</c:v>
                </c:pt>
                <c:pt idx="1130">
                  <c:v>0.76836113147753005</c:v>
                </c:pt>
                <c:pt idx="1131">
                  <c:v>0.77979519180331314</c:v>
                </c:pt>
                <c:pt idx="1132">
                  <c:v>0.78964384382688735</c:v>
                </c:pt>
                <c:pt idx="1133">
                  <c:v>0.7971100652258184</c:v>
                </c:pt>
                <c:pt idx="1134">
                  <c:v>0.79171832728060942</c:v>
                </c:pt>
                <c:pt idx="1135">
                  <c:v>0.71014705773710385</c:v>
                </c:pt>
                <c:pt idx="1136">
                  <c:v>0.62547716679705334</c:v>
                </c:pt>
                <c:pt idx="1137">
                  <c:v>0.58458725994716232</c:v>
                </c:pt>
                <c:pt idx="1138">
                  <c:v>0.58702716579598757</c:v>
                </c:pt>
                <c:pt idx="1139">
                  <c:v>0.6166714411736326</c:v>
                </c:pt>
                <c:pt idx="1140">
                  <c:v>0.63040324872100917</c:v>
                </c:pt>
                <c:pt idx="1141">
                  <c:v>0.6441991118331587</c:v>
                </c:pt>
                <c:pt idx="1142">
                  <c:v>0.81360665675654209</c:v>
                </c:pt>
                <c:pt idx="1143">
                  <c:v>0.93991008420771072</c:v>
                </c:pt>
                <c:pt idx="1144">
                  <c:v>0.9605038744262463</c:v>
                </c:pt>
                <c:pt idx="1145">
                  <c:v>0.95320148802137394</c:v>
                </c:pt>
                <c:pt idx="1146">
                  <c:v>0.87953217141490114</c:v>
                </c:pt>
                <c:pt idx="1147">
                  <c:v>0.77414226804490827</c:v>
                </c:pt>
                <c:pt idx="1148">
                  <c:v>0.72546291916277561</c:v>
                </c:pt>
                <c:pt idx="1149">
                  <c:v>0.74252045640685393</c:v>
                </c:pt>
                <c:pt idx="1150">
                  <c:v>0.96012649452564103</c:v>
                </c:pt>
                <c:pt idx="1151">
                  <c:v>0.94450413497874564</c:v>
                </c:pt>
                <c:pt idx="1152">
                  <c:v>0.92789335348042223</c:v>
                </c:pt>
                <c:pt idx="1153">
                  <c:v>0.79847650032561335</c:v>
                </c:pt>
                <c:pt idx="1154">
                  <c:v>0.77616090510777114</c:v>
                </c:pt>
                <c:pt idx="1155">
                  <c:v>0.7687425926539726</c:v>
                </c:pt>
                <c:pt idx="1156">
                  <c:v>0.75264631414366789</c:v>
                </c:pt>
                <c:pt idx="1157">
                  <c:v>0.74262904666473883</c:v>
                </c:pt>
                <c:pt idx="1158">
                  <c:v>0.75729909023964059</c:v>
                </c:pt>
                <c:pt idx="1159">
                  <c:v>0.94720983748174292</c:v>
                </c:pt>
                <c:pt idx="1160">
                  <c:v>0.94942743739102209</c:v>
                </c:pt>
                <c:pt idx="1161">
                  <c:v>0.95337080686793274</c:v>
                </c:pt>
                <c:pt idx="1162">
                  <c:v>0.96057349935832148</c:v>
                </c:pt>
                <c:pt idx="1163">
                  <c:v>0.95782621760751407</c:v>
                </c:pt>
                <c:pt idx="1164">
                  <c:v>0.95577189174402288</c:v>
                </c:pt>
                <c:pt idx="1165">
                  <c:v>0.91464976455337765</c:v>
                </c:pt>
                <c:pt idx="1166">
                  <c:v>0.89568476783669493</c:v>
                </c:pt>
                <c:pt idx="1167">
                  <c:v>0.89464067102787304</c:v>
                </c:pt>
                <c:pt idx="1168">
                  <c:v>0.89313115470727322</c:v>
                </c:pt>
                <c:pt idx="1169">
                  <c:v>0.86502694105857514</c:v>
                </c:pt>
                <c:pt idx="1170">
                  <c:v>0.8670453148204692</c:v>
                </c:pt>
                <c:pt idx="1171">
                  <c:v>0.88242240623957013</c:v>
                </c:pt>
                <c:pt idx="1172">
                  <c:v>0.88806179711284028</c:v>
                </c:pt>
                <c:pt idx="1173">
                  <c:v>0.8943875884861644</c:v>
                </c:pt>
                <c:pt idx="1174">
                  <c:v>0.91844681522631999</c:v>
                </c:pt>
                <c:pt idx="1175">
                  <c:v>0.92958146670929886</c:v>
                </c:pt>
                <c:pt idx="1176">
                  <c:v>0.92245991652810011</c:v>
                </c:pt>
                <c:pt idx="1177">
                  <c:v>0.90773850827465963</c:v>
                </c:pt>
                <c:pt idx="1178">
                  <c:v>0.87823998678032333</c:v>
                </c:pt>
                <c:pt idx="1179">
                  <c:v>0.86916411049136333</c:v>
                </c:pt>
                <c:pt idx="1180">
                  <c:v>0.86956432695985808</c:v>
                </c:pt>
                <c:pt idx="1181">
                  <c:v>0.87189356324406309</c:v>
                </c:pt>
                <c:pt idx="1182">
                  <c:v>0.87312588862606078</c:v>
                </c:pt>
                <c:pt idx="1183">
                  <c:v>0.86615449334510097</c:v>
                </c:pt>
                <c:pt idx="1184">
                  <c:v>0.80810000372097701</c:v>
                </c:pt>
                <c:pt idx="1185">
                  <c:v>0.76123045581022453</c:v>
                </c:pt>
                <c:pt idx="1186">
                  <c:v>0.74610882389801036</c:v>
                </c:pt>
                <c:pt idx="1187">
                  <c:v>0.74903935779811648</c:v>
                </c:pt>
                <c:pt idx="1188">
                  <c:v>0.78245353195974943</c:v>
                </c:pt>
                <c:pt idx="1189">
                  <c:v>0.82627674125336048</c:v>
                </c:pt>
                <c:pt idx="1190">
                  <c:v>0.83938884641982758</c:v>
                </c:pt>
                <c:pt idx="1191">
                  <c:v>0.83172264974789434</c:v>
                </c:pt>
                <c:pt idx="1192">
                  <c:v>0.78288756585108443</c:v>
                </c:pt>
                <c:pt idx="1193">
                  <c:v>0.7662449205267956</c:v>
                </c:pt>
                <c:pt idx="1194">
                  <c:v>0.75908282741487765</c:v>
                </c:pt>
                <c:pt idx="1195">
                  <c:v>0.69717748282114111</c:v>
                </c:pt>
                <c:pt idx="1196">
                  <c:v>0.66926495394169505</c:v>
                </c:pt>
                <c:pt idx="1197">
                  <c:v>0.68320835800970947</c:v>
                </c:pt>
                <c:pt idx="1198">
                  <c:v>0.76041233623119642</c:v>
                </c:pt>
                <c:pt idx="1199">
                  <c:v>0.82160760381817877</c:v>
                </c:pt>
                <c:pt idx="1200">
                  <c:v>0.88031333231494213</c:v>
                </c:pt>
                <c:pt idx="1201">
                  <c:v>0.89534368050190882</c:v>
                </c:pt>
                <c:pt idx="1202">
                  <c:v>0.93738530101219608</c:v>
                </c:pt>
                <c:pt idx="1203">
                  <c:v>0.94158146470496173</c:v>
                </c:pt>
                <c:pt idx="1204">
                  <c:v>0.94354177719139631</c:v>
                </c:pt>
                <c:pt idx="1205">
                  <c:v>0.9583003453663117</c:v>
                </c:pt>
                <c:pt idx="1206">
                  <c:v>0.94514501945594886</c:v>
                </c:pt>
                <c:pt idx="1207">
                  <c:v>0.87199909548716881</c:v>
                </c:pt>
                <c:pt idx="1208">
                  <c:v>0.78363041572489389</c:v>
                </c:pt>
                <c:pt idx="1209">
                  <c:v>0.77923573078714903</c:v>
                </c:pt>
                <c:pt idx="1210">
                  <c:v>0.7598013984242481</c:v>
                </c:pt>
                <c:pt idx="1211">
                  <c:v>0.74094915205653578</c:v>
                </c:pt>
                <c:pt idx="1212">
                  <c:v>0.7330431930647332</c:v>
                </c:pt>
                <c:pt idx="1213">
                  <c:v>0.74995194299173651</c:v>
                </c:pt>
                <c:pt idx="1214">
                  <c:v>0.84956127736874121</c:v>
                </c:pt>
                <c:pt idx="1215">
                  <c:v>0.90910412382664807</c:v>
                </c:pt>
                <c:pt idx="1216">
                  <c:v>0.90354208565385885</c:v>
                </c:pt>
                <c:pt idx="1217">
                  <c:v>0.84993299753896723</c:v>
                </c:pt>
                <c:pt idx="1218">
                  <c:v>0.80625234054171746</c:v>
                </c:pt>
                <c:pt idx="1219">
                  <c:v>0.79230711590431324</c:v>
                </c:pt>
                <c:pt idx="1220">
                  <c:v>0.79728795892371795</c:v>
                </c:pt>
                <c:pt idx="1221">
                  <c:v>0.85655663440995855</c:v>
                </c:pt>
                <c:pt idx="1222">
                  <c:v>0.87233450970335358</c:v>
                </c:pt>
                <c:pt idx="1223">
                  <c:v>0.86597050184827007</c:v>
                </c:pt>
                <c:pt idx="1224">
                  <c:v>0.85456468879136493</c:v>
                </c:pt>
                <c:pt idx="1225">
                  <c:v>0.84760702129433152</c:v>
                </c:pt>
                <c:pt idx="1226">
                  <c:v>0.85138424398049073</c:v>
                </c:pt>
                <c:pt idx="1227">
                  <c:v>0.86166387582845538</c:v>
                </c:pt>
                <c:pt idx="1228">
                  <c:v>0.86712053880554729</c:v>
                </c:pt>
                <c:pt idx="1229">
                  <c:v>0.86910382649116669</c:v>
                </c:pt>
                <c:pt idx="1230">
                  <c:v>0.85757010537704603</c:v>
                </c:pt>
                <c:pt idx="1231">
                  <c:v>0.83309083573050613</c:v>
                </c:pt>
                <c:pt idx="1232">
                  <c:v>0.86779537028611597</c:v>
                </c:pt>
                <c:pt idx="1233">
                  <c:v>0.89192732804115471</c:v>
                </c:pt>
                <c:pt idx="1234">
                  <c:v>0.94437796064912294</c:v>
                </c:pt>
                <c:pt idx="1235">
                  <c:v>0.94985788293156281</c:v>
                </c:pt>
                <c:pt idx="1236">
                  <c:v>0.94448507242427704</c:v>
                </c:pt>
                <c:pt idx="1237">
                  <c:v>0.87976162393393742</c:v>
                </c:pt>
                <c:pt idx="1238">
                  <c:v>0.8620744335961551</c:v>
                </c:pt>
                <c:pt idx="1239">
                  <c:v>0.86771695106631852</c:v>
                </c:pt>
                <c:pt idx="1240">
                  <c:v>0.90604193729463078</c:v>
                </c:pt>
                <c:pt idx="1241">
                  <c:v>0.91005513929343707</c:v>
                </c:pt>
                <c:pt idx="1242">
                  <c:v>0.90845904488379137</c:v>
                </c:pt>
                <c:pt idx="1243">
                  <c:v>0.89993843603539592</c:v>
                </c:pt>
                <c:pt idx="1244">
                  <c:v>0.88887956136638546</c:v>
                </c:pt>
                <c:pt idx="1245">
                  <c:v>0.88680799402672617</c:v>
                </c:pt>
                <c:pt idx="1246">
                  <c:v>0.88585842672281123</c:v>
                </c:pt>
                <c:pt idx="1247">
                  <c:v>0.88060295409452471</c:v>
                </c:pt>
                <c:pt idx="1248">
                  <c:v>0.8782880492960361</c:v>
                </c:pt>
                <c:pt idx="1249">
                  <c:v>0.86997449903348245</c:v>
                </c:pt>
                <c:pt idx="1250">
                  <c:v>0.86378848759458737</c:v>
                </c:pt>
                <c:pt idx="1251">
                  <c:v>0.86211608595734102</c:v>
                </c:pt>
                <c:pt idx="1252">
                  <c:v>0.86444798743163886</c:v>
                </c:pt>
                <c:pt idx="1253">
                  <c:v>0.88092921096469501</c:v>
                </c:pt>
                <c:pt idx="1254">
                  <c:v>0.88727354245064627</c:v>
                </c:pt>
                <c:pt idx="1255">
                  <c:v>0.88636238963762004</c:v>
                </c:pt>
                <c:pt idx="1256">
                  <c:v>0.88022024769100249</c:v>
                </c:pt>
                <c:pt idx="1257">
                  <c:v>0.87604776598637579</c:v>
                </c:pt>
                <c:pt idx="1258">
                  <c:v>0.87519666852304356</c:v>
                </c:pt>
                <c:pt idx="1259">
                  <c:v>0.87258929866178803</c:v>
                </c:pt>
                <c:pt idx="1260">
                  <c:v>0.84467587601332117</c:v>
                </c:pt>
                <c:pt idx="1261">
                  <c:v>0.83722631524564484</c:v>
                </c:pt>
                <c:pt idx="1262">
                  <c:v>0.8388134881514866</c:v>
                </c:pt>
                <c:pt idx="1263">
                  <c:v>0.86220507247607781</c:v>
                </c:pt>
                <c:pt idx="1264">
                  <c:v>0.87075183165468639</c:v>
                </c:pt>
                <c:pt idx="1265">
                  <c:v>0.87065018434760499</c:v>
                </c:pt>
                <c:pt idx="1266">
                  <c:v>0.8698366876310808</c:v>
                </c:pt>
                <c:pt idx="1267">
                  <c:v>0.86880551490269797</c:v>
                </c:pt>
                <c:pt idx="1268">
                  <c:v>0.86839535698182646</c:v>
                </c:pt>
                <c:pt idx="1269">
                  <c:v>0.8584832069716295</c:v>
                </c:pt>
                <c:pt idx="1270">
                  <c:v>0.81193807033222576</c:v>
                </c:pt>
                <c:pt idx="1271">
                  <c:v>0.85536747779643441</c:v>
                </c:pt>
                <c:pt idx="1272">
                  <c:v>0.89246146292540962</c:v>
                </c:pt>
                <c:pt idx="1273">
                  <c:v>0.9242846989721295</c:v>
                </c:pt>
                <c:pt idx="1274">
                  <c:v>0.93569973094989356</c:v>
                </c:pt>
                <c:pt idx="1275">
                  <c:v>0.93412847023818724</c:v>
                </c:pt>
                <c:pt idx="1276">
                  <c:v>0.9130195127712073</c:v>
                </c:pt>
                <c:pt idx="1277">
                  <c:v>0.90731474501945208</c:v>
                </c:pt>
                <c:pt idx="1278">
                  <c:v>0.90339978639958307</c:v>
                </c:pt>
                <c:pt idx="1279">
                  <c:v>0.87223128009633799</c:v>
                </c:pt>
                <c:pt idx="1280">
                  <c:v>0.86041976802209297</c:v>
                </c:pt>
                <c:pt idx="1281">
                  <c:v>0.85294517912831136</c:v>
                </c:pt>
                <c:pt idx="1282">
                  <c:v>0.82781016359825743</c:v>
                </c:pt>
                <c:pt idx="1283">
                  <c:v>0.82251411208367509</c:v>
                </c:pt>
                <c:pt idx="1284">
                  <c:v>0.81543035681933917</c:v>
                </c:pt>
                <c:pt idx="1285">
                  <c:v>0.7778385411540274</c:v>
                </c:pt>
                <c:pt idx="1286">
                  <c:v>0.7407343775821349</c:v>
                </c:pt>
                <c:pt idx="1287">
                  <c:v>0.74661247466691605</c:v>
                </c:pt>
                <c:pt idx="1288">
                  <c:v>0.80018467326999454</c:v>
                </c:pt>
                <c:pt idx="1289">
                  <c:v>0.82382674948075008</c:v>
                </c:pt>
                <c:pt idx="1290">
                  <c:v>0.82825777964954006</c:v>
                </c:pt>
                <c:pt idx="1291">
                  <c:v>0.83071769780991345</c:v>
                </c:pt>
                <c:pt idx="1292">
                  <c:v>0.85114658099735607</c:v>
                </c:pt>
                <c:pt idx="1293">
                  <c:v>0.8544371667327133</c:v>
                </c:pt>
                <c:pt idx="1294">
                  <c:v>0.85799518681229803</c:v>
                </c:pt>
                <c:pt idx="1295">
                  <c:v>0.88202969501292894</c:v>
                </c:pt>
                <c:pt idx="1296">
                  <c:v>0.89255669674655824</c:v>
                </c:pt>
                <c:pt idx="1297">
                  <c:v>0.89156512167178636</c:v>
                </c:pt>
                <c:pt idx="1298">
                  <c:v>0.8845813854549377</c:v>
                </c:pt>
                <c:pt idx="1299">
                  <c:v>0.88384274211327685</c:v>
                </c:pt>
                <c:pt idx="1300">
                  <c:v>0.87977574953258553</c:v>
                </c:pt>
                <c:pt idx="1301">
                  <c:v>0.87549058960564197</c:v>
                </c:pt>
                <c:pt idx="1302">
                  <c:v>0.87371075277924903</c:v>
                </c:pt>
                <c:pt idx="1303">
                  <c:v>0.87150898676760791</c:v>
                </c:pt>
                <c:pt idx="1304">
                  <c:v>0.85995264087481416</c:v>
                </c:pt>
                <c:pt idx="1305">
                  <c:v>0.84909649964783962</c:v>
                </c:pt>
                <c:pt idx="1306">
                  <c:v>0.84067955034749886</c:v>
                </c:pt>
                <c:pt idx="1307">
                  <c:v>0.83753455289514744</c:v>
                </c:pt>
                <c:pt idx="1308">
                  <c:v>0.83778504383160035</c:v>
                </c:pt>
                <c:pt idx="1309">
                  <c:v>0.83922762976887888</c:v>
                </c:pt>
                <c:pt idx="1310">
                  <c:v>0.83955625161437164</c:v>
                </c:pt>
                <c:pt idx="1311">
                  <c:v>0.8292462924449272</c:v>
                </c:pt>
                <c:pt idx="1312">
                  <c:v>0.75136223481281605</c:v>
                </c:pt>
                <c:pt idx="1313">
                  <c:v>0.7083903328452924</c:v>
                </c:pt>
                <c:pt idx="1314">
                  <c:v>0.70722414921925603</c:v>
                </c:pt>
                <c:pt idx="1315">
                  <c:v>0.70644267575160336</c:v>
                </c:pt>
                <c:pt idx="1316">
                  <c:v>0.68962043029659226</c:v>
                </c:pt>
                <c:pt idx="1317">
                  <c:v>0.70077035308637969</c:v>
                </c:pt>
                <c:pt idx="1318">
                  <c:v>0.81796860986659103</c:v>
                </c:pt>
                <c:pt idx="1319">
                  <c:v>0.85247546728769019</c:v>
                </c:pt>
                <c:pt idx="1320">
                  <c:v>0.84739253214028332</c:v>
                </c:pt>
                <c:pt idx="1321">
                  <c:v>0.83474995902260463</c:v>
                </c:pt>
                <c:pt idx="1322">
                  <c:v>0.83276367700435872</c:v>
                </c:pt>
                <c:pt idx="1323">
                  <c:v>0.84078292798631094</c:v>
                </c:pt>
                <c:pt idx="1324">
                  <c:v>0.88704409504133697</c:v>
                </c:pt>
                <c:pt idx="1325">
                  <c:v>0.91888587169362734</c:v>
                </c:pt>
                <c:pt idx="1326">
                  <c:v>0.91970683452101265</c:v>
                </c:pt>
                <c:pt idx="1327">
                  <c:v>0.92435075065451244</c:v>
                </c:pt>
                <c:pt idx="1328">
                  <c:v>0.92911530509443285</c:v>
                </c:pt>
                <c:pt idx="1329">
                  <c:v>0.93185753433549623</c:v>
                </c:pt>
                <c:pt idx="1330">
                  <c:v>0.91891006479661119</c:v>
                </c:pt>
                <c:pt idx="1331">
                  <c:v>0.71173712227692987</c:v>
                </c:pt>
                <c:pt idx="1332">
                  <c:v>0.71024891312263505</c:v>
                </c:pt>
                <c:pt idx="1333">
                  <c:v>0.70463213578045081</c:v>
                </c:pt>
                <c:pt idx="1334">
                  <c:v>0.70196275561364962</c:v>
                </c:pt>
                <c:pt idx="1335">
                  <c:v>0.7217703190506648</c:v>
                </c:pt>
                <c:pt idx="1336">
                  <c:v>0.76734672915028057</c:v>
                </c:pt>
                <c:pt idx="1337">
                  <c:v>0.79478289753840436</c:v>
                </c:pt>
                <c:pt idx="1338">
                  <c:v>0.799450849525281</c:v>
                </c:pt>
                <c:pt idx="1339">
                  <c:v>0.80379795704917145</c:v>
                </c:pt>
                <c:pt idx="1340">
                  <c:v>0.84468913642448162</c:v>
                </c:pt>
                <c:pt idx="1341">
                  <c:v>0.8557064978032648</c:v>
                </c:pt>
                <c:pt idx="1342">
                  <c:v>0.85148263858417306</c:v>
                </c:pt>
                <c:pt idx="1343">
                  <c:v>0.79000623226097078</c:v>
                </c:pt>
                <c:pt idx="1344">
                  <c:v>0.76720446716170765</c:v>
                </c:pt>
                <c:pt idx="1345">
                  <c:v>0.77905569097868455</c:v>
                </c:pt>
                <c:pt idx="1346">
                  <c:v>0.82290529933619805</c:v>
                </c:pt>
                <c:pt idx="1347">
                  <c:v>0.83998080368386829</c:v>
                </c:pt>
                <c:pt idx="1348">
                  <c:v>0.90777160369278476</c:v>
                </c:pt>
                <c:pt idx="1349">
                  <c:v>0.92014298303038233</c:v>
                </c:pt>
                <c:pt idx="1350">
                  <c:v>0.90949847916072091</c:v>
                </c:pt>
                <c:pt idx="1351">
                  <c:v>0.74644699961619232</c:v>
                </c:pt>
                <c:pt idx="1352">
                  <c:v>0.68412997484785076</c:v>
                </c:pt>
                <c:pt idx="1353">
                  <c:v>0.68170469580736182</c:v>
                </c:pt>
                <c:pt idx="1354">
                  <c:v>0.66143206271747457</c:v>
                </c:pt>
                <c:pt idx="1355">
                  <c:v>0.65342378321991645</c:v>
                </c:pt>
                <c:pt idx="1356">
                  <c:v>0.6607767087999572</c:v>
                </c:pt>
                <c:pt idx="1357">
                  <c:v>0.74781076513984346</c:v>
                </c:pt>
                <c:pt idx="1358">
                  <c:v>0.80559630417688421</c:v>
                </c:pt>
                <c:pt idx="1359">
                  <c:v>0.8101366045319498</c:v>
                </c:pt>
                <c:pt idx="1360">
                  <c:v>0.84908572152278206</c:v>
                </c:pt>
                <c:pt idx="1361">
                  <c:v>0.86527087905921929</c:v>
                </c:pt>
                <c:pt idx="1362">
                  <c:v>0.86486760706787391</c:v>
                </c:pt>
                <c:pt idx="1363">
                  <c:v>0.8644865902116381</c:v>
                </c:pt>
                <c:pt idx="1364">
                  <c:v>0.85731955391672676</c:v>
                </c:pt>
                <c:pt idx="1365">
                  <c:v>0.8577260353469216</c:v>
                </c:pt>
                <c:pt idx="1366">
                  <c:v>0.86058880241084001</c:v>
                </c:pt>
                <c:pt idx="1367">
                  <c:v>0.86319877654578958</c:v>
                </c:pt>
                <c:pt idx="1368">
                  <c:v>0.86390469580488582</c:v>
                </c:pt>
                <c:pt idx="1369">
                  <c:v>0.84597587129399887</c:v>
                </c:pt>
                <c:pt idx="1370">
                  <c:v>0.8159787253892945</c:v>
                </c:pt>
                <c:pt idx="1371">
                  <c:v>0.8133177420051575</c:v>
                </c:pt>
                <c:pt idx="1372">
                  <c:v>0.81594885852675747</c:v>
                </c:pt>
                <c:pt idx="1373">
                  <c:v>0.81959821375912989</c:v>
                </c:pt>
                <c:pt idx="1374">
                  <c:v>0.82043080974131855</c:v>
                </c:pt>
                <c:pt idx="1375">
                  <c:v>0.82614552688922138</c:v>
                </c:pt>
                <c:pt idx="1376">
                  <c:v>0.90751214732440444</c:v>
                </c:pt>
                <c:pt idx="1377">
                  <c:v>0.93834999289870757</c:v>
                </c:pt>
                <c:pt idx="1378">
                  <c:v>0.9378798290964504</c:v>
                </c:pt>
                <c:pt idx="1379">
                  <c:v>0.93327505759735241</c:v>
                </c:pt>
                <c:pt idx="1380">
                  <c:v>0.93000023953452582</c:v>
                </c:pt>
                <c:pt idx="1381">
                  <c:v>0.92943786076460899</c:v>
                </c:pt>
                <c:pt idx="1382">
                  <c:v>0.92344470753087993</c:v>
                </c:pt>
                <c:pt idx="1383">
                  <c:v>0.91889685491667084</c:v>
                </c:pt>
                <c:pt idx="1384">
                  <c:v>0.91910423817828935</c:v>
                </c:pt>
                <c:pt idx="1385">
                  <c:v>0.91985946495323301</c:v>
                </c:pt>
                <c:pt idx="1386">
                  <c:v>0.92236116433530702</c:v>
                </c:pt>
                <c:pt idx="1387">
                  <c:v>0.92605518330249903</c:v>
                </c:pt>
                <c:pt idx="1388">
                  <c:v>0.92796779149835795</c:v>
                </c:pt>
                <c:pt idx="1389">
                  <c:v>0.9193360341428698</c:v>
                </c:pt>
                <c:pt idx="1390">
                  <c:v>0.85680211062522516</c:v>
                </c:pt>
                <c:pt idx="1391">
                  <c:v>0.82510535159464649</c:v>
                </c:pt>
                <c:pt idx="1392">
                  <c:v>0.82868170499363591</c:v>
                </c:pt>
                <c:pt idx="1393">
                  <c:v>0.86722294462147043</c:v>
                </c:pt>
                <c:pt idx="1394">
                  <c:v>0.87898126357558604</c:v>
                </c:pt>
                <c:pt idx="1395">
                  <c:v>0.87281575967428737</c:v>
                </c:pt>
                <c:pt idx="1396">
                  <c:v>0.83763402778637941</c:v>
                </c:pt>
                <c:pt idx="1397">
                  <c:v>0.77279582119421208</c:v>
                </c:pt>
                <c:pt idx="1398">
                  <c:v>0.76580846393248669</c:v>
                </c:pt>
                <c:pt idx="1399">
                  <c:v>0.76675013262158365</c:v>
                </c:pt>
                <c:pt idx="1400">
                  <c:v>0.77891570888208128</c:v>
                </c:pt>
                <c:pt idx="1401">
                  <c:v>0.78242453456180083</c:v>
                </c:pt>
                <c:pt idx="1402">
                  <c:v>0.78600137522942759</c:v>
                </c:pt>
                <c:pt idx="1403">
                  <c:v>0.83129633166535943</c:v>
                </c:pt>
                <c:pt idx="1404">
                  <c:v>0.84928974549271141</c:v>
                </c:pt>
                <c:pt idx="1405">
                  <c:v>0.85108334796204499</c:v>
                </c:pt>
                <c:pt idx="1406">
                  <c:v>0.86325844067951329</c:v>
                </c:pt>
                <c:pt idx="1407">
                  <c:v>0.87594648652708296</c:v>
                </c:pt>
                <c:pt idx="1408">
                  <c:v>0.87767884969934562</c:v>
                </c:pt>
                <c:pt idx="1409">
                  <c:v>0.86902637594973298</c:v>
                </c:pt>
                <c:pt idx="1410">
                  <c:v>0.78520436889835499</c:v>
                </c:pt>
                <c:pt idx="1411">
                  <c:v>0.77474824114710605</c:v>
                </c:pt>
                <c:pt idx="1412">
                  <c:v>0.7772640697075307</c:v>
                </c:pt>
                <c:pt idx="1413">
                  <c:v>0.81164736321545627</c:v>
                </c:pt>
                <c:pt idx="1414">
                  <c:v>0.82647930071839792</c:v>
                </c:pt>
                <c:pt idx="1415">
                  <c:v>0.82922937081074488</c:v>
                </c:pt>
                <c:pt idx="1416">
                  <c:v>0.82955526327860984</c:v>
                </c:pt>
                <c:pt idx="1417">
                  <c:v>0.8301144366356038</c:v>
                </c:pt>
                <c:pt idx="1418">
                  <c:v>0.834479158914054</c:v>
                </c:pt>
                <c:pt idx="1419">
                  <c:v>0.85753109843238684</c:v>
                </c:pt>
                <c:pt idx="1420">
                  <c:v>0.87381274514720941</c:v>
                </c:pt>
                <c:pt idx="1421">
                  <c:v>0.87526058655704253</c:v>
                </c:pt>
                <c:pt idx="1422">
                  <c:v>0.88767927279487013</c:v>
                </c:pt>
                <c:pt idx="1423">
                  <c:v>0.90505142377980752</c:v>
                </c:pt>
                <c:pt idx="1424">
                  <c:v>0.91658195834505274</c:v>
                </c:pt>
                <c:pt idx="1425">
                  <c:v>0.92071682001575417</c:v>
                </c:pt>
                <c:pt idx="1426">
                  <c:v>0.92035906425601466</c:v>
                </c:pt>
                <c:pt idx="1427">
                  <c:v>0.91484530464734148</c:v>
                </c:pt>
                <c:pt idx="1428">
                  <c:v>0.91199700054433031</c:v>
                </c:pt>
                <c:pt idx="1429">
                  <c:v>0.91339629859808957</c:v>
                </c:pt>
                <c:pt idx="1430">
                  <c:v>0.92876045955432429</c:v>
                </c:pt>
                <c:pt idx="1431">
                  <c:v>0.93577826526179497</c:v>
                </c:pt>
                <c:pt idx="1432">
                  <c:v>0.93788622233032415</c:v>
                </c:pt>
                <c:pt idx="1433">
                  <c:v>0.93672173577150353</c:v>
                </c:pt>
                <c:pt idx="1434">
                  <c:v>0.92175679965292934</c:v>
                </c:pt>
                <c:pt idx="1435">
                  <c:v>0.94980612524268704</c:v>
                </c:pt>
                <c:pt idx="1436">
                  <c:v>0.96866990173342304</c:v>
                </c:pt>
                <c:pt idx="1437">
                  <c:v>0.98833782797228986</c:v>
                </c:pt>
                <c:pt idx="1438">
                  <c:v>0.99160176101101649</c:v>
                </c:pt>
                <c:pt idx="1439">
                  <c:v>0.98558431133095759</c:v>
                </c:pt>
                <c:pt idx="1440">
                  <c:v>0.92290300191151364</c:v>
                </c:pt>
                <c:pt idx="1441">
                  <c:v>0.92570267006711981</c:v>
                </c:pt>
                <c:pt idx="1442">
                  <c:v>0.95285495524252373</c:v>
                </c:pt>
                <c:pt idx="1443">
                  <c:v>0.95479466492223741</c:v>
                </c:pt>
                <c:pt idx="1444">
                  <c:v>0.94479810890237625</c:v>
                </c:pt>
                <c:pt idx="1445">
                  <c:v>0.87736231611496918</c:v>
                </c:pt>
                <c:pt idx="1446">
                  <c:v>0.84354980966504067</c:v>
                </c:pt>
                <c:pt idx="1447">
                  <c:v>0.85068786555366094</c:v>
                </c:pt>
                <c:pt idx="1448">
                  <c:v>0.90798044109244758</c:v>
                </c:pt>
                <c:pt idx="1449">
                  <c:v>0.92805103417496571</c:v>
                </c:pt>
                <c:pt idx="1450">
                  <c:v>0.92292749251718098</c:v>
                </c:pt>
                <c:pt idx="1451">
                  <c:v>0.89818340717893264</c:v>
                </c:pt>
                <c:pt idx="1452">
                  <c:v>0.8748600228234884</c:v>
                </c:pt>
                <c:pt idx="1453">
                  <c:v>0.86260551517753736</c:v>
                </c:pt>
                <c:pt idx="1454">
                  <c:v>0.86840974936236293</c:v>
                </c:pt>
                <c:pt idx="1455">
                  <c:v>0.89843411108388715</c:v>
                </c:pt>
                <c:pt idx="1456">
                  <c:v>0.92317530975435169</c:v>
                </c:pt>
                <c:pt idx="1457">
                  <c:v>0.92813742805906829</c:v>
                </c:pt>
                <c:pt idx="1458">
                  <c:v>0.96154411259437722</c:v>
                </c:pt>
                <c:pt idx="1459">
                  <c:v>0.96213767718992627</c:v>
                </c:pt>
                <c:pt idx="1460">
                  <c:v>0.96586171634312257</c:v>
                </c:pt>
                <c:pt idx="1461">
                  <c:v>0.96876482726531687</c:v>
                </c:pt>
                <c:pt idx="1462">
                  <c:v>0.96170124925867395</c:v>
                </c:pt>
                <c:pt idx="1463">
                  <c:v>0.95945946759767109</c:v>
                </c:pt>
                <c:pt idx="1464">
                  <c:v>0.9292262282359105</c:v>
                </c:pt>
                <c:pt idx="1465">
                  <c:v>0.89896149777991585</c:v>
                </c:pt>
                <c:pt idx="1466">
                  <c:v>0.87098562697066961</c:v>
                </c:pt>
                <c:pt idx="1467">
                  <c:v>0.87673304064951385</c:v>
                </c:pt>
                <c:pt idx="1468">
                  <c:v>0.89023087893280128</c:v>
                </c:pt>
                <c:pt idx="1469">
                  <c:v>0.9047487540428053</c:v>
                </c:pt>
                <c:pt idx="1470">
                  <c:v>0.91103168774139287</c:v>
                </c:pt>
                <c:pt idx="1471">
                  <c:v>0.90479890568949928</c:v>
                </c:pt>
                <c:pt idx="1472">
                  <c:v>0.87268519694633917</c:v>
                </c:pt>
                <c:pt idx="1473">
                  <c:v>0.86883203237841211</c:v>
                </c:pt>
                <c:pt idx="1474">
                  <c:v>0.87195261461793028</c:v>
                </c:pt>
                <c:pt idx="1475">
                  <c:v>0.89720816430230221</c:v>
                </c:pt>
                <c:pt idx="1476">
                  <c:v>0.91476121230504581</c:v>
                </c:pt>
                <c:pt idx="1477">
                  <c:v>0.91926657943481216</c:v>
                </c:pt>
                <c:pt idx="1478">
                  <c:v>0.92383532713307148</c:v>
                </c:pt>
                <c:pt idx="1479">
                  <c:v>0.95810445614795048</c:v>
                </c:pt>
                <c:pt idx="1480">
                  <c:v>0.9652768223167526</c:v>
                </c:pt>
                <c:pt idx="1481">
                  <c:v>0.96173951761610543</c:v>
                </c:pt>
                <c:pt idx="1482">
                  <c:v>0.92836720701941622</c:v>
                </c:pt>
                <c:pt idx="1483">
                  <c:v>0.93241194662268601</c:v>
                </c:pt>
                <c:pt idx="1484">
                  <c:v>0.94187766777588777</c:v>
                </c:pt>
                <c:pt idx="1485">
                  <c:v>0.94442965595033479</c:v>
                </c:pt>
                <c:pt idx="1486">
                  <c:v>0.93596818480916166</c:v>
                </c:pt>
                <c:pt idx="1487">
                  <c:v>0.92245637386325308</c:v>
                </c:pt>
                <c:pt idx="1488">
                  <c:v>0.92885236411976757</c:v>
                </c:pt>
                <c:pt idx="1489">
                  <c:v>0.94547362071724783</c:v>
                </c:pt>
                <c:pt idx="1490">
                  <c:v>0.97393204431452485</c:v>
                </c:pt>
                <c:pt idx="1491">
                  <c:v>0.97891579208169288</c:v>
                </c:pt>
                <c:pt idx="1492">
                  <c:v>0.96512776907206543</c:v>
                </c:pt>
                <c:pt idx="1493">
                  <c:v>0.79408029645192346</c:v>
                </c:pt>
                <c:pt idx="1494">
                  <c:v>0.76346634381220535</c:v>
                </c:pt>
                <c:pt idx="1495">
                  <c:v>0.77284769640512674</c:v>
                </c:pt>
                <c:pt idx="1496">
                  <c:v>0.82902769125193987</c:v>
                </c:pt>
                <c:pt idx="1497">
                  <c:v>0.86020459921255277</c:v>
                </c:pt>
                <c:pt idx="1498">
                  <c:v>0.85135510617263199</c:v>
                </c:pt>
                <c:pt idx="1499">
                  <c:v>0.77696772619039589</c:v>
                </c:pt>
                <c:pt idx="1500">
                  <c:v>0.77142202899043189</c:v>
                </c:pt>
                <c:pt idx="1501">
                  <c:v>0.77253629269362889</c:v>
                </c:pt>
                <c:pt idx="1502">
                  <c:v>0.78053558386068855</c:v>
                </c:pt>
                <c:pt idx="1503">
                  <c:v>0.78734741231128424</c:v>
                </c:pt>
                <c:pt idx="1504">
                  <c:v>0.79042936370300876</c:v>
                </c:pt>
                <c:pt idx="1505">
                  <c:v>0.83230864963026074</c:v>
                </c:pt>
                <c:pt idx="1506">
                  <c:v>0.89839713311966041</c:v>
                </c:pt>
                <c:pt idx="1507">
                  <c:v>0.91658818573871281</c:v>
                </c:pt>
                <c:pt idx="1508">
                  <c:v>0.95815821771088494</c:v>
                </c:pt>
                <c:pt idx="1509">
                  <c:v>0.99911155789319572</c:v>
                </c:pt>
                <c:pt idx="1510">
                  <c:v>0.98511302491252428</c:v>
                </c:pt>
                <c:pt idx="1511">
                  <c:v>0.90351449671680351</c:v>
                </c:pt>
                <c:pt idx="1512">
                  <c:v>0.90588189762788496</c:v>
                </c:pt>
                <c:pt idx="1513">
                  <c:v>0.92115562759477421</c:v>
                </c:pt>
                <c:pt idx="1514">
                  <c:v>0.92125257978048458</c:v>
                </c:pt>
                <c:pt idx="1515">
                  <c:v>0.92389840045514315</c:v>
                </c:pt>
                <c:pt idx="1516">
                  <c:v>0.92504556828650397</c:v>
                </c:pt>
                <c:pt idx="1517">
                  <c:v>0.91014270079323312</c:v>
                </c:pt>
                <c:pt idx="1518">
                  <c:v>0.86336137526944745</c:v>
                </c:pt>
                <c:pt idx="1519">
                  <c:v>0.84227312530430309</c:v>
                </c:pt>
                <c:pt idx="1520">
                  <c:v>0.82937876377653841</c:v>
                </c:pt>
                <c:pt idx="1521">
                  <c:v>0.71965063662096407</c:v>
                </c:pt>
                <c:pt idx="1522">
                  <c:v>0.72763343645496203</c:v>
                </c:pt>
                <c:pt idx="1523">
                  <c:v>0.7318826008815984</c:v>
                </c:pt>
                <c:pt idx="1524">
                  <c:v>0.80716842200918981</c:v>
                </c:pt>
                <c:pt idx="1525">
                  <c:v>0.91824063164434788</c:v>
                </c:pt>
                <c:pt idx="1526">
                  <c:v>0.94721682216047665</c:v>
                </c:pt>
                <c:pt idx="1527">
                  <c:v>0.95018526571438811</c:v>
                </c:pt>
                <c:pt idx="1528">
                  <c:v>0.98330673120337708</c:v>
                </c:pt>
                <c:pt idx="1529">
                  <c:v>0.95862080617343448</c:v>
                </c:pt>
                <c:pt idx="1530">
                  <c:v>0.93630207457618986</c:v>
                </c:pt>
                <c:pt idx="1531">
                  <c:v>0.93402208262223685</c:v>
                </c:pt>
                <c:pt idx="1532">
                  <c:v>0.93598547916123409</c:v>
                </c:pt>
                <c:pt idx="1533">
                  <c:v>0.93955192317459624</c:v>
                </c:pt>
                <c:pt idx="1534">
                  <c:v>0.94276149265869202</c:v>
                </c:pt>
                <c:pt idx="1535">
                  <c:v>0.94365640259845995</c:v>
                </c:pt>
                <c:pt idx="1536">
                  <c:v>0.85897989074232295</c:v>
                </c:pt>
                <c:pt idx="1537">
                  <c:v>0.7099045473389648</c:v>
                </c:pt>
                <c:pt idx="1538">
                  <c:v>0.68239675811049294</c:v>
                </c:pt>
                <c:pt idx="1539">
                  <c:v>0.7159747674625152</c:v>
                </c:pt>
                <c:pt idx="1540">
                  <c:v>0.8301512819982162</c:v>
                </c:pt>
                <c:pt idx="1541">
                  <c:v>0.92440878459183351</c:v>
                </c:pt>
                <c:pt idx="1542">
                  <c:v>0.92593682377031683</c:v>
                </c:pt>
                <c:pt idx="1543">
                  <c:v>0.94054386880832896</c:v>
                </c:pt>
                <c:pt idx="1544">
                  <c:v>0.96470621434018689</c:v>
                </c:pt>
                <c:pt idx="1545">
                  <c:v>0.96983697866907503</c:v>
                </c:pt>
                <c:pt idx="1546">
                  <c:v>0.9865509285241153</c:v>
                </c:pt>
                <c:pt idx="1547">
                  <c:v>0.9976497677144277</c:v>
                </c:pt>
                <c:pt idx="1548">
                  <c:v>0.95590723589218307</c:v>
                </c:pt>
                <c:pt idx="1549">
                  <c:v>0.83517229639742641</c:v>
                </c:pt>
                <c:pt idx="1550">
                  <c:v>0.7393001989225122</c:v>
                </c:pt>
                <c:pt idx="1551">
                  <c:v>0.70661385570554791</c:v>
                </c:pt>
                <c:pt idx="1552">
                  <c:v>0.72263894903370651</c:v>
                </c:pt>
                <c:pt idx="1553">
                  <c:v>0.81681710942041263</c:v>
                </c:pt>
                <c:pt idx="1554">
                  <c:v>0.92899501111530414</c:v>
                </c:pt>
                <c:pt idx="1555">
                  <c:v>0.97701972681317018</c:v>
                </c:pt>
                <c:pt idx="1556">
                  <c:v>0.9516711743591546</c:v>
                </c:pt>
                <c:pt idx="1557">
                  <c:v>0.67856106855641218</c:v>
                </c:pt>
                <c:pt idx="1558">
                  <c:v>0.72330164747543813</c:v>
                </c:pt>
                <c:pt idx="1559">
                  <c:v>0.85000100971391257</c:v>
                </c:pt>
                <c:pt idx="1560">
                  <c:v>0.94023027501867507</c:v>
                </c:pt>
                <c:pt idx="1561">
                  <c:v>0.93144684247637732</c:v>
                </c:pt>
                <c:pt idx="1562">
                  <c:v>0.86453226772655223</c:v>
                </c:pt>
                <c:pt idx="1563">
                  <c:v>0.82317549604018536</c:v>
                </c:pt>
                <c:pt idx="1564">
                  <c:v>0.79414182352214691</c:v>
                </c:pt>
                <c:pt idx="1565">
                  <c:v>0.78039385378727277</c:v>
                </c:pt>
                <c:pt idx="1566">
                  <c:v>0.728744372401676</c:v>
                </c:pt>
                <c:pt idx="1567">
                  <c:v>0.72208852926301104</c:v>
                </c:pt>
                <c:pt idx="1568">
                  <c:v>0.71729813293301092</c:v>
                </c:pt>
                <c:pt idx="1569">
                  <c:v>0.65235251853029086</c:v>
                </c:pt>
                <c:pt idx="1570">
                  <c:v>0.56231457151384745</c:v>
                </c:pt>
                <c:pt idx="1571">
                  <c:v>0.53415127232817827</c:v>
                </c:pt>
                <c:pt idx="1572">
                  <c:v>0.55649064074791321</c:v>
                </c:pt>
                <c:pt idx="1573">
                  <c:v>0.74951094778321437</c:v>
                </c:pt>
                <c:pt idx="1574">
                  <c:v>0.81665805454732987</c:v>
                </c:pt>
                <c:pt idx="1575">
                  <c:v>0.78301102960523694</c:v>
                </c:pt>
                <c:pt idx="1576">
                  <c:v>0.68640320070594918</c:v>
                </c:pt>
                <c:pt idx="1577">
                  <c:v>0.6737941781715685</c:v>
                </c:pt>
                <c:pt idx="1578">
                  <c:v>0.65673116810148546</c:v>
                </c:pt>
                <c:pt idx="1579">
                  <c:v>0.5557757091694272</c:v>
                </c:pt>
                <c:pt idx="1580">
                  <c:v>0.41608579100516052</c:v>
                </c:pt>
                <c:pt idx="1581">
                  <c:v>0.38889029663679048</c:v>
                </c:pt>
                <c:pt idx="1582">
                  <c:v>0.40811629063219929</c:v>
                </c:pt>
                <c:pt idx="1583">
                  <c:v>0.54678839155087688</c:v>
                </c:pt>
                <c:pt idx="1584">
                  <c:v>0.68389271251573769</c:v>
                </c:pt>
                <c:pt idx="1585">
                  <c:v>0.71933422816942028</c:v>
                </c:pt>
                <c:pt idx="1586">
                  <c:v>0.82295215512922371</c:v>
                </c:pt>
                <c:pt idx="1587">
                  <c:v>0.99610073589572257</c:v>
                </c:pt>
                <c:pt idx="1588">
                  <c:v>0.820554123338193</c:v>
                </c:pt>
                <c:pt idx="1589">
                  <c:v>0.7538044721290631</c:v>
                </c:pt>
                <c:pt idx="1590">
                  <c:v>0.7933521144941823</c:v>
                </c:pt>
                <c:pt idx="1591">
                  <c:v>0.83375188603405026</c:v>
                </c:pt>
                <c:pt idx="1592">
                  <c:v>0.86495306857019394</c:v>
                </c:pt>
                <c:pt idx="1593">
                  <c:v>0.86971959536456089</c:v>
                </c:pt>
                <c:pt idx="1594">
                  <c:v>0.92104450538307647</c:v>
                </c:pt>
                <c:pt idx="1595">
                  <c:v>0.89262853785415952</c:v>
                </c:pt>
                <c:pt idx="1596">
                  <c:v>0.83956669298391351</c:v>
                </c:pt>
                <c:pt idx="1597">
                  <c:v>0.76543153003513242</c:v>
                </c:pt>
                <c:pt idx="1598">
                  <c:v>0.74960601620934131</c:v>
                </c:pt>
                <c:pt idx="1599">
                  <c:v>0.75375543785387877</c:v>
                </c:pt>
                <c:pt idx="1600">
                  <c:v>0.78327256799204015</c:v>
                </c:pt>
                <c:pt idx="1601">
                  <c:v>0.79384243883582895</c:v>
                </c:pt>
                <c:pt idx="1602">
                  <c:v>0.80546413724959443</c:v>
                </c:pt>
                <c:pt idx="1603">
                  <c:v>0.86310642837678009</c:v>
                </c:pt>
                <c:pt idx="1604">
                  <c:v>0.92691770571778442</c:v>
                </c:pt>
                <c:pt idx="1605">
                  <c:v>0.93066846444677742</c:v>
                </c:pt>
                <c:pt idx="1606">
                  <c:v>0.92473734590674306</c:v>
                </c:pt>
                <c:pt idx="1607">
                  <c:v>0.8716616814478183</c:v>
                </c:pt>
                <c:pt idx="1608">
                  <c:v>0.86713771732493838</c:v>
                </c:pt>
                <c:pt idx="1609">
                  <c:v>0.86885269652025732</c:v>
                </c:pt>
                <c:pt idx="1610">
                  <c:v>0.89568189606629811</c:v>
                </c:pt>
                <c:pt idx="1611">
                  <c:v>0.91014650698869404</c:v>
                </c:pt>
                <c:pt idx="1612">
                  <c:v>0.90976014463691257</c:v>
                </c:pt>
                <c:pt idx="1613">
                  <c:v>0.9065892603486102</c:v>
                </c:pt>
                <c:pt idx="1614">
                  <c:v>0.90382348503690357</c:v>
                </c:pt>
                <c:pt idx="1615">
                  <c:v>0.84083983591814782</c:v>
                </c:pt>
                <c:pt idx="1616">
                  <c:v>0.68697434298953586</c:v>
                </c:pt>
                <c:pt idx="1617">
                  <c:v>0.6262204036173028</c:v>
                </c:pt>
                <c:pt idx="1618">
                  <c:v>0.6328014782407263</c:v>
                </c:pt>
                <c:pt idx="1619">
                  <c:v>0.69522219362778903</c:v>
                </c:pt>
                <c:pt idx="1620">
                  <c:v>0.73370391692258163</c:v>
                </c:pt>
                <c:pt idx="1621">
                  <c:v>0.74291570599371803</c:v>
                </c:pt>
                <c:pt idx="1622">
                  <c:v>0.78961071633110524</c:v>
                </c:pt>
                <c:pt idx="1623">
                  <c:v>0.86701351178435104</c:v>
                </c:pt>
                <c:pt idx="1624">
                  <c:v>0.88391405604926676</c:v>
                </c:pt>
                <c:pt idx="1625">
                  <c:v>0.94660611591029231</c:v>
                </c:pt>
                <c:pt idx="1626">
                  <c:v>0.99460327375799062</c:v>
                </c:pt>
                <c:pt idx="1627">
                  <c:v>0.99976059410169305</c:v>
                </c:pt>
                <c:pt idx="1628">
                  <c:v>0.78134097696720284</c:v>
                </c:pt>
                <c:pt idx="1629">
                  <c:v>0.82514072910104508</c:v>
                </c:pt>
                <c:pt idx="1630">
                  <c:v>0.89667582500522314</c:v>
                </c:pt>
                <c:pt idx="1631">
                  <c:v>0.89512814192159496</c:v>
                </c:pt>
                <c:pt idx="1632">
                  <c:v>0.87997004087509623</c:v>
                </c:pt>
                <c:pt idx="1633">
                  <c:v>0.86357323727762703</c:v>
                </c:pt>
                <c:pt idx="1634">
                  <c:v>0.85646017629797455</c:v>
                </c:pt>
                <c:pt idx="1635">
                  <c:v>0.845064325948367</c:v>
                </c:pt>
                <c:pt idx="1636">
                  <c:v>0.73502978149627463</c:v>
                </c:pt>
                <c:pt idx="1637">
                  <c:v>0.7212132961533525</c:v>
                </c:pt>
                <c:pt idx="1638">
                  <c:v>0.72105679280824386</c:v>
                </c:pt>
                <c:pt idx="1639">
                  <c:v>0.7234751058886093</c:v>
                </c:pt>
                <c:pt idx="1640">
                  <c:v>0.72659714949079868</c:v>
                </c:pt>
                <c:pt idx="1641">
                  <c:v>0.7306627657085053</c:v>
                </c:pt>
                <c:pt idx="1642">
                  <c:v>0.74910587769269954</c:v>
                </c:pt>
                <c:pt idx="1643">
                  <c:v>0.77251162302004495</c:v>
                </c:pt>
                <c:pt idx="1644">
                  <c:v>0.79268828914814293</c:v>
                </c:pt>
                <c:pt idx="1645">
                  <c:v>0.79863349622592394</c:v>
                </c:pt>
                <c:pt idx="1646">
                  <c:v>0.80375602633798648</c:v>
                </c:pt>
                <c:pt idx="1647">
                  <c:v>0.93402855457613809</c:v>
                </c:pt>
                <c:pt idx="1648">
                  <c:v>0.9360626071862248</c:v>
                </c:pt>
                <c:pt idx="1649">
                  <c:v>0.96025917345800194</c:v>
                </c:pt>
                <c:pt idx="1650">
                  <c:v>0.97042496446175419</c:v>
                </c:pt>
                <c:pt idx="1651">
                  <c:v>0.96530266459475378</c:v>
                </c:pt>
                <c:pt idx="1652">
                  <c:v>0.92316243572593115</c:v>
                </c:pt>
                <c:pt idx="1653">
                  <c:v>0.89524667537845337</c:v>
                </c:pt>
                <c:pt idx="1654">
                  <c:v>0.89090940387534168</c:v>
                </c:pt>
                <c:pt idx="1655">
                  <c:v>0.85945212281963523</c:v>
                </c:pt>
                <c:pt idx="1656">
                  <c:v>0.83321461422532483</c:v>
                </c:pt>
                <c:pt idx="1657">
                  <c:v>0.82299863438441578</c:v>
                </c:pt>
                <c:pt idx="1658">
                  <c:v>0.74459677725549267</c:v>
                </c:pt>
                <c:pt idx="1659">
                  <c:v>0.72550113344075517</c:v>
                </c:pt>
                <c:pt idx="1660">
                  <c:v>0.74847399719525709</c:v>
                </c:pt>
                <c:pt idx="1661">
                  <c:v>0.78011284535119774</c:v>
                </c:pt>
                <c:pt idx="1662">
                  <c:v>0.80556127597179561</c:v>
                </c:pt>
                <c:pt idx="1663">
                  <c:v>0.8409747093187222</c:v>
                </c:pt>
                <c:pt idx="1664">
                  <c:v>0.909751255804648</c:v>
                </c:pt>
                <c:pt idx="1665">
                  <c:v>0.92927910391832236</c:v>
                </c:pt>
                <c:pt idx="1666">
                  <c:v>0.93616384754408144</c:v>
                </c:pt>
                <c:pt idx="1667">
                  <c:v>0.9790936850744939</c:v>
                </c:pt>
                <c:pt idx="1668">
                  <c:v>0.99939264432635311</c:v>
                </c:pt>
                <c:pt idx="1669">
                  <c:v>0.97905883878295175</c:v>
                </c:pt>
                <c:pt idx="1670">
                  <c:v>0.9487208196119834</c:v>
                </c:pt>
                <c:pt idx="1671">
                  <c:v>0.94175225293280496</c:v>
                </c:pt>
                <c:pt idx="1672">
                  <c:v>0.87865777496842534</c:v>
                </c:pt>
                <c:pt idx="1673">
                  <c:v>0.86099180232853467</c:v>
                </c:pt>
                <c:pt idx="1674">
                  <c:v>0.84513493594590405</c:v>
                </c:pt>
                <c:pt idx="1675">
                  <c:v>0.81551878035174874</c:v>
                </c:pt>
                <c:pt idx="1676">
                  <c:v>0.80483911118210005</c:v>
                </c:pt>
                <c:pt idx="1677">
                  <c:v>0.7897720452795407</c:v>
                </c:pt>
                <c:pt idx="1678">
                  <c:v>0.64316881506938639</c:v>
                </c:pt>
                <c:pt idx="1679">
                  <c:v>0.6240898009783562</c:v>
                </c:pt>
                <c:pt idx="1680">
                  <c:v>0.62511467408980015</c:v>
                </c:pt>
                <c:pt idx="1681">
                  <c:v>0.64031526957383933</c:v>
                </c:pt>
                <c:pt idx="1682">
                  <c:v>0.65960796966321056</c:v>
                </c:pt>
                <c:pt idx="1683">
                  <c:v>0.66246198014169622</c:v>
                </c:pt>
                <c:pt idx="1684">
                  <c:v>0.69219866667002394</c:v>
                </c:pt>
                <c:pt idx="1685">
                  <c:v>0.86879694466084367</c:v>
                </c:pt>
                <c:pt idx="1686">
                  <c:v>0.88987139012862648</c:v>
                </c:pt>
                <c:pt idx="1687">
                  <c:v>0.8892976013799232</c:v>
                </c:pt>
                <c:pt idx="1688">
                  <c:v>0.88656110643215291</c:v>
                </c:pt>
                <c:pt idx="1689">
                  <c:v>0.88578508601024619</c:v>
                </c:pt>
                <c:pt idx="1690">
                  <c:v>0.88562747488506466</c:v>
                </c:pt>
                <c:pt idx="1691">
                  <c:v>0.88602979120458103</c:v>
                </c:pt>
                <c:pt idx="1692">
                  <c:v>0.89004955269140484</c:v>
                </c:pt>
                <c:pt idx="1693">
                  <c:v>0.891469639147634</c:v>
                </c:pt>
                <c:pt idx="1694">
                  <c:v>0.88668534934895149</c:v>
                </c:pt>
                <c:pt idx="1695">
                  <c:v>0.87742571836115779</c:v>
                </c:pt>
                <c:pt idx="1696">
                  <c:v>0.86814214483930185</c:v>
                </c:pt>
                <c:pt idx="1697">
                  <c:v>0.85972450265966927</c:v>
                </c:pt>
                <c:pt idx="1698">
                  <c:v>0.77399680417879191</c:v>
                </c:pt>
                <c:pt idx="1699">
                  <c:v>0.70060470710927458</c:v>
                </c:pt>
                <c:pt idx="1700">
                  <c:v>0.6795488918365642</c:v>
                </c:pt>
                <c:pt idx="1701">
                  <c:v>0.68433915242135845</c:v>
                </c:pt>
                <c:pt idx="1702">
                  <c:v>0.7214451834507738</c:v>
                </c:pt>
                <c:pt idx="1703">
                  <c:v>0.75841280789096632</c:v>
                </c:pt>
                <c:pt idx="1704">
                  <c:v>0.77607959379638547</c:v>
                </c:pt>
                <c:pt idx="1705">
                  <c:v>0.82918353305667192</c:v>
                </c:pt>
                <c:pt idx="1706">
                  <c:v>0.86019864490906262</c:v>
                </c:pt>
                <c:pt idx="1707">
                  <c:v>0.86881090915545478</c:v>
                </c:pt>
                <c:pt idx="1708">
                  <c:v>0.87855572083818889</c:v>
                </c:pt>
                <c:pt idx="1709">
                  <c:v>0.98424385850397533</c:v>
                </c:pt>
                <c:pt idx="1710">
                  <c:v>0.99935331738513367</c:v>
                </c:pt>
                <c:pt idx="1711">
                  <c:v>0.86332119400308893</c:v>
                </c:pt>
                <c:pt idx="1712">
                  <c:v>0.86142512164955731</c:v>
                </c:pt>
                <c:pt idx="1713">
                  <c:v>0.85105349323284674</c:v>
                </c:pt>
                <c:pt idx="1714">
                  <c:v>0.8578565284308296</c:v>
                </c:pt>
                <c:pt idx="1715">
                  <c:v>0.86628395326196728</c:v>
                </c:pt>
                <c:pt idx="1716">
                  <c:v>0.87314596590704396</c:v>
                </c:pt>
                <c:pt idx="1717">
                  <c:v>0.87529004978073022</c:v>
                </c:pt>
                <c:pt idx="1718">
                  <c:v>0.87533609724421158</c:v>
                </c:pt>
                <c:pt idx="1719">
                  <c:v>0.87607014455907928</c:v>
                </c:pt>
                <c:pt idx="1720">
                  <c:v>0.87638822121512661</c:v>
                </c:pt>
                <c:pt idx="1721">
                  <c:v>0.87237415332126966</c:v>
                </c:pt>
                <c:pt idx="1722">
                  <c:v>0.84713730578120938</c:v>
                </c:pt>
                <c:pt idx="1723">
                  <c:v>0.83265086264903265</c:v>
                </c:pt>
                <c:pt idx="1724">
                  <c:v>0.83240269588705806</c:v>
                </c:pt>
                <c:pt idx="1725">
                  <c:v>0.83230268678455166</c:v>
                </c:pt>
                <c:pt idx="1726">
                  <c:v>0.82922635603931094</c:v>
                </c:pt>
                <c:pt idx="1727">
                  <c:v>0.82923584609429646</c:v>
                </c:pt>
                <c:pt idx="1728">
                  <c:v>0.83449833153232444</c:v>
                </c:pt>
                <c:pt idx="1729">
                  <c:v>0.89304840941263808</c:v>
                </c:pt>
                <c:pt idx="1730">
                  <c:v>0.8866296523787166</c:v>
                </c:pt>
                <c:pt idx="1731">
                  <c:v>0.88423925064406617</c:v>
                </c:pt>
                <c:pt idx="1732">
                  <c:v>0.84728969716223135</c:v>
                </c:pt>
                <c:pt idx="1733">
                  <c:v>0.78673355897488106</c:v>
                </c:pt>
                <c:pt idx="1734">
                  <c:v>0.80330079838246593</c:v>
                </c:pt>
                <c:pt idx="1735">
                  <c:v>0.83849265305237108</c:v>
                </c:pt>
                <c:pt idx="1736">
                  <c:v>0.84664109026383938</c:v>
                </c:pt>
                <c:pt idx="1737">
                  <c:v>0.82803761368496764</c:v>
                </c:pt>
                <c:pt idx="1738">
                  <c:v>0.68748702682264617</c:v>
                </c:pt>
                <c:pt idx="1739">
                  <c:v>0.6088500109636622</c:v>
                </c:pt>
                <c:pt idx="1740">
                  <c:v>0.61400292754213293</c:v>
                </c:pt>
                <c:pt idx="1741">
                  <c:v>0.65673411745009125</c:v>
                </c:pt>
                <c:pt idx="1742">
                  <c:v>0.70037484863688071</c:v>
                </c:pt>
                <c:pt idx="1743">
                  <c:v>0.75756667535894906</c:v>
                </c:pt>
                <c:pt idx="1744">
                  <c:v>0.80106214019371336</c:v>
                </c:pt>
                <c:pt idx="1745">
                  <c:v>0.81985152703573227</c:v>
                </c:pt>
                <c:pt idx="1746">
                  <c:v>0.84558523296832233</c:v>
                </c:pt>
                <c:pt idx="1747">
                  <c:v>0.91564774867342769</c:v>
                </c:pt>
                <c:pt idx="1748">
                  <c:v>0.9887570896336707</c:v>
                </c:pt>
                <c:pt idx="1749">
                  <c:v>0.99907476887530156</c:v>
                </c:pt>
                <c:pt idx="1750">
                  <c:v>0.92160608704500613</c:v>
                </c:pt>
                <c:pt idx="1751">
                  <c:v>0.92180668047284275</c:v>
                </c:pt>
                <c:pt idx="1752">
                  <c:v>0.92291431672044577</c:v>
                </c:pt>
                <c:pt idx="1753">
                  <c:v>0.91812204356563309</c:v>
                </c:pt>
                <c:pt idx="1754">
                  <c:v>0.90244228354720168</c:v>
                </c:pt>
                <c:pt idx="1755">
                  <c:v>0.87005458401305236</c:v>
                </c:pt>
                <c:pt idx="1756">
                  <c:v>0.86065348468055947</c:v>
                </c:pt>
                <c:pt idx="1757">
                  <c:v>0.85967861255087641</c:v>
                </c:pt>
                <c:pt idx="1758">
                  <c:v>0.8518159837675584</c:v>
                </c:pt>
                <c:pt idx="1759">
                  <c:v>0.84349657692868019</c:v>
                </c:pt>
                <c:pt idx="1760">
                  <c:v>0.79771617399922756</c:v>
                </c:pt>
                <c:pt idx="1761">
                  <c:v>0.75018878901755037</c:v>
                </c:pt>
                <c:pt idx="1762">
                  <c:v>0.72579201820046613</c:v>
                </c:pt>
                <c:pt idx="1763">
                  <c:v>0.70197457079926673</c:v>
                </c:pt>
                <c:pt idx="1764">
                  <c:v>0.69301363889039036</c:v>
                </c:pt>
                <c:pt idx="1765">
                  <c:v>0.70648717011331941</c:v>
                </c:pt>
                <c:pt idx="1766">
                  <c:v>0.78567068874728541</c:v>
                </c:pt>
                <c:pt idx="1767">
                  <c:v>0.87621918401319032</c:v>
                </c:pt>
                <c:pt idx="1768">
                  <c:v>0.88640742571701592</c:v>
                </c:pt>
                <c:pt idx="1769">
                  <c:v>0.88889252844122968</c:v>
                </c:pt>
                <c:pt idx="1770">
                  <c:v>0.91813806588872704</c:v>
                </c:pt>
                <c:pt idx="1771">
                  <c:v>0.93567076624005496</c:v>
                </c:pt>
                <c:pt idx="1772">
                  <c:v>0.9373690204616244</c:v>
                </c:pt>
                <c:pt idx="1773">
                  <c:v>0.94913746111168873</c:v>
                </c:pt>
                <c:pt idx="1774">
                  <c:v>0.95795199641571938</c:v>
                </c:pt>
                <c:pt idx="1775">
                  <c:v>0.95957730888342407</c:v>
                </c:pt>
                <c:pt idx="1776">
                  <c:v>0.95638731198401217</c:v>
                </c:pt>
                <c:pt idx="1777">
                  <c:v>0.89265534346877695</c:v>
                </c:pt>
                <c:pt idx="1778">
                  <c:v>0.88928799394653224</c:v>
                </c:pt>
                <c:pt idx="1779">
                  <c:v>0.88751055488654484</c:v>
                </c:pt>
                <c:pt idx="1780">
                  <c:v>0.87127682037160481</c:v>
                </c:pt>
                <c:pt idx="1781">
                  <c:v>0.8550693532949285</c:v>
                </c:pt>
                <c:pt idx="1782">
                  <c:v>0.83671505268408908</c:v>
                </c:pt>
                <c:pt idx="1783">
                  <c:v>0.83389679106438197</c:v>
                </c:pt>
                <c:pt idx="1784">
                  <c:v>0.83316326479535396</c:v>
                </c:pt>
                <c:pt idx="1785">
                  <c:v>0.82584471818925231</c:v>
                </c:pt>
                <c:pt idx="1786">
                  <c:v>0.81791793570136129</c:v>
                </c:pt>
                <c:pt idx="1787">
                  <c:v>0.80973352185545877</c:v>
                </c:pt>
                <c:pt idx="1788">
                  <c:v>0.80392307435825183</c:v>
                </c:pt>
                <c:pt idx="1789">
                  <c:v>0.82092922677054769</c:v>
                </c:pt>
                <c:pt idx="1790">
                  <c:v>0.91838489537140111</c:v>
                </c:pt>
                <c:pt idx="1791">
                  <c:v>0.99862240075710995</c:v>
                </c:pt>
                <c:pt idx="1792">
                  <c:v>0.83791199056621546</c:v>
                </c:pt>
                <c:pt idx="1793">
                  <c:v>0.83410596615172028</c:v>
                </c:pt>
                <c:pt idx="1794">
                  <c:v>0.81031122212913409</c:v>
                </c:pt>
                <c:pt idx="1795">
                  <c:v>0.81222470791618018</c:v>
                </c:pt>
                <c:pt idx="1796">
                  <c:v>0.82436237596019002</c:v>
                </c:pt>
                <c:pt idx="1797">
                  <c:v>0.8331333570397933</c:v>
                </c:pt>
                <c:pt idx="1798">
                  <c:v>0.83499187113543583</c:v>
                </c:pt>
                <c:pt idx="1799">
                  <c:v>0.84948126481370101</c:v>
                </c:pt>
                <c:pt idx="1800">
                  <c:v>0.85301996942736702</c:v>
                </c:pt>
                <c:pt idx="1801">
                  <c:v>0.87570679124912054</c:v>
                </c:pt>
                <c:pt idx="1802">
                  <c:v>0.88215746458435307</c:v>
                </c:pt>
                <c:pt idx="1803">
                  <c:v>0.88281849093849596</c:v>
                </c:pt>
                <c:pt idx="1804">
                  <c:v>0.88495680414794475</c:v>
                </c:pt>
                <c:pt idx="1805">
                  <c:v>0.88547175838540559</c:v>
                </c:pt>
                <c:pt idx="1806">
                  <c:v>0.88865733934987656</c:v>
                </c:pt>
                <c:pt idx="1807">
                  <c:v>0.90994153286241741</c:v>
                </c:pt>
                <c:pt idx="1808">
                  <c:v>0.91684194550656384</c:v>
                </c:pt>
                <c:pt idx="1809">
                  <c:v>0.90391296739726323</c:v>
                </c:pt>
                <c:pt idx="1810">
                  <c:v>0.88292990065631427</c:v>
                </c:pt>
                <c:pt idx="1811">
                  <c:v>0.86587064332298858</c:v>
                </c:pt>
                <c:pt idx="1812">
                  <c:v>0.8719219988879352</c:v>
                </c:pt>
                <c:pt idx="1813">
                  <c:v>0.89565059177096384</c:v>
                </c:pt>
                <c:pt idx="1814">
                  <c:v>0.91646018093665749</c:v>
                </c:pt>
                <c:pt idx="1815">
                  <c:v>0.93431571135779301</c:v>
                </c:pt>
                <c:pt idx="1816">
                  <c:v>0.93671481983864957</c:v>
                </c:pt>
                <c:pt idx="1817">
                  <c:v>0.9537717256000805</c:v>
                </c:pt>
                <c:pt idx="1818">
                  <c:v>0.96603528728092458</c:v>
                </c:pt>
                <c:pt idx="1819">
                  <c:v>0.96540965717040295</c:v>
                </c:pt>
                <c:pt idx="1820">
                  <c:v>0.96517439225856516</c:v>
                </c:pt>
                <c:pt idx="1821">
                  <c:v>0.96019127622910061</c:v>
                </c:pt>
                <c:pt idx="1822">
                  <c:v>0.955265964028297</c:v>
                </c:pt>
                <c:pt idx="1823">
                  <c:v>0.94906926821072746</c:v>
                </c:pt>
                <c:pt idx="1824">
                  <c:v>0.94531595378906264</c:v>
                </c:pt>
                <c:pt idx="1825">
                  <c:v>0.94327445703204038</c:v>
                </c:pt>
                <c:pt idx="1826">
                  <c:v>0.92143505293161998</c:v>
                </c:pt>
                <c:pt idx="1827">
                  <c:v>0.88529076295058018</c:v>
                </c:pt>
                <c:pt idx="1828">
                  <c:v>0.88014506430916351</c:v>
                </c:pt>
                <c:pt idx="1829">
                  <c:v>0.8886435627631889</c:v>
                </c:pt>
                <c:pt idx="1830">
                  <c:v>0.96432267579007702</c:v>
                </c:pt>
                <c:pt idx="1831">
                  <c:v>0.99565228732731426</c:v>
                </c:pt>
                <c:pt idx="1832">
                  <c:v>0.71128776052009712</c:v>
                </c:pt>
                <c:pt idx="1833">
                  <c:v>0.72322409183455438</c:v>
                </c:pt>
                <c:pt idx="1834">
                  <c:v>0.90662483865487031</c:v>
                </c:pt>
                <c:pt idx="1835">
                  <c:v>0.9642607248561289</c:v>
                </c:pt>
                <c:pt idx="1836">
                  <c:v>0.96449391648684735</c:v>
                </c:pt>
                <c:pt idx="1837">
                  <c:v>0.96656817460597677</c:v>
                </c:pt>
                <c:pt idx="1838">
                  <c:v>0.96911188398516201</c:v>
                </c:pt>
                <c:pt idx="1839">
                  <c:v>0.96936066541420385</c:v>
                </c:pt>
                <c:pt idx="1840">
                  <c:v>0.94553150796235286</c:v>
                </c:pt>
                <c:pt idx="1841">
                  <c:v>0.73781707720895517</c:v>
                </c:pt>
                <c:pt idx="1842">
                  <c:v>0.68270869047879101</c:v>
                </c:pt>
                <c:pt idx="1843">
                  <c:v>0.67270245199566114</c:v>
                </c:pt>
                <c:pt idx="1844">
                  <c:v>0.60669205803273074</c:v>
                </c:pt>
                <c:pt idx="1845">
                  <c:v>0.56789889097319335</c:v>
                </c:pt>
                <c:pt idx="1846">
                  <c:v>0.41485094199930689</c:v>
                </c:pt>
                <c:pt idx="1847">
                  <c:v>0.31537783363848038</c:v>
                </c:pt>
                <c:pt idx="1848">
                  <c:v>0.35621977837942098</c:v>
                </c:pt>
                <c:pt idx="1849">
                  <c:v>0.56523788399981512</c:v>
                </c:pt>
                <c:pt idx="1850">
                  <c:v>0.5737648190372312</c:v>
                </c:pt>
                <c:pt idx="1851">
                  <c:v>0.58698170504272829</c:v>
                </c:pt>
                <c:pt idx="1852">
                  <c:v>0.59383217032705882</c:v>
                </c:pt>
                <c:pt idx="1853">
                  <c:v>0.61357410953568337</c:v>
                </c:pt>
                <c:pt idx="1854">
                  <c:v>0.61555472255644594</c:v>
                </c:pt>
                <c:pt idx="1855">
                  <c:v>0.61493755058306343</c:v>
                </c:pt>
                <c:pt idx="1856">
                  <c:v>0.61067584881641368</c:v>
                </c:pt>
                <c:pt idx="1857">
                  <c:v>0.61035680869147968</c:v>
                </c:pt>
                <c:pt idx="1858">
                  <c:v>0.62328065155715873</c:v>
                </c:pt>
                <c:pt idx="1859">
                  <c:v>0.71267231997066771</c:v>
                </c:pt>
                <c:pt idx="1860">
                  <c:v>0.76129266111886496</c:v>
                </c:pt>
                <c:pt idx="1861">
                  <c:v>0.81965899142613496</c:v>
                </c:pt>
                <c:pt idx="1862">
                  <c:v>0.87095065674286476</c:v>
                </c:pt>
                <c:pt idx="1863">
                  <c:v>0.86953613104046146</c:v>
                </c:pt>
                <c:pt idx="1864">
                  <c:v>0.85919921280675893</c:v>
                </c:pt>
                <c:pt idx="1865">
                  <c:v>0.84507553403834323</c:v>
                </c:pt>
                <c:pt idx="1866">
                  <c:v>0.84083658695026431</c:v>
                </c:pt>
                <c:pt idx="1867">
                  <c:v>0.85153471430795802</c:v>
                </c:pt>
                <c:pt idx="1868">
                  <c:v>0.9431133760311341</c:v>
                </c:pt>
                <c:pt idx="1869">
                  <c:v>0.99969900018847346</c:v>
                </c:pt>
                <c:pt idx="1870">
                  <c:v>0.92158054211313023</c:v>
                </c:pt>
                <c:pt idx="1871">
                  <c:v>0.71917915316163794</c:v>
                </c:pt>
                <c:pt idx="1872">
                  <c:v>0.73392772657142435</c:v>
                </c:pt>
                <c:pt idx="1873">
                  <c:v>0.80175759125057533</c:v>
                </c:pt>
                <c:pt idx="1874">
                  <c:v>0.79383484858066111</c:v>
                </c:pt>
                <c:pt idx="1875">
                  <c:v>0.70518297185321377</c:v>
                </c:pt>
                <c:pt idx="1876">
                  <c:v>0.6343530649203889</c:v>
                </c:pt>
                <c:pt idx="1877">
                  <c:v>0.6232249059935927</c:v>
                </c:pt>
                <c:pt idx="1878">
                  <c:v>0.63113890188382704</c:v>
                </c:pt>
                <c:pt idx="1879">
                  <c:v>0.70278339919994937</c:v>
                </c:pt>
                <c:pt idx="1880">
                  <c:v>0.71260667081066842</c:v>
                </c:pt>
                <c:pt idx="1881">
                  <c:v>0.74625719266570989</c:v>
                </c:pt>
                <c:pt idx="1882">
                  <c:v>0.78006571759895105</c:v>
                </c:pt>
                <c:pt idx="1883">
                  <c:v>0.79164725136872383</c:v>
                </c:pt>
                <c:pt idx="1884">
                  <c:v>0.77409035596520381</c:v>
                </c:pt>
                <c:pt idx="1885">
                  <c:v>0.59742142091617934</c:v>
                </c:pt>
                <c:pt idx="1886">
                  <c:v>0.53856614984860329</c:v>
                </c:pt>
                <c:pt idx="1887">
                  <c:v>0.545379586748447</c:v>
                </c:pt>
                <c:pt idx="1888">
                  <c:v>0.61626066078811681</c:v>
                </c:pt>
                <c:pt idx="1889">
                  <c:v>0.67481362471966333</c:v>
                </c:pt>
                <c:pt idx="1890">
                  <c:v>0.68033210417037326</c:v>
                </c:pt>
                <c:pt idx="1891">
                  <c:v>0.71086112799713574</c:v>
                </c:pt>
                <c:pt idx="1892">
                  <c:v>0.73468106830656754</c:v>
                </c:pt>
                <c:pt idx="1893">
                  <c:v>0.747057373442782</c:v>
                </c:pt>
                <c:pt idx="1894">
                  <c:v>0.76146807569142116</c:v>
                </c:pt>
                <c:pt idx="1895">
                  <c:v>0.90282623905088255</c:v>
                </c:pt>
                <c:pt idx="1896">
                  <c:v>0.96909246877971922</c:v>
                </c:pt>
                <c:pt idx="1897">
                  <c:v>0.96176661308400768</c:v>
                </c:pt>
                <c:pt idx="1898">
                  <c:v>0.90973087744030934</c:v>
                </c:pt>
                <c:pt idx="1899">
                  <c:v>0.83445912466190786</c:v>
                </c:pt>
                <c:pt idx="1900">
                  <c:v>0.78241892304918903</c:v>
                </c:pt>
                <c:pt idx="1901">
                  <c:v>0.74716763700889632</c:v>
                </c:pt>
                <c:pt idx="1902">
                  <c:v>0.7299340151328042</c:v>
                </c:pt>
                <c:pt idx="1903">
                  <c:v>0.69820760543678573</c:v>
                </c:pt>
                <c:pt idx="1904">
                  <c:v>0.63354978082649183</c:v>
                </c:pt>
                <c:pt idx="1905">
                  <c:v>0.58327243393772721</c:v>
                </c:pt>
                <c:pt idx="1906">
                  <c:v>0.5970167391442609</c:v>
                </c:pt>
                <c:pt idx="1907">
                  <c:v>0.77095159652567824</c:v>
                </c:pt>
                <c:pt idx="1908">
                  <c:v>0.91252180361517099</c:v>
                </c:pt>
                <c:pt idx="1909">
                  <c:v>0.98753593889028457</c:v>
                </c:pt>
                <c:pt idx="1910">
                  <c:v>0.74989054896099805</c:v>
                </c:pt>
                <c:pt idx="1911">
                  <c:v>0.73406897605100951</c:v>
                </c:pt>
                <c:pt idx="1912">
                  <c:v>0.67460809810983846</c:v>
                </c:pt>
                <c:pt idx="1913">
                  <c:v>0.68649195253999518</c:v>
                </c:pt>
                <c:pt idx="1914">
                  <c:v>0.79534442258392835</c:v>
                </c:pt>
                <c:pt idx="1915">
                  <c:v>0.83875555149961223</c:v>
                </c:pt>
                <c:pt idx="1916">
                  <c:v>0.8360953022726908</c:v>
                </c:pt>
                <c:pt idx="1917">
                  <c:v>0.8341894016495246</c:v>
                </c:pt>
                <c:pt idx="1918">
                  <c:v>0.79904365011414602</c:v>
                </c:pt>
                <c:pt idx="1919">
                  <c:v>0.79601792817273698</c:v>
                </c:pt>
                <c:pt idx="1920">
                  <c:v>0.78165393673846151</c:v>
                </c:pt>
                <c:pt idx="1921">
                  <c:v>0.65970428027326278</c:v>
                </c:pt>
                <c:pt idx="1922">
                  <c:v>0.61473659308422568</c:v>
                </c:pt>
                <c:pt idx="1923">
                  <c:v>0.63550276262636241</c:v>
                </c:pt>
                <c:pt idx="1924">
                  <c:v>0.74662775770436407</c:v>
                </c:pt>
                <c:pt idx="1925">
                  <c:v>0.76690822881964116</c:v>
                </c:pt>
                <c:pt idx="1926">
                  <c:v>0.76947642947508355</c:v>
                </c:pt>
                <c:pt idx="1927">
                  <c:v>0.77693606600600706</c:v>
                </c:pt>
                <c:pt idx="1928">
                  <c:v>0.78728686046192164</c:v>
                </c:pt>
                <c:pt idx="1929">
                  <c:v>0.78812693000189638</c:v>
                </c:pt>
                <c:pt idx="1930">
                  <c:v>0.79159792450124011</c:v>
                </c:pt>
                <c:pt idx="1931">
                  <c:v>0.82150755127146946</c:v>
                </c:pt>
                <c:pt idx="1932">
                  <c:v>0.79016858465831075</c:v>
                </c:pt>
                <c:pt idx="1933">
                  <c:v>0.75350948550383778</c:v>
                </c:pt>
                <c:pt idx="1934">
                  <c:v>0.72877033699759619</c:v>
                </c:pt>
                <c:pt idx="1935">
                  <c:v>0.72138125756964266</c:v>
                </c:pt>
                <c:pt idx="1936">
                  <c:v>0.72562683831495844</c:v>
                </c:pt>
                <c:pt idx="1937">
                  <c:v>0.76283671912138917</c:v>
                </c:pt>
                <c:pt idx="1938">
                  <c:v>0.80039536913523879</c:v>
                </c:pt>
                <c:pt idx="1939">
                  <c:v>0.85161534008866513</c:v>
                </c:pt>
                <c:pt idx="1940">
                  <c:v>0.88107317494001924</c:v>
                </c:pt>
                <c:pt idx="1941">
                  <c:v>0.89028530415830542</c:v>
                </c:pt>
                <c:pt idx="1942">
                  <c:v>0.88936696100600188</c:v>
                </c:pt>
                <c:pt idx="1943">
                  <c:v>0.88048938633739815</c:v>
                </c:pt>
                <c:pt idx="1944">
                  <c:v>0.87531974122551903</c:v>
                </c:pt>
                <c:pt idx="1945">
                  <c:v>0.87019698531653045</c:v>
                </c:pt>
                <c:pt idx="1946">
                  <c:v>0.86406534834596382</c:v>
                </c:pt>
                <c:pt idx="1947">
                  <c:v>0.85953370288175635</c:v>
                </c:pt>
                <c:pt idx="1948">
                  <c:v>0.87256963409677457</c:v>
                </c:pt>
                <c:pt idx="1949">
                  <c:v>0.93449262544275014</c:v>
                </c:pt>
                <c:pt idx="1950">
                  <c:v>0.99727323769249077</c:v>
                </c:pt>
                <c:pt idx="1951">
                  <c:v>0.94509475514924257</c:v>
                </c:pt>
                <c:pt idx="1952">
                  <c:v>0.71189485678716591</c:v>
                </c:pt>
                <c:pt idx="1953">
                  <c:v>0.69494910558844025</c:v>
                </c:pt>
                <c:pt idx="1954">
                  <c:v>0.66857087898432954</c:v>
                </c:pt>
                <c:pt idx="1955">
                  <c:v>0.6705557512614404</c:v>
                </c:pt>
                <c:pt idx="1956">
                  <c:v>0.68146219120283591</c:v>
                </c:pt>
                <c:pt idx="1957">
                  <c:v>0.69289748513889771</c:v>
                </c:pt>
                <c:pt idx="1958">
                  <c:v>0.70315554479404196</c:v>
                </c:pt>
                <c:pt idx="1959">
                  <c:v>0.79892609651317403</c:v>
                </c:pt>
                <c:pt idx="1960">
                  <c:v>0.91647108518318687</c:v>
                </c:pt>
                <c:pt idx="1961">
                  <c:v>0.96881498899858987</c:v>
                </c:pt>
                <c:pt idx="1962">
                  <c:v>0.93708646309100496</c:v>
                </c:pt>
                <c:pt idx="1963">
                  <c:v>0.53842350489955715</c:v>
                </c:pt>
                <c:pt idx="1964">
                  <c:v>0.54669546399844371</c:v>
                </c:pt>
                <c:pt idx="1965">
                  <c:v>0.5650974033282179</c:v>
                </c:pt>
                <c:pt idx="1966">
                  <c:v>0.68913350669855966</c:v>
                </c:pt>
                <c:pt idx="1967">
                  <c:v>0.7055552513689286</c:v>
                </c:pt>
                <c:pt idx="1968">
                  <c:v>0.75506446112846959</c:v>
                </c:pt>
                <c:pt idx="1969">
                  <c:v>0.81416347391193111</c:v>
                </c:pt>
                <c:pt idx="1970">
                  <c:v>0.83295048345386591</c:v>
                </c:pt>
                <c:pt idx="1971">
                  <c:v>0.82276105234234731</c:v>
                </c:pt>
                <c:pt idx="1972">
                  <c:v>0.76457862509804175</c:v>
                </c:pt>
                <c:pt idx="1973">
                  <c:v>0.73577237989772115</c:v>
                </c:pt>
                <c:pt idx="1974">
                  <c:v>0.74657496470504059</c:v>
                </c:pt>
                <c:pt idx="1975">
                  <c:v>0.80489346402389184</c:v>
                </c:pt>
                <c:pt idx="1976">
                  <c:v>0.86210903073306344</c:v>
                </c:pt>
                <c:pt idx="1977">
                  <c:v>0.93502183748213397</c:v>
                </c:pt>
                <c:pt idx="1978">
                  <c:v>0.93368135953734588</c:v>
                </c:pt>
                <c:pt idx="1979">
                  <c:v>0.92136783707592218</c:v>
                </c:pt>
                <c:pt idx="1980">
                  <c:v>0.91134778094647906</c:v>
                </c:pt>
                <c:pt idx="1981">
                  <c:v>0.90360598634107681</c:v>
                </c:pt>
                <c:pt idx="1982">
                  <c:v>0.89740813740327841</c:v>
                </c:pt>
                <c:pt idx="1983">
                  <c:v>0.87873113423084914</c:v>
                </c:pt>
                <c:pt idx="1984">
                  <c:v>0.84633084205483289</c:v>
                </c:pt>
                <c:pt idx="1985">
                  <c:v>0.83850707177757189</c:v>
                </c:pt>
                <c:pt idx="1986">
                  <c:v>0.85444744020333896</c:v>
                </c:pt>
                <c:pt idx="1987">
                  <c:v>0.98532513441559644</c:v>
                </c:pt>
                <c:pt idx="1988">
                  <c:v>0.99907631442012013</c:v>
                </c:pt>
                <c:pt idx="1989">
                  <c:v>0.90384688556938619</c:v>
                </c:pt>
                <c:pt idx="1990">
                  <c:v>0.89551746531789078</c:v>
                </c:pt>
                <c:pt idx="1991">
                  <c:v>0.82240605620318852</c:v>
                </c:pt>
                <c:pt idx="1992">
                  <c:v>0.8019073824967049</c:v>
                </c:pt>
                <c:pt idx="1993">
                  <c:v>0.80428954337786296</c:v>
                </c:pt>
                <c:pt idx="1994">
                  <c:v>0.82271013139841465</c:v>
                </c:pt>
                <c:pt idx="1995">
                  <c:v>0.83445728754503778</c:v>
                </c:pt>
                <c:pt idx="1996">
                  <c:v>0.82880024419489851</c:v>
                </c:pt>
                <c:pt idx="1997">
                  <c:v>0.79589903713674237</c:v>
                </c:pt>
                <c:pt idx="1998">
                  <c:v>0.76654662496352288</c:v>
                </c:pt>
                <c:pt idx="1999">
                  <c:v>0.75799044271181037</c:v>
                </c:pt>
                <c:pt idx="2000">
                  <c:v>0.75828901909883939</c:v>
                </c:pt>
                <c:pt idx="2001">
                  <c:v>0.76275055810303949</c:v>
                </c:pt>
                <c:pt idx="2002">
                  <c:v>0.76707522808051587</c:v>
                </c:pt>
                <c:pt idx="2003">
                  <c:v>0.74980557422782068</c:v>
                </c:pt>
                <c:pt idx="2004">
                  <c:v>0.70220311700632765</c:v>
                </c:pt>
                <c:pt idx="2005">
                  <c:v>0.64769569132588656</c:v>
                </c:pt>
                <c:pt idx="2006">
                  <c:v>0.63839262681969233</c:v>
                </c:pt>
                <c:pt idx="2007">
                  <c:v>0.70029719371201293</c:v>
                </c:pt>
                <c:pt idx="2008">
                  <c:v>0.7732739594651693</c:v>
                </c:pt>
                <c:pt idx="2009">
                  <c:v>0.86201099158722483</c:v>
                </c:pt>
                <c:pt idx="2010">
                  <c:v>0.85901232765976732</c:v>
                </c:pt>
                <c:pt idx="2011">
                  <c:v>0.81443207358560776</c:v>
                </c:pt>
                <c:pt idx="2012">
                  <c:v>0.8059232078704438</c:v>
                </c:pt>
                <c:pt idx="2013">
                  <c:v>0.80830313990722524</c:v>
                </c:pt>
                <c:pt idx="2014">
                  <c:v>0.83317912753013967</c:v>
                </c:pt>
                <c:pt idx="2015">
                  <c:v>0.85775899440167314</c:v>
                </c:pt>
                <c:pt idx="2016">
                  <c:v>0.88249593782916791</c:v>
                </c:pt>
                <c:pt idx="2017">
                  <c:v>0.90361421345648463</c:v>
                </c:pt>
                <c:pt idx="2018">
                  <c:v>0.9096942972114116</c:v>
                </c:pt>
                <c:pt idx="2019">
                  <c:v>0.90247927032627961</c:v>
                </c:pt>
                <c:pt idx="2020">
                  <c:v>0.82218731976859127</c:v>
                </c:pt>
                <c:pt idx="2021">
                  <c:v>0.79910763347757241</c:v>
                </c:pt>
                <c:pt idx="2022">
                  <c:v>0.80172405901708854</c:v>
                </c:pt>
                <c:pt idx="2023">
                  <c:v>0.81401459916634034</c:v>
                </c:pt>
                <c:pt idx="2024">
                  <c:v>0.82943601548584267</c:v>
                </c:pt>
                <c:pt idx="2025">
                  <c:v>0.83117717299352012</c:v>
                </c:pt>
                <c:pt idx="2026">
                  <c:v>0.84244185847488595</c:v>
                </c:pt>
                <c:pt idx="2027">
                  <c:v>0.91197533034429468</c:v>
                </c:pt>
                <c:pt idx="2028">
                  <c:v>0.97521669437513281</c:v>
                </c:pt>
                <c:pt idx="2029">
                  <c:v>0.99917221771516473</c:v>
                </c:pt>
                <c:pt idx="2030">
                  <c:v>0.86666729838575451</c:v>
                </c:pt>
                <c:pt idx="2031">
                  <c:v>0.77559840396445523</c:v>
                </c:pt>
                <c:pt idx="2032">
                  <c:v>0.78085011577930707</c:v>
                </c:pt>
                <c:pt idx="2033">
                  <c:v>0.78282076695559</c:v>
                </c:pt>
                <c:pt idx="2034">
                  <c:v>0.78267802389316687</c:v>
                </c:pt>
                <c:pt idx="2035">
                  <c:v>0.81469069135743455</c:v>
                </c:pt>
                <c:pt idx="2036">
                  <c:v>0.83094836876794176</c:v>
                </c:pt>
                <c:pt idx="2037">
                  <c:v>0.83335299705286969</c:v>
                </c:pt>
                <c:pt idx="2038">
                  <c:v>0.83448062845506132</c:v>
                </c:pt>
                <c:pt idx="2039">
                  <c:v>0.86714250463549669</c:v>
                </c:pt>
                <c:pt idx="2040">
                  <c:v>0.85895035265774333</c:v>
                </c:pt>
                <c:pt idx="2041">
                  <c:v>0.74198389004239507</c:v>
                </c:pt>
                <c:pt idx="2042">
                  <c:v>0.70756364507842351</c:v>
                </c:pt>
                <c:pt idx="2043">
                  <c:v>0.72518539075390465</c:v>
                </c:pt>
                <c:pt idx="2044">
                  <c:v>0.89736411848009823</c:v>
                </c:pt>
                <c:pt idx="2045">
                  <c:v>0.88847919958789046</c:v>
                </c:pt>
                <c:pt idx="2046">
                  <c:v>0.81907905867469422</c:v>
                </c:pt>
                <c:pt idx="2047">
                  <c:v>0.80574583561967728</c:v>
                </c:pt>
                <c:pt idx="2048">
                  <c:v>0.79792593217380459</c:v>
                </c:pt>
                <c:pt idx="2049">
                  <c:v>0.73523564771495187</c:v>
                </c:pt>
                <c:pt idx="2050">
                  <c:v>0.72576065906937981</c:v>
                </c:pt>
                <c:pt idx="2051">
                  <c:v>0.73195231120553861</c:v>
                </c:pt>
                <c:pt idx="2052">
                  <c:v>0.74207937997487849</c:v>
                </c:pt>
                <c:pt idx="2053">
                  <c:v>0.75360306938767163</c:v>
                </c:pt>
                <c:pt idx="2054">
                  <c:v>0.76403990977156566</c:v>
                </c:pt>
                <c:pt idx="2055">
                  <c:v>0.7725627149191765</c:v>
                </c:pt>
                <c:pt idx="2056">
                  <c:v>0.78275421507948639</c:v>
                </c:pt>
                <c:pt idx="2057">
                  <c:v>0.78738286724306039</c:v>
                </c:pt>
                <c:pt idx="2058">
                  <c:v>0.82381142124876761</c:v>
                </c:pt>
                <c:pt idx="2059">
                  <c:v>0.84742337452512206</c:v>
                </c:pt>
                <c:pt idx="2060">
                  <c:v>0.85009466653950749</c:v>
                </c:pt>
                <c:pt idx="2061">
                  <c:v>0.85978361193196073</c:v>
                </c:pt>
                <c:pt idx="2062">
                  <c:v>0.86095946823759983</c:v>
                </c:pt>
                <c:pt idx="2063">
                  <c:v>0.8653290232624038</c:v>
                </c:pt>
                <c:pt idx="2064">
                  <c:v>0.90903305452677452</c:v>
                </c:pt>
                <c:pt idx="2065">
                  <c:v>0.96770245937180832</c:v>
                </c:pt>
                <c:pt idx="2066">
                  <c:v>0.99984953818753219</c:v>
                </c:pt>
                <c:pt idx="2067">
                  <c:v>0.82555402761393015</c:v>
                </c:pt>
                <c:pt idx="2068">
                  <c:v>0.8243830889824556</c:v>
                </c:pt>
                <c:pt idx="2069">
                  <c:v>0.82193115943615203</c:v>
                </c:pt>
                <c:pt idx="2070">
                  <c:v>0.83606304141290033</c:v>
                </c:pt>
                <c:pt idx="2071">
                  <c:v>0.87495292477076503</c:v>
                </c:pt>
                <c:pt idx="2072">
                  <c:v>0.92133055799452002</c:v>
                </c:pt>
                <c:pt idx="2073">
                  <c:v>0.9441242597405356</c:v>
                </c:pt>
                <c:pt idx="2074">
                  <c:v>0.94180302875542454</c:v>
                </c:pt>
                <c:pt idx="2075">
                  <c:v>0.91738706200167919</c:v>
                </c:pt>
                <c:pt idx="2076">
                  <c:v>0.91049337916523643</c:v>
                </c:pt>
                <c:pt idx="2077">
                  <c:v>0.90404063305132443</c:v>
                </c:pt>
                <c:pt idx="2078">
                  <c:v>0.83222322555576622</c:v>
                </c:pt>
                <c:pt idx="2079">
                  <c:v>0.75425134865714327</c:v>
                </c:pt>
                <c:pt idx="2080">
                  <c:v>0.73075082610651731</c:v>
                </c:pt>
                <c:pt idx="2081">
                  <c:v>0.73220691500496038</c:v>
                </c:pt>
                <c:pt idx="2082">
                  <c:v>0.74545952705113183</c:v>
                </c:pt>
                <c:pt idx="2083">
                  <c:v>0.74951162731650234</c:v>
                </c:pt>
                <c:pt idx="2084">
                  <c:v>0.74477679002693531</c:v>
                </c:pt>
                <c:pt idx="2085">
                  <c:v>0.71615132685500194</c:v>
                </c:pt>
                <c:pt idx="2086">
                  <c:v>0.68641581857047718</c:v>
                </c:pt>
                <c:pt idx="2087">
                  <c:v>0.67829679494499096</c:v>
                </c:pt>
                <c:pt idx="2088">
                  <c:v>0.60655991097772599</c:v>
                </c:pt>
                <c:pt idx="2089">
                  <c:v>0.58207639270165068</c:v>
                </c:pt>
                <c:pt idx="2090">
                  <c:v>0.59177046844680248</c:v>
                </c:pt>
                <c:pt idx="2091">
                  <c:v>0.65032761135847228</c:v>
                </c:pt>
                <c:pt idx="2092">
                  <c:v>0.7106120847530687</c:v>
                </c:pt>
                <c:pt idx="2093">
                  <c:v>0.80457461873077052</c:v>
                </c:pt>
                <c:pt idx="2094">
                  <c:v>0.82719958345051359</c:v>
                </c:pt>
                <c:pt idx="2095">
                  <c:v>0.83825475582308062</c:v>
                </c:pt>
                <c:pt idx="2096">
                  <c:v>0.91284459223848935</c:v>
                </c:pt>
                <c:pt idx="2097">
                  <c:v>0.93650403532726167</c:v>
                </c:pt>
                <c:pt idx="2098">
                  <c:v>0.92415530913618504</c:v>
                </c:pt>
                <c:pt idx="2099">
                  <c:v>0.85989324220539587</c:v>
                </c:pt>
                <c:pt idx="2100">
                  <c:v>0.81817050659445811</c:v>
                </c:pt>
                <c:pt idx="2101">
                  <c:v>0.82125358938091175</c:v>
                </c:pt>
                <c:pt idx="2102">
                  <c:v>0.82326618951149755</c:v>
                </c:pt>
                <c:pt idx="2103">
                  <c:v>0.83221434246036985</c:v>
                </c:pt>
                <c:pt idx="2104">
                  <c:v>0.84586791255382976</c:v>
                </c:pt>
                <c:pt idx="2105">
                  <c:v>0.85034840552594615</c:v>
                </c:pt>
                <c:pt idx="2106">
                  <c:v>0.8813429912970433</c:v>
                </c:pt>
                <c:pt idx="2107">
                  <c:v>0.9726155729988315</c:v>
                </c:pt>
                <c:pt idx="2108">
                  <c:v>0.99873653285693875</c:v>
                </c:pt>
                <c:pt idx="2109">
                  <c:v>0.7343508945255206</c:v>
                </c:pt>
                <c:pt idx="2110">
                  <c:v>0.69133013134615906</c:v>
                </c:pt>
                <c:pt idx="2111">
                  <c:v>0.71155649404617582</c:v>
                </c:pt>
                <c:pt idx="2112">
                  <c:v>0.79326366681657323</c:v>
                </c:pt>
                <c:pt idx="2113">
                  <c:v>0.79707241276650187</c:v>
                </c:pt>
                <c:pt idx="2114">
                  <c:v>0.81931916188452281</c:v>
                </c:pt>
                <c:pt idx="2115">
                  <c:v>0.83728879648561372</c:v>
                </c:pt>
                <c:pt idx="2116">
                  <c:v>0.83557840836364372</c:v>
                </c:pt>
                <c:pt idx="2117">
                  <c:v>0.83558975962746374</c:v>
                </c:pt>
                <c:pt idx="2118">
                  <c:v>0.82445941511124454</c:v>
                </c:pt>
                <c:pt idx="2119">
                  <c:v>0.82306607390262942</c:v>
                </c:pt>
                <c:pt idx="2120">
                  <c:v>0.83782248525793901</c:v>
                </c:pt>
                <c:pt idx="2121">
                  <c:v>0.85409815683740464</c:v>
                </c:pt>
                <c:pt idx="2122">
                  <c:v>0.88472917098074855</c:v>
                </c:pt>
                <c:pt idx="2123">
                  <c:v>0.8944847563085444</c:v>
                </c:pt>
                <c:pt idx="2124">
                  <c:v>0.89771273281522401</c:v>
                </c:pt>
                <c:pt idx="2125">
                  <c:v>0.91649776226123292</c:v>
                </c:pt>
                <c:pt idx="2126">
                  <c:v>0.91851145331639961</c:v>
                </c:pt>
                <c:pt idx="2127">
                  <c:v>0.88876422257022381</c:v>
                </c:pt>
                <c:pt idx="2128">
                  <c:v>0.72877867756247472</c:v>
                </c:pt>
                <c:pt idx="2129">
                  <c:v>0.51723260148774708</c:v>
                </c:pt>
                <c:pt idx="2130">
                  <c:v>0.53263543017463555</c:v>
                </c:pt>
                <c:pt idx="2131">
                  <c:v>0.59318164435753484</c:v>
                </c:pt>
                <c:pt idx="2132">
                  <c:v>0.65429306809267884</c:v>
                </c:pt>
                <c:pt idx="2133">
                  <c:v>0.71836757861486145</c:v>
                </c:pt>
                <c:pt idx="2134">
                  <c:v>0.73736013774311349</c:v>
                </c:pt>
                <c:pt idx="2135">
                  <c:v>0.76835784318810718</c:v>
                </c:pt>
                <c:pt idx="2136">
                  <c:v>0.81383154019745874</c:v>
                </c:pt>
                <c:pt idx="2137">
                  <c:v>0.82321773881253846</c:v>
                </c:pt>
                <c:pt idx="2138">
                  <c:v>0.85198408308939388</c:v>
                </c:pt>
                <c:pt idx="2139">
                  <c:v>0.9491342877762643</c:v>
                </c:pt>
                <c:pt idx="2140">
                  <c:v>0.9838760077821973</c:v>
                </c:pt>
                <c:pt idx="2141">
                  <c:v>0.98031176571817613</c:v>
                </c:pt>
                <c:pt idx="2142">
                  <c:v>0.95124869542057788</c:v>
                </c:pt>
                <c:pt idx="2143">
                  <c:v>0.91857993333878085</c:v>
                </c:pt>
                <c:pt idx="2144">
                  <c:v>0.8985575455395467</c:v>
                </c:pt>
                <c:pt idx="2145">
                  <c:v>0.90765182441085823</c:v>
                </c:pt>
                <c:pt idx="2146">
                  <c:v>0.97598441405139569</c:v>
                </c:pt>
                <c:pt idx="2147">
                  <c:v>0.99991375198294796</c:v>
                </c:pt>
                <c:pt idx="2148">
                  <c:v>0.79397330403695343</c:v>
                </c:pt>
                <c:pt idx="2149">
                  <c:v>0.71846869339445329</c:v>
                </c:pt>
                <c:pt idx="2150">
                  <c:v>0.57897404580899192</c:v>
                </c:pt>
                <c:pt idx="2151">
                  <c:v>0.55272088030198341</c:v>
                </c:pt>
                <c:pt idx="2152">
                  <c:v>0.56387004633429605</c:v>
                </c:pt>
                <c:pt idx="2153">
                  <c:v>0.63757651939789217</c:v>
                </c:pt>
                <c:pt idx="2154">
                  <c:v>0.73399704438852253</c:v>
                </c:pt>
                <c:pt idx="2155">
                  <c:v>0.74307745454224083</c:v>
                </c:pt>
                <c:pt idx="2156">
                  <c:v>0.74343932868703666</c:v>
                </c:pt>
                <c:pt idx="2157">
                  <c:v>0.74899323253150196</c:v>
                </c:pt>
                <c:pt idx="2158">
                  <c:v>0.74963929415894115</c:v>
                </c:pt>
                <c:pt idx="2159">
                  <c:v>0.86803647986303822</c:v>
                </c:pt>
                <c:pt idx="2160">
                  <c:v>0.97967999630077784</c:v>
                </c:pt>
                <c:pt idx="2161">
                  <c:v>0.90985009137632711</c:v>
                </c:pt>
                <c:pt idx="2162">
                  <c:v>0.80965909420866422</c:v>
                </c:pt>
                <c:pt idx="2163">
                  <c:v>0.8090757792155443</c:v>
                </c:pt>
                <c:pt idx="2164">
                  <c:v>0.80137297208029179</c:v>
                </c:pt>
                <c:pt idx="2165">
                  <c:v>0.79842981716150896</c:v>
                </c:pt>
                <c:pt idx="2166">
                  <c:v>0.79631858037020997</c:v>
                </c:pt>
                <c:pt idx="2167">
                  <c:v>0.78796440277799396</c:v>
                </c:pt>
                <c:pt idx="2168">
                  <c:v>0.77853429878395675</c:v>
                </c:pt>
                <c:pt idx="2169">
                  <c:v>0.7624712047953166</c:v>
                </c:pt>
                <c:pt idx="2170">
                  <c:v>0.76122224023185525</c:v>
                </c:pt>
                <c:pt idx="2171">
                  <c:v>0.76706394094891506</c:v>
                </c:pt>
                <c:pt idx="2172">
                  <c:v>0.80551140330510496</c:v>
                </c:pt>
                <c:pt idx="2173">
                  <c:v>0.82279131701734809</c:v>
                </c:pt>
                <c:pt idx="2174">
                  <c:v>0.82747141036619176</c:v>
                </c:pt>
                <c:pt idx="2175">
                  <c:v>0.83738001115708893</c:v>
                </c:pt>
                <c:pt idx="2176">
                  <c:v>0.87318860222553651</c:v>
                </c:pt>
                <c:pt idx="2177">
                  <c:v>0.88057988783188013</c:v>
                </c:pt>
                <c:pt idx="2178">
                  <c:v>0.88624639477921563</c:v>
                </c:pt>
                <c:pt idx="2179">
                  <c:v>0.92546499859627329</c:v>
                </c:pt>
                <c:pt idx="2180">
                  <c:v>0.96987591829604247</c:v>
                </c:pt>
                <c:pt idx="2181">
                  <c:v>0.97952872889387455</c:v>
                </c:pt>
                <c:pt idx="2182">
                  <c:v>0.98026192715943483</c:v>
                </c:pt>
                <c:pt idx="2183">
                  <c:v>0.99179513034353151</c:v>
                </c:pt>
                <c:pt idx="2184">
                  <c:v>0.99704614932242508</c:v>
                </c:pt>
                <c:pt idx="2185">
                  <c:v>0.99797958313848945</c:v>
                </c:pt>
                <c:pt idx="2186">
                  <c:v>0.98500782267527487</c:v>
                </c:pt>
                <c:pt idx="2187">
                  <c:v>0.95083917316004052</c:v>
                </c:pt>
                <c:pt idx="2188">
                  <c:v>0.78512173785883932</c:v>
                </c:pt>
                <c:pt idx="2189">
                  <c:v>0.79788293086878748</c:v>
                </c:pt>
                <c:pt idx="2190">
                  <c:v>0.87358050375688989</c:v>
                </c:pt>
                <c:pt idx="2191">
                  <c:v>0.95300422626837644</c:v>
                </c:pt>
                <c:pt idx="2192">
                  <c:v>0.99109476423834653</c:v>
                </c:pt>
                <c:pt idx="2193">
                  <c:v>0.98973829938231683</c:v>
                </c:pt>
                <c:pt idx="2194">
                  <c:v>0.97963694226853915</c:v>
                </c:pt>
                <c:pt idx="2195">
                  <c:v>0.97277275808511687</c:v>
                </c:pt>
                <c:pt idx="2196">
                  <c:v>0.95314763145483683</c:v>
                </c:pt>
                <c:pt idx="2197">
                  <c:v>0.90243777543922632</c:v>
                </c:pt>
                <c:pt idx="2198">
                  <c:v>0.8513390819759854</c:v>
                </c:pt>
                <c:pt idx="2199">
                  <c:v>0.85566836128880341</c:v>
                </c:pt>
                <c:pt idx="2200">
                  <c:v>0.89608519611504445</c:v>
                </c:pt>
                <c:pt idx="2201">
                  <c:v>0.90667680732558409</c:v>
                </c:pt>
                <c:pt idx="2202">
                  <c:v>0.92162054890176615</c:v>
                </c:pt>
                <c:pt idx="2203">
                  <c:v>0.95538292594171315</c:v>
                </c:pt>
                <c:pt idx="2204">
                  <c:v>0.97504493128564063</c:v>
                </c:pt>
                <c:pt idx="2205">
                  <c:v>0.97477277754235792</c:v>
                </c:pt>
                <c:pt idx="2206">
                  <c:v>0.97395250957421831</c:v>
                </c:pt>
                <c:pt idx="2207">
                  <c:v>0.97287392638648384</c:v>
                </c:pt>
                <c:pt idx="2208">
                  <c:v>0.96961819215780654</c:v>
                </c:pt>
                <c:pt idx="2209">
                  <c:v>0.96812397276370155</c:v>
                </c:pt>
                <c:pt idx="2210">
                  <c:v>0.96666007174036195</c:v>
                </c:pt>
                <c:pt idx="2211">
                  <c:v>0.93773348447374405</c:v>
                </c:pt>
                <c:pt idx="2212">
                  <c:v>0.8381503745817096</c:v>
                </c:pt>
                <c:pt idx="2213">
                  <c:v>0.82919351980532841</c:v>
                </c:pt>
                <c:pt idx="2214">
                  <c:v>0.83562468522821876</c:v>
                </c:pt>
                <c:pt idx="2215">
                  <c:v>0.84597351342139249</c:v>
                </c:pt>
                <c:pt idx="2216">
                  <c:v>0.85153906460234441</c:v>
                </c:pt>
                <c:pt idx="2217">
                  <c:v>0.85102007208938957</c:v>
                </c:pt>
                <c:pt idx="2218">
                  <c:v>0.84690999766855624</c:v>
                </c:pt>
                <c:pt idx="2219">
                  <c:v>0.84399403788764737</c:v>
                </c:pt>
                <c:pt idx="2220">
                  <c:v>0.84193385135429955</c:v>
                </c:pt>
                <c:pt idx="2221">
                  <c:v>0.83943061223948634</c:v>
                </c:pt>
                <c:pt idx="2222">
                  <c:v>0.82823578917515106</c:v>
                </c:pt>
                <c:pt idx="2223">
                  <c:v>0.80492008190666287</c:v>
                </c:pt>
                <c:pt idx="2224">
                  <c:v>0.79812054588059178</c:v>
                </c:pt>
                <c:pt idx="2225">
                  <c:v>0.8170822952977489</c:v>
                </c:pt>
                <c:pt idx="2226">
                  <c:v>0.99982820090919022</c:v>
                </c:pt>
                <c:pt idx="2227">
                  <c:v>0.87956974843561975</c:v>
                </c:pt>
                <c:pt idx="2228">
                  <c:v>0.84487666928231142</c:v>
                </c:pt>
                <c:pt idx="2229">
                  <c:v>0.85661496662921177</c:v>
                </c:pt>
                <c:pt idx="2230">
                  <c:v>0.93834150155239304</c:v>
                </c:pt>
                <c:pt idx="2231">
                  <c:v>0.91135982549421146</c:v>
                </c:pt>
                <c:pt idx="2232">
                  <c:v>0.80318978281072617</c:v>
                </c:pt>
                <c:pt idx="2233">
                  <c:v>0.70381812044241454</c:v>
                </c:pt>
                <c:pt idx="2234">
                  <c:v>0.71392808622646908</c:v>
                </c:pt>
                <c:pt idx="2235">
                  <c:v>0.7319428639418647</c:v>
                </c:pt>
                <c:pt idx="2236">
                  <c:v>0.77967212709890732</c:v>
                </c:pt>
                <c:pt idx="2237">
                  <c:v>0.80695988784583794</c:v>
                </c:pt>
                <c:pt idx="2238">
                  <c:v>0.82347250161400176</c:v>
                </c:pt>
                <c:pt idx="2239">
                  <c:v>0.93550233261378124</c:v>
                </c:pt>
                <c:pt idx="2240">
                  <c:v>0.92034568379047088</c:v>
                </c:pt>
                <c:pt idx="2241">
                  <c:v>0.7802695714836837</c:v>
                </c:pt>
                <c:pt idx="2242">
                  <c:v>0.74376041964591311</c:v>
                </c:pt>
                <c:pt idx="2243">
                  <c:v>0.747906694328768</c:v>
                </c:pt>
                <c:pt idx="2244">
                  <c:v>0.75269535662588483</c:v>
                </c:pt>
                <c:pt idx="2245">
                  <c:v>0.75776495356705553</c:v>
                </c:pt>
                <c:pt idx="2246">
                  <c:v>0.76442739292677897</c:v>
                </c:pt>
                <c:pt idx="2247">
                  <c:v>0.77063833516063107</c:v>
                </c:pt>
                <c:pt idx="2248">
                  <c:v>0.77463708686581711</c:v>
                </c:pt>
                <c:pt idx="2249">
                  <c:v>0.7823460801726988</c:v>
                </c:pt>
                <c:pt idx="2250">
                  <c:v>0.85256033096628026</c:v>
                </c:pt>
                <c:pt idx="2251">
                  <c:v>0.88396483638346379</c:v>
                </c:pt>
                <c:pt idx="2252">
                  <c:v>0.88263038644331826</c:v>
                </c:pt>
                <c:pt idx="2253">
                  <c:v>0.87172697617377581</c:v>
                </c:pt>
                <c:pt idx="2254">
                  <c:v>0.86304558543260579</c:v>
                </c:pt>
                <c:pt idx="2255">
                  <c:v>0.84716199171658002</c:v>
                </c:pt>
                <c:pt idx="2256">
                  <c:v>0.83597178959237606</c:v>
                </c:pt>
                <c:pt idx="2257">
                  <c:v>0.68914723959688184</c:v>
                </c:pt>
                <c:pt idx="2258">
                  <c:v>0.69649528826689688</c:v>
                </c:pt>
                <c:pt idx="2259">
                  <c:v>0.71223838130292694</c:v>
                </c:pt>
                <c:pt idx="2260">
                  <c:v>0.73018253143845213</c:v>
                </c:pt>
                <c:pt idx="2261">
                  <c:v>0.74736659092426516</c:v>
                </c:pt>
                <c:pt idx="2262">
                  <c:v>0.81043326598320631</c:v>
                </c:pt>
                <c:pt idx="2263">
                  <c:v>0.86078668974272909</c:v>
                </c:pt>
                <c:pt idx="2264">
                  <c:v>0.96356510327667577</c:v>
                </c:pt>
                <c:pt idx="2265">
                  <c:v>0.99512217204043407</c:v>
                </c:pt>
                <c:pt idx="2266">
                  <c:v>0.89481691557926091</c:v>
                </c:pt>
                <c:pt idx="2267">
                  <c:v>0.85918436133392817</c:v>
                </c:pt>
                <c:pt idx="2268">
                  <c:v>0.86564318674281782</c:v>
                </c:pt>
                <c:pt idx="2269">
                  <c:v>0.84068331015435516</c:v>
                </c:pt>
                <c:pt idx="2270">
                  <c:v>0.61240157358829006</c:v>
                </c:pt>
                <c:pt idx="2271">
                  <c:v>0.57034822049930911</c:v>
                </c:pt>
                <c:pt idx="2272">
                  <c:v>0.56134817721733399</c:v>
                </c:pt>
                <c:pt idx="2273">
                  <c:v>0.49721260751844287</c:v>
                </c:pt>
                <c:pt idx="2274">
                  <c:v>0.50228756022967225</c:v>
                </c:pt>
                <c:pt idx="2275">
                  <c:v>0.54385955365776306</c:v>
                </c:pt>
                <c:pt idx="2276">
                  <c:v>0.57724728962189653</c:v>
                </c:pt>
                <c:pt idx="2277">
                  <c:v>0.59602816862303576</c:v>
                </c:pt>
                <c:pt idx="2278">
                  <c:v>0.6113766975617243</c:v>
                </c:pt>
                <c:pt idx="2279">
                  <c:v>0.69813803837345134</c:v>
                </c:pt>
                <c:pt idx="2280">
                  <c:v>0.74951156701092847</c:v>
                </c:pt>
                <c:pt idx="2281">
                  <c:v>0.75454402155273204</c:v>
                </c:pt>
                <c:pt idx="2282">
                  <c:v>0.76986102359492881</c:v>
                </c:pt>
                <c:pt idx="2283">
                  <c:v>0.78277871726210957</c:v>
                </c:pt>
                <c:pt idx="2284">
                  <c:v>0.81034153756361049</c:v>
                </c:pt>
                <c:pt idx="2285">
                  <c:v>0.85318329666288306</c:v>
                </c:pt>
                <c:pt idx="2286">
                  <c:v>0.87424502863665676</c:v>
                </c:pt>
                <c:pt idx="2287">
                  <c:v>0.89006199693684518</c:v>
                </c:pt>
                <c:pt idx="2288">
                  <c:v>0.97569548201806222</c:v>
                </c:pt>
                <c:pt idx="2289">
                  <c:v>0.94301292977693796</c:v>
                </c:pt>
                <c:pt idx="2290">
                  <c:v>0.92632071563988549</c:v>
                </c:pt>
                <c:pt idx="2291">
                  <c:v>0.91857339579797326</c:v>
                </c:pt>
                <c:pt idx="2292">
                  <c:v>0.90814823350153484</c:v>
                </c:pt>
                <c:pt idx="2293">
                  <c:v>0.78752857896653639</c:v>
                </c:pt>
                <c:pt idx="2294">
                  <c:v>0.78167299223141362</c:v>
                </c:pt>
                <c:pt idx="2295">
                  <c:v>0.77299235709089287</c:v>
                </c:pt>
                <c:pt idx="2296">
                  <c:v>0.76435665190654467</c:v>
                </c:pt>
                <c:pt idx="2297">
                  <c:v>0.75688025223198341</c:v>
                </c:pt>
                <c:pt idx="2298">
                  <c:v>0.75353610990785513</c:v>
                </c:pt>
                <c:pt idx="2299">
                  <c:v>0.76841546669665151</c:v>
                </c:pt>
                <c:pt idx="2300">
                  <c:v>0.99743313994273908</c:v>
                </c:pt>
                <c:pt idx="2301">
                  <c:v>0.80724078301362823</c:v>
                </c:pt>
                <c:pt idx="2302">
                  <c:v>0.80708244746873037</c:v>
                </c:pt>
                <c:pt idx="2303">
                  <c:v>0.80623095727796001</c:v>
                </c:pt>
                <c:pt idx="2304">
                  <c:v>0.80609217784194165</c:v>
                </c:pt>
                <c:pt idx="2305">
                  <c:v>0.80310758204188171</c:v>
                </c:pt>
                <c:pt idx="2306">
                  <c:v>0.79272564350956487</c:v>
                </c:pt>
                <c:pt idx="2307">
                  <c:v>0.786318336981087</c:v>
                </c:pt>
                <c:pt idx="2308">
                  <c:v>0.78189359606900177</c:v>
                </c:pt>
                <c:pt idx="2309">
                  <c:v>0.80261594948313297</c:v>
                </c:pt>
                <c:pt idx="2310">
                  <c:v>0.85242914057366437</c:v>
                </c:pt>
                <c:pt idx="2311">
                  <c:v>0.84793648930162213</c:v>
                </c:pt>
                <c:pt idx="2312">
                  <c:v>0.80059800866753972</c:v>
                </c:pt>
                <c:pt idx="2313">
                  <c:v>0.77635932752671633</c:v>
                </c:pt>
                <c:pt idx="2314">
                  <c:v>0.77628077379154614</c:v>
                </c:pt>
                <c:pt idx="2315">
                  <c:v>0.77578905306167523</c:v>
                </c:pt>
                <c:pt idx="2316">
                  <c:v>0.77452636369418648</c:v>
                </c:pt>
                <c:pt idx="2317">
                  <c:v>0.7744492435256739</c:v>
                </c:pt>
                <c:pt idx="2318">
                  <c:v>0.77291100464188456</c:v>
                </c:pt>
                <c:pt idx="2319">
                  <c:v>0.76232331321701063</c:v>
                </c:pt>
                <c:pt idx="2320">
                  <c:v>0.75114704296553747</c:v>
                </c:pt>
                <c:pt idx="2321">
                  <c:v>0.73759202798111412</c:v>
                </c:pt>
                <c:pt idx="2322">
                  <c:v>0.72751057481023618</c:v>
                </c:pt>
                <c:pt idx="2323">
                  <c:v>0.72467384247203204</c:v>
                </c:pt>
                <c:pt idx="2324">
                  <c:v>0.70737064429667296</c:v>
                </c:pt>
                <c:pt idx="2325">
                  <c:v>0.56101282864811719</c:v>
                </c:pt>
                <c:pt idx="2326">
                  <c:v>0.54646312900737404</c:v>
                </c:pt>
                <c:pt idx="2327">
                  <c:v>0.55588400188201648</c:v>
                </c:pt>
                <c:pt idx="2328">
                  <c:v>0.62572896944685441</c:v>
                </c:pt>
                <c:pt idx="2329">
                  <c:v>0.6595077675271489</c:v>
                </c:pt>
                <c:pt idx="2330">
                  <c:v>0.65188292016539151</c:v>
                </c:pt>
                <c:pt idx="2331">
                  <c:v>0.57619474295086004</c:v>
                </c:pt>
                <c:pt idx="2332">
                  <c:v>0.52243540636103647</c:v>
                </c:pt>
                <c:pt idx="2333">
                  <c:v>0.52932814980240439</c:v>
                </c:pt>
                <c:pt idx="2334">
                  <c:v>0.5932032634396357</c:v>
                </c:pt>
                <c:pt idx="2335">
                  <c:v>0.6383265494331456</c:v>
                </c:pt>
                <c:pt idx="2336">
                  <c:v>0.78899536516783031</c:v>
                </c:pt>
                <c:pt idx="2337">
                  <c:v>0.84681281395174479</c:v>
                </c:pt>
                <c:pt idx="2338">
                  <c:v>0.87538388389006361</c:v>
                </c:pt>
                <c:pt idx="2339">
                  <c:v>0.96855458369577996</c:v>
                </c:pt>
                <c:pt idx="2340">
                  <c:v>0.99633990113690152</c:v>
                </c:pt>
                <c:pt idx="2341">
                  <c:v>0.62630905706289763</c:v>
                </c:pt>
                <c:pt idx="2342">
                  <c:v>0.6335451862931436</c:v>
                </c:pt>
                <c:pt idx="2343">
                  <c:v>0.89849434886477042</c:v>
                </c:pt>
                <c:pt idx="2344">
                  <c:v>0.93462993713112485</c:v>
                </c:pt>
                <c:pt idx="2345">
                  <c:v>0.92862787126449842</c:v>
                </c:pt>
                <c:pt idx="2346">
                  <c:v>0.86144663826303181</c:v>
                </c:pt>
                <c:pt idx="2347">
                  <c:v>0.82252246834195453</c:v>
                </c:pt>
                <c:pt idx="2348">
                  <c:v>0.83120477880272559</c:v>
                </c:pt>
                <c:pt idx="2349">
                  <c:v>0.87571948944509692</c:v>
                </c:pt>
                <c:pt idx="2350">
                  <c:v>0.90672951606220464</c:v>
                </c:pt>
                <c:pt idx="2351">
                  <c:v>0.89067829907212548</c:v>
                </c:pt>
                <c:pt idx="2352">
                  <c:v>0.65239877994777684</c:v>
                </c:pt>
                <c:pt idx="2353">
                  <c:v>0.60484237243412964</c:v>
                </c:pt>
                <c:pt idx="2354">
                  <c:v>0.61311206274809904</c:v>
                </c:pt>
                <c:pt idx="2355">
                  <c:v>0.68081795792991295</c:v>
                </c:pt>
                <c:pt idx="2356">
                  <c:v>0.71817760968832822</c:v>
                </c:pt>
                <c:pt idx="2357">
                  <c:v>0.72689211470642334</c:v>
                </c:pt>
                <c:pt idx="2358">
                  <c:v>0.77268633193914915</c:v>
                </c:pt>
                <c:pt idx="2359">
                  <c:v>0.81418236919433928</c:v>
                </c:pt>
                <c:pt idx="2360">
                  <c:v>0.8607014576298907</c:v>
                </c:pt>
                <c:pt idx="2361">
                  <c:v>0.89562917985822899</c:v>
                </c:pt>
                <c:pt idx="2362">
                  <c:v>0.93591971550504838</c:v>
                </c:pt>
                <c:pt idx="2363">
                  <c:v>0.93218599720296025</c:v>
                </c:pt>
                <c:pt idx="2364">
                  <c:v>0.84731143029702172</c:v>
                </c:pt>
                <c:pt idx="2365">
                  <c:v>0.83377404376347475</c:v>
                </c:pt>
                <c:pt idx="2366">
                  <c:v>0.83664855320716169</c:v>
                </c:pt>
                <c:pt idx="2367">
                  <c:v>0.85194728166383793</c:v>
                </c:pt>
                <c:pt idx="2368">
                  <c:v>0.87277702001431823</c:v>
                </c:pt>
                <c:pt idx="2369">
                  <c:v>0.87855362479048127</c:v>
                </c:pt>
                <c:pt idx="2370">
                  <c:v>0.87412481467190883</c:v>
                </c:pt>
                <c:pt idx="2371">
                  <c:v>0.80253163045878162</c:v>
                </c:pt>
                <c:pt idx="2372">
                  <c:v>0.77408189567577523</c:v>
                </c:pt>
                <c:pt idx="2373">
                  <c:v>0.77334660961523227</c:v>
                </c:pt>
                <c:pt idx="2374">
                  <c:v>0.76568330023847131</c:v>
                </c:pt>
                <c:pt idx="2375">
                  <c:v>0.76133284794816114</c:v>
                </c:pt>
                <c:pt idx="2376">
                  <c:v>0.76924173559237019</c:v>
                </c:pt>
                <c:pt idx="2377">
                  <c:v>0.81915487814532517</c:v>
                </c:pt>
                <c:pt idx="2378">
                  <c:v>0.86665342542900536</c:v>
                </c:pt>
                <c:pt idx="2379">
                  <c:v>0.89224126249242552</c:v>
                </c:pt>
                <c:pt idx="2380">
                  <c:v>0.90645319036748173</c:v>
                </c:pt>
                <c:pt idx="2381">
                  <c:v>0.99893745469392381</c:v>
                </c:pt>
                <c:pt idx="2382">
                  <c:v>0.79433239698312019</c:v>
                </c:pt>
                <c:pt idx="2383">
                  <c:v>0.8031196049000735</c:v>
                </c:pt>
                <c:pt idx="2384">
                  <c:v>0.88759683499487885</c:v>
                </c:pt>
                <c:pt idx="2385">
                  <c:v>0.90001627165360354</c:v>
                </c:pt>
                <c:pt idx="2386">
                  <c:v>0.84733893142095629</c:v>
                </c:pt>
                <c:pt idx="2387">
                  <c:v>0.78668215309301948</c:v>
                </c:pt>
                <c:pt idx="2388">
                  <c:v>0.77029885906196971</c:v>
                </c:pt>
                <c:pt idx="2389">
                  <c:v>0.7192163916903358</c:v>
                </c:pt>
                <c:pt idx="2390">
                  <c:v>0.58431322046036049</c:v>
                </c:pt>
                <c:pt idx="2391">
                  <c:v>0.45599896239590998</c:v>
                </c:pt>
                <c:pt idx="2392">
                  <c:v>0.46143840893819571</c:v>
                </c:pt>
                <c:pt idx="2393">
                  <c:v>0.50503058830788772</c:v>
                </c:pt>
                <c:pt idx="2394">
                  <c:v>0.5151224031006516</c:v>
                </c:pt>
                <c:pt idx="2395">
                  <c:v>0.52338566599091241</c:v>
                </c:pt>
                <c:pt idx="2396">
                  <c:v>0.60479062382669579</c:v>
                </c:pt>
                <c:pt idx="2397">
                  <c:v>0.68649571793686992</c:v>
                </c:pt>
                <c:pt idx="2398">
                  <c:v>0.77108713269986107</c:v>
                </c:pt>
                <c:pt idx="2399">
                  <c:v>0.84984606771286664</c:v>
                </c:pt>
                <c:pt idx="2400">
                  <c:v>0.88093915240335108</c:v>
                </c:pt>
                <c:pt idx="2401">
                  <c:v>0.85694604535989249</c:v>
                </c:pt>
                <c:pt idx="2402">
                  <c:v>0.70213784448009608</c:v>
                </c:pt>
                <c:pt idx="2403">
                  <c:v>0.64781302892803527</c:v>
                </c:pt>
                <c:pt idx="2404">
                  <c:v>0.6537240877376328</c:v>
                </c:pt>
                <c:pt idx="2405">
                  <c:v>0.69193554423591352</c:v>
                </c:pt>
                <c:pt idx="2406">
                  <c:v>0.71856887020850735</c:v>
                </c:pt>
                <c:pt idx="2407">
                  <c:v>0.72289722671011225</c:v>
                </c:pt>
                <c:pt idx="2408">
                  <c:v>0.78858033985534481</c:v>
                </c:pt>
                <c:pt idx="2409">
                  <c:v>0.80297660889466205</c:v>
                </c:pt>
                <c:pt idx="2410">
                  <c:v>0.80850908872537819</c:v>
                </c:pt>
                <c:pt idx="2411">
                  <c:v>0.82222227149057636</c:v>
                </c:pt>
                <c:pt idx="2412">
                  <c:v>0.82943213053231668</c:v>
                </c:pt>
                <c:pt idx="2413">
                  <c:v>0.84227139399150175</c:v>
                </c:pt>
                <c:pt idx="2414">
                  <c:v>0.8457652775693224</c:v>
                </c:pt>
                <c:pt idx="2415">
                  <c:v>0.85843467880834867</c:v>
                </c:pt>
                <c:pt idx="2416">
                  <c:v>0.86709609485548023</c:v>
                </c:pt>
                <c:pt idx="2417">
                  <c:v>0.91607414500997741</c:v>
                </c:pt>
                <c:pt idx="2418">
                  <c:v>0.96647549220931173</c:v>
                </c:pt>
                <c:pt idx="2419">
                  <c:v>0.99928243852307996</c:v>
                </c:pt>
                <c:pt idx="2420">
                  <c:v>0.97968248070104824</c:v>
                </c:pt>
                <c:pt idx="2421">
                  <c:v>0.95328358026422666</c:v>
                </c:pt>
                <c:pt idx="2422">
                  <c:v>0.83416164875700205</c:v>
                </c:pt>
                <c:pt idx="2423">
                  <c:v>0.82449820609692781</c:v>
                </c:pt>
                <c:pt idx="2424">
                  <c:v>0.76888800914517086</c:v>
                </c:pt>
                <c:pt idx="2425">
                  <c:v>0.73381904047000113</c:v>
                </c:pt>
                <c:pt idx="2426">
                  <c:v>0.73886099710366737</c:v>
                </c:pt>
                <c:pt idx="2427">
                  <c:v>0.76608656515139451</c:v>
                </c:pt>
                <c:pt idx="2428">
                  <c:v>0.78720700334595539</c:v>
                </c:pt>
                <c:pt idx="2429">
                  <c:v>0.8032029424956153</c:v>
                </c:pt>
                <c:pt idx="2430">
                  <c:v>0.75818379011373438</c:v>
                </c:pt>
                <c:pt idx="2431">
                  <c:v>0.55589246192275332</c:v>
                </c:pt>
                <c:pt idx="2432">
                  <c:v>0.40524703679477508</c:v>
                </c:pt>
                <c:pt idx="2433">
                  <c:v>0.51519880227192472</c:v>
                </c:pt>
                <c:pt idx="2434">
                  <c:v>0.61103881045492725</c:v>
                </c:pt>
                <c:pt idx="2435">
                  <c:v>0.71069989946743795</c:v>
                </c:pt>
                <c:pt idx="2436">
                  <c:v>0.78990395430180593</c:v>
                </c:pt>
                <c:pt idx="2437">
                  <c:v>0.90738795148763407</c:v>
                </c:pt>
                <c:pt idx="2438">
                  <c:v>0.90633656569269994</c:v>
                </c:pt>
                <c:pt idx="2439">
                  <c:v>0.89837609979515987</c:v>
                </c:pt>
                <c:pt idx="2440">
                  <c:v>0.86168194298687195</c:v>
                </c:pt>
                <c:pt idx="2441">
                  <c:v>0.85823295300433644</c:v>
                </c:pt>
                <c:pt idx="2442">
                  <c:v>0.8218997305346738</c:v>
                </c:pt>
                <c:pt idx="2443">
                  <c:v>0.70786174222420173</c:v>
                </c:pt>
                <c:pt idx="2444">
                  <c:v>0.67351546623526659</c:v>
                </c:pt>
                <c:pt idx="2445">
                  <c:v>0.67974355753597382</c:v>
                </c:pt>
                <c:pt idx="2446">
                  <c:v>0.73631778369253209</c:v>
                </c:pt>
                <c:pt idx="2447">
                  <c:v>0.77400555027326146</c:v>
                </c:pt>
                <c:pt idx="2448">
                  <c:v>0.76631027357895676</c:v>
                </c:pt>
                <c:pt idx="2449">
                  <c:v>0.72762444557269212</c:v>
                </c:pt>
                <c:pt idx="2450">
                  <c:v>0.677320721246785</c:v>
                </c:pt>
                <c:pt idx="2451">
                  <c:v>0.65468480838257004</c:v>
                </c:pt>
                <c:pt idx="2452">
                  <c:v>0.6641663665247447</c:v>
                </c:pt>
                <c:pt idx="2453">
                  <c:v>0.74289392435663493</c:v>
                </c:pt>
                <c:pt idx="2454">
                  <c:v>0.79308414959616702</c:v>
                </c:pt>
                <c:pt idx="2455">
                  <c:v>0.84003376745449776</c:v>
                </c:pt>
                <c:pt idx="2456">
                  <c:v>0.85074892082965192</c:v>
                </c:pt>
                <c:pt idx="2457">
                  <c:v>0.97945625965491101</c:v>
                </c:pt>
                <c:pt idx="2458">
                  <c:v>0.99902323340746801</c:v>
                </c:pt>
                <c:pt idx="2459">
                  <c:v>0.94386709520117107</c:v>
                </c:pt>
                <c:pt idx="2460">
                  <c:v>0.94160038262178092</c:v>
                </c:pt>
                <c:pt idx="2461">
                  <c:v>0.92379118270619009</c:v>
                </c:pt>
                <c:pt idx="2462">
                  <c:v>0.92295874112362131</c:v>
                </c:pt>
                <c:pt idx="2463">
                  <c:v>0.90461905372208551</c:v>
                </c:pt>
                <c:pt idx="2464">
                  <c:v>0.800218061191172</c:v>
                </c:pt>
                <c:pt idx="2465">
                  <c:v>0.73532495246555685</c:v>
                </c:pt>
                <c:pt idx="2466">
                  <c:v>0.73456713611873892</c:v>
                </c:pt>
                <c:pt idx="2467">
                  <c:v>0.72434716529054632</c:v>
                </c:pt>
                <c:pt idx="2468">
                  <c:v>0.72357861718638861</c:v>
                </c:pt>
                <c:pt idx="2469">
                  <c:v>0.72889023039660017</c:v>
                </c:pt>
                <c:pt idx="2470">
                  <c:v>0.73677984622050541</c:v>
                </c:pt>
                <c:pt idx="2471">
                  <c:v>0.7400186799986278</c:v>
                </c:pt>
                <c:pt idx="2472">
                  <c:v>0.74196710115986031</c:v>
                </c:pt>
                <c:pt idx="2473">
                  <c:v>0.76443796167751088</c:v>
                </c:pt>
                <c:pt idx="2474">
                  <c:v>0.78747342223516381</c:v>
                </c:pt>
                <c:pt idx="2475">
                  <c:v>0.82600155248046092</c:v>
                </c:pt>
                <c:pt idx="2476">
                  <c:v>0.838325808569646</c:v>
                </c:pt>
                <c:pt idx="2477">
                  <c:v>0.84120589396523615</c:v>
                </c:pt>
                <c:pt idx="2478">
                  <c:v>0.85554103939579551</c:v>
                </c:pt>
                <c:pt idx="2479">
                  <c:v>0.86155939691424754</c:v>
                </c:pt>
                <c:pt idx="2480">
                  <c:v>0.86234375628395976</c:v>
                </c:pt>
                <c:pt idx="2481">
                  <c:v>0.87064126366983041</c:v>
                </c:pt>
                <c:pt idx="2482">
                  <c:v>0.87729905551487852</c:v>
                </c:pt>
                <c:pt idx="2483">
                  <c:v>0.8790027465659761</c:v>
                </c:pt>
                <c:pt idx="2484">
                  <c:v>0.87453178191720493</c:v>
                </c:pt>
                <c:pt idx="2485">
                  <c:v>0.81155532660340168</c:v>
                </c:pt>
                <c:pt idx="2486">
                  <c:v>0.78720523947257415</c:v>
                </c:pt>
                <c:pt idx="2487">
                  <c:v>0.77893157089304355</c:v>
                </c:pt>
                <c:pt idx="2488">
                  <c:v>0.69624000834127764</c:v>
                </c:pt>
                <c:pt idx="2489">
                  <c:v>0.64099752063622362</c:v>
                </c:pt>
                <c:pt idx="2490">
                  <c:v>0.64136862519366999</c:v>
                </c:pt>
                <c:pt idx="2491">
                  <c:v>0.64085770793602725</c:v>
                </c:pt>
                <c:pt idx="2492">
                  <c:v>0.64486855622568984</c:v>
                </c:pt>
                <c:pt idx="2493">
                  <c:v>0.64430078221163323</c:v>
                </c:pt>
                <c:pt idx="2494">
                  <c:v>0.65874894637646952</c:v>
                </c:pt>
                <c:pt idx="2495">
                  <c:v>0.79437970339438069</c:v>
                </c:pt>
                <c:pt idx="2496">
                  <c:v>0.98165384621023921</c:v>
                </c:pt>
                <c:pt idx="2497">
                  <c:v>0.99962684382079214</c:v>
                </c:pt>
                <c:pt idx="2498">
                  <c:v>0.70580325968978141</c:v>
                </c:pt>
                <c:pt idx="2499">
                  <c:v>0.70757585576268456</c:v>
                </c:pt>
                <c:pt idx="2500">
                  <c:v>0.73468849298870287</c:v>
                </c:pt>
                <c:pt idx="2501">
                  <c:v>0.74539974976648971</c:v>
                </c:pt>
                <c:pt idx="2502">
                  <c:v>0.83263127148372296</c:v>
                </c:pt>
                <c:pt idx="2503">
                  <c:v>0.91663911816503918</c:v>
                </c:pt>
                <c:pt idx="2504">
                  <c:v>0.97317180899591349</c:v>
                </c:pt>
                <c:pt idx="2505">
                  <c:v>0.96294448393364163</c:v>
                </c:pt>
                <c:pt idx="2506">
                  <c:v>0.84412714060664717</c:v>
                </c:pt>
                <c:pt idx="2507">
                  <c:v>0.78899186373151597</c:v>
                </c:pt>
                <c:pt idx="2508">
                  <c:v>0.75611433243580917</c:v>
                </c:pt>
                <c:pt idx="2509">
                  <c:v>0.66081561355481733</c:v>
                </c:pt>
                <c:pt idx="2510">
                  <c:v>0.65185982005240162</c:v>
                </c:pt>
                <c:pt idx="2511">
                  <c:v>0.69212544545967369</c:v>
                </c:pt>
                <c:pt idx="2512">
                  <c:v>0.74050197376487992</c:v>
                </c:pt>
                <c:pt idx="2513">
                  <c:v>0.77218296386753615</c:v>
                </c:pt>
                <c:pt idx="2514">
                  <c:v>0.84066153915465724</c:v>
                </c:pt>
                <c:pt idx="2515">
                  <c:v>0.86634878992680153</c:v>
                </c:pt>
                <c:pt idx="2516">
                  <c:v>0.85288078000700984</c:v>
                </c:pt>
                <c:pt idx="2517">
                  <c:v>0.77413678131811681</c:v>
                </c:pt>
                <c:pt idx="2518">
                  <c:v>0.69501213445417542</c:v>
                </c:pt>
                <c:pt idx="2519">
                  <c:v>0.67308528232074905</c:v>
                </c:pt>
                <c:pt idx="2520">
                  <c:v>0.68660297140274806</c:v>
                </c:pt>
                <c:pt idx="2521">
                  <c:v>0.75854150291344669</c:v>
                </c:pt>
                <c:pt idx="2522">
                  <c:v>0.79985744649255908</c:v>
                </c:pt>
                <c:pt idx="2523">
                  <c:v>0.80808543337103356</c:v>
                </c:pt>
                <c:pt idx="2524">
                  <c:v>0.85215763661307986</c:v>
                </c:pt>
                <c:pt idx="2525">
                  <c:v>0.88096266223283271</c:v>
                </c:pt>
                <c:pt idx="2526">
                  <c:v>0.89208200308180319</c:v>
                </c:pt>
                <c:pt idx="2527">
                  <c:v>0.88732576070279257</c:v>
                </c:pt>
                <c:pt idx="2528">
                  <c:v>0.81856869179137448</c:v>
                </c:pt>
                <c:pt idx="2529">
                  <c:v>0.80143486886421933</c:v>
                </c:pt>
                <c:pt idx="2530">
                  <c:v>0.8069609106266622</c:v>
                </c:pt>
                <c:pt idx="2531">
                  <c:v>0.86752739368264253</c:v>
                </c:pt>
                <c:pt idx="2532">
                  <c:v>0.87859568643619157</c:v>
                </c:pt>
                <c:pt idx="2533">
                  <c:v>0.87073713428108357</c:v>
                </c:pt>
                <c:pt idx="2534">
                  <c:v>0.86727270436768833</c:v>
                </c:pt>
                <c:pt idx="2535">
                  <c:v>0.85460355228868301</c:v>
                </c:pt>
                <c:pt idx="2536">
                  <c:v>0.8371514931467835</c:v>
                </c:pt>
                <c:pt idx="2537">
                  <c:v>0.83183033451387822</c:v>
                </c:pt>
                <c:pt idx="2538">
                  <c:v>0.84757797575838911</c:v>
                </c:pt>
                <c:pt idx="2539">
                  <c:v>0.93755027816208591</c:v>
                </c:pt>
                <c:pt idx="2540">
                  <c:v>0.99410406406566132</c:v>
                </c:pt>
                <c:pt idx="2541">
                  <c:v>0.8801355723355202</c:v>
                </c:pt>
                <c:pt idx="2542">
                  <c:v>0.83882675324635658</c:v>
                </c:pt>
                <c:pt idx="2543">
                  <c:v>0.84241573137759773</c:v>
                </c:pt>
                <c:pt idx="2544">
                  <c:v>0.84416749068116248</c:v>
                </c:pt>
                <c:pt idx="2545">
                  <c:v>0.8457178270097615</c:v>
                </c:pt>
                <c:pt idx="2546">
                  <c:v>0.85846274950522328</c:v>
                </c:pt>
                <c:pt idx="2547">
                  <c:v>0.87179090253396652</c:v>
                </c:pt>
                <c:pt idx="2548">
                  <c:v>0.87654258694410858</c:v>
                </c:pt>
                <c:pt idx="2549">
                  <c:v>0.85402206381193613</c:v>
                </c:pt>
                <c:pt idx="2550">
                  <c:v>0.71856668731957696</c:v>
                </c:pt>
                <c:pt idx="2551">
                  <c:v>0.65977029516133534</c:v>
                </c:pt>
                <c:pt idx="2552">
                  <c:v>0.66733775242980131</c:v>
                </c:pt>
                <c:pt idx="2553">
                  <c:v>0.70873071299866441</c:v>
                </c:pt>
                <c:pt idx="2554">
                  <c:v>0.75180406681873169</c:v>
                </c:pt>
                <c:pt idx="2555">
                  <c:v>0.81655492965494414</c:v>
                </c:pt>
                <c:pt idx="2556">
                  <c:v>0.84285764806245222</c:v>
                </c:pt>
                <c:pt idx="2557">
                  <c:v>0.84678278311785515</c:v>
                </c:pt>
                <c:pt idx="2558">
                  <c:v>0.88234558876771185</c:v>
                </c:pt>
                <c:pt idx="2559">
                  <c:v>0.88811492427515948</c:v>
                </c:pt>
                <c:pt idx="2560">
                  <c:v>0.92019297162237979</c:v>
                </c:pt>
                <c:pt idx="2561">
                  <c:v>0.96226603027094648</c:v>
                </c:pt>
                <c:pt idx="2562">
                  <c:v>0.97017743914961729</c:v>
                </c:pt>
                <c:pt idx="2563">
                  <c:v>0.96845967740319217</c:v>
                </c:pt>
                <c:pt idx="2564">
                  <c:v>0.95497204990393192</c:v>
                </c:pt>
                <c:pt idx="2565">
                  <c:v>0.94666253122584998</c:v>
                </c:pt>
                <c:pt idx="2566">
                  <c:v>0.93651400593708156</c:v>
                </c:pt>
                <c:pt idx="2567">
                  <c:v>0.88967525593660279</c:v>
                </c:pt>
                <c:pt idx="2568">
                  <c:v>0.87326691472155493</c:v>
                </c:pt>
                <c:pt idx="2569">
                  <c:v>0.87469168930407581</c:v>
                </c:pt>
                <c:pt idx="2570">
                  <c:v>0.88375824638555056</c:v>
                </c:pt>
                <c:pt idx="2571">
                  <c:v>0.89377321766370976</c:v>
                </c:pt>
                <c:pt idx="2572">
                  <c:v>0.89601036920673083</c:v>
                </c:pt>
                <c:pt idx="2573">
                  <c:v>0.89350331235458413</c:v>
                </c:pt>
                <c:pt idx="2574">
                  <c:v>0.87864537202847148</c:v>
                </c:pt>
                <c:pt idx="2575">
                  <c:v>0.86231079109785136</c:v>
                </c:pt>
                <c:pt idx="2576">
                  <c:v>0.85157657243797902</c:v>
                </c:pt>
                <c:pt idx="2577">
                  <c:v>0.8498380221528008</c:v>
                </c:pt>
                <c:pt idx="2578">
                  <c:v>0.86790944415524995</c:v>
                </c:pt>
                <c:pt idx="2579">
                  <c:v>0.99548355388356269</c:v>
                </c:pt>
                <c:pt idx="2580">
                  <c:v>0.96948653826999376</c:v>
                </c:pt>
                <c:pt idx="2581">
                  <c:v>0.73536945980102453</c:v>
                </c:pt>
                <c:pt idx="2582">
                  <c:v>0.75725065756031484</c:v>
                </c:pt>
                <c:pt idx="2583">
                  <c:v>0.80539115507583103</c:v>
                </c:pt>
                <c:pt idx="2584">
                  <c:v>0.80990256546704198</c:v>
                </c:pt>
                <c:pt idx="2585">
                  <c:v>0.79600788213435369</c:v>
                </c:pt>
                <c:pt idx="2586">
                  <c:v>0.61366637214440745</c:v>
                </c:pt>
                <c:pt idx="2587">
                  <c:v>0.70139122932042297</c:v>
                </c:pt>
                <c:pt idx="2588">
                  <c:v>0.77343011781137394</c:v>
                </c:pt>
                <c:pt idx="2589">
                  <c:v>0.78880733828932947</c:v>
                </c:pt>
                <c:pt idx="2590">
                  <c:v>0.79051469372757344</c:v>
                </c:pt>
                <c:pt idx="2591">
                  <c:v>0.80497871123313314</c:v>
                </c:pt>
                <c:pt idx="2592">
                  <c:v>0.8215035182367223</c:v>
                </c:pt>
                <c:pt idx="2593">
                  <c:v>0.83330716585777964</c:v>
                </c:pt>
                <c:pt idx="2594">
                  <c:v>0.84507687171598422</c:v>
                </c:pt>
                <c:pt idx="2595">
                  <c:v>0.8468293214924304</c:v>
                </c:pt>
                <c:pt idx="2596">
                  <c:v>0.85703136305164285</c:v>
                </c:pt>
                <c:pt idx="2597">
                  <c:v>0.93202626436052871</c:v>
                </c:pt>
                <c:pt idx="2598">
                  <c:v>0.9128151032573979</c:v>
                </c:pt>
                <c:pt idx="2599">
                  <c:v>0.80514535730782499</c:v>
                </c:pt>
                <c:pt idx="2600">
                  <c:v>0.75358196400536304</c:v>
                </c:pt>
                <c:pt idx="2601">
                  <c:v>0.73849874720838116</c:v>
                </c:pt>
                <c:pt idx="2602">
                  <c:v>0.72829767794422229</c:v>
                </c:pt>
                <c:pt idx="2603">
                  <c:v>0.72665498828864028</c:v>
                </c:pt>
                <c:pt idx="2604">
                  <c:v>0.74235129815837475</c:v>
                </c:pt>
                <c:pt idx="2605">
                  <c:v>0.89090976235664743</c:v>
                </c:pt>
                <c:pt idx="2606">
                  <c:v>0.91432776710323627</c:v>
                </c:pt>
                <c:pt idx="2607">
                  <c:v>0.91242043553577235</c:v>
                </c:pt>
                <c:pt idx="2608">
                  <c:v>0.88506398346905291</c:v>
                </c:pt>
                <c:pt idx="2609">
                  <c:v>0.87264590624161964</c:v>
                </c:pt>
                <c:pt idx="2610">
                  <c:v>0.87123625075584399</c:v>
                </c:pt>
                <c:pt idx="2611">
                  <c:v>0.86382313546025724</c:v>
                </c:pt>
                <c:pt idx="2612">
                  <c:v>0.85085035447578095</c:v>
                </c:pt>
                <c:pt idx="2613">
                  <c:v>0.86240337028512415</c:v>
                </c:pt>
                <c:pt idx="2614">
                  <c:v>0.90419332812382192</c:v>
                </c:pt>
                <c:pt idx="2615">
                  <c:v>0.95756262480224863</c:v>
                </c:pt>
                <c:pt idx="2616">
                  <c:v>0.99466439515054705</c:v>
                </c:pt>
                <c:pt idx="2617">
                  <c:v>0.8252866766488921</c:v>
                </c:pt>
                <c:pt idx="2618">
                  <c:v>0.75923794861819838</c:v>
                </c:pt>
                <c:pt idx="2619">
                  <c:v>0.57389776030412865</c:v>
                </c:pt>
                <c:pt idx="2620">
                  <c:v>0.60895486660805653</c:v>
                </c:pt>
                <c:pt idx="2621">
                  <c:v>0.72212453087453177</c:v>
                </c:pt>
                <c:pt idx="2622">
                  <c:v>0.86890279062184728</c:v>
                </c:pt>
                <c:pt idx="2623">
                  <c:v>0.88304548285657547</c:v>
                </c:pt>
                <c:pt idx="2624">
                  <c:v>0.87667245659643145</c:v>
                </c:pt>
                <c:pt idx="2625">
                  <c:v>0.81707004711862852</c:v>
                </c:pt>
                <c:pt idx="2626">
                  <c:v>0.80193819216536111</c:v>
                </c:pt>
                <c:pt idx="2627">
                  <c:v>0.80173903803723479</c:v>
                </c:pt>
                <c:pt idx="2628">
                  <c:v>0.80103763931412031</c:v>
                </c:pt>
                <c:pt idx="2629">
                  <c:v>0.80030094272978225</c:v>
                </c:pt>
                <c:pt idx="2630">
                  <c:v>0.79990098129749732</c:v>
                </c:pt>
                <c:pt idx="2631">
                  <c:v>0.79972377198744926</c:v>
                </c:pt>
                <c:pt idx="2632">
                  <c:v>0.79975360836710163</c:v>
                </c:pt>
                <c:pt idx="2633">
                  <c:v>0.77624919842018114</c:v>
                </c:pt>
                <c:pt idx="2634">
                  <c:v>0.65154689310158775</c:v>
                </c:pt>
                <c:pt idx="2635">
                  <c:v>0.67196827787893232</c:v>
                </c:pt>
                <c:pt idx="2636">
                  <c:v>0.67442522134982708</c:v>
                </c:pt>
                <c:pt idx="2637">
                  <c:v>0.70727330316786907</c:v>
                </c:pt>
                <c:pt idx="2638">
                  <c:v>0.71257128112171297</c:v>
                </c:pt>
                <c:pt idx="2639">
                  <c:v>0.71967602021442267</c:v>
                </c:pt>
                <c:pt idx="2640">
                  <c:v>0.77898331041436286</c:v>
                </c:pt>
                <c:pt idx="2641">
                  <c:v>0.7994446081430393</c:v>
                </c:pt>
                <c:pt idx="2642">
                  <c:v>0.79919783585456594</c:v>
                </c:pt>
                <c:pt idx="2643">
                  <c:v>0.79800768627453689</c:v>
                </c:pt>
                <c:pt idx="2644">
                  <c:v>0.79716362158492593</c:v>
                </c:pt>
                <c:pt idx="2645">
                  <c:v>0.80248982903335919</c:v>
                </c:pt>
                <c:pt idx="2646">
                  <c:v>0.83974742939707636</c:v>
                </c:pt>
                <c:pt idx="2647">
                  <c:v>0.8692096462525245</c:v>
                </c:pt>
                <c:pt idx="2648">
                  <c:v>0.87412481855724633</c:v>
                </c:pt>
                <c:pt idx="2649">
                  <c:v>0.87430338039068467</c:v>
                </c:pt>
                <c:pt idx="2650">
                  <c:v>0.87469265203535207</c:v>
                </c:pt>
                <c:pt idx="2651">
                  <c:v>0.87489517852372378</c:v>
                </c:pt>
                <c:pt idx="2652">
                  <c:v>0.86753787408988781</c:v>
                </c:pt>
                <c:pt idx="2653">
                  <c:v>0.82808664931190334</c:v>
                </c:pt>
                <c:pt idx="2654">
                  <c:v>0.77849829741482246</c:v>
                </c:pt>
                <c:pt idx="2655">
                  <c:v>0.7463059881772478</c:v>
                </c:pt>
                <c:pt idx="2656">
                  <c:v>0.74097425853998278</c:v>
                </c:pt>
                <c:pt idx="2657">
                  <c:v>0.84193345294978916</c:v>
                </c:pt>
                <c:pt idx="2658">
                  <c:v>0.97603506463219303</c:v>
                </c:pt>
                <c:pt idx="2659">
                  <c:v>0.99427124167353731</c:v>
                </c:pt>
                <c:pt idx="2660">
                  <c:v>0.44848081083965852</c:v>
                </c:pt>
                <c:pt idx="2661">
                  <c:v>0.46639387940109561</c:v>
                </c:pt>
                <c:pt idx="2662">
                  <c:v>0.6413605142936506</c:v>
                </c:pt>
                <c:pt idx="2663">
                  <c:v>0.68958058696605773</c:v>
                </c:pt>
                <c:pt idx="2664">
                  <c:v>0.69533975534736758</c:v>
                </c:pt>
                <c:pt idx="2665">
                  <c:v>0.75376510879780456</c:v>
                </c:pt>
                <c:pt idx="2666">
                  <c:v>0.7683721419157824</c:v>
                </c:pt>
                <c:pt idx="2667">
                  <c:v>0.76257923170272801</c:v>
                </c:pt>
                <c:pt idx="2668">
                  <c:v>0.74417895540158452</c:v>
                </c:pt>
                <c:pt idx="2669">
                  <c:v>0.74135795104530366</c:v>
                </c:pt>
                <c:pt idx="2670">
                  <c:v>0.72721438593738597</c:v>
                </c:pt>
                <c:pt idx="2671">
                  <c:v>0.69625467776521355</c:v>
                </c:pt>
                <c:pt idx="2672">
                  <c:v>0.68057884005061309</c:v>
                </c:pt>
                <c:pt idx="2673">
                  <c:v>0.66826516681171355</c:v>
                </c:pt>
                <c:pt idx="2674">
                  <c:v>0.65668432869591853</c:v>
                </c:pt>
                <c:pt idx="2675">
                  <c:v>0.44637797267517509</c:v>
                </c:pt>
                <c:pt idx="2676">
                  <c:v>0.45487361985650521</c:v>
                </c:pt>
                <c:pt idx="2677">
                  <c:v>0.54354695458424795</c:v>
                </c:pt>
                <c:pt idx="2678">
                  <c:v>0.56559673245206543</c:v>
                </c:pt>
                <c:pt idx="2679">
                  <c:v>0.56374797076249195</c:v>
                </c:pt>
                <c:pt idx="2680">
                  <c:v>0.55200378306762266</c:v>
                </c:pt>
                <c:pt idx="2681">
                  <c:v>0.54508853807227897</c:v>
                </c:pt>
                <c:pt idx="2682">
                  <c:v>0.55784168722073812</c:v>
                </c:pt>
                <c:pt idx="2683">
                  <c:v>0.78161014411053142</c:v>
                </c:pt>
                <c:pt idx="2684">
                  <c:v>0.79717956753613406</c:v>
                </c:pt>
                <c:pt idx="2685">
                  <c:v>0.80214345919263352</c:v>
                </c:pt>
                <c:pt idx="2686">
                  <c:v>0.8771440898694155</c:v>
                </c:pt>
                <c:pt idx="2687">
                  <c:v>0.90684097928503737</c:v>
                </c:pt>
                <c:pt idx="2688">
                  <c:v>0.8862255938234963</c:v>
                </c:pt>
                <c:pt idx="2689">
                  <c:v>0.61217333826231335</c:v>
                </c:pt>
                <c:pt idx="2690">
                  <c:v>0.46978544667423189</c:v>
                </c:pt>
                <c:pt idx="2691">
                  <c:v>0.47607135974650672</c:v>
                </c:pt>
                <c:pt idx="2692">
                  <c:v>0.53409852456126994</c:v>
                </c:pt>
                <c:pt idx="2693">
                  <c:v>0.57209774442508443</c:v>
                </c:pt>
                <c:pt idx="2694">
                  <c:v>0.61866026939531915</c:v>
                </c:pt>
                <c:pt idx="2695">
                  <c:v>0.65295584856416022</c:v>
                </c:pt>
                <c:pt idx="2696">
                  <c:v>0.69023050168674571</c:v>
                </c:pt>
                <c:pt idx="2697">
                  <c:v>0.99718660666259429</c:v>
                </c:pt>
                <c:pt idx="2698">
                  <c:v>0.90053228521552353</c:v>
                </c:pt>
                <c:pt idx="2699">
                  <c:v>0.63112974781140796</c:v>
                </c:pt>
                <c:pt idx="2700">
                  <c:v>0.61260033454746232</c:v>
                </c:pt>
                <c:pt idx="2701">
                  <c:v>0.47413671050422102</c:v>
                </c:pt>
                <c:pt idx="2702">
                  <c:v>0.43824955059307269</c:v>
                </c:pt>
                <c:pt idx="2703">
                  <c:v>0.44900888260959892</c:v>
                </c:pt>
                <c:pt idx="2704">
                  <c:v>0.54801467336244714</c:v>
                </c:pt>
                <c:pt idx="2705">
                  <c:v>0.65351761326662317</c:v>
                </c:pt>
                <c:pt idx="2706">
                  <c:v>0.69109455960702249</c:v>
                </c:pt>
                <c:pt idx="2707">
                  <c:v>0.69399562582147156</c:v>
                </c:pt>
                <c:pt idx="2708">
                  <c:v>0.72363629779708749</c:v>
                </c:pt>
                <c:pt idx="2709">
                  <c:v>0.75617288998288568</c:v>
                </c:pt>
                <c:pt idx="2710">
                  <c:v>0.78129981449604369</c:v>
                </c:pt>
                <c:pt idx="2711">
                  <c:v>0.8043651744089606</c:v>
                </c:pt>
                <c:pt idx="2712">
                  <c:v>0.8119289952420643</c:v>
                </c:pt>
                <c:pt idx="2713">
                  <c:v>0.79835558061794398</c:v>
                </c:pt>
                <c:pt idx="2714">
                  <c:v>0.67007882391348494</c:v>
                </c:pt>
                <c:pt idx="2715">
                  <c:v>0.61929613231070502</c:v>
                </c:pt>
                <c:pt idx="2716">
                  <c:v>0.60847842549256681</c:v>
                </c:pt>
                <c:pt idx="2717">
                  <c:v>0.4827974013785083</c:v>
                </c:pt>
                <c:pt idx="2718">
                  <c:v>0.39054039702582227</c:v>
                </c:pt>
                <c:pt idx="2719">
                  <c:v>0.40807548831744922</c:v>
                </c:pt>
                <c:pt idx="2720">
                  <c:v>0.53239071131903193</c:v>
                </c:pt>
                <c:pt idx="2721">
                  <c:v>0.65607443225030304</c:v>
                </c:pt>
                <c:pt idx="2722">
                  <c:v>0.72013171244965013</c:v>
                </c:pt>
                <c:pt idx="2723">
                  <c:v>0.72124773052668034</c:v>
                </c:pt>
                <c:pt idx="2724">
                  <c:v>0.72773735019976393</c:v>
                </c:pt>
                <c:pt idx="2725">
                  <c:v>0.73011024171329097</c:v>
                </c:pt>
                <c:pt idx="2726">
                  <c:v>0.73861909305785256</c:v>
                </c:pt>
                <c:pt idx="2727">
                  <c:v>0.81890678715740362</c:v>
                </c:pt>
                <c:pt idx="2728">
                  <c:v>0.8717544369825011</c:v>
                </c:pt>
                <c:pt idx="2729">
                  <c:v>0.87634766044838186</c:v>
                </c:pt>
                <c:pt idx="2730">
                  <c:v>0.87183103802561002</c:v>
                </c:pt>
                <c:pt idx="2731">
                  <c:v>0.85389678950123948</c:v>
                </c:pt>
                <c:pt idx="2732">
                  <c:v>0.85068335537413653</c:v>
                </c:pt>
                <c:pt idx="2733">
                  <c:v>0.85426025972589736</c:v>
                </c:pt>
                <c:pt idx="2734">
                  <c:v>0.89142675912699654</c:v>
                </c:pt>
                <c:pt idx="2735">
                  <c:v>0.93327284122742726</c:v>
                </c:pt>
                <c:pt idx="2736">
                  <c:v>0.96621664716701727</c:v>
                </c:pt>
                <c:pt idx="2737">
                  <c:v>0.97983432844450036</c:v>
                </c:pt>
                <c:pt idx="2738">
                  <c:v>0.99435452759083964</c:v>
                </c:pt>
                <c:pt idx="2739">
                  <c:v>0.99652546729713043</c:v>
                </c:pt>
                <c:pt idx="2740">
                  <c:v>0.65732393040485171</c:v>
                </c:pt>
                <c:pt idx="2741">
                  <c:v>0.68712700742497479</c:v>
                </c:pt>
                <c:pt idx="2742">
                  <c:v>0.89634057363110442</c:v>
                </c:pt>
                <c:pt idx="2743">
                  <c:v>0.88444680682039856</c:v>
                </c:pt>
                <c:pt idx="2744">
                  <c:v>0.71419402382770725</c:v>
                </c:pt>
                <c:pt idx="2745">
                  <c:v>0.7120525061736982</c:v>
                </c:pt>
                <c:pt idx="2746">
                  <c:v>0.70463521701248066</c:v>
                </c:pt>
                <c:pt idx="2747">
                  <c:v>0.69755773076610905</c:v>
                </c:pt>
                <c:pt idx="2748">
                  <c:v>0.69132555672446461</c:v>
                </c:pt>
                <c:pt idx="2749">
                  <c:v>0.68661372527573539</c:v>
                </c:pt>
                <c:pt idx="2750">
                  <c:v>0.68352840353782962</c:v>
                </c:pt>
                <c:pt idx="2751">
                  <c:v>0.68713544115890268</c:v>
                </c:pt>
                <c:pt idx="2752">
                  <c:v>0.72568464479132055</c:v>
                </c:pt>
                <c:pt idx="2753">
                  <c:v>0.73204888532925316</c:v>
                </c:pt>
                <c:pt idx="2754">
                  <c:v>0.73604745271245919</c:v>
                </c:pt>
                <c:pt idx="2755">
                  <c:v>0.75279289460507781</c:v>
                </c:pt>
                <c:pt idx="2756">
                  <c:v>0.77470385209527071</c:v>
                </c:pt>
                <c:pt idx="2757">
                  <c:v>0.78117572043633665</c:v>
                </c:pt>
                <c:pt idx="2758">
                  <c:v>0.77554084152609515</c:v>
                </c:pt>
                <c:pt idx="2759">
                  <c:v>0.71809179412510227</c:v>
                </c:pt>
                <c:pt idx="2760">
                  <c:v>0.68506177578378757</c:v>
                </c:pt>
                <c:pt idx="2761">
                  <c:v>0.69811580656261585</c:v>
                </c:pt>
                <c:pt idx="2762">
                  <c:v>0.79871758685099592</c:v>
                </c:pt>
                <c:pt idx="2763">
                  <c:v>0.88668004736120754</c:v>
                </c:pt>
                <c:pt idx="2764">
                  <c:v>0.8994078498546042</c:v>
                </c:pt>
                <c:pt idx="2765">
                  <c:v>0.87770387782023884</c:v>
                </c:pt>
                <c:pt idx="2766">
                  <c:v>0.62714334215749223</c:v>
                </c:pt>
                <c:pt idx="2767">
                  <c:v>0.56739512621274524</c:v>
                </c:pt>
                <c:pt idx="2768">
                  <c:v>0.57135572962842784</c:v>
                </c:pt>
                <c:pt idx="2769">
                  <c:v>0.60580183046730984</c:v>
                </c:pt>
                <c:pt idx="2770">
                  <c:v>0.62924321373220993</c:v>
                </c:pt>
                <c:pt idx="2771">
                  <c:v>0.62093815500219152</c:v>
                </c:pt>
                <c:pt idx="2772">
                  <c:v>0.59145559487752442</c:v>
                </c:pt>
                <c:pt idx="2773">
                  <c:v>0.56894139558846868</c:v>
                </c:pt>
                <c:pt idx="2774">
                  <c:v>0.5375223949758694</c:v>
                </c:pt>
                <c:pt idx="2775">
                  <c:v>0.5194574621918544</c:v>
                </c:pt>
                <c:pt idx="2776">
                  <c:v>0.55995325990900835</c:v>
                </c:pt>
                <c:pt idx="2777">
                  <c:v>0.87756660790671737</c:v>
                </c:pt>
                <c:pt idx="2778">
                  <c:v>0.99948317475066839</c:v>
                </c:pt>
                <c:pt idx="2779">
                  <c:v>0.83611089954525419</c:v>
                </c:pt>
                <c:pt idx="2780">
                  <c:v>0.55252391882450735</c:v>
                </c:pt>
                <c:pt idx="2781">
                  <c:v>0.65192113244874295</c:v>
                </c:pt>
                <c:pt idx="2782">
                  <c:v>0.70637434727345105</c:v>
                </c:pt>
                <c:pt idx="2783">
                  <c:v>0.69722049629749372</c:v>
                </c:pt>
                <c:pt idx="2784">
                  <c:v>0.6525577954581937</c:v>
                </c:pt>
                <c:pt idx="2785">
                  <c:v>0.59868364585363931</c:v>
                </c:pt>
                <c:pt idx="2786">
                  <c:v>0.57902231946235549</c:v>
                </c:pt>
                <c:pt idx="2787">
                  <c:v>0.5827688261020838</c:v>
                </c:pt>
                <c:pt idx="2788">
                  <c:v>0.6235827484951999</c:v>
                </c:pt>
                <c:pt idx="2789">
                  <c:v>0.65718334138111245</c:v>
                </c:pt>
                <c:pt idx="2790">
                  <c:v>0.72727144724366555</c:v>
                </c:pt>
                <c:pt idx="2791">
                  <c:v>0.74150614264676695</c:v>
                </c:pt>
                <c:pt idx="2792">
                  <c:v>0.74595926308764859</c:v>
                </c:pt>
                <c:pt idx="2793">
                  <c:v>0.80413025033037377</c:v>
                </c:pt>
                <c:pt idx="2794">
                  <c:v>0.82883083961914095</c:v>
                </c:pt>
                <c:pt idx="2795">
                  <c:v>0.82956655846977179</c:v>
                </c:pt>
                <c:pt idx="2796">
                  <c:v>0.83504266144032369</c:v>
                </c:pt>
                <c:pt idx="2797">
                  <c:v>0.83826707668887457</c:v>
                </c:pt>
                <c:pt idx="2798">
                  <c:v>0.83839789137299747</c:v>
                </c:pt>
                <c:pt idx="2799">
                  <c:v>0.84022393238660675</c:v>
                </c:pt>
                <c:pt idx="2800">
                  <c:v>0.83551629738977362</c:v>
                </c:pt>
                <c:pt idx="2801">
                  <c:v>0.78857049544016389</c:v>
                </c:pt>
                <c:pt idx="2802">
                  <c:v>0.76940385324753058</c:v>
                </c:pt>
                <c:pt idx="2803">
                  <c:v>0.77408051160404301</c:v>
                </c:pt>
                <c:pt idx="2804">
                  <c:v>0.77733405984532922</c:v>
                </c:pt>
                <c:pt idx="2805">
                  <c:v>0.86927294126226728</c:v>
                </c:pt>
                <c:pt idx="2806">
                  <c:v>0.86651451503956411</c:v>
                </c:pt>
                <c:pt idx="2807">
                  <c:v>0.86002871203721343</c:v>
                </c:pt>
                <c:pt idx="2808">
                  <c:v>0.74960169597218018</c:v>
                </c:pt>
                <c:pt idx="2809">
                  <c:v>0.72006572319593642</c:v>
                </c:pt>
                <c:pt idx="2810">
                  <c:v>0.71888758799526509</c:v>
                </c:pt>
                <c:pt idx="2811">
                  <c:v>0.71024225960430287</c:v>
                </c:pt>
                <c:pt idx="2812">
                  <c:v>0.70720971456284087</c:v>
                </c:pt>
                <c:pt idx="2813">
                  <c:v>0.71474865430458911</c:v>
                </c:pt>
                <c:pt idx="2814">
                  <c:v>0.75448978361182795</c:v>
                </c:pt>
                <c:pt idx="2815">
                  <c:v>0.82705449693172206</c:v>
                </c:pt>
                <c:pt idx="2816">
                  <c:v>0.84827256118649985</c:v>
                </c:pt>
                <c:pt idx="2817">
                  <c:v>0.86533068856369177</c:v>
                </c:pt>
                <c:pt idx="2818">
                  <c:v>0.99947375899100521</c:v>
                </c:pt>
                <c:pt idx="2819">
                  <c:v>0.89569403859766272</c:v>
                </c:pt>
                <c:pt idx="2820">
                  <c:v>0.86903878085911013</c:v>
                </c:pt>
                <c:pt idx="2821">
                  <c:v>0.66511806572710841</c:v>
                </c:pt>
                <c:pt idx="2822">
                  <c:v>0.66814517886651825</c:v>
                </c:pt>
                <c:pt idx="2823">
                  <c:v>0.69166132040703776</c:v>
                </c:pt>
                <c:pt idx="2824">
                  <c:v>0.70348142840312078</c:v>
                </c:pt>
                <c:pt idx="2825">
                  <c:v>0.72889429498156177</c:v>
                </c:pt>
                <c:pt idx="2826">
                  <c:v>0.74926780383461544</c:v>
                </c:pt>
                <c:pt idx="2827">
                  <c:v>0.76559203359444727</c:v>
                </c:pt>
                <c:pt idx="2828">
                  <c:v>0.76785765872936296</c:v>
                </c:pt>
                <c:pt idx="2829">
                  <c:v>0.7669754666648777</c:v>
                </c:pt>
                <c:pt idx="2830">
                  <c:v>0.75747743530311207</c:v>
                </c:pt>
                <c:pt idx="2831">
                  <c:v>0.75574297661795176</c:v>
                </c:pt>
                <c:pt idx="2832">
                  <c:v>0.76521709894177081</c:v>
                </c:pt>
                <c:pt idx="2833">
                  <c:v>0.84852572060576836</c:v>
                </c:pt>
                <c:pt idx="2834">
                  <c:v>0.86456201359687868</c:v>
                </c:pt>
                <c:pt idx="2835">
                  <c:v>0.86491890553193185</c:v>
                </c:pt>
                <c:pt idx="2836">
                  <c:v>0.86749472456110122</c:v>
                </c:pt>
                <c:pt idx="2837">
                  <c:v>0.8691323082281126</c:v>
                </c:pt>
                <c:pt idx="2838">
                  <c:v>0.86960309761973431</c:v>
                </c:pt>
                <c:pt idx="2839">
                  <c:v>0.86917723285181336</c:v>
                </c:pt>
                <c:pt idx="2840">
                  <c:v>0.86040986847176271</c:v>
                </c:pt>
                <c:pt idx="2841">
                  <c:v>0.85854151917529831</c:v>
                </c:pt>
                <c:pt idx="2842">
                  <c:v>0.84875394396995829</c:v>
                </c:pt>
                <c:pt idx="2843">
                  <c:v>0.78299055770574599</c:v>
                </c:pt>
                <c:pt idx="2844">
                  <c:v>0.75220943183342115</c:v>
                </c:pt>
                <c:pt idx="2845">
                  <c:v>0.74907298326454552</c:v>
                </c:pt>
                <c:pt idx="2846">
                  <c:v>0.74559485900896005</c:v>
                </c:pt>
                <c:pt idx="2847">
                  <c:v>0.67207095448232113</c:v>
                </c:pt>
                <c:pt idx="2848">
                  <c:v>0.66716015872212364</c:v>
                </c:pt>
                <c:pt idx="2849">
                  <c:v>0.67044496261267794</c:v>
                </c:pt>
                <c:pt idx="2850">
                  <c:v>0.72478400476081717</c:v>
                </c:pt>
                <c:pt idx="2851">
                  <c:v>0.73367054302957324</c:v>
                </c:pt>
                <c:pt idx="2852">
                  <c:v>0.73860626610533819</c:v>
                </c:pt>
                <c:pt idx="2853">
                  <c:v>0.75128669107641277</c:v>
                </c:pt>
                <c:pt idx="2854">
                  <c:v>0.76864853913377529</c:v>
                </c:pt>
                <c:pt idx="2855">
                  <c:v>0.77557884486591788</c:v>
                </c:pt>
                <c:pt idx="2856">
                  <c:v>0.79386197371971912</c:v>
                </c:pt>
                <c:pt idx="2857">
                  <c:v>0.89863965960646075</c:v>
                </c:pt>
                <c:pt idx="2858">
                  <c:v>0.99806197284751674</c:v>
                </c:pt>
                <c:pt idx="2859">
                  <c:v>0.72027336092973882</c:v>
                </c:pt>
                <c:pt idx="2860">
                  <c:v>0.68974073836982575</c:v>
                </c:pt>
                <c:pt idx="2861">
                  <c:v>0.50000673495854764</c:v>
                </c:pt>
                <c:pt idx="2862">
                  <c:v>0.51507724173573988</c:v>
                </c:pt>
                <c:pt idx="2863">
                  <c:v>0.5721765250483678</c:v>
                </c:pt>
                <c:pt idx="2864">
                  <c:v>0.62728720283486217</c:v>
                </c:pt>
                <c:pt idx="2865">
                  <c:v>0.68245826384211994</c:v>
                </c:pt>
                <c:pt idx="2866">
                  <c:v>0.73427981086898142</c:v>
                </c:pt>
                <c:pt idx="2867">
                  <c:v>0.77601063850447993</c:v>
                </c:pt>
                <c:pt idx="2868">
                  <c:v>0.78050965593202715</c:v>
                </c:pt>
                <c:pt idx="2869">
                  <c:v>0.80275022161765808</c:v>
                </c:pt>
                <c:pt idx="2870">
                  <c:v>0.81821068526110774</c:v>
                </c:pt>
                <c:pt idx="2871">
                  <c:v>0.8315806064366954</c:v>
                </c:pt>
                <c:pt idx="2872">
                  <c:v>0.89731658334867803</c:v>
                </c:pt>
                <c:pt idx="2873">
                  <c:v>0.9455565041753875</c:v>
                </c:pt>
                <c:pt idx="2874">
                  <c:v>0.96283229218650523</c:v>
                </c:pt>
                <c:pt idx="2875">
                  <c:v>0.91625873154160431</c:v>
                </c:pt>
                <c:pt idx="2876">
                  <c:v>0.85528901050441075</c:v>
                </c:pt>
                <c:pt idx="2877">
                  <c:v>0.8468682107220028</c:v>
                </c:pt>
                <c:pt idx="2878">
                  <c:v>0.83980056889855026</c:v>
                </c:pt>
                <c:pt idx="2879">
                  <c:v>0.83438678678268308</c:v>
                </c:pt>
                <c:pt idx="2880">
                  <c:v>0.83295342141970696</c:v>
                </c:pt>
                <c:pt idx="2881">
                  <c:v>0.8286787051477198</c:v>
                </c:pt>
                <c:pt idx="2882">
                  <c:v>0.78386980109805771</c:v>
                </c:pt>
                <c:pt idx="2883">
                  <c:v>0.76550418016828181</c:v>
                </c:pt>
                <c:pt idx="2884">
                  <c:v>0.765077932288177</c:v>
                </c:pt>
                <c:pt idx="2885">
                  <c:v>0.76002944494411417</c:v>
                </c:pt>
                <c:pt idx="2886">
                  <c:v>0.75760345713830313</c:v>
                </c:pt>
                <c:pt idx="2887">
                  <c:v>0.76761071977109396</c:v>
                </c:pt>
                <c:pt idx="2888">
                  <c:v>0.81626709180919188</c:v>
                </c:pt>
                <c:pt idx="2889">
                  <c:v>0.85227824028578014</c:v>
                </c:pt>
                <c:pt idx="2890">
                  <c:v>0.85842243381811423</c:v>
                </c:pt>
                <c:pt idx="2891">
                  <c:v>0.85437570738844615</c:v>
                </c:pt>
                <c:pt idx="2892">
                  <c:v>0.84375400129645617</c:v>
                </c:pt>
                <c:pt idx="2893">
                  <c:v>0.82839824744988777</c:v>
                </c:pt>
                <c:pt idx="2894">
                  <c:v>0.82786271851976467</c:v>
                </c:pt>
                <c:pt idx="2895">
                  <c:v>0.83928332699831332</c:v>
                </c:pt>
                <c:pt idx="2896">
                  <c:v>0.91990272988190924</c:v>
                </c:pt>
                <c:pt idx="2897">
                  <c:v>0.99791936122885982</c:v>
                </c:pt>
                <c:pt idx="2898">
                  <c:v>0.92231331801857075</c:v>
                </c:pt>
                <c:pt idx="2899">
                  <c:v>0.86408798548364618</c:v>
                </c:pt>
                <c:pt idx="2900">
                  <c:v>0.84231142177548557</c:v>
                </c:pt>
                <c:pt idx="2901">
                  <c:v>0.6251965754543124</c:v>
                </c:pt>
                <c:pt idx="2902">
                  <c:v>0.63510973961839312</c:v>
                </c:pt>
                <c:pt idx="2903">
                  <c:v>0.67005008330805227</c:v>
                </c:pt>
                <c:pt idx="2904">
                  <c:v>0.7037040588285628</c:v>
                </c:pt>
                <c:pt idx="2905">
                  <c:v>0.70817334622121053</c:v>
                </c:pt>
                <c:pt idx="2906">
                  <c:v>0.7444325919608481</c:v>
                </c:pt>
                <c:pt idx="2907">
                  <c:v>0.79836275726816996</c:v>
                </c:pt>
                <c:pt idx="2908">
                  <c:v>0.81168331364870661</c:v>
                </c:pt>
                <c:pt idx="2909">
                  <c:v>0.80383729704454132</c:v>
                </c:pt>
                <c:pt idx="2910">
                  <c:v>0.71833095104283795</c:v>
                </c:pt>
                <c:pt idx="2911">
                  <c:v>0.69754565231745869</c:v>
                </c:pt>
                <c:pt idx="2912">
                  <c:v>0.70472382197476591</c:v>
                </c:pt>
                <c:pt idx="2913">
                  <c:v>0.75356194990446479</c:v>
                </c:pt>
                <c:pt idx="2914">
                  <c:v>0.77560468354293433</c:v>
                </c:pt>
                <c:pt idx="2915">
                  <c:v>0.80219183359127755</c:v>
                </c:pt>
                <c:pt idx="2916">
                  <c:v>0.98649596771537507</c:v>
                </c:pt>
                <c:pt idx="2917">
                  <c:v>0.97495554469234891</c:v>
                </c:pt>
                <c:pt idx="2918">
                  <c:v>0.91498690413025308</c:v>
                </c:pt>
                <c:pt idx="2919">
                  <c:v>0.85979721454964042</c:v>
                </c:pt>
                <c:pt idx="2920">
                  <c:v>0.82670984740891174</c:v>
                </c:pt>
                <c:pt idx="2921">
                  <c:v>0.83592117755076978</c:v>
                </c:pt>
                <c:pt idx="2922">
                  <c:v>0.89211021363474252</c:v>
                </c:pt>
                <c:pt idx="2923">
                  <c:v>0.93388443853431069</c:v>
                </c:pt>
                <c:pt idx="2924">
                  <c:v>0.93744054344289973</c:v>
                </c:pt>
                <c:pt idx="2925">
                  <c:v>0.93275443472795161</c:v>
                </c:pt>
                <c:pt idx="2926">
                  <c:v>0.91699291055140308</c:v>
                </c:pt>
                <c:pt idx="2927">
                  <c:v>0.91136022131554639</c:v>
                </c:pt>
                <c:pt idx="2928">
                  <c:v>0.84786864911949034</c:v>
                </c:pt>
                <c:pt idx="2929">
                  <c:v>0.67373819249056721</c:v>
                </c:pt>
                <c:pt idx="2930">
                  <c:v>0.63542530598567148</c:v>
                </c:pt>
                <c:pt idx="2931">
                  <c:v>0.68890855851644983</c:v>
                </c:pt>
                <c:pt idx="2932">
                  <c:v>0.73186572207576095</c:v>
                </c:pt>
                <c:pt idx="2933">
                  <c:v>0.80687303946345712</c:v>
                </c:pt>
                <c:pt idx="2934">
                  <c:v>0.81871394765012573</c:v>
                </c:pt>
                <c:pt idx="2935">
                  <c:v>0.82890890963443975</c:v>
                </c:pt>
                <c:pt idx="2936">
                  <c:v>0.88776799519139793</c:v>
                </c:pt>
                <c:pt idx="2937">
                  <c:v>0.95528663753497389</c:v>
                </c:pt>
                <c:pt idx="2938">
                  <c:v>0.99831021839778722</c:v>
                </c:pt>
                <c:pt idx="2939">
                  <c:v>0.9230265287546584</c:v>
                </c:pt>
                <c:pt idx="2940">
                  <c:v>0.70423292154461481</c:v>
                </c:pt>
                <c:pt idx="2941">
                  <c:v>0.73451639194666507</c:v>
                </c:pt>
                <c:pt idx="2942">
                  <c:v>0.74210075869478564</c:v>
                </c:pt>
                <c:pt idx="2943">
                  <c:v>0.74352755002283011</c:v>
                </c:pt>
                <c:pt idx="2944">
                  <c:v>0.7458000511393158</c:v>
                </c:pt>
                <c:pt idx="2945">
                  <c:v>0.74790898404324213</c:v>
                </c:pt>
                <c:pt idx="2946">
                  <c:v>0.74971012123838499</c:v>
                </c:pt>
                <c:pt idx="2947">
                  <c:v>0.75116043054087622</c:v>
                </c:pt>
                <c:pt idx="2948">
                  <c:v>0.75282594732668418</c:v>
                </c:pt>
                <c:pt idx="2949">
                  <c:v>0.76545725454511993</c:v>
                </c:pt>
                <c:pt idx="2950">
                  <c:v>0.86012823558173934</c:v>
                </c:pt>
                <c:pt idx="2951">
                  <c:v>0.90724385937105823</c:v>
                </c:pt>
                <c:pt idx="2952">
                  <c:v>0.90145780301089506</c:v>
                </c:pt>
                <c:pt idx="2953">
                  <c:v>0.88147321905254339</c:v>
                </c:pt>
                <c:pt idx="2954">
                  <c:v>0.86504798095794666</c:v>
                </c:pt>
                <c:pt idx="2955">
                  <c:v>0.8681028578110197</c:v>
                </c:pt>
                <c:pt idx="2956">
                  <c:v>0.88791249882751178</c:v>
                </c:pt>
                <c:pt idx="2957">
                  <c:v>0.89528395442163822</c:v>
                </c:pt>
                <c:pt idx="2958">
                  <c:v>0.90433060365838813</c:v>
                </c:pt>
                <c:pt idx="2959">
                  <c:v>0.98179408853531558</c:v>
                </c:pt>
                <c:pt idx="2960">
                  <c:v>0.98056820492659447</c:v>
                </c:pt>
                <c:pt idx="2961">
                  <c:v>0.97909420923655588</c:v>
                </c:pt>
                <c:pt idx="2962">
                  <c:v>0.96231635294590723</c:v>
                </c:pt>
                <c:pt idx="2963">
                  <c:v>0.95848234008313538</c:v>
                </c:pt>
                <c:pt idx="2964">
                  <c:v>0.95141948639700913</c:v>
                </c:pt>
                <c:pt idx="2965">
                  <c:v>0.89589436650479781</c:v>
                </c:pt>
                <c:pt idx="2966">
                  <c:v>0.8548402756997171</c:v>
                </c:pt>
                <c:pt idx="2967">
                  <c:v>0.85010010204050723</c:v>
                </c:pt>
                <c:pt idx="2968">
                  <c:v>0.85567484337740696</c:v>
                </c:pt>
                <c:pt idx="2969">
                  <c:v>0.92254460141494987</c:v>
                </c:pt>
                <c:pt idx="2970">
                  <c:v>0.93860546131573996</c:v>
                </c:pt>
                <c:pt idx="2971">
                  <c:v>0.93680679689246438</c:v>
                </c:pt>
                <c:pt idx="2972">
                  <c:v>0.92383638569525106</c:v>
                </c:pt>
                <c:pt idx="2973">
                  <c:v>0.91863931559169398</c:v>
                </c:pt>
                <c:pt idx="2974">
                  <c:v>0.91958080342948101</c:v>
                </c:pt>
                <c:pt idx="2975">
                  <c:v>0.92010038044848375</c:v>
                </c:pt>
                <c:pt idx="2976">
                  <c:v>0.92189344001886164</c:v>
                </c:pt>
                <c:pt idx="2977">
                  <c:v>0.92434750583495195</c:v>
                </c:pt>
                <c:pt idx="2978">
                  <c:v>0.92480500263725418</c:v>
                </c:pt>
                <c:pt idx="2979">
                  <c:v>0.95188753830702222</c:v>
                </c:pt>
                <c:pt idx="2980">
                  <c:v>0.98753591939515084</c:v>
                </c:pt>
                <c:pt idx="2981">
                  <c:v>0.9970574137617858</c:v>
                </c:pt>
                <c:pt idx="2982">
                  <c:v>0.76411235935706689</c:v>
                </c:pt>
                <c:pt idx="2983">
                  <c:v>0.76396298267461082</c:v>
                </c:pt>
                <c:pt idx="2984">
                  <c:v>0.76285241519948055</c:v>
                </c:pt>
                <c:pt idx="2985">
                  <c:v>0.76337858448272677</c:v>
                </c:pt>
                <c:pt idx="2986">
                  <c:v>0.76033221811835916</c:v>
                </c:pt>
                <c:pt idx="2987">
                  <c:v>0.75853791836122841</c:v>
                </c:pt>
                <c:pt idx="2988">
                  <c:v>0.7582238692264005</c:v>
                </c:pt>
                <c:pt idx="2989">
                  <c:v>0.76172699452857695</c:v>
                </c:pt>
                <c:pt idx="2990">
                  <c:v>0.78880070241336975</c:v>
                </c:pt>
                <c:pt idx="2991">
                  <c:v>0.79152277770768342</c:v>
                </c:pt>
                <c:pt idx="2992">
                  <c:v>0.80053477385611305</c:v>
                </c:pt>
                <c:pt idx="2993">
                  <c:v>0.86938594870614117</c:v>
                </c:pt>
                <c:pt idx="2994">
                  <c:v>0.89615439341515213</c:v>
                </c:pt>
                <c:pt idx="2995">
                  <c:v>0.88771425398354775</c:v>
                </c:pt>
                <c:pt idx="2996">
                  <c:v>0.83741869665034685</c:v>
                </c:pt>
                <c:pt idx="2997">
                  <c:v>0.82698146714374521</c:v>
                </c:pt>
                <c:pt idx="2998">
                  <c:v>0.82973729729331525</c:v>
                </c:pt>
                <c:pt idx="2999">
                  <c:v>0.85007574694339505</c:v>
                </c:pt>
                <c:pt idx="3000">
                  <c:v>0.86377827133089369</c:v>
                </c:pt>
                <c:pt idx="3001">
                  <c:v>0.87142336654077102</c:v>
                </c:pt>
                <c:pt idx="3002">
                  <c:v>0.87460887201175352</c:v>
                </c:pt>
                <c:pt idx="3003">
                  <c:v>0.89574808959173546</c:v>
                </c:pt>
                <c:pt idx="3004">
                  <c:v>0.90641282289126635</c:v>
                </c:pt>
                <c:pt idx="3005">
                  <c:v>0.90707778556266838</c:v>
                </c:pt>
                <c:pt idx="3006">
                  <c:v>0.91163295898508312</c:v>
                </c:pt>
                <c:pt idx="3007">
                  <c:v>0.91505027845650555</c:v>
                </c:pt>
                <c:pt idx="3008">
                  <c:v>0.91442434185416477</c:v>
                </c:pt>
                <c:pt idx="3009">
                  <c:v>0.90966616705784464</c:v>
                </c:pt>
                <c:pt idx="3010">
                  <c:v>0.90850268521334709</c:v>
                </c:pt>
                <c:pt idx="3011">
                  <c:v>0.9019185929361011</c:v>
                </c:pt>
                <c:pt idx="3012">
                  <c:v>0.89288886784861488</c:v>
                </c:pt>
                <c:pt idx="3013">
                  <c:v>0.88484206578326474</c:v>
                </c:pt>
                <c:pt idx="3014">
                  <c:v>0.88104988332222001</c:v>
                </c:pt>
                <c:pt idx="3015">
                  <c:v>0.8613464497252612</c:v>
                </c:pt>
                <c:pt idx="3016">
                  <c:v>0.82899540020836293</c:v>
                </c:pt>
                <c:pt idx="3017">
                  <c:v>0.81890045473682416</c:v>
                </c:pt>
                <c:pt idx="3018">
                  <c:v>0.83014998799678341</c:v>
                </c:pt>
                <c:pt idx="3019">
                  <c:v>0.94335873344891563</c:v>
                </c:pt>
                <c:pt idx="3020">
                  <c:v>0.99206446325939102</c:v>
                </c:pt>
                <c:pt idx="3021">
                  <c:v>0.81287180041567852</c:v>
                </c:pt>
                <c:pt idx="3022">
                  <c:v>0.63509859250905543</c:v>
                </c:pt>
                <c:pt idx="3023">
                  <c:v>0.6704734172802479</c:v>
                </c:pt>
                <c:pt idx="3024">
                  <c:v>0.70507492183581999</c:v>
                </c:pt>
                <c:pt idx="3025">
                  <c:v>0.76788849608354826</c:v>
                </c:pt>
                <c:pt idx="3026">
                  <c:v>0.7559451042591403</c:v>
                </c:pt>
                <c:pt idx="3027">
                  <c:v>0.69041676839105548</c:v>
                </c:pt>
                <c:pt idx="3028">
                  <c:v>0.64008151377988221</c:v>
                </c:pt>
                <c:pt idx="3029">
                  <c:v>0.58693509364865415</c:v>
                </c:pt>
                <c:pt idx="3030">
                  <c:v>0.57839714717552038</c:v>
                </c:pt>
                <c:pt idx="3031">
                  <c:v>0.58612096755296461</c:v>
                </c:pt>
                <c:pt idx="3032">
                  <c:v>0.69835883912066221</c:v>
                </c:pt>
                <c:pt idx="3033">
                  <c:v>0.7052945954433022</c:v>
                </c:pt>
                <c:pt idx="3034">
                  <c:v>0.64846859238255306</c:v>
                </c:pt>
                <c:pt idx="3035">
                  <c:v>0.56767294930514844</c:v>
                </c:pt>
                <c:pt idx="3036">
                  <c:v>0.52703185902390459</c:v>
                </c:pt>
                <c:pt idx="3037">
                  <c:v>0.51892610549832707</c:v>
                </c:pt>
                <c:pt idx="3038">
                  <c:v>0.47161851767351343</c:v>
                </c:pt>
                <c:pt idx="3039">
                  <c:v>0.44973717273296632</c:v>
                </c:pt>
                <c:pt idx="3040">
                  <c:v>0.38373837761363311</c:v>
                </c:pt>
                <c:pt idx="3041">
                  <c:v>0.32942712751333059</c:v>
                </c:pt>
                <c:pt idx="3042">
                  <c:v>0.3611576193217626</c:v>
                </c:pt>
                <c:pt idx="3043">
                  <c:v>0.53701375718790922</c:v>
                </c:pt>
                <c:pt idx="3044">
                  <c:v>0.66740010162509711</c:v>
                </c:pt>
                <c:pt idx="3045">
                  <c:v>0.65204583000931293</c:v>
                </c:pt>
                <c:pt idx="3046">
                  <c:v>0.57457533698509888</c:v>
                </c:pt>
                <c:pt idx="3047">
                  <c:v>0.5415854848090742</c:v>
                </c:pt>
                <c:pt idx="3048">
                  <c:v>0.53751778554196461</c:v>
                </c:pt>
                <c:pt idx="3049">
                  <c:v>0.50242416328160266</c:v>
                </c:pt>
                <c:pt idx="3050">
                  <c:v>0.39755796956622957</c:v>
                </c:pt>
                <c:pt idx="3051">
                  <c:v>0.38706858955438089</c:v>
                </c:pt>
                <c:pt idx="3052">
                  <c:v>0.39597129539121351</c:v>
                </c:pt>
                <c:pt idx="3053">
                  <c:v>0.40573439018663671</c:v>
                </c:pt>
                <c:pt idx="3054">
                  <c:v>0.42944789029978653</c:v>
                </c:pt>
                <c:pt idx="3055">
                  <c:v>0.4382603337448171</c:v>
                </c:pt>
                <c:pt idx="3056">
                  <c:v>0.48394182817002951</c:v>
                </c:pt>
                <c:pt idx="3057">
                  <c:v>0.96370561171626101</c:v>
                </c:pt>
                <c:pt idx="3058">
                  <c:v>0.99810966706245441</c:v>
                </c:pt>
                <c:pt idx="3059">
                  <c:v>0.68633165570049759</c:v>
                </c:pt>
                <c:pt idx="3060">
                  <c:v>0.56250358398123268</c:v>
                </c:pt>
                <c:pt idx="3061">
                  <c:v>0.57697086295877786</c:v>
                </c:pt>
                <c:pt idx="3062">
                  <c:v>0.708046744346848</c:v>
                </c:pt>
                <c:pt idx="3063">
                  <c:v>0.87230800045037904</c:v>
                </c:pt>
                <c:pt idx="3064">
                  <c:v>0.95357787369742864</c:v>
                </c:pt>
                <c:pt idx="3065">
                  <c:v>0.94944512154131877</c:v>
                </c:pt>
                <c:pt idx="3066">
                  <c:v>0.94576718096443291</c:v>
                </c:pt>
                <c:pt idx="3067">
                  <c:v>0.85649160242803213</c:v>
                </c:pt>
                <c:pt idx="3068">
                  <c:v>0.82185524569641688</c:v>
                </c:pt>
                <c:pt idx="3069">
                  <c:v>0.78535383481678489</c:v>
                </c:pt>
                <c:pt idx="3070">
                  <c:v>0.77710456306259734</c:v>
                </c:pt>
                <c:pt idx="3071">
                  <c:v>0.79948800815083487</c:v>
                </c:pt>
                <c:pt idx="3072">
                  <c:v>0.86013811644527893</c:v>
                </c:pt>
                <c:pt idx="3073">
                  <c:v>0.81619681307761605</c:v>
                </c:pt>
                <c:pt idx="3074">
                  <c:v>0.75720292012718082</c:v>
                </c:pt>
                <c:pt idx="3075">
                  <c:v>0.71339654265481134</c:v>
                </c:pt>
                <c:pt idx="3076">
                  <c:v>0.7064202024496794</c:v>
                </c:pt>
                <c:pt idx="3077">
                  <c:v>0.68725334775037139</c:v>
                </c:pt>
                <c:pt idx="3078">
                  <c:v>0.64099117008748652</c:v>
                </c:pt>
                <c:pt idx="3079">
                  <c:v>0.61882320312993278</c:v>
                </c:pt>
                <c:pt idx="3080">
                  <c:v>0.56781405817305441</c:v>
                </c:pt>
                <c:pt idx="3081">
                  <c:v>0.43675269605522049</c:v>
                </c:pt>
                <c:pt idx="3082">
                  <c:v>0.38501066408499501</c:v>
                </c:pt>
                <c:pt idx="3083">
                  <c:v>0.39311436680287981</c:v>
                </c:pt>
                <c:pt idx="3084">
                  <c:v>0.42689270620405001</c:v>
                </c:pt>
                <c:pt idx="3085">
                  <c:v>0.46122380011750991</c:v>
                </c:pt>
                <c:pt idx="3086">
                  <c:v>0.47389047297991271</c:v>
                </c:pt>
                <c:pt idx="3087">
                  <c:v>0.36101668564178202</c:v>
                </c:pt>
                <c:pt idx="3088">
                  <c:v>0.20940771357728361</c:v>
                </c:pt>
                <c:pt idx="3089">
                  <c:v>0.13549580995737781</c:v>
                </c:pt>
                <c:pt idx="3090">
                  <c:v>0.15497188152596411</c:v>
                </c:pt>
                <c:pt idx="3091">
                  <c:v>0.28040019415793338</c:v>
                </c:pt>
                <c:pt idx="3092">
                  <c:v>0.36103024997471578</c:v>
                </c:pt>
                <c:pt idx="3093">
                  <c:v>0.35775200234244009</c:v>
                </c:pt>
                <c:pt idx="3094">
                  <c:v>0.35386307134054279</c:v>
                </c:pt>
                <c:pt idx="3095">
                  <c:v>0.27366877831179631</c:v>
                </c:pt>
                <c:pt idx="3096">
                  <c:v>0.14570153871931851</c:v>
                </c:pt>
                <c:pt idx="3097">
                  <c:v>0.1012987807731532</c:v>
                </c:pt>
                <c:pt idx="3098">
                  <c:v>0.13600116337283069</c:v>
                </c:pt>
                <c:pt idx="3099">
                  <c:v>0.3065375762802362</c:v>
                </c:pt>
                <c:pt idx="3100">
                  <c:v>0.3507643553460148</c:v>
                </c:pt>
                <c:pt idx="3101">
                  <c:v>0.39076204738787751</c:v>
                </c:pt>
                <c:pt idx="3102">
                  <c:v>0.56636828857170896</c:v>
                </c:pt>
                <c:pt idx="3103">
                  <c:v>0.73633572171936401</c:v>
                </c:pt>
                <c:pt idx="3104">
                  <c:v>0.70027101942634762</c:v>
                </c:pt>
                <c:pt idx="3105">
                  <c:v>0.61466967728299826</c:v>
                </c:pt>
                <c:pt idx="3106">
                  <c:v>0.57175555424393887</c:v>
                </c:pt>
                <c:pt idx="3107">
                  <c:v>0.60627300932552775</c:v>
                </c:pt>
                <c:pt idx="3108">
                  <c:v>0.83558172344090476</c:v>
                </c:pt>
                <c:pt idx="3109">
                  <c:v>0.94713994020720327</c:v>
                </c:pt>
                <c:pt idx="3110">
                  <c:v>0.89845494121277514</c:v>
                </c:pt>
                <c:pt idx="3111">
                  <c:v>0.72202394615276289</c:v>
                </c:pt>
                <c:pt idx="3112">
                  <c:v>0.52598156273726093</c:v>
                </c:pt>
                <c:pt idx="3113">
                  <c:v>0.5391229342395607</c:v>
                </c:pt>
                <c:pt idx="3114">
                  <c:v>0.66001433894983452</c:v>
                </c:pt>
                <c:pt idx="3115">
                  <c:v>0.70450832772994865</c:v>
                </c:pt>
                <c:pt idx="3116">
                  <c:v>0.71114670366209332</c:v>
                </c:pt>
                <c:pt idx="3117">
                  <c:v>0.74651839185678914</c:v>
                </c:pt>
                <c:pt idx="3118">
                  <c:v>0.75982328429257184</c:v>
                </c:pt>
                <c:pt idx="3119">
                  <c:v>0.75080402700080229</c:v>
                </c:pt>
                <c:pt idx="3120">
                  <c:v>0.73759534658133574</c:v>
                </c:pt>
                <c:pt idx="3121">
                  <c:v>0.70945724741895799</c:v>
                </c:pt>
                <c:pt idx="3122">
                  <c:v>0.69850650116006618</c:v>
                </c:pt>
                <c:pt idx="3123">
                  <c:v>0.67225455531135159</c:v>
                </c:pt>
                <c:pt idx="3124">
                  <c:v>0.48498471836018431</c:v>
                </c:pt>
                <c:pt idx="3125">
                  <c:v>0.49537436495153497</c:v>
                </c:pt>
                <c:pt idx="3126">
                  <c:v>0.4994501218561776</c:v>
                </c:pt>
                <c:pt idx="3127">
                  <c:v>0.65244509636140868</c:v>
                </c:pt>
                <c:pt idx="3128">
                  <c:v>0.74333622759069018</c:v>
                </c:pt>
                <c:pt idx="3129">
                  <c:v>0.76657761813390723</c:v>
                </c:pt>
                <c:pt idx="3130">
                  <c:v>0.77382069364229333</c:v>
                </c:pt>
                <c:pt idx="3131">
                  <c:v>0.78743025727241045</c:v>
                </c:pt>
                <c:pt idx="3132">
                  <c:v>0.79317661638241532</c:v>
                </c:pt>
                <c:pt idx="3133">
                  <c:v>0.79547421796194806</c:v>
                </c:pt>
                <c:pt idx="3134">
                  <c:v>0.82726475343164385</c:v>
                </c:pt>
                <c:pt idx="3135">
                  <c:v>0.84657983929185765</c:v>
                </c:pt>
                <c:pt idx="3136">
                  <c:v>0.86237397227166235</c:v>
                </c:pt>
                <c:pt idx="3137">
                  <c:v>0.84122077984051102</c:v>
                </c:pt>
                <c:pt idx="3138">
                  <c:v>0.6888434316726646</c:v>
                </c:pt>
                <c:pt idx="3139">
                  <c:v>0.67004861509096936</c:v>
                </c:pt>
                <c:pt idx="3140">
                  <c:v>0.66977443690331084</c:v>
                </c:pt>
                <c:pt idx="3141">
                  <c:v>0.66160146916273943</c:v>
                </c:pt>
                <c:pt idx="3142">
                  <c:v>0.70499894039953792</c:v>
                </c:pt>
                <c:pt idx="3143">
                  <c:v>0.76140426489933744</c:v>
                </c:pt>
                <c:pt idx="3144">
                  <c:v>0.79852146304723715</c:v>
                </c:pt>
                <c:pt idx="3145">
                  <c:v>0.80498785924638649</c:v>
                </c:pt>
                <c:pt idx="3146">
                  <c:v>0.80472373404314346</c:v>
                </c:pt>
                <c:pt idx="3147">
                  <c:v>0.80440130806142784</c:v>
                </c:pt>
                <c:pt idx="3148">
                  <c:v>0.79754496114688855</c:v>
                </c:pt>
                <c:pt idx="3149">
                  <c:v>0.74862649205988119</c:v>
                </c:pt>
                <c:pt idx="3150">
                  <c:v>0.69948530786456597</c:v>
                </c:pt>
                <c:pt idx="3151">
                  <c:v>0.66247620812245389</c:v>
                </c:pt>
                <c:pt idx="3152">
                  <c:v>0.67039038139334106</c:v>
                </c:pt>
                <c:pt idx="3153">
                  <c:v>0.67669829941489634</c:v>
                </c:pt>
                <c:pt idx="3154">
                  <c:v>0.79347758709214555</c:v>
                </c:pt>
                <c:pt idx="3155">
                  <c:v>0.73009721239814362</c:v>
                </c:pt>
                <c:pt idx="3156">
                  <c:v>0.66172476310388206</c:v>
                </c:pt>
                <c:pt idx="3157">
                  <c:v>0.60914568862471552</c:v>
                </c:pt>
                <c:pt idx="3158">
                  <c:v>0.61497367775522049</c:v>
                </c:pt>
                <c:pt idx="3159">
                  <c:v>0.64319982819000421</c:v>
                </c:pt>
                <c:pt idx="3160">
                  <c:v>0.66527657768607262</c:v>
                </c:pt>
                <c:pt idx="3161">
                  <c:v>0.6757606542182738</c:v>
                </c:pt>
                <c:pt idx="3162">
                  <c:v>0.87268121549473987</c:v>
                </c:pt>
                <c:pt idx="3163">
                  <c:v>0.88768236356536967</c:v>
                </c:pt>
                <c:pt idx="3164">
                  <c:v>0.88766843908291959</c:v>
                </c:pt>
                <c:pt idx="3165">
                  <c:v>0.89010629075017622</c:v>
                </c:pt>
                <c:pt idx="3166">
                  <c:v>0.89161566568241246</c:v>
                </c:pt>
                <c:pt idx="3167">
                  <c:v>0.88292565198204309</c:v>
                </c:pt>
                <c:pt idx="3168">
                  <c:v>0.85758080593711838</c:v>
                </c:pt>
                <c:pt idx="3169">
                  <c:v>0.82995231574027717</c:v>
                </c:pt>
                <c:pt idx="3170">
                  <c:v>0.82593613368115559</c:v>
                </c:pt>
                <c:pt idx="3171">
                  <c:v>0.82329298963070785</c:v>
                </c:pt>
                <c:pt idx="3172">
                  <c:v>0.79612698226057321</c:v>
                </c:pt>
                <c:pt idx="3173">
                  <c:v>0.76467131180217196</c:v>
                </c:pt>
                <c:pt idx="3174">
                  <c:v>0.77144097870496287</c:v>
                </c:pt>
                <c:pt idx="3175">
                  <c:v>0.79643002552345987</c:v>
                </c:pt>
                <c:pt idx="3176">
                  <c:v>0.83737121026259709</c:v>
                </c:pt>
                <c:pt idx="3177">
                  <c:v>0.86840897354402036</c:v>
                </c:pt>
                <c:pt idx="3178">
                  <c:v>0.84792923093498662</c:v>
                </c:pt>
                <c:pt idx="3179">
                  <c:v>0.71608048108403932</c:v>
                </c:pt>
                <c:pt idx="3180">
                  <c:v>0.72671819824829986</c:v>
                </c:pt>
                <c:pt idx="3181">
                  <c:v>0.80587675957566007</c:v>
                </c:pt>
                <c:pt idx="3182">
                  <c:v>0.83521611231278003</c:v>
                </c:pt>
                <c:pt idx="3183">
                  <c:v>0.79113374993212437</c:v>
                </c:pt>
                <c:pt idx="3184">
                  <c:v>0.63349876661936411</c:v>
                </c:pt>
                <c:pt idx="3185">
                  <c:v>0.51678817883511696</c:v>
                </c:pt>
                <c:pt idx="3186">
                  <c:v>0.49831584704176429</c:v>
                </c:pt>
                <c:pt idx="3187">
                  <c:v>0.55357175751264776</c:v>
                </c:pt>
                <c:pt idx="3188">
                  <c:v>0.83359467496917627</c:v>
                </c:pt>
                <c:pt idx="3189">
                  <c:v>0.8870102458242406</c:v>
                </c:pt>
                <c:pt idx="3190">
                  <c:v>0.85724175454043294</c:v>
                </c:pt>
                <c:pt idx="3191">
                  <c:v>0.62497106586330187</c:v>
                </c:pt>
                <c:pt idx="3192">
                  <c:v>0.51246481826703283</c:v>
                </c:pt>
                <c:pt idx="3193">
                  <c:v>0.51875020058120291</c:v>
                </c:pt>
                <c:pt idx="3194">
                  <c:v>0.66705947062402915</c:v>
                </c:pt>
                <c:pt idx="3195">
                  <c:v>0.72848545917551921</c:v>
                </c:pt>
                <c:pt idx="3196">
                  <c:v>0.72087065470654832</c:v>
                </c:pt>
                <c:pt idx="3197">
                  <c:v>0.67050572375238404</c:v>
                </c:pt>
                <c:pt idx="3198">
                  <c:v>0.62640123700303652</c:v>
                </c:pt>
                <c:pt idx="3199">
                  <c:v>0.60244958717326624</c:v>
                </c:pt>
                <c:pt idx="3200">
                  <c:v>0.6206346712830918</c:v>
                </c:pt>
                <c:pt idx="3201">
                  <c:v>0.75065198830991631</c:v>
                </c:pt>
                <c:pt idx="3202">
                  <c:v>0.84451132736790346</c:v>
                </c:pt>
                <c:pt idx="3203">
                  <c:v>0.84592522586196439</c:v>
                </c:pt>
                <c:pt idx="3204">
                  <c:v>0.85932602468768704</c:v>
                </c:pt>
                <c:pt idx="3205">
                  <c:v>0.86147541167051367</c:v>
                </c:pt>
                <c:pt idx="3206">
                  <c:v>0.86029529288851003</c:v>
                </c:pt>
                <c:pt idx="3207">
                  <c:v>0.84483377629714573</c:v>
                </c:pt>
                <c:pt idx="3208">
                  <c:v>0.83937792180107906</c:v>
                </c:pt>
                <c:pt idx="3209">
                  <c:v>0.84288783927213184</c:v>
                </c:pt>
                <c:pt idx="3210">
                  <c:v>0.86977985297116067</c:v>
                </c:pt>
                <c:pt idx="3211">
                  <c:v>0.91708890933119336</c:v>
                </c:pt>
                <c:pt idx="3212">
                  <c:v>0.92409256156242925</c:v>
                </c:pt>
                <c:pt idx="3213">
                  <c:v>0.90736690889875049</c:v>
                </c:pt>
                <c:pt idx="3214">
                  <c:v>0.8856909292162467</c:v>
                </c:pt>
                <c:pt idx="3215">
                  <c:v>0.87270957013829165</c:v>
                </c:pt>
                <c:pt idx="3216">
                  <c:v>0.85434764431849008</c:v>
                </c:pt>
                <c:pt idx="3217">
                  <c:v>0.77253685422864571</c:v>
                </c:pt>
                <c:pt idx="3218">
                  <c:v>0.75177492686030167</c:v>
                </c:pt>
                <c:pt idx="3219">
                  <c:v>0.69378370943591705</c:v>
                </c:pt>
                <c:pt idx="3220">
                  <c:v>0.62316881061923934</c:v>
                </c:pt>
                <c:pt idx="3221">
                  <c:v>0.6037079024473645</c:v>
                </c:pt>
                <c:pt idx="3222">
                  <c:v>0.62047051246184604</c:v>
                </c:pt>
                <c:pt idx="3223">
                  <c:v>0.70632061474501329</c:v>
                </c:pt>
                <c:pt idx="3224">
                  <c:v>0.71540783736006663</c:v>
                </c:pt>
                <c:pt idx="3225">
                  <c:v>0.74409876085004378</c:v>
                </c:pt>
                <c:pt idx="3226">
                  <c:v>0.7571520469854286</c:v>
                </c:pt>
                <c:pt idx="3227">
                  <c:v>0.76134538441394295</c:v>
                </c:pt>
                <c:pt idx="3228">
                  <c:v>0.76225185686425789</c:v>
                </c:pt>
                <c:pt idx="3229">
                  <c:v>0.77267550550461495</c:v>
                </c:pt>
                <c:pt idx="3230">
                  <c:v>0.77527170028844172</c:v>
                </c:pt>
                <c:pt idx="3231">
                  <c:v>0.780813326794081</c:v>
                </c:pt>
                <c:pt idx="3232">
                  <c:v>0.86093166978966418</c:v>
                </c:pt>
                <c:pt idx="3233">
                  <c:v>0.90078564333897015</c:v>
                </c:pt>
                <c:pt idx="3234">
                  <c:v>0.86920817929182836</c:v>
                </c:pt>
                <c:pt idx="3235">
                  <c:v>0.76081021233693824</c:v>
                </c:pt>
                <c:pt idx="3236">
                  <c:v>0.69338170618465711</c:v>
                </c:pt>
                <c:pt idx="3237">
                  <c:v>0.77290288538842344</c:v>
                </c:pt>
                <c:pt idx="3238">
                  <c:v>0.91163827956157462</c:v>
                </c:pt>
                <c:pt idx="3239">
                  <c:v>0.96551658466824486</c:v>
                </c:pt>
                <c:pt idx="3240">
                  <c:v>0.95360038944740688</c:v>
                </c:pt>
                <c:pt idx="3241">
                  <c:v>0.85723251490217078</c:v>
                </c:pt>
                <c:pt idx="3242">
                  <c:v>0.80304035369423499</c:v>
                </c:pt>
                <c:pt idx="3243">
                  <c:v>0.8100932310706721</c:v>
                </c:pt>
                <c:pt idx="3244">
                  <c:v>0.8396687921028797</c:v>
                </c:pt>
                <c:pt idx="3245">
                  <c:v>0.86793862786010756</c:v>
                </c:pt>
                <c:pt idx="3246">
                  <c:v>0.87752060614813954</c:v>
                </c:pt>
                <c:pt idx="3247">
                  <c:v>0.85181899256477889</c:v>
                </c:pt>
                <c:pt idx="3248">
                  <c:v>0.73959605303238696</c:v>
                </c:pt>
                <c:pt idx="3249">
                  <c:v>0.69011958920941296</c:v>
                </c:pt>
                <c:pt idx="3250">
                  <c:v>0.69362272452842755</c:v>
                </c:pt>
                <c:pt idx="3251">
                  <c:v>0.71925614875136401</c:v>
                </c:pt>
                <c:pt idx="3252">
                  <c:v>0.72520804455691923</c:v>
                </c:pt>
                <c:pt idx="3253">
                  <c:v>0.76348795126596225</c:v>
                </c:pt>
                <c:pt idx="3254">
                  <c:v>0.77076779892938641</c:v>
                </c:pt>
                <c:pt idx="3255">
                  <c:v>0.75522134645086203</c:v>
                </c:pt>
                <c:pt idx="3256">
                  <c:v>0.65845418749721762</c:v>
                </c:pt>
                <c:pt idx="3257">
                  <c:v>0.62925917370324425</c:v>
                </c:pt>
                <c:pt idx="3258">
                  <c:v>0.64726543946980308</c:v>
                </c:pt>
                <c:pt idx="3259">
                  <c:v>0.75588926305443649</c:v>
                </c:pt>
                <c:pt idx="3260">
                  <c:v>0.82343877648664376</c:v>
                </c:pt>
                <c:pt idx="3261">
                  <c:v>0.81835197663084802</c:v>
                </c:pt>
                <c:pt idx="3262">
                  <c:v>0.78554357919241902</c:v>
                </c:pt>
                <c:pt idx="3263">
                  <c:v>0.71946873531986677</c:v>
                </c:pt>
                <c:pt idx="3264">
                  <c:v>0.71178278574629228</c:v>
                </c:pt>
                <c:pt idx="3265">
                  <c:v>0.77504873819272502</c:v>
                </c:pt>
                <c:pt idx="3266">
                  <c:v>0.84680872763393633</c:v>
                </c:pt>
                <c:pt idx="3267">
                  <c:v>0.89396685708687607</c:v>
                </c:pt>
                <c:pt idx="3268">
                  <c:v>0.88441612232889277</c:v>
                </c:pt>
                <c:pt idx="3269">
                  <c:v>0.81342026893616648</c:v>
                </c:pt>
                <c:pt idx="3270">
                  <c:v>0.77148356722607414</c:v>
                </c:pt>
                <c:pt idx="3271">
                  <c:v>0.77906234271969999</c:v>
                </c:pt>
                <c:pt idx="3272">
                  <c:v>0.78547293511685956</c:v>
                </c:pt>
                <c:pt idx="3273">
                  <c:v>0.9065237937211118</c:v>
                </c:pt>
                <c:pt idx="3274">
                  <c:v>0.91553914471121212</c:v>
                </c:pt>
                <c:pt idx="3275">
                  <c:v>0.89348615485715999</c:v>
                </c:pt>
                <c:pt idx="3276">
                  <c:v>0.7472699299897626</c:v>
                </c:pt>
                <c:pt idx="3277">
                  <c:v>0.67483380194809783</c:v>
                </c:pt>
                <c:pt idx="3278">
                  <c:v>0.68689732831354056</c:v>
                </c:pt>
                <c:pt idx="3279">
                  <c:v>0.77643276025397168</c:v>
                </c:pt>
                <c:pt idx="3280">
                  <c:v>0.84659777282625204</c:v>
                </c:pt>
                <c:pt idx="3281">
                  <c:v>0.85757417938539737</c:v>
                </c:pt>
                <c:pt idx="3282">
                  <c:v>0.85241836746017208</c:v>
                </c:pt>
                <c:pt idx="3283">
                  <c:v>0.79142787174638196</c:v>
                </c:pt>
                <c:pt idx="3284">
                  <c:v>0.77036767948818197</c:v>
                </c:pt>
                <c:pt idx="3285">
                  <c:v>0.7774010466825636</c:v>
                </c:pt>
                <c:pt idx="3286">
                  <c:v>0.85113010109318421</c:v>
                </c:pt>
                <c:pt idx="3287">
                  <c:v>0.90152592459502368</c:v>
                </c:pt>
                <c:pt idx="3288">
                  <c:v>0.8827365441531585</c:v>
                </c:pt>
                <c:pt idx="3289">
                  <c:v>0.77888306708894606</c:v>
                </c:pt>
                <c:pt idx="3290">
                  <c:v>0.68619681339692062</c:v>
                </c:pt>
                <c:pt idx="3291">
                  <c:v>0.67397542722881654</c:v>
                </c:pt>
                <c:pt idx="3292">
                  <c:v>0.6351681894909359</c:v>
                </c:pt>
                <c:pt idx="3293">
                  <c:v>0.61046548791608524</c:v>
                </c:pt>
                <c:pt idx="3294">
                  <c:v>0.58924286510869228</c:v>
                </c:pt>
                <c:pt idx="3295">
                  <c:v>0.63859424127405784</c:v>
                </c:pt>
                <c:pt idx="3296">
                  <c:v>0.67176703941259008</c:v>
                </c:pt>
                <c:pt idx="3297">
                  <c:v>0.67398945824733048</c:v>
                </c:pt>
                <c:pt idx="3298">
                  <c:v>0.67722785641534156</c:v>
                </c:pt>
                <c:pt idx="3299">
                  <c:v>0.73780760143701496</c:v>
                </c:pt>
                <c:pt idx="3300">
                  <c:v>0.7519119373903036</c:v>
                </c:pt>
                <c:pt idx="3301">
                  <c:v>0.76408011550459931</c:v>
                </c:pt>
                <c:pt idx="3302">
                  <c:v>0.83906567911224772</c:v>
                </c:pt>
                <c:pt idx="3303">
                  <c:v>0.86393854925638747</c:v>
                </c:pt>
                <c:pt idx="3304">
                  <c:v>0.85961556929801586</c:v>
                </c:pt>
                <c:pt idx="3305">
                  <c:v>0.81929903566796203</c:v>
                </c:pt>
                <c:pt idx="3306">
                  <c:v>0.79638276584947376</c:v>
                </c:pt>
                <c:pt idx="3307">
                  <c:v>0.80671240888268014</c:v>
                </c:pt>
                <c:pt idx="3308">
                  <c:v>0.86293031621278216</c:v>
                </c:pt>
                <c:pt idx="3309">
                  <c:v>0.90586839714362843</c:v>
                </c:pt>
                <c:pt idx="3310">
                  <c:v>0.90668882444312016</c:v>
                </c:pt>
                <c:pt idx="3311">
                  <c:v>0.91487558444873462</c:v>
                </c:pt>
                <c:pt idx="3312">
                  <c:v>0.91666027775096348</c:v>
                </c:pt>
                <c:pt idx="3313">
                  <c:v>0.88223884703884226</c:v>
                </c:pt>
                <c:pt idx="3314">
                  <c:v>0.82878058984842573</c:v>
                </c:pt>
                <c:pt idx="3315">
                  <c:v>0.77631128488507206</c:v>
                </c:pt>
                <c:pt idx="3316">
                  <c:v>0.75170061731368976</c:v>
                </c:pt>
                <c:pt idx="3317">
                  <c:v>0.76279585720223386</c:v>
                </c:pt>
                <c:pt idx="3318">
                  <c:v>0.85364753263490145</c:v>
                </c:pt>
                <c:pt idx="3319">
                  <c:v>0.89272531748788475</c:v>
                </c:pt>
                <c:pt idx="3320">
                  <c:v>0.88870350884942284</c:v>
                </c:pt>
                <c:pt idx="3321">
                  <c:v>0.86120831574489032</c:v>
                </c:pt>
                <c:pt idx="3322">
                  <c:v>0.8474317832728222</c:v>
                </c:pt>
                <c:pt idx="3323">
                  <c:v>0.82991769147729488</c:v>
                </c:pt>
                <c:pt idx="3324">
                  <c:v>0.80967237483307131</c:v>
                </c:pt>
                <c:pt idx="3325">
                  <c:v>0.56526906263572163</c:v>
                </c:pt>
                <c:pt idx="3326">
                  <c:v>0.52893851276080983</c:v>
                </c:pt>
                <c:pt idx="3327">
                  <c:v>0.54254285803055569</c:v>
                </c:pt>
                <c:pt idx="3328">
                  <c:v>0.70081195570189503</c:v>
                </c:pt>
                <c:pt idx="3329">
                  <c:v>0.76568987924775178</c:v>
                </c:pt>
                <c:pt idx="3330">
                  <c:v>0.74477394775209949</c:v>
                </c:pt>
                <c:pt idx="3331">
                  <c:v>0.61713990215515013</c:v>
                </c:pt>
                <c:pt idx="3332">
                  <c:v>0.48903101999798038</c:v>
                </c:pt>
                <c:pt idx="3333">
                  <c:v>0.38012424417641849</c:v>
                </c:pt>
                <c:pt idx="3334">
                  <c:v>0.36380814188126381</c:v>
                </c:pt>
                <c:pt idx="3335">
                  <c:v>0.41250163002970852</c:v>
                </c:pt>
                <c:pt idx="3336">
                  <c:v>0.51270343067248336</c:v>
                </c:pt>
                <c:pt idx="3337">
                  <c:v>0.56250281823913573</c:v>
                </c:pt>
                <c:pt idx="3338">
                  <c:v>0.58801326620262051</c:v>
                </c:pt>
                <c:pt idx="3339">
                  <c:v>0.78071591917521665</c:v>
                </c:pt>
                <c:pt idx="3340">
                  <c:v>0.83097592368194884</c:v>
                </c:pt>
                <c:pt idx="3341">
                  <c:v>0.81344651223342035</c:v>
                </c:pt>
                <c:pt idx="3342">
                  <c:v>0.78414936732954255</c:v>
                </c:pt>
                <c:pt idx="3343">
                  <c:v>0.76727824493223851</c:v>
                </c:pt>
                <c:pt idx="3344">
                  <c:v>0.7749971705985288</c:v>
                </c:pt>
                <c:pt idx="3345">
                  <c:v>0.85430379118399991</c:v>
                </c:pt>
                <c:pt idx="3346">
                  <c:v>0.85052708281765921</c:v>
                </c:pt>
                <c:pt idx="3347">
                  <c:v>0.82972471825745209</c:v>
                </c:pt>
                <c:pt idx="3348">
                  <c:v>0.81313589308731993</c:v>
                </c:pt>
                <c:pt idx="3349">
                  <c:v>0.79695120127422514</c:v>
                </c:pt>
                <c:pt idx="3350">
                  <c:v>0.78321608916670993</c:v>
                </c:pt>
                <c:pt idx="3351">
                  <c:v>0.77413123524453753</c:v>
                </c:pt>
                <c:pt idx="3352">
                  <c:v>0.59795071255180798</c:v>
                </c:pt>
                <c:pt idx="3353">
                  <c:v>0.54737787458020692</c:v>
                </c:pt>
                <c:pt idx="3354">
                  <c:v>0.56127369368706226</c:v>
                </c:pt>
                <c:pt idx="3355">
                  <c:v>0.67205802225857358</c:v>
                </c:pt>
                <c:pt idx="3356">
                  <c:v>0.72505194300779063</c:v>
                </c:pt>
                <c:pt idx="3357">
                  <c:v>0.69391810723622127</c:v>
                </c:pt>
                <c:pt idx="3358">
                  <c:v>0.39256772757993957</c:v>
                </c:pt>
                <c:pt idx="3359">
                  <c:v>0.40418990183925813</c:v>
                </c:pt>
                <c:pt idx="3360">
                  <c:v>0.49877606997870211</c:v>
                </c:pt>
                <c:pt idx="3361">
                  <c:v>0.52961119247547472</c:v>
                </c:pt>
                <c:pt idx="3362">
                  <c:v>0.53771110743842299</c:v>
                </c:pt>
                <c:pt idx="3363">
                  <c:v>0.55320352771220971</c:v>
                </c:pt>
                <c:pt idx="3364">
                  <c:v>0.55816996035841449</c:v>
                </c:pt>
                <c:pt idx="3365">
                  <c:v>0.59899903505813512</c:v>
                </c:pt>
                <c:pt idx="3366">
                  <c:v>0.61941593523913629</c:v>
                </c:pt>
                <c:pt idx="3367">
                  <c:v>0.64266718094620312</c:v>
                </c:pt>
                <c:pt idx="3368">
                  <c:v>0.8503433220412161</c:v>
                </c:pt>
                <c:pt idx="3369">
                  <c:v>0.88361907041276944</c:v>
                </c:pt>
                <c:pt idx="3370">
                  <c:v>0.86135370934809385</c:v>
                </c:pt>
                <c:pt idx="3371">
                  <c:v>0.74023264289101587</c:v>
                </c:pt>
                <c:pt idx="3372">
                  <c:v>0.61005743822678216</c:v>
                </c:pt>
                <c:pt idx="3373">
                  <c:v>0.51960403796481969</c:v>
                </c:pt>
                <c:pt idx="3374">
                  <c:v>0.50455326319920346</c:v>
                </c:pt>
                <c:pt idx="3375">
                  <c:v>0.49847345981975988</c:v>
                </c:pt>
                <c:pt idx="3376">
                  <c:v>0.43488615935526193</c:v>
                </c:pt>
                <c:pt idx="3377">
                  <c:v>0.44393717521105552</c:v>
                </c:pt>
                <c:pt idx="3378">
                  <c:v>0.51040398465604808</c:v>
                </c:pt>
                <c:pt idx="3379">
                  <c:v>0.53444216962595159</c:v>
                </c:pt>
                <c:pt idx="3380">
                  <c:v>0.54531896733448026</c:v>
                </c:pt>
                <c:pt idx="3381">
                  <c:v>0.61839276225007189</c:v>
                </c:pt>
                <c:pt idx="3382">
                  <c:v>0.63811812112626798</c:v>
                </c:pt>
                <c:pt idx="3383">
                  <c:v>0.64603802783043762</c:v>
                </c:pt>
                <c:pt idx="3384">
                  <c:v>0.71125612752695255</c:v>
                </c:pt>
                <c:pt idx="3385">
                  <c:v>0.78229743436187693</c:v>
                </c:pt>
                <c:pt idx="3386">
                  <c:v>0.79876893387311765</c:v>
                </c:pt>
                <c:pt idx="3387">
                  <c:v>0.80839030435926706</c:v>
                </c:pt>
                <c:pt idx="3388">
                  <c:v>0.86961699722501973</c:v>
                </c:pt>
                <c:pt idx="3389">
                  <c:v>0.8725097096771316</c:v>
                </c:pt>
                <c:pt idx="3390">
                  <c:v>0.86197875815377634</c:v>
                </c:pt>
                <c:pt idx="3391">
                  <c:v>0.85056516687231454</c:v>
                </c:pt>
                <c:pt idx="3392">
                  <c:v>0.83873380862678715</c:v>
                </c:pt>
                <c:pt idx="3393">
                  <c:v>0.83706298604555252</c:v>
                </c:pt>
                <c:pt idx="3394">
                  <c:v>0.81003015810463119</c:v>
                </c:pt>
                <c:pt idx="3395">
                  <c:v>0.60447731290652829</c:v>
                </c:pt>
                <c:pt idx="3396">
                  <c:v>0.60279160899068296</c:v>
                </c:pt>
                <c:pt idx="3397">
                  <c:v>0.59158772003573501</c:v>
                </c:pt>
                <c:pt idx="3398">
                  <c:v>0.58692043953117734</c:v>
                </c:pt>
                <c:pt idx="3399">
                  <c:v>0.56743216045486033</c:v>
                </c:pt>
                <c:pt idx="3400">
                  <c:v>0.38378348204636692</c:v>
                </c:pt>
                <c:pt idx="3401">
                  <c:v>0.36016398898140162</c:v>
                </c:pt>
                <c:pt idx="3402">
                  <c:v>0.3454307138194409</c:v>
                </c:pt>
                <c:pt idx="3403">
                  <c:v>0.2064408885977852</c:v>
                </c:pt>
                <c:pt idx="3404">
                  <c:v>0.1175598368299675</c:v>
                </c:pt>
                <c:pt idx="3405">
                  <c:v>0.11594807635003949</c:v>
                </c:pt>
                <c:pt idx="3406">
                  <c:v>0.10149051492541709</c:v>
                </c:pt>
                <c:pt idx="3407">
                  <c:v>8.9508340519237381E-2</c:v>
                </c:pt>
                <c:pt idx="3408">
                  <c:v>8.8472863968769758E-2</c:v>
                </c:pt>
                <c:pt idx="3409">
                  <c:v>0.1939679301097299</c:v>
                </c:pt>
                <c:pt idx="3410">
                  <c:v>0.30798914384200748</c:v>
                </c:pt>
                <c:pt idx="3411">
                  <c:v>0.41023777836254449</c:v>
                </c:pt>
                <c:pt idx="3412">
                  <c:v>0.45597598937012662</c:v>
                </c:pt>
                <c:pt idx="3413">
                  <c:v>0.44215258805150498</c:v>
                </c:pt>
                <c:pt idx="3414">
                  <c:v>0.35265964414207029</c:v>
                </c:pt>
                <c:pt idx="3415">
                  <c:v>0.32322138679767448</c:v>
                </c:pt>
                <c:pt idx="3416">
                  <c:v>0.3600758888386823</c:v>
                </c:pt>
                <c:pt idx="3417">
                  <c:v>0.66268195568714594</c:v>
                </c:pt>
                <c:pt idx="3418">
                  <c:v>0.82736644875453758</c:v>
                </c:pt>
                <c:pt idx="3419">
                  <c:v>0.85697206734136699</c:v>
                </c:pt>
                <c:pt idx="3420">
                  <c:v>0.85435235651574692</c:v>
                </c:pt>
                <c:pt idx="3421">
                  <c:v>0.85139895507018515</c:v>
                </c:pt>
                <c:pt idx="3422">
                  <c:v>0.85105294513039587</c:v>
                </c:pt>
                <c:pt idx="3423">
                  <c:v>0.84387110635879592</c:v>
                </c:pt>
                <c:pt idx="3424">
                  <c:v>0.78157415614826564</c:v>
                </c:pt>
                <c:pt idx="3425">
                  <c:v>0.74323035423618544</c:v>
                </c:pt>
                <c:pt idx="3426">
                  <c:v>0.74261011920385289</c:v>
                </c:pt>
                <c:pt idx="3427">
                  <c:v>0.7351881881411515</c:v>
                </c:pt>
                <c:pt idx="3428">
                  <c:v>0.73007276157101109</c:v>
                </c:pt>
                <c:pt idx="3429">
                  <c:v>0.72973259115177014</c:v>
                </c:pt>
                <c:pt idx="3430">
                  <c:v>0.73032554180281273</c:v>
                </c:pt>
                <c:pt idx="3431">
                  <c:v>0.72411891859014355</c:v>
                </c:pt>
                <c:pt idx="3432">
                  <c:v>0.64447561343021287</c:v>
                </c:pt>
                <c:pt idx="3433">
                  <c:v>0.61055111801323414</c:v>
                </c:pt>
                <c:pt idx="3434">
                  <c:v>0.61948412327424707</c:v>
                </c:pt>
                <c:pt idx="3435">
                  <c:v>0.76812905469922177</c:v>
                </c:pt>
                <c:pt idx="3436">
                  <c:v>0.77303034169471485</c:v>
                </c:pt>
                <c:pt idx="3437">
                  <c:v>0.85838180950673881</c:v>
                </c:pt>
                <c:pt idx="3438">
                  <c:v>0.90408208767628662</c:v>
                </c:pt>
                <c:pt idx="3439">
                  <c:v>0.88766686647032134</c:v>
                </c:pt>
                <c:pt idx="3440">
                  <c:v>0.84138712101173807</c:v>
                </c:pt>
                <c:pt idx="3441">
                  <c:v>0.78306172124783013</c:v>
                </c:pt>
                <c:pt idx="3442">
                  <c:v>0.79920998899269746</c:v>
                </c:pt>
                <c:pt idx="3443">
                  <c:v>0.94485895173335355</c:v>
                </c:pt>
                <c:pt idx="3444">
                  <c:v>0.9139914457109396</c:v>
                </c:pt>
                <c:pt idx="3445">
                  <c:v>0.74580671696229528</c:v>
                </c:pt>
                <c:pt idx="3446">
                  <c:v>0.53090801955822908</c:v>
                </c:pt>
                <c:pt idx="3447">
                  <c:v>0.54050663549856137</c:v>
                </c:pt>
                <c:pt idx="3448">
                  <c:v>0.54592050902026468</c:v>
                </c:pt>
                <c:pt idx="3449">
                  <c:v>0.67009711221311796</c:v>
                </c:pt>
                <c:pt idx="3450">
                  <c:v>0.76133053817238094</c:v>
                </c:pt>
                <c:pt idx="3451">
                  <c:v>0.74092095649507483</c:v>
                </c:pt>
                <c:pt idx="3452">
                  <c:v>0.72709386872173221</c:v>
                </c:pt>
                <c:pt idx="3453">
                  <c:v>0.48645376389173078</c:v>
                </c:pt>
                <c:pt idx="3454">
                  <c:v>0.70435530135730617</c:v>
                </c:pt>
                <c:pt idx="3455">
                  <c:v>0.85109533932746362</c:v>
                </c:pt>
                <c:pt idx="3456">
                  <c:v>0.74342473606536252</c:v>
                </c:pt>
                <c:pt idx="3457">
                  <c:v>0.62413760256703243</c:v>
                </c:pt>
                <c:pt idx="3458">
                  <c:v>0.5333413560271888</c:v>
                </c:pt>
                <c:pt idx="3459">
                  <c:v>0.50044974627374361</c:v>
                </c:pt>
                <c:pt idx="3460">
                  <c:v>0.51419211972959722</c:v>
                </c:pt>
                <c:pt idx="3461">
                  <c:v>0.62599053949860928</c:v>
                </c:pt>
                <c:pt idx="3462">
                  <c:v>0.65678767549278971</c:v>
                </c:pt>
                <c:pt idx="3463">
                  <c:v>0.68322782829377471</c:v>
                </c:pt>
                <c:pt idx="3464">
                  <c:v>0.807957632212707</c:v>
                </c:pt>
                <c:pt idx="3465">
                  <c:v>0.8243368450941061</c:v>
                </c:pt>
                <c:pt idx="3466">
                  <c:v>0.87461089729685071</c:v>
                </c:pt>
                <c:pt idx="3467">
                  <c:v>0.937568810227417</c:v>
                </c:pt>
                <c:pt idx="3468">
                  <c:v>0.95021304026487863</c:v>
                </c:pt>
                <c:pt idx="3469">
                  <c:v>0.94101792538918427</c:v>
                </c:pt>
                <c:pt idx="3470">
                  <c:v>0.84205967624967371</c:v>
                </c:pt>
                <c:pt idx="3471">
                  <c:v>0.80951089683466904</c:v>
                </c:pt>
                <c:pt idx="3472">
                  <c:v>0.81896155535547588</c:v>
                </c:pt>
                <c:pt idx="3473">
                  <c:v>0.88282640383098387</c:v>
                </c:pt>
                <c:pt idx="3474">
                  <c:v>0.93112526949499863</c:v>
                </c:pt>
                <c:pt idx="3475">
                  <c:v>0.92421406187839061</c:v>
                </c:pt>
                <c:pt idx="3476">
                  <c:v>0.83318494844991642</c:v>
                </c:pt>
                <c:pt idx="3477">
                  <c:v>0.8191817979543371</c:v>
                </c:pt>
                <c:pt idx="3478">
                  <c:v>0.82282576025140619</c:v>
                </c:pt>
                <c:pt idx="3479">
                  <c:v>0.88301399436116623</c:v>
                </c:pt>
                <c:pt idx="3480">
                  <c:v>0.9046550486283742</c:v>
                </c:pt>
                <c:pt idx="3481">
                  <c:v>0.90582800153710941</c:v>
                </c:pt>
                <c:pt idx="3482">
                  <c:v>0.91454957862631547</c:v>
                </c:pt>
                <c:pt idx="3483">
                  <c:v>0.9232302438304042</c:v>
                </c:pt>
                <c:pt idx="3484">
                  <c:v>0.92919849147496603</c:v>
                </c:pt>
                <c:pt idx="3485">
                  <c:v>0.93119665206553648</c:v>
                </c:pt>
                <c:pt idx="3486">
                  <c:v>0.92060948946446941</c:v>
                </c:pt>
                <c:pt idx="3487">
                  <c:v>0.76757993729388529</c:v>
                </c:pt>
                <c:pt idx="3488">
                  <c:v>0.72176384657599257</c:v>
                </c:pt>
                <c:pt idx="3489">
                  <c:v>0.70017513567509504</c:v>
                </c:pt>
                <c:pt idx="3490">
                  <c:v>0.64055378328757251</c:v>
                </c:pt>
                <c:pt idx="3491">
                  <c:v>0.62413312242065511</c:v>
                </c:pt>
                <c:pt idx="3492">
                  <c:v>0.64035142014840529</c:v>
                </c:pt>
                <c:pt idx="3493">
                  <c:v>0.76937296895982399</c:v>
                </c:pt>
                <c:pt idx="3494">
                  <c:v>0.80552703685567384</c:v>
                </c:pt>
                <c:pt idx="3495">
                  <c:v>0.79606368322222076</c:v>
                </c:pt>
                <c:pt idx="3496">
                  <c:v>0.73863125016543474</c:v>
                </c:pt>
                <c:pt idx="3497">
                  <c:v>0.68184628368482625</c:v>
                </c:pt>
                <c:pt idx="3498">
                  <c:v>0.64384357749842402</c:v>
                </c:pt>
                <c:pt idx="3499">
                  <c:v>0.63779753313690335</c:v>
                </c:pt>
                <c:pt idx="3500">
                  <c:v>0.59952434347499139</c:v>
                </c:pt>
                <c:pt idx="3501">
                  <c:v>0.6749536625149104</c:v>
                </c:pt>
                <c:pt idx="3502">
                  <c:v>0.73004208696651296</c:v>
                </c:pt>
                <c:pt idx="3503">
                  <c:v>0.86665325902997747</c:v>
                </c:pt>
                <c:pt idx="3504">
                  <c:v>0.92795179050304033</c:v>
                </c:pt>
                <c:pt idx="3505">
                  <c:v>0.92036359008058277</c:v>
                </c:pt>
                <c:pt idx="3506">
                  <c:v>0.87047560528755308</c:v>
                </c:pt>
                <c:pt idx="3507">
                  <c:v>0.84759408486834609</c:v>
                </c:pt>
                <c:pt idx="3508">
                  <c:v>0.84875766305414757</c:v>
                </c:pt>
                <c:pt idx="3509">
                  <c:v>0.86005784069171565</c:v>
                </c:pt>
                <c:pt idx="3510">
                  <c:v>0.85633460045895571</c:v>
                </c:pt>
                <c:pt idx="3511">
                  <c:v>0.82774402938201752</c:v>
                </c:pt>
                <c:pt idx="3512">
                  <c:v>0.82033812556654151</c:v>
                </c:pt>
                <c:pt idx="3513">
                  <c:v>0.82795285451845146</c:v>
                </c:pt>
                <c:pt idx="3514">
                  <c:v>0.87286971365740951</c:v>
                </c:pt>
                <c:pt idx="3515">
                  <c:v>0.90341901203000707</c:v>
                </c:pt>
                <c:pt idx="3516">
                  <c:v>0.90329110624030284</c:v>
                </c:pt>
                <c:pt idx="3517">
                  <c:v>0.90602452136730471</c:v>
                </c:pt>
                <c:pt idx="3518">
                  <c:v>0.90646231152978707</c:v>
                </c:pt>
                <c:pt idx="3519">
                  <c:v>0.90819409272876483</c:v>
                </c:pt>
                <c:pt idx="3520">
                  <c:v>0.92387743749711304</c:v>
                </c:pt>
                <c:pt idx="3521">
                  <c:v>0.93124491609972393</c:v>
                </c:pt>
                <c:pt idx="3522">
                  <c:v>0.92940078080376254</c:v>
                </c:pt>
                <c:pt idx="3523">
                  <c:v>0.91706498328199515</c:v>
                </c:pt>
                <c:pt idx="3524">
                  <c:v>0.89590874699328804</c:v>
                </c:pt>
                <c:pt idx="3525">
                  <c:v>0.89303726174536524</c:v>
                </c:pt>
                <c:pt idx="3526">
                  <c:v>0.87850502021021393</c:v>
                </c:pt>
                <c:pt idx="3527">
                  <c:v>0.73408230022838294</c:v>
                </c:pt>
                <c:pt idx="3528">
                  <c:v>0.7334474170843861</c:v>
                </c:pt>
                <c:pt idx="3529">
                  <c:v>0.70438915764827248</c:v>
                </c:pt>
                <c:pt idx="3530">
                  <c:v>0.7075899130748643</c:v>
                </c:pt>
                <c:pt idx="3531">
                  <c:v>0.72370913882356014</c:v>
                </c:pt>
                <c:pt idx="3532">
                  <c:v>0.74407990902779064</c:v>
                </c:pt>
                <c:pt idx="3533">
                  <c:v>0.74653644755753934</c:v>
                </c:pt>
                <c:pt idx="3534">
                  <c:v>0.7403848313326562</c:v>
                </c:pt>
                <c:pt idx="3535">
                  <c:v>0.70643682277090314</c:v>
                </c:pt>
                <c:pt idx="3536">
                  <c:v>0.68259123764028384</c:v>
                </c:pt>
                <c:pt idx="3537">
                  <c:v>0.68375219863934833</c:v>
                </c:pt>
                <c:pt idx="3538">
                  <c:v>0.70038366613811032</c:v>
                </c:pt>
                <c:pt idx="3539">
                  <c:v>0.70635299907715554</c:v>
                </c:pt>
                <c:pt idx="3540">
                  <c:v>0.72411299818837016</c:v>
                </c:pt>
                <c:pt idx="3541">
                  <c:v>0.74828911293573253</c:v>
                </c:pt>
                <c:pt idx="3542">
                  <c:v>0.75544127814466966</c:v>
                </c:pt>
                <c:pt idx="3543">
                  <c:v>0.75820554302095233</c:v>
                </c:pt>
                <c:pt idx="3544">
                  <c:v>0.77299166543062969</c:v>
                </c:pt>
                <c:pt idx="3545">
                  <c:v>0.78554299527234961</c:v>
                </c:pt>
                <c:pt idx="3546">
                  <c:v>0.83528057395679511</c:v>
                </c:pt>
                <c:pt idx="3547">
                  <c:v>0.89341884334094968</c:v>
                </c:pt>
                <c:pt idx="3548">
                  <c:v>0.89500462253607127</c:v>
                </c:pt>
                <c:pt idx="3549">
                  <c:v>0.89660756871680536</c:v>
                </c:pt>
                <c:pt idx="3550">
                  <c:v>0.93543971193389241</c:v>
                </c:pt>
                <c:pt idx="3551">
                  <c:v>0.9476302742299364</c:v>
                </c:pt>
                <c:pt idx="3552">
                  <c:v>0.92926569869706765</c:v>
                </c:pt>
                <c:pt idx="3553">
                  <c:v>0.81154601823904426</c:v>
                </c:pt>
                <c:pt idx="3554">
                  <c:v>0.81416455782282338</c:v>
                </c:pt>
                <c:pt idx="3555">
                  <c:v>0.81923916091969584</c:v>
                </c:pt>
                <c:pt idx="3556">
                  <c:v>0.82144556203224273</c:v>
                </c:pt>
                <c:pt idx="3557">
                  <c:v>0.81603952231511967</c:v>
                </c:pt>
                <c:pt idx="3558">
                  <c:v>0.77061914363887252</c:v>
                </c:pt>
                <c:pt idx="3559">
                  <c:v>0.72358213603116939</c:v>
                </c:pt>
                <c:pt idx="3560">
                  <c:v>0.69065602056908415</c:v>
                </c:pt>
                <c:pt idx="3561">
                  <c:v>0.69059730869308222</c:v>
                </c:pt>
                <c:pt idx="3562">
                  <c:v>0.69062778373919609</c:v>
                </c:pt>
                <c:pt idx="3563">
                  <c:v>0.68019910750762402</c:v>
                </c:pt>
                <c:pt idx="3564">
                  <c:v>0.69427276362579071</c:v>
                </c:pt>
                <c:pt idx="3565">
                  <c:v>0.85350411852754016</c:v>
                </c:pt>
                <c:pt idx="3566">
                  <c:v>0.89223062449788859</c:v>
                </c:pt>
                <c:pt idx="3567">
                  <c:v>0.89162052682513726</c:v>
                </c:pt>
                <c:pt idx="3568">
                  <c:v>0.88857594255869277</c:v>
                </c:pt>
                <c:pt idx="3569">
                  <c:v>0.88725248521305122</c:v>
                </c:pt>
                <c:pt idx="3570">
                  <c:v>0.88428757163097449</c:v>
                </c:pt>
                <c:pt idx="3571">
                  <c:v>0.86966649457193335</c:v>
                </c:pt>
                <c:pt idx="3572">
                  <c:v>0.85837647589250055</c:v>
                </c:pt>
                <c:pt idx="3573">
                  <c:v>0.84638733334692606</c:v>
                </c:pt>
                <c:pt idx="3574">
                  <c:v>0.78581128556196966</c:v>
                </c:pt>
                <c:pt idx="3575">
                  <c:v>0.83260713882261472</c:v>
                </c:pt>
                <c:pt idx="3576">
                  <c:v>0.91034261567531627</c:v>
                </c:pt>
                <c:pt idx="3577">
                  <c:v>0.89734810573828561</c:v>
                </c:pt>
                <c:pt idx="3578">
                  <c:v>0.78324223511366886</c:v>
                </c:pt>
                <c:pt idx="3579">
                  <c:v>0.6923348255663504</c:v>
                </c:pt>
                <c:pt idx="3580">
                  <c:v>0.66369688557997031</c:v>
                </c:pt>
                <c:pt idx="3581">
                  <c:v>0.67879745249590595</c:v>
                </c:pt>
                <c:pt idx="3582">
                  <c:v>0.76522399992837642</c:v>
                </c:pt>
                <c:pt idx="3583">
                  <c:v>0.77699224253490939</c:v>
                </c:pt>
                <c:pt idx="3584">
                  <c:v>0.79366629590640858</c:v>
                </c:pt>
                <c:pt idx="3585">
                  <c:v>0.80725233871043744</c:v>
                </c:pt>
                <c:pt idx="3586">
                  <c:v>0.82928271624279304</c:v>
                </c:pt>
                <c:pt idx="3587">
                  <c:v>0.84070785450838448</c:v>
                </c:pt>
                <c:pt idx="3588">
                  <c:v>0.84885980747768019</c:v>
                </c:pt>
                <c:pt idx="3589">
                  <c:v>0.89142359757154466</c:v>
                </c:pt>
                <c:pt idx="3590">
                  <c:v>0.92119514674886682</c:v>
                </c:pt>
                <c:pt idx="3591">
                  <c:v>0.89286732616668396</c:v>
                </c:pt>
                <c:pt idx="3592">
                  <c:v>0.82069087817793052</c:v>
                </c:pt>
                <c:pt idx="3593">
                  <c:v>0.82417907608192342</c:v>
                </c:pt>
                <c:pt idx="3594">
                  <c:v>0.83021414788798731</c:v>
                </c:pt>
                <c:pt idx="3595">
                  <c:v>0.83648397433973565</c:v>
                </c:pt>
                <c:pt idx="3596">
                  <c:v>0.84266325134958298</c:v>
                </c:pt>
                <c:pt idx="3597">
                  <c:v>0.8453029553389324</c:v>
                </c:pt>
                <c:pt idx="3598">
                  <c:v>0.83612770514744683</c:v>
                </c:pt>
                <c:pt idx="3599">
                  <c:v>0.74017057267176045</c:v>
                </c:pt>
                <c:pt idx="3600">
                  <c:v>0.70114285893975958</c:v>
                </c:pt>
                <c:pt idx="3601">
                  <c:v>0.70908540333848402</c:v>
                </c:pt>
                <c:pt idx="3602">
                  <c:v>0.76474668600405393</c:v>
                </c:pt>
                <c:pt idx="3603">
                  <c:v>0.80201027411741177</c:v>
                </c:pt>
                <c:pt idx="3604">
                  <c:v>0.80906751284691969</c:v>
                </c:pt>
                <c:pt idx="3605">
                  <c:v>0.80991958529093178</c:v>
                </c:pt>
                <c:pt idx="3606">
                  <c:v>0.81507484197204516</c:v>
                </c:pt>
                <c:pt idx="3607">
                  <c:v>0.8174625404341308</c:v>
                </c:pt>
                <c:pt idx="3608">
                  <c:v>0.81717999367621064</c:v>
                </c:pt>
                <c:pt idx="3609">
                  <c:v>0.81417382099109992</c:v>
                </c:pt>
                <c:pt idx="3610">
                  <c:v>0.81329723432464496</c:v>
                </c:pt>
                <c:pt idx="3611">
                  <c:v>0.81489158777970738</c:v>
                </c:pt>
                <c:pt idx="3612">
                  <c:v>0.82927265480097578</c:v>
                </c:pt>
                <c:pt idx="3613">
                  <c:v>0.83163588041369663</c:v>
                </c:pt>
                <c:pt idx="3614">
                  <c:v>0.83287208296481741</c:v>
                </c:pt>
                <c:pt idx="3615">
                  <c:v>0.83940936707694824</c:v>
                </c:pt>
                <c:pt idx="3616">
                  <c:v>0.84187434498060676</c:v>
                </c:pt>
                <c:pt idx="3617">
                  <c:v>0.84267277080903624</c:v>
                </c:pt>
                <c:pt idx="3618">
                  <c:v>0.84587709456591986</c:v>
                </c:pt>
                <c:pt idx="3619">
                  <c:v>0.84766831880288784</c:v>
                </c:pt>
                <c:pt idx="3620">
                  <c:v>0.8409431363616906</c:v>
                </c:pt>
                <c:pt idx="3621">
                  <c:v>0.79395312519070393</c:v>
                </c:pt>
                <c:pt idx="3622">
                  <c:v>0.78582851910559137</c:v>
                </c:pt>
                <c:pt idx="3623">
                  <c:v>0.78887587828332806</c:v>
                </c:pt>
                <c:pt idx="3624">
                  <c:v>0.81196841977223555</c:v>
                </c:pt>
                <c:pt idx="3625">
                  <c:v>0.824380639816369</c:v>
                </c:pt>
                <c:pt idx="3626">
                  <c:v>0.81411429425065862</c:v>
                </c:pt>
                <c:pt idx="3627">
                  <c:v>0.70544478100650143</c:v>
                </c:pt>
                <c:pt idx="3628">
                  <c:v>0.63046779217975657</c:v>
                </c:pt>
                <c:pt idx="3629">
                  <c:v>0.60365945123170928</c:v>
                </c:pt>
                <c:pt idx="3630">
                  <c:v>0.65705294524997304</c:v>
                </c:pt>
                <c:pt idx="3631">
                  <c:v>0.87084627316428109</c:v>
                </c:pt>
                <c:pt idx="3632">
                  <c:v>0.94142384042828675</c:v>
                </c:pt>
                <c:pt idx="3633">
                  <c:v>0.89513595710753435</c:v>
                </c:pt>
                <c:pt idx="3634">
                  <c:v>0.65599995076745887</c:v>
                </c:pt>
                <c:pt idx="3635">
                  <c:v>0.43394162210065629</c:v>
                </c:pt>
                <c:pt idx="3636">
                  <c:v>0.25732258416715847</c:v>
                </c:pt>
                <c:pt idx="3637">
                  <c:v>0.2285789990390858</c:v>
                </c:pt>
                <c:pt idx="3638">
                  <c:v>0.2355683822238904</c:v>
                </c:pt>
                <c:pt idx="3639">
                  <c:v>0.31291028400066889</c:v>
                </c:pt>
                <c:pt idx="3640">
                  <c:v>0.33924088637740601</c:v>
                </c:pt>
                <c:pt idx="3641">
                  <c:v>0.35900932030353688</c:v>
                </c:pt>
                <c:pt idx="3642">
                  <c:v>0.41494814757613369</c:v>
                </c:pt>
                <c:pt idx="3643">
                  <c:v>0.4247704291890958</c:v>
                </c:pt>
                <c:pt idx="3644">
                  <c:v>0.45739104718865198</c:v>
                </c:pt>
                <c:pt idx="3645">
                  <c:v>0.70464452299660441</c:v>
                </c:pt>
                <c:pt idx="3646">
                  <c:v>0.76773648888921342</c:v>
                </c:pt>
                <c:pt idx="3647">
                  <c:v>0.76624433745109777</c:v>
                </c:pt>
                <c:pt idx="3648">
                  <c:v>0.74848312391881067</c:v>
                </c:pt>
                <c:pt idx="3649">
                  <c:v>0.72761372976124372</c:v>
                </c:pt>
                <c:pt idx="3650">
                  <c:v>0.71832453680215824</c:v>
                </c:pt>
                <c:pt idx="3651">
                  <c:v>0.73926497601354579</c:v>
                </c:pt>
                <c:pt idx="3652">
                  <c:v>0.89822898077133317</c:v>
                </c:pt>
                <c:pt idx="3653">
                  <c:v>0.92537878850555211</c:v>
                </c:pt>
                <c:pt idx="3654">
                  <c:v>0.92171878672995078</c:v>
                </c:pt>
                <c:pt idx="3655">
                  <c:v>0.89925235298934081</c:v>
                </c:pt>
                <c:pt idx="3656">
                  <c:v>0.87050624805364452</c:v>
                </c:pt>
                <c:pt idx="3657">
                  <c:v>0.8649933456084633</c:v>
                </c:pt>
                <c:pt idx="3658">
                  <c:v>0.83878194658986849</c:v>
                </c:pt>
                <c:pt idx="3659">
                  <c:v>0.67036272082284876</c:v>
                </c:pt>
                <c:pt idx="3660">
                  <c:v>0.63880049827229135</c:v>
                </c:pt>
                <c:pt idx="3661">
                  <c:v>0.65183724381623043</c:v>
                </c:pt>
                <c:pt idx="3662">
                  <c:v>0.694171703141235</c:v>
                </c:pt>
                <c:pt idx="3663">
                  <c:v>0.72051532601306756</c:v>
                </c:pt>
                <c:pt idx="3664">
                  <c:v>0.72378182524484069</c:v>
                </c:pt>
                <c:pt idx="3665">
                  <c:v>0.72914586237204226</c:v>
                </c:pt>
                <c:pt idx="3666">
                  <c:v>0.8252555809669907</c:v>
                </c:pt>
                <c:pt idx="3667">
                  <c:v>0.84911861655883292</c:v>
                </c:pt>
                <c:pt idx="3668">
                  <c:v>0.8455408758775721</c:v>
                </c:pt>
                <c:pt idx="3669">
                  <c:v>0.79496932531857056</c:v>
                </c:pt>
                <c:pt idx="3670">
                  <c:v>0.77634616199910567</c:v>
                </c:pt>
                <c:pt idx="3671">
                  <c:v>0.7658667773161103</c:v>
                </c:pt>
                <c:pt idx="3672">
                  <c:v>0.64319745237083648</c:v>
                </c:pt>
                <c:pt idx="3673">
                  <c:v>0.5656530748897548</c:v>
                </c:pt>
                <c:pt idx="3674">
                  <c:v>0.55235726501055715</c:v>
                </c:pt>
                <c:pt idx="3675">
                  <c:v>0.56852872062170623</c:v>
                </c:pt>
                <c:pt idx="3676">
                  <c:v>0.71063030337740862</c:v>
                </c:pt>
                <c:pt idx="3677">
                  <c:v>0.73357859697887429</c:v>
                </c:pt>
                <c:pt idx="3678">
                  <c:v>0.74129119058373039</c:v>
                </c:pt>
                <c:pt idx="3679">
                  <c:v>0.79031846896835656</c:v>
                </c:pt>
                <c:pt idx="3680">
                  <c:v>0.84187980401749984</c:v>
                </c:pt>
                <c:pt idx="3681">
                  <c:v>0.88207373687345125</c:v>
                </c:pt>
                <c:pt idx="3682">
                  <c:v>0.87823620874572639</c:v>
                </c:pt>
                <c:pt idx="3683">
                  <c:v>0.87054487339759445</c:v>
                </c:pt>
                <c:pt idx="3684">
                  <c:v>0.86514879900043951</c:v>
                </c:pt>
                <c:pt idx="3685">
                  <c:v>0.8755501419099696</c:v>
                </c:pt>
                <c:pt idx="3686">
                  <c:v>0.87570966569422104</c:v>
                </c:pt>
                <c:pt idx="3687">
                  <c:v>0.85374370126326438</c:v>
                </c:pt>
                <c:pt idx="3688">
                  <c:v>0.72031321623744649</c:v>
                </c:pt>
                <c:pt idx="3689">
                  <c:v>0.59934243710347079</c:v>
                </c:pt>
                <c:pt idx="3690">
                  <c:v>0.56385752500056519</c:v>
                </c:pt>
                <c:pt idx="3691">
                  <c:v>0.51989662566605954</c:v>
                </c:pt>
                <c:pt idx="3692">
                  <c:v>0.48104882769757978</c:v>
                </c:pt>
                <c:pt idx="3693">
                  <c:v>0.47205271298616891</c:v>
                </c:pt>
                <c:pt idx="3694">
                  <c:v>0.43436740545828312</c:v>
                </c:pt>
                <c:pt idx="3695">
                  <c:v>0.39197857425900973</c:v>
                </c:pt>
                <c:pt idx="3696">
                  <c:v>0.38062240487967369</c:v>
                </c:pt>
                <c:pt idx="3697">
                  <c:v>0.34247171058607079</c:v>
                </c:pt>
                <c:pt idx="3698">
                  <c:v>0.26585330609506319</c:v>
                </c:pt>
                <c:pt idx="3699">
                  <c:v>0.2310801520233306</c:v>
                </c:pt>
                <c:pt idx="3700">
                  <c:v>0.18083622543057781</c:v>
                </c:pt>
                <c:pt idx="3701">
                  <c:v>0.33723902296868669</c:v>
                </c:pt>
                <c:pt idx="3702">
                  <c:v>0.38941468815165381</c:v>
                </c:pt>
                <c:pt idx="3703">
                  <c:v>0.32931695290293411</c:v>
                </c:pt>
                <c:pt idx="3704">
                  <c:v>-9.660031184413384E-2</c:v>
                </c:pt>
                <c:pt idx="3705">
                  <c:v>-0.56717785369587514</c:v>
                </c:pt>
                <c:pt idx="3706">
                  <c:v>-0.73956312561931759</c:v>
                </c:pt>
                <c:pt idx="3707">
                  <c:v>-0.86878265850427683</c:v>
                </c:pt>
                <c:pt idx="3708">
                  <c:v>-1.022932760121948</c:v>
                </c:pt>
                <c:pt idx="3709">
                  <c:v>-1.059539783238445</c:v>
                </c:pt>
                <c:pt idx="3710">
                  <c:v>-1.113932434047971</c:v>
                </c:pt>
                <c:pt idx="3711">
                  <c:v>-1.1547233432773281</c:v>
                </c:pt>
                <c:pt idx="3712">
                  <c:v>-1.157393409433058</c:v>
                </c:pt>
                <c:pt idx="3713">
                  <c:v>-1.1497835204115261</c:v>
                </c:pt>
                <c:pt idx="3714">
                  <c:v>-1.089792269775177</c:v>
                </c:pt>
                <c:pt idx="3715">
                  <c:v>-1.029342647645809</c:v>
                </c:pt>
                <c:pt idx="3716">
                  <c:v>-1.0094965933365161</c:v>
                </c:pt>
                <c:pt idx="3717">
                  <c:v>-1</c:v>
                </c:pt>
                <c:pt idx="3718">
                  <c:v>-1</c:v>
                </c:pt>
                <c:pt idx="3719">
                  <c:v>-1</c:v>
                </c:pt>
                <c:pt idx="3720">
                  <c:v>-1</c:v>
                </c:pt>
                <c:pt idx="3721">
                  <c:v>-1</c:v>
                </c:pt>
                <c:pt idx="3722">
                  <c:v>-1</c:v>
                </c:pt>
                <c:pt idx="3723">
                  <c:v>-1</c:v>
                </c:pt>
                <c:pt idx="3724">
                  <c:v>-1</c:v>
                </c:pt>
                <c:pt idx="3725">
                  <c:v>-1</c:v>
                </c:pt>
                <c:pt idx="3726">
                  <c:v>-1</c:v>
                </c:pt>
                <c:pt idx="3727">
                  <c:v>-1</c:v>
                </c:pt>
                <c:pt idx="3728">
                  <c:v>-1</c:v>
                </c:pt>
                <c:pt idx="3729">
                  <c:v>-1</c:v>
                </c:pt>
                <c:pt idx="3730">
                  <c:v>-1</c:v>
                </c:pt>
                <c:pt idx="3731">
                  <c:v>-1</c:v>
                </c:pt>
                <c:pt idx="3732">
                  <c:v>-1</c:v>
                </c:pt>
                <c:pt idx="3733">
                  <c:v>-1</c:v>
                </c:pt>
                <c:pt idx="3734">
                  <c:v>-1</c:v>
                </c:pt>
                <c:pt idx="3735">
                  <c:v>-1</c:v>
                </c:pt>
                <c:pt idx="3736">
                  <c:v>-1</c:v>
                </c:pt>
                <c:pt idx="3737">
                  <c:v>-1</c:v>
                </c:pt>
                <c:pt idx="3738">
                  <c:v>-1</c:v>
                </c:pt>
                <c:pt idx="3739">
                  <c:v>-1</c:v>
                </c:pt>
                <c:pt idx="3740">
                  <c:v>-1</c:v>
                </c:pt>
                <c:pt idx="3741">
                  <c:v>-1</c:v>
                </c:pt>
                <c:pt idx="3742">
                  <c:v>-1</c:v>
                </c:pt>
                <c:pt idx="3743">
                  <c:v>-1</c:v>
                </c:pt>
                <c:pt idx="3744">
                  <c:v>-1</c:v>
                </c:pt>
                <c:pt idx="3745">
                  <c:v>-1</c:v>
                </c:pt>
                <c:pt idx="3746">
                  <c:v>-1</c:v>
                </c:pt>
                <c:pt idx="3747">
                  <c:v>-1</c:v>
                </c:pt>
                <c:pt idx="3748">
                  <c:v>-1</c:v>
                </c:pt>
                <c:pt idx="3749">
                  <c:v>-1</c:v>
                </c:pt>
                <c:pt idx="3750">
                  <c:v>-1</c:v>
                </c:pt>
                <c:pt idx="3751">
                  <c:v>-1</c:v>
                </c:pt>
                <c:pt idx="3752">
                  <c:v>-1</c:v>
                </c:pt>
                <c:pt idx="3753">
                  <c:v>-1</c:v>
                </c:pt>
                <c:pt idx="3754">
                  <c:v>-1</c:v>
                </c:pt>
                <c:pt idx="3755">
                  <c:v>-1</c:v>
                </c:pt>
                <c:pt idx="3756">
                  <c:v>-1</c:v>
                </c:pt>
                <c:pt idx="3757">
                  <c:v>-1</c:v>
                </c:pt>
                <c:pt idx="3758">
                  <c:v>-1</c:v>
                </c:pt>
                <c:pt idx="3759">
                  <c:v>-1</c:v>
                </c:pt>
                <c:pt idx="3760">
                  <c:v>-1</c:v>
                </c:pt>
                <c:pt idx="3761">
                  <c:v>-1</c:v>
                </c:pt>
                <c:pt idx="3762">
                  <c:v>-1</c:v>
                </c:pt>
                <c:pt idx="3763">
                  <c:v>-1</c:v>
                </c:pt>
                <c:pt idx="3764">
                  <c:v>-1</c:v>
                </c:pt>
                <c:pt idx="3765">
                  <c:v>-1</c:v>
                </c:pt>
                <c:pt idx="3766">
                  <c:v>-1</c:v>
                </c:pt>
                <c:pt idx="3767">
                  <c:v>-1</c:v>
                </c:pt>
                <c:pt idx="3768">
                  <c:v>-1</c:v>
                </c:pt>
                <c:pt idx="3769">
                  <c:v>-1</c:v>
                </c:pt>
                <c:pt idx="3770">
                  <c:v>-1</c:v>
                </c:pt>
                <c:pt idx="3771">
                  <c:v>-1</c:v>
                </c:pt>
                <c:pt idx="3772">
                  <c:v>-1</c:v>
                </c:pt>
                <c:pt idx="3773">
                  <c:v>-1</c:v>
                </c:pt>
                <c:pt idx="3774">
                  <c:v>-1</c:v>
                </c:pt>
                <c:pt idx="3775">
                  <c:v>-1</c:v>
                </c:pt>
                <c:pt idx="3776">
                  <c:v>-1</c:v>
                </c:pt>
                <c:pt idx="3777">
                  <c:v>-1</c:v>
                </c:pt>
                <c:pt idx="3778">
                  <c:v>-1</c:v>
                </c:pt>
                <c:pt idx="3779">
                  <c:v>-1</c:v>
                </c:pt>
                <c:pt idx="3780">
                  <c:v>-1</c:v>
                </c:pt>
                <c:pt idx="3781">
                  <c:v>-1</c:v>
                </c:pt>
                <c:pt idx="3782">
                  <c:v>-1</c:v>
                </c:pt>
                <c:pt idx="3783">
                  <c:v>-1</c:v>
                </c:pt>
                <c:pt idx="3784">
                  <c:v>-1</c:v>
                </c:pt>
                <c:pt idx="3785">
                  <c:v>-1</c:v>
                </c:pt>
                <c:pt idx="3786">
                  <c:v>-1</c:v>
                </c:pt>
                <c:pt idx="3787">
                  <c:v>-1</c:v>
                </c:pt>
                <c:pt idx="3788">
                  <c:v>-1</c:v>
                </c:pt>
                <c:pt idx="3789">
                  <c:v>-1</c:v>
                </c:pt>
                <c:pt idx="3790">
                  <c:v>-1</c:v>
                </c:pt>
                <c:pt idx="3791">
                  <c:v>-1</c:v>
                </c:pt>
                <c:pt idx="3792">
                  <c:v>-1</c:v>
                </c:pt>
                <c:pt idx="3793">
                  <c:v>-1</c:v>
                </c:pt>
                <c:pt idx="3794">
                  <c:v>-1</c:v>
                </c:pt>
                <c:pt idx="3795">
                  <c:v>-1</c:v>
                </c:pt>
                <c:pt idx="3796">
                  <c:v>-1</c:v>
                </c:pt>
                <c:pt idx="3797">
                  <c:v>-1</c:v>
                </c:pt>
                <c:pt idx="3798">
                  <c:v>-1</c:v>
                </c:pt>
                <c:pt idx="3799">
                  <c:v>-1</c:v>
                </c:pt>
                <c:pt idx="3800">
                  <c:v>-1</c:v>
                </c:pt>
                <c:pt idx="3801">
                  <c:v>-1</c:v>
                </c:pt>
                <c:pt idx="3802">
                  <c:v>-1</c:v>
                </c:pt>
                <c:pt idx="3803">
                  <c:v>-1</c:v>
                </c:pt>
                <c:pt idx="3804">
                  <c:v>-1</c:v>
                </c:pt>
                <c:pt idx="3805">
                  <c:v>-1</c:v>
                </c:pt>
                <c:pt idx="3806">
                  <c:v>-1</c:v>
                </c:pt>
                <c:pt idx="3807">
                  <c:v>-1</c:v>
                </c:pt>
                <c:pt idx="3808">
                  <c:v>-1</c:v>
                </c:pt>
                <c:pt idx="3809">
                  <c:v>-1</c:v>
                </c:pt>
                <c:pt idx="3810">
                  <c:v>-1</c:v>
                </c:pt>
                <c:pt idx="3811">
                  <c:v>-1</c:v>
                </c:pt>
                <c:pt idx="3812">
                  <c:v>-1</c:v>
                </c:pt>
                <c:pt idx="3813">
                  <c:v>-1</c:v>
                </c:pt>
                <c:pt idx="3814">
                  <c:v>-1</c:v>
                </c:pt>
                <c:pt idx="3815">
                  <c:v>-1</c:v>
                </c:pt>
                <c:pt idx="3816">
                  <c:v>-1</c:v>
                </c:pt>
                <c:pt idx="3817">
                  <c:v>-1</c:v>
                </c:pt>
                <c:pt idx="3818">
                  <c:v>-1</c:v>
                </c:pt>
                <c:pt idx="3819">
                  <c:v>-1</c:v>
                </c:pt>
                <c:pt idx="3820">
                  <c:v>-1</c:v>
                </c:pt>
                <c:pt idx="3821">
                  <c:v>-1</c:v>
                </c:pt>
                <c:pt idx="3822">
                  <c:v>-1</c:v>
                </c:pt>
                <c:pt idx="3823">
                  <c:v>-1</c:v>
                </c:pt>
                <c:pt idx="3824">
                  <c:v>-1</c:v>
                </c:pt>
                <c:pt idx="3825">
                  <c:v>-1</c:v>
                </c:pt>
                <c:pt idx="3826">
                  <c:v>-1</c:v>
                </c:pt>
                <c:pt idx="3827">
                  <c:v>-1</c:v>
                </c:pt>
                <c:pt idx="3828">
                  <c:v>-1</c:v>
                </c:pt>
                <c:pt idx="3829">
                  <c:v>-1</c:v>
                </c:pt>
                <c:pt idx="3830">
                  <c:v>-1</c:v>
                </c:pt>
                <c:pt idx="3831">
                  <c:v>-1</c:v>
                </c:pt>
                <c:pt idx="3832">
                  <c:v>-1</c:v>
                </c:pt>
                <c:pt idx="3833">
                  <c:v>-1</c:v>
                </c:pt>
                <c:pt idx="3834">
                  <c:v>-1</c:v>
                </c:pt>
                <c:pt idx="3835">
                  <c:v>-1</c:v>
                </c:pt>
                <c:pt idx="3836">
                  <c:v>-1</c:v>
                </c:pt>
                <c:pt idx="3837">
                  <c:v>-1</c:v>
                </c:pt>
                <c:pt idx="3838">
                  <c:v>-1</c:v>
                </c:pt>
                <c:pt idx="3839">
                  <c:v>-1</c:v>
                </c:pt>
                <c:pt idx="3840">
                  <c:v>-1</c:v>
                </c:pt>
                <c:pt idx="3841">
                  <c:v>-1</c:v>
                </c:pt>
                <c:pt idx="3842">
                  <c:v>-1</c:v>
                </c:pt>
                <c:pt idx="3843">
                  <c:v>-1</c:v>
                </c:pt>
                <c:pt idx="3844">
                  <c:v>-1</c:v>
                </c:pt>
                <c:pt idx="3845">
                  <c:v>-1</c:v>
                </c:pt>
                <c:pt idx="3846">
                  <c:v>-1</c:v>
                </c:pt>
                <c:pt idx="3847">
                  <c:v>-1</c:v>
                </c:pt>
                <c:pt idx="3848">
                  <c:v>-1</c:v>
                </c:pt>
                <c:pt idx="3849">
                  <c:v>-1</c:v>
                </c:pt>
                <c:pt idx="3850">
                  <c:v>-1</c:v>
                </c:pt>
                <c:pt idx="3851">
                  <c:v>-1</c:v>
                </c:pt>
                <c:pt idx="3852">
                  <c:v>-1</c:v>
                </c:pt>
                <c:pt idx="3853">
                  <c:v>-1</c:v>
                </c:pt>
                <c:pt idx="3854">
                  <c:v>-1</c:v>
                </c:pt>
                <c:pt idx="3855">
                  <c:v>-1</c:v>
                </c:pt>
                <c:pt idx="3856">
                  <c:v>-1</c:v>
                </c:pt>
                <c:pt idx="3857">
                  <c:v>-1</c:v>
                </c:pt>
                <c:pt idx="3858">
                  <c:v>-1</c:v>
                </c:pt>
                <c:pt idx="3859">
                  <c:v>-1</c:v>
                </c:pt>
                <c:pt idx="3860">
                  <c:v>-1</c:v>
                </c:pt>
                <c:pt idx="3861">
                  <c:v>-1</c:v>
                </c:pt>
                <c:pt idx="3862">
                  <c:v>-1</c:v>
                </c:pt>
                <c:pt idx="3863">
                  <c:v>-1</c:v>
                </c:pt>
                <c:pt idx="3864">
                  <c:v>-1</c:v>
                </c:pt>
                <c:pt idx="3865">
                  <c:v>-1</c:v>
                </c:pt>
                <c:pt idx="3866">
                  <c:v>-1</c:v>
                </c:pt>
                <c:pt idx="3867">
                  <c:v>-1</c:v>
                </c:pt>
                <c:pt idx="3868">
                  <c:v>-1</c:v>
                </c:pt>
                <c:pt idx="3869">
                  <c:v>-1</c:v>
                </c:pt>
                <c:pt idx="3870">
                  <c:v>-1</c:v>
                </c:pt>
                <c:pt idx="3871">
                  <c:v>-1</c:v>
                </c:pt>
                <c:pt idx="3872">
                  <c:v>-1</c:v>
                </c:pt>
                <c:pt idx="3873">
                  <c:v>-1</c:v>
                </c:pt>
                <c:pt idx="3874">
                  <c:v>-1</c:v>
                </c:pt>
                <c:pt idx="3875">
                  <c:v>-1</c:v>
                </c:pt>
                <c:pt idx="3876">
                  <c:v>-1</c:v>
                </c:pt>
                <c:pt idx="3877">
                  <c:v>-1</c:v>
                </c:pt>
                <c:pt idx="3878">
                  <c:v>-1</c:v>
                </c:pt>
                <c:pt idx="3879">
                  <c:v>-1</c:v>
                </c:pt>
                <c:pt idx="3880">
                  <c:v>-1</c:v>
                </c:pt>
                <c:pt idx="3881">
                  <c:v>-1</c:v>
                </c:pt>
                <c:pt idx="3882">
                  <c:v>-1</c:v>
                </c:pt>
                <c:pt idx="3883">
                  <c:v>-1</c:v>
                </c:pt>
                <c:pt idx="3884">
                  <c:v>-1</c:v>
                </c:pt>
                <c:pt idx="3885">
                  <c:v>-1</c:v>
                </c:pt>
                <c:pt idx="3886">
                  <c:v>-1</c:v>
                </c:pt>
                <c:pt idx="3887">
                  <c:v>-1</c:v>
                </c:pt>
                <c:pt idx="3888">
                  <c:v>-1</c:v>
                </c:pt>
                <c:pt idx="3889">
                  <c:v>-1</c:v>
                </c:pt>
                <c:pt idx="3890">
                  <c:v>-1</c:v>
                </c:pt>
                <c:pt idx="3891">
                  <c:v>-1</c:v>
                </c:pt>
                <c:pt idx="3892">
                  <c:v>-1</c:v>
                </c:pt>
                <c:pt idx="3893">
                  <c:v>-1</c:v>
                </c:pt>
                <c:pt idx="3894">
                  <c:v>-1</c:v>
                </c:pt>
                <c:pt idx="3895">
                  <c:v>-1</c:v>
                </c:pt>
                <c:pt idx="3896">
                  <c:v>-1</c:v>
                </c:pt>
                <c:pt idx="3897">
                  <c:v>-1</c:v>
                </c:pt>
                <c:pt idx="3898">
                  <c:v>-1</c:v>
                </c:pt>
                <c:pt idx="3899">
                  <c:v>-1</c:v>
                </c:pt>
                <c:pt idx="3900">
                  <c:v>-1</c:v>
                </c:pt>
                <c:pt idx="3901">
                  <c:v>-1</c:v>
                </c:pt>
                <c:pt idx="3902">
                  <c:v>-1</c:v>
                </c:pt>
                <c:pt idx="3903">
                  <c:v>-1</c:v>
                </c:pt>
                <c:pt idx="3904">
                  <c:v>-1</c:v>
                </c:pt>
                <c:pt idx="3905">
                  <c:v>-1</c:v>
                </c:pt>
                <c:pt idx="3906">
                  <c:v>-1</c:v>
                </c:pt>
                <c:pt idx="3907">
                  <c:v>-1</c:v>
                </c:pt>
                <c:pt idx="3908">
                  <c:v>-1</c:v>
                </c:pt>
                <c:pt idx="3909">
                  <c:v>-1</c:v>
                </c:pt>
                <c:pt idx="3910">
                  <c:v>-1</c:v>
                </c:pt>
                <c:pt idx="3911">
                  <c:v>-1</c:v>
                </c:pt>
                <c:pt idx="3912">
                  <c:v>-1</c:v>
                </c:pt>
                <c:pt idx="3913">
                  <c:v>-1</c:v>
                </c:pt>
                <c:pt idx="3914">
                  <c:v>-1</c:v>
                </c:pt>
                <c:pt idx="3915">
                  <c:v>-1</c:v>
                </c:pt>
                <c:pt idx="3916">
                  <c:v>-1</c:v>
                </c:pt>
                <c:pt idx="3917">
                  <c:v>-1</c:v>
                </c:pt>
                <c:pt idx="3918">
                  <c:v>-1</c:v>
                </c:pt>
                <c:pt idx="3919">
                  <c:v>-1</c:v>
                </c:pt>
                <c:pt idx="3920">
                  <c:v>-1</c:v>
                </c:pt>
                <c:pt idx="3921">
                  <c:v>-1</c:v>
                </c:pt>
                <c:pt idx="3922">
                  <c:v>-1</c:v>
                </c:pt>
                <c:pt idx="3923">
                  <c:v>-1</c:v>
                </c:pt>
                <c:pt idx="3924">
                  <c:v>-1</c:v>
                </c:pt>
                <c:pt idx="3925">
                  <c:v>-1</c:v>
                </c:pt>
                <c:pt idx="3926">
                  <c:v>-1</c:v>
                </c:pt>
                <c:pt idx="3927">
                  <c:v>-1</c:v>
                </c:pt>
                <c:pt idx="3928">
                  <c:v>-1</c:v>
                </c:pt>
                <c:pt idx="3929">
                  <c:v>-1</c:v>
                </c:pt>
                <c:pt idx="3930">
                  <c:v>-1</c:v>
                </c:pt>
                <c:pt idx="3931">
                  <c:v>-1</c:v>
                </c:pt>
                <c:pt idx="3932">
                  <c:v>-1</c:v>
                </c:pt>
                <c:pt idx="3933">
                  <c:v>-1</c:v>
                </c:pt>
                <c:pt idx="3934">
                  <c:v>-1</c:v>
                </c:pt>
                <c:pt idx="3935">
                  <c:v>-1</c:v>
                </c:pt>
                <c:pt idx="3936">
                  <c:v>-1</c:v>
                </c:pt>
                <c:pt idx="3937">
                  <c:v>-1</c:v>
                </c:pt>
                <c:pt idx="3938">
                  <c:v>-1</c:v>
                </c:pt>
                <c:pt idx="3939">
                  <c:v>-1</c:v>
                </c:pt>
                <c:pt idx="3940">
                  <c:v>-1</c:v>
                </c:pt>
                <c:pt idx="3941">
                  <c:v>-1</c:v>
                </c:pt>
                <c:pt idx="3942">
                  <c:v>-1</c:v>
                </c:pt>
                <c:pt idx="3943">
                  <c:v>-1</c:v>
                </c:pt>
                <c:pt idx="3944">
                  <c:v>-1</c:v>
                </c:pt>
                <c:pt idx="3945">
                  <c:v>-1</c:v>
                </c:pt>
                <c:pt idx="3946">
                  <c:v>-1</c:v>
                </c:pt>
                <c:pt idx="3947">
                  <c:v>-1</c:v>
                </c:pt>
                <c:pt idx="3948">
                  <c:v>-1</c:v>
                </c:pt>
                <c:pt idx="3949">
                  <c:v>-1</c:v>
                </c:pt>
                <c:pt idx="3950">
                  <c:v>-1</c:v>
                </c:pt>
                <c:pt idx="3951">
                  <c:v>-1</c:v>
                </c:pt>
                <c:pt idx="3952">
                  <c:v>-1</c:v>
                </c:pt>
                <c:pt idx="3953">
                  <c:v>-1</c:v>
                </c:pt>
                <c:pt idx="3954">
                  <c:v>-1</c:v>
                </c:pt>
                <c:pt idx="3955">
                  <c:v>-1</c:v>
                </c:pt>
                <c:pt idx="3956">
                  <c:v>-1</c:v>
                </c:pt>
                <c:pt idx="3957">
                  <c:v>-1</c:v>
                </c:pt>
                <c:pt idx="3958">
                  <c:v>-1</c:v>
                </c:pt>
                <c:pt idx="3959">
                  <c:v>-1</c:v>
                </c:pt>
                <c:pt idx="3960">
                  <c:v>-1</c:v>
                </c:pt>
                <c:pt idx="3961">
                  <c:v>-1</c:v>
                </c:pt>
                <c:pt idx="3962">
                  <c:v>-1</c:v>
                </c:pt>
                <c:pt idx="3963">
                  <c:v>-1</c:v>
                </c:pt>
                <c:pt idx="3964">
                  <c:v>-1</c:v>
                </c:pt>
                <c:pt idx="3965">
                  <c:v>-1</c:v>
                </c:pt>
                <c:pt idx="3966">
                  <c:v>-1</c:v>
                </c:pt>
                <c:pt idx="3967">
                  <c:v>-1</c:v>
                </c:pt>
                <c:pt idx="3968">
                  <c:v>-1</c:v>
                </c:pt>
                <c:pt idx="3969">
                  <c:v>-1</c:v>
                </c:pt>
                <c:pt idx="3970">
                  <c:v>-1</c:v>
                </c:pt>
                <c:pt idx="3971">
                  <c:v>-1</c:v>
                </c:pt>
                <c:pt idx="3972">
                  <c:v>-1</c:v>
                </c:pt>
                <c:pt idx="3973">
                  <c:v>-1</c:v>
                </c:pt>
                <c:pt idx="3974">
                  <c:v>-1</c:v>
                </c:pt>
                <c:pt idx="3975">
                  <c:v>-1</c:v>
                </c:pt>
                <c:pt idx="3976">
                  <c:v>-1</c:v>
                </c:pt>
                <c:pt idx="3977">
                  <c:v>-1</c:v>
                </c:pt>
                <c:pt idx="3978">
                  <c:v>-1</c:v>
                </c:pt>
                <c:pt idx="3979">
                  <c:v>-1</c:v>
                </c:pt>
                <c:pt idx="3980">
                  <c:v>-1</c:v>
                </c:pt>
                <c:pt idx="3981">
                  <c:v>-1</c:v>
                </c:pt>
                <c:pt idx="3982">
                  <c:v>-1</c:v>
                </c:pt>
                <c:pt idx="3983">
                  <c:v>-1</c:v>
                </c:pt>
                <c:pt idx="3984">
                  <c:v>-1</c:v>
                </c:pt>
                <c:pt idx="3985">
                  <c:v>-1</c:v>
                </c:pt>
                <c:pt idx="3986">
                  <c:v>-1</c:v>
                </c:pt>
                <c:pt idx="3987">
                  <c:v>-1</c:v>
                </c:pt>
                <c:pt idx="3988">
                  <c:v>-1</c:v>
                </c:pt>
                <c:pt idx="3989">
                  <c:v>-1</c:v>
                </c:pt>
                <c:pt idx="3990">
                  <c:v>-1</c:v>
                </c:pt>
                <c:pt idx="3991">
                  <c:v>-1</c:v>
                </c:pt>
                <c:pt idx="3992">
                  <c:v>-1</c:v>
                </c:pt>
                <c:pt idx="3993">
                  <c:v>-1</c:v>
                </c:pt>
                <c:pt idx="3994">
                  <c:v>-1</c:v>
                </c:pt>
                <c:pt idx="3995">
                  <c:v>-1</c:v>
                </c:pt>
                <c:pt idx="3996">
                  <c:v>-1</c:v>
                </c:pt>
                <c:pt idx="3997">
                  <c:v>-1</c:v>
                </c:pt>
                <c:pt idx="3998">
                  <c:v>-1</c:v>
                </c:pt>
                <c:pt idx="3999">
                  <c:v>-1</c:v>
                </c:pt>
                <c:pt idx="4000">
                  <c:v>-1</c:v>
                </c:pt>
                <c:pt idx="4001">
                  <c:v>-1</c:v>
                </c:pt>
                <c:pt idx="4002">
                  <c:v>-1</c:v>
                </c:pt>
                <c:pt idx="4003">
                  <c:v>-1</c:v>
                </c:pt>
                <c:pt idx="4004">
                  <c:v>-1</c:v>
                </c:pt>
                <c:pt idx="4005">
                  <c:v>-1</c:v>
                </c:pt>
                <c:pt idx="4006">
                  <c:v>-1</c:v>
                </c:pt>
                <c:pt idx="4007">
                  <c:v>-1</c:v>
                </c:pt>
                <c:pt idx="4008">
                  <c:v>-1</c:v>
                </c:pt>
                <c:pt idx="4009">
                  <c:v>-1</c:v>
                </c:pt>
                <c:pt idx="4010">
                  <c:v>-1</c:v>
                </c:pt>
                <c:pt idx="4011">
                  <c:v>-1</c:v>
                </c:pt>
                <c:pt idx="4012">
                  <c:v>-1</c:v>
                </c:pt>
                <c:pt idx="4013">
                  <c:v>-1</c:v>
                </c:pt>
                <c:pt idx="4014">
                  <c:v>-1</c:v>
                </c:pt>
                <c:pt idx="4015">
                  <c:v>-1</c:v>
                </c:pt>
                <c:pt idx="4016">
                  <c:v>-1</c:v>
                </c:pt>
                <c:pt idx="4017">
                  <c:v>-1</c:v>
                </c:pt>
                <c:pt idx="4018">
                  <c:v>-1</c:v>
                </c:pt>
                <c:pt idx="4019">
                  <c:v>-1</c:v>
                </c:pt>
                <c:pt idx="4020">
                  <c:v>-1</c:v>
                </c:pt>
                <c:pt idx="4021">
                  <c:v>-1</c:v>
                </c:pt>
                <c:pt idx="4022">
                  <c:v>-1</c:v>
                </c:pt>
                <c:pt idx="4023">
                  <c:v>-1</c:v>
                </c:pt>
                <c:pt idx="4024">
                  <c:v>-1</c:v>
                </c:pt>
                <c:pt idx="4025">
                  <c:v>-1</c:v>
                </c:pt>
                <c:pt idx="4026">
                  <c:v>-1</c:v>
                </c:pt>
                <c:pt idx="4027">
                  <c:v>-1</c:v>
                </c:pt>
                <c:pt idx="4028">
                  <c:v>-1</c:v>
                </c:pt>
                <c:pt idx="4029">
                  <c:v>-1</c:v>
                </c:pt>
                <c:pt idx="4030">
                  <c:v>-1</c:v>
                </c:pt>
                <c:pt idx="4031">
                  <c:v>-1</c:v>
                </c:pt>
                <c:pt idx="4032">
                  <c:v>-1</c:v>
                </c:pt>
                <c:pt idx="4033">
                  <c:v>-1</c:v>
                </c:pt>
                <c:pt idx="4034">
                  <c:v>-1</c:v>
                </c:pt>
                <c:pt idx="4035">
                  <c:v>-1</c:v>
                </c:pt>
                <c:pt idx="4036">
                  <c:v>-1</c:v>
                </c:pt>
                <c:pt idx="4037">
                  <c:v>-1</c:v>
                </c:pt>
                <c:pt idx="4038">
                  <c:v>-1</c:v>
                </c:pt>
                <c:pt idx="4039">
                  <c:v>-1</c:v>
                </c:pt>
                <c:pt idx="4040">
                  <c:v>-1</c:v>
                </c:pt>
                <c:pt idx="4041">
                  <c:v>-1</c:v>
                </c:pt>
                <c:pt idx="4042">
                  <c:v>-1</c:v>
                </c:pt>
                <c:pt idx="4043">
                  <c:v>-1</c:v>
                </c:pt>
                <c:pt idx="4044">
                  <c:v>-1</c:v>
                </c:pt>
                <c:pt idx="4045">
                  <c:v>-1</c:v>
                </c:pt>
                <c:pt idx="4046">
                  <c:v>-1</c:v>
                </c:pt>
                <c:pt idx="4047">
                  <c:v>-1</c:v>
                </c:pt>
                <c:pt idx="4048">
                  <c:v>-1</c:v>
                </c:pt>
                <c:pt idx="4049">
                  <c:v>-1</c:v>
                </c:pt>
                <c:pt idx="4050">
                  <c:v>-1</c:v>
                </c:pt>
                <c:pt idx="4051">
                  <c:v>-1</c:v>
                </c:pt>
                <c:pt idx="4052">
                  <c:v>-1</c:v>
                </c:pt>
                <c:pt idx="4053">
                  <c:v>-1</c:v>
                </c:pt>
                <c:pt idx="4054">
                  <c:v>-1</c:v>
                </c:pt>
                <c:pt idx="4055">
                  <c:v>-1</c:v>
                </c:pt>
                <c:pt idx="4056">
                  <c:v>-1</c:v>
                </c:pt>
                <c:pt idx="4057">
                  <c:v>-1</c:v>
                </c:pt>
                <c:pt idx="4058">
                  <c:v>-1</c:v>
                </c:pt>
                <c:pt idx="4059">
                  <c:v>-1</c:v>
                </c:pt>
                <c:pt idx="4060">
                  <c:v>-1</c:v>
                </c:pt>
                <c:pt idx="4061">
                  <c:v>-1</c:v>
                </c:pt>
                <c:pt idx="4062">
                  <c:v>-1</c:v>
                </c:pt>
                <c:pt idx="4063">
                  <c:v>-1</c:v>
                </c:pt>
                <c:pt idx="4064">
                  <c:v>-1</c:v>
                </c:pt>
                <c:pt idx="4065">
                  <c:v>-1</c:v>
                </c:pt>
                <c:pt idx="4066">
                  <c:v>-1</c:v>
                </c:pt>
                <c:pt idx="4067">
                  <c:v>-1</c:v>
                </c:pt>
                <c:pt idx="4068">
                  <c:v>-1</c:v>
                </c:pt>
                <c:pt idx="4069">
                  <c:v>-1</c:v>
                </c:pt>
                <c:pt idx="4070">
                  <c:v>-1</c:v>
                </c:pt>
                <c:pt idx="4071">
                  <c:v>-1</c:v>
                </c:pt>
                <c:pt idx="4072">
                  <c:v>-1</c:v>
                </c:pt>
                <c:pt idx="4073">
                  <c:v>-1</c:v>
                </c:pt>
                <c:pt idx="4074">
                  <c:v>-1</c:v>
                </c:pt>
                <c:pt idx="4075">
                  <c:v>-1</c:v>
                </c:pt>
                <c:pt idx="4076">
                  <c:v>-1</c:v>
                </c:pt>
                <c:pt idx="4077">
                  <c:v>-1</c:v>
                </c:pt>
                <c:pt idx="4078">
                  <c:v>-1</c:v>
                </c:pt>
                <c:pt idx="4079">
                  <c:v>-1</c:v>
                </c:pt>
                <c:pt idx="4080">
                  <c:v>-1</c:v>
                </c:pt>
                <c:pt idx="4081">
                  <c:v>-1</c:v>
                </c:pt>
                <c:pt idx="4082">
                  <c:v>-1</c:v>
                </c:pt>
                <c:pt idx="4083">
                  <c:v>-1</c:v>
                </c:pt>
                <c:pt idx="4084">
                  <c:v>-1</c:v>
                </c:pt>
                <c:pt idx="4085">
                  <c:v>-1</c:v>
                </c:pt>
                <c:pt idx="4086">
                  <c:v>-1</c:v>
                </c:pt>
                <c:pt idx="4087">
                  <c:v>-1</c:v>
                </c:pt>
                <c:pt idx="4088">
                  <c:v>-1</c:v>
                </c:pt>
                <c:pt idx="4089">
                  <c:v>-1</c:v>
                </c:pt>
                <c:pt idx="4090">
                  <c:v>-1</c:v>
                </c:pt>
                <c:pt idx="4091">
                  <c:v>-1</c:v>
                </c:pt>
                <c:pt idx="4092">
                  <c:v>-1</c:v>
                </c:pt>
                <c:pt idx="4093">
                  <c:v>-1</c:v>
                </c:pt>
                <c:pt idx="4094">
                  <c:v>-1</c:v>
                </c:pt>
                <c:pt idx="4095">
                  <c:v>-1</c:v>
                </c:pt>
                <c:pt idx="4096">
                  <c:v>-1</c:v>
                </c:pt>
                <c:pt idx="4097">
                  <c:v>-1</c:v>
                </c:pt>
                <c:pt idx="4098">
                  <c:v>-1</c:v>
                </c:pt>
                <c:pt idx="4099">
                  <c:v>-1</c:v>
                </c:pt>
                <c:pt idx="4100">
                  <c:v>-1</c:v>
                </c:pt>
                <c:pt idx="4101">
                  <c:v>-1</c:v>
                </c:pt>
                <c:pt idx="4102">
                  <c:v>-1</c:v>
                </c:pt>
                <c:pt idx="4103">
                  <c:v>-1</c:v>
                </c:pt>
                <c:pt idx="4104">
                  <c:v>-1</c:v>
                </c:pt>
                <c:pt idx="4105">
                  <c:v>-1</c:v>
                </c:pt>
                <c:pt idx="4106">
                  <c:v>-1</c:v>
                </c:pt>
                <c:pt idx="4107">
                  <c:v>-1</c:v>
                </c:pt>
                <c:pt idx="4108">
                  <c:v>-1</c:v>
                </c:pt>
                <c:pt idx="4109">
                  <c:v>-1</c:v>
                </c:pt>
                <c:pt idx="4110">
                  <c:v>-1</c:v>
                </c:pt>
                <c:pt idx="4111">
                  <c:v>-1</c:v>
                </c:pt>
                <c:pt idx="4112">
                  <c:v>-1</c:v>
                </c:pt>
                <c:pt idx="4113">
                  <c:v>-1</c:v>
                </c:pt>
                <c:pt idx="4114">
                  <c:v>-1</c:v>
                </c:pt>
                <c:pt idx="4115">
                  <c:v>-1</c:v>
                </c:pt>
                <c:pt idx="4116">
                  <c:v>-1</c:v>
                </c:pt>
                <c:pt idx="4117">
                  <c:v>-1</c:v>
                </c:pt>
                <c:pt idx="4118">
                  <c:v>-1</c:v>
                </c:pt>
                <c:pt idx="4119">
                  <c:v>-1</c:v>
                </c:pt>
                <c:pt idx="4120">
                  <c:v>-1</c:v>
                </c:pt>
                <c:pt idx="4121">
                  <c:v>-1</c:v>
                </c:pt>
                <c:pt idx="4122">
                  <c:v>-1</c:v>
                </c:pt>
                <c:pt idx="4123">
                  <c:v>-1</c:v>
                </c:pt>
                <c:pt idx="4124">
                  <c:v>-1</c:v>
                </c:pt>
                <c:pt idx="4125">
                  <c:v>-1</c:v>
                </c:pt>
                <c:pt idx="4126">
                  <c:v>-1</c:v>
                </c:pt>
                <c:pt idx="4127">
                  <c:v>-1</c:v>
                </c:pt>
                <c:pt idx="4128">
                  <c:v>-1</c:v>
                </c:pt>
                <c:pt idx="4129">
                  <c:v>-1</c:v>
                </c:pt>
                <c:pt idx="4130">
                  <c:v>-1</c:v>
                </c:pt>
                <c:pt idx="4131">
                  <c:v>-1</c:v>
                </c:pt>
                <c:pt idx="4132">
                  <c:v>-1</c:v>
                </c:pt>
                <c:pt idx="4133">
                  <c:v>-1</c:v>
                </c:pt>
                <c:pt idx="4134">
                  <c:v>-1</c:v>
                </c:pt>
                <c:pt idx="4135">
                  <c:v>-1</c:v>
                </c:pt>
                <c:pt idx="4136">
                  <c:v>-1</c:v>
                </c:pt>
                <c:pt idx="4137">
                  <c:v>-1</c:v>
                </c:pt>
                <c:pt idx="4138">
                  <c:v>-1</c:v>
                </c:pt>
                <c:pt idx="4139">
                  <c:v>-1</c:v>
                </c:pt>
                <c:pt idx="4140">
                  <c:v>-1</c:v>
                </c:pt>
                <c:pt idx="4141">
                  <c:v>-1</c:v>
                </c:pt>
                <c:pt idx="4142">
                  <c:v>-1</c:v>
                </c:pt>
                <c:pt idx="4143">
                  <c:v>-1</c:v>
                </c:pt>
                <c:pt idx="4144">
                  <c:v>-1</c:v>
                </c:pt>
                <c:pt idx="4145">
                  <c:v>-1</c:v>
                </c:pt>
                <c:pt idx="4146">
                  <c:v>-1</c:v>
                </c:pt>
                <c:pt idx="4147">
                  <c:v>-1</c:v>
                </c:pt>
                <c:pt idx="4148">
                  <c:v>-1</c:v>
                </c:pt>
                <c:pt idx="4149">
                  <c:v>-1</c:v>
                </c:pt>
                <c:pt idx="4150">
                  <c:v>-1</c:v>
                </c:pt>
                <c:pt idx="4151">
                  <c:v>-1</c:v>
                </c:pt>
                <c:pt idx="4152">
                  <c:v>-1</c:v>
                </c:pt>
                <c:pt idx="4153">
                  <c:v>-1</c:v>
                </c:pt>
                <c:pt idx="4154">
                  <c:v>-1</c:v>
                </c:pt>
                <c:pt idx="4155">
                  <c:v>-1</c:v>
                </c:pt>
                <c:pt idx="4156">
                  <c:v>-1</c:v>
                </c:pt>
                <c:pt idx="4157">
                  <c:v>-1</c:v>
                </c:pt>
                <c:pt idx="4158">
                  <c:v>-1</c:v>
                </c:pt>
                <c:pt idx="4159">
                  <c:v>-1</c:v>
                </c:pt>
                <c:pt idx="4160">
                  <c:v>-1</c:v>
                </c:pt>
                <c:pt idx="4161">
                  <c:v>-1</c:v>
                </c:pt>
                <c:pt idx="4162">
                  <c:v>-1</c:v>
                </c:pt>
                <c:pt idx="4163">
                  <c:v>-1</c:v>
                </c:pt>
                <c:pt idx="4164">
                  <c:v>-1</c:v>
                </c:pt>
                <c:pt idx="4165">
                  <c:v>-1</c:v>
                </c:pt>
                <c:pt idx="4166">
                  <c:v>-1</c:v>
                </c:pt>
                <c:pt idx="4167">
                  <c:v>-1</c:v>
                </c:pt>
                <c:pt idx="4168">
                  <c:v>-1</c:v>
                </c:pt>
                <c:pt idx="4169">
                  <c:v>-1</c:v>
                </c:pt>
                <c:pt idx="4170">
                  <c:v>-1</c:v>
                </c:pt>
                <c:pt idx="4171">
                  <c:v>-1</c:v>
                </c:pt>
                <c:pt idx="4172">
                  <c:v>-1</c:v>
                </c:pt>
                <c:pt idx="4173">
                  <c:v>-1</c:v>
                </c:pt>
                <c:pt idx="4174">
                  <c:v>-1</c:v>
                </c:pt>
                <c:pt idx="4175">
                  <c:v>-1</c:v>
                </c:pt>
                <c:pt idx="4176">
                  <c:v>-1</c:v>
                </c:pt>
                <c:pt idx="4177">
                  <c:v>-1</c:v>
                </c:pt>
                <c:pt idx="4178">
                  <c:v>-1</c:v>
                </c:pt>
                <c:pt idx="4179">
                  <c:v>-1</c:v>
                </c:pt>
                <c:pt idx="4180">
                  <c:v>-1</c:v>
                </c:pt>
                <c:pt idx="4181">
                  <c:v>-1</c:v>
                </c:pt>
                <c:pt idx="4182">
                  <c:v>-1</c:v>
                </c:pt>
                <c:pt idx="4183">
                  <c:v>-1</c:v>
                </c:pt>
                <c:pt idx="4184">
                  <c:v>-1</c:v>
                </c:pt>
                <c:pt idx="4185">
                  <c:v>-1</c:v>
                </c:pt>
                <c:pt idx="4186">
                  <c:v>-1</c:v>
                </c:pt>
                <c:pt idx="4187">
                  <c:v>-1</c:v>
                </c:pt>
                <c:pt idx="4188">
                  <c:v>-1</c:v>
                </c:pt>
                <c:pt idx="4189">
                  <c:v>-1</c:v>
                </c:pt>
                <c:pt idx="4190">
                  <c:v>-1</c:v>
                </c:pt>
                <c:pt idx="4191">
                  <c:v>-1</c:v>
                </c:pt>
                <c:pt idx="4192">
                  <c:v>-1</c:v>
                </c:pt>
                <c:pt idx="4193">
                  <c:v>-1</c:v>
                </c:pt>
                <c:pt idx="4194">
                  <c:v>-1</c:v>
                </c:pt>
                <c:pt idx="4195">
                  <c:v>-1</c:v>
                </c:pt>
                <c:pt idx="4196">
                  <c:v>-1</c:v>
                </c:pt>
                <c:pt idx="4197">
                  <c:v>-1</c:v>
                </c:pt>
                <c:pt idx="4198">
                  <c:v>-1</c:v>
                </c:pt>
                <c:pt idx="4199">
                  <c:v>-1</c:v>
                </c:pt>
                <c:pt idx="4200">
                  <c:v>-1</c:v>
                </c:pt>
                <c:pt idx="4201">
                  <c:v>-1</c:v>
                </c:pt>
                <c:pt idx="4202">
                  <c:v>-1</c:v>
                </c:pt>
                <c:pt idx="4203">
                  <c:v>-1</c:v>
                </c:pt>
                <c:pt idx="4204">
                  <c:v>-1</c:v>
                </c:pt>
                <c:pt idx="4205">
                  <c:v>-1</c:v>
                </c:pt>
                <c:pt idx="4206">
                  <c:v>-1</c:v>
                </c:pt>
                <c:pt idx="4207">
                  <c:v>-1</c:v>
                </c:pt>
                <c:pt idx="4208">
                  <c:v>-1</c:v>
                </c:pt>
                <c:pt idx="4209">
                  <c:v>-1</c:v>
                </c:pt>
                <c:pt idx="4210">
                  <c:v>-1</c:v>
                </c:pt>
                <c:pt idx="4211">
                  <c:v>-1</c:v>
                </c:pt>
                <c:pt idx="4212">
                  <c:v>-1</c:v>
                </c:pt>
                <c:pt idx="4213">
                  <c:v>-1</c:v>
                </c:pt>
                <c:pt idx="4214">
                  <c:v>-1</c:v>
                </c:pt>
                <c:pt idx="4215">
                  <c:v>-1</c:v>
                </c:pt>
                <c:pt idx="4216">
                  <c:v>-1</c:v>
                </c:pt>
                <c:pt idx="4217">
                  <c:v>-1</c:v>
                </c:pt>
                <c:pt idx="4218">
                  <c:v>-1</c:v>
                </c:pt>
                <c:pt idx="4219">
                  <c:v>-1</c:v>
                </c:pt>
                <c:pt idx="4220">
                  <c:v>-1</c:v>
                </c:pt>
                <c:pt idx="4221">
                  <c:v>-1</c:v>
                </c:pt>
                <c:pt idx="4222">
                  <c:v>-1</c:v>
                </c:pt>
                <c:pt idx="4223">
                  <c:v>-1</c:v>
                </c:pt>
                <c:pt idx="4224">
                  <c:v>-1</c:v>
                </c:pt>
                <c:pt idx="4225">
                  <c:v>-1</c:v>
                </c:pt>
                <c:pt idx="4226">
                  <c:v>-1</c:v>
                </c:pt>
                <c:pt idx="4227">
                  <c:v>-1</c:v>
                </c:pt>
                <c:pt idx="4228">
                  <c:v>-1</c:v>
                </c:pt>
                <c:pt idx="4229">
                  <c:v>-1</c:v>
                </c:pt>
                <c:pt idx="4230">
                  <c:v>-1</c:v>
                </c:pt>
                <c:pt idx="4231">
                  <c:v>-1</c:v>
                </c:pt>
                <c:pt idx="4232">
                  <c:v>-1</c:v>
                </c:pt>
                <c:pt idx="4233">
                  <c:v>-1</c:v>
                </c:pt>
                <c:pt idx="4234">
                  <c:v>-1</c:v>
                </c:pt>
                <c:pt idx="4235">
                  <c:v>-1</c:v>
                </c:pt>
                <c:pt idx="4236">
                  <c:v>-1</c:v>
                </c:pt>
                <c:pt idx="4237">
                  <c:v>-1</c:v>
                </c:pt>
                <c:pt idx="4238">
                  <c:v>-1</c:v>
                </c:pt>
                <c:pt idx="4239">
                  <c:v>-1</c:v>
                </c:pt>
                <c:pt idx="4240">
                  <c:v>-1</c:v>
                </c:pt>
                <c:pt idx="4241">
                  <c:v>-1</c:v>
                </c:pt>
                <c:pt idx="4242">
                  <c:v>-1</c:v>
                </c:pt>
                <c:pt idx="4243">
                  <c:v>-1</c:v>
                </c:pt>
                <c:pt idx="4244">
                  <c:v>-1</c:v>
                </c:pt>
                <c:pt idx="4245">
                  <c:v>-1</c:v>
                </c:pt>
                <c:pt idx="4246">
                  <c:v>-1</c:v>
                </c:pt>
                <c:pt idx="4247">
                  <c:v>-1</c:v>
                </c:pt>
                <c:pt idx="4248">
                  <c:v>-1</c:v>
                </c:pt>
                <c:pt idx="4249">
                  <c:v>-1</c:v>
                </c:pt>
                <c:pt idx="4250">
                  <c:v>-1</c:v>
                </c:pt>
                <c:pt idx="4251">
                  <c:v>-1</c:v>
                </c:pt>
                <c:pt idx="4252">
                  <c:v>-1</c:v>
                </c:pt>
                <c:pt idx="4253">
                  <c:v>-1</c:v>
                </c:pt>
                <c:pt idx="4254">
                  <c:v>-1</c:v>
                </c:pt>
                <c:pt idx="4255">
                  <c:v>-1</c:v>
                </c:pt>
                <c:pt idx="4256">
                  <c:v>-1</c:v>
                </c:pt>
                <c:pt idx="4257">
                  <c:v>-1</c:v>
                </c:pt>
                <c:pt idx="4258">
                  <c:v>-1</c:v>
                </c:pt>
                <c:pt idx="4259">
                  <c:v>-1</c:v>
                </c:pt>
                <c:pt idx="4260">
                  <c:v>-1</c:v>
                </c:pt>
                <c:pt idx="4261">
                  <c:v>-1</c:v>
                </c:pt>
                <c:pt idx="4262">
                  <c:v>-1</c:v>
                </c:pt>
                <c:pt idx="4263">
                  <c:v>-1</c:v>
                </c:pt>
                <c:pt idx="4264">
                  <c:v>-1</c:v>
                </c:pt>
                <c:pt idx="4265">
                  <c:v>-1</c:v>
                </c:pt>
                <c:pt idx="4266">
                  <c:v>-1</c:v>
                </c:pt>
                <c:pt idx="4267">
                  <c:v>-1</c:v>
                </c:pt>
                <c:pt idx="4268">
                  <c:v>-1</c:v>
                </c:pt>
                <c:pt idx="4269">
                  <c:v>-1</c:v>
                </c:pt>
                <c:pt idx="4270">
                  <c:v>-1</c:v>
                </c:pt>
                <c:pt idx="4271">
                  <c:v>-1</c:v>
                </c:pt>
                <c:pt idx="4272">
                  <c:v>-1</c:v>
                </c:pt>
                <c:pt idx="4273">
                  <c:v>-1</c:v>
                </c:pt>
                <c:pt idx="4274">
                  <c:v>-1</c:v>
                </c:pt>
                <c:pt idx="4275">
                  <c:v>-1</c:v>
                </c:pt>
                <c:pt idx="4276">
                  <c:v>-1</c:v>
                </c:pt>
                <c:pt idx="4277">
                  <c:v>-1</c:v>
                </c:pt>
                <c:pt idx="4278">
                  <c:v>-1</c:v>
                </c:pt>
                <c:pt idx="4279">
                  <c:v>-1</c:v>
                </c:pt>
                <c:pt idx="4280">
                  <c:v>-1</c:v>
                </c:pt>
                <c:pt idx="4281">
                  <c:v>-1</c:v>
                </c:pt>
                <c:pt idx="4282">
                  <c:v>-1</c:v>
                </c:pt>
                <c:pt idx="4283">
                  <c:v>-1</c:v>
                </c:pt>
                <c:pt idx="4284">
                  <c:v>-1</c:v>
                </c:pt>
                <c:pt idx="4285">
                  <c:v>-1</c:v>
                </c:pt>
                <c:pt idx="4286">
                  <c:v>-1</c:v>
                </c:pt>
                <c:pt idx="4287">
                  <c:v>-1</c:v>
                </c:pt>
                <c:pt idx="4288">
                  <c:v>-1</c:v>
                </c:pt>
                <c:pt idx="4289">
                  <c:v>-1</c:v>
                </c:pt>
                <c:pt idx="4290">
                  <c:v>-1</c:v>
                </c:pt>
                <c:pt idx="4291">
                  <c:v>-1</c:v>
                </c:pt>
                <c:pt idx="4292">
                  <c:v>-1</c:v>
                </c:pt>
                <c:pt idx="4293">
                  <c:v>-1</c:v>
                </c:pt>
                <c:pt idx="4294">
                  <c:v>-1</c:v>
                </c:pt>
                <c:pt idx="4295">
                  <c:v>-1</c:v>
                </c:pt>
                <c:pt idx="4296">
                  <c:v>-1</c:v>
                </c:pt>
                <c:pt idx="4297">
                  <c:v>-1</c:v>
                </c:pt>
                <c:pt idx="4298">
                  <c:v>-1</c:v>
                </c:pt>
                <c:pt idx="4299">
                  <c:v>-1</c:v>
                </c:pt>
                <c:pt idx="4300">
                  <c:v>-1</c:v>
                </c:pt>
                <c:pt idx="4301">
                  <c:v>-1</c:v>
                </c:pt>
                <c:pt idx="4302">
                  <c:v>-1</c:v>
                </c:pt>
                <c:pt idx="4303">
                  <c:v>-1</c:v>
                </c:pt>
                <c:pt idx="4304">
                  <c:v>-1</c:v>
                </c:pt>
                <c:pt idx="4305">
                  <c:v>-1</c:v>
                </c:pt>
                <c:pt idx="4306">
                  <c:v>-1</c:v>
                </c:pt>
                <c:pt idx="4307">
                  <c:v>-1</c:v>
                </c:pt>
                <c:pt idx="4308">
                  <c:v>-1</c:v>
                </c:pt>
                <c:pt idx="4309">
                  <c:v>-1</c:v>
                </c:pt>
                <c:pt idx="4310">
                  <c:v>-1</c:v>
                </c:pt>
                <c:pt idx="4311">
                  <c:v>-1</c:v>
                </c:pt>
                <c:pt idx="4312">
                  <c:v>-1</c:v>
                </c:pt>
                <c:pt idx="4313">
                  <c:v>-1</c:v>
                </c:pt>
                <c:pt idx="4314">
                  <c:v>-1</c:v>
                </c:pt>
                <c:pt idx="4315">
                  <c:v>-1</c:v>
                </c:pt>
                <c:pt idx="4316">
                  <c:v>-1</c:v>
                </c:pt>
                <c:pt idx="4317">
                  <c:v>-1</c:v>
                </c:pt>
                <c:pt idx="4318">
                  <c:v>-1</c:v>
                </c:pt>
                <c:pt idx="4319">
                  <c:v>-1</c:v>
                </c:pt>
                <c:pt idx="4320">
                  <c:v>-1</c:v>
                </c:pt>
                <c:pt idx="4321">
                  <c:v>-1</c:v>
                </c:pt>
                <c:pt idx="4322">
                  <c:v>-1</c:v>
                </c:pt>
                <c:pt idx="4323">
                  <c:v>-1</c:v>
                </c:pt>
                <c:pt idx="4324">
                  <c:v>-1</c:v>
                </c:pt>
                <c:pt idx="4325">
                  <c:v>-1</c:v>
                </c:pt>
                <c:pt idx="4326">
                  <c:v>-1</c:v>
                </c:pt>
                <c:pt idx="4327">
                  <c:v>-1</c:v>
                </c:pt>
                <c:pt idx="4328">
                  <c:v>-1</c:v>
                </c:pt>
                <c:pt idx="4329">
                  <c:v>-1</c:v>
                </c:pt>
                <c:pt idx="4330">
                  <c:v>-1</c:v>
                </c:pt>
                <c:pt idx="4331">
                  <c:v>-1</c:v>
                </c:pt>
                <c:pt idx="4332">
                  <c:v>-1</c:v>
                </c:pt>
                <c:pt idx="4333">
                  <c:v>-1</c:v>
                </c:pt>
                <c:pt idx="4334">
                  <c:v>-1</c:v>
                </c:pt>
                <c:pt idx="4335">
                  <c:v>-1</c:v>
                </c:pt>
                <c:pt idx="4336">
                  <c:v>-1</c:v>
                </c:pt>
                <c:pt idx="4337">
                  <c:v>-1</c:v>
                </c:pt>
                <c:pt idx="4338">
                  <c:v>-1</c:v>
                </c:pt>
                <c:pt idx="4339">
                  <c:v>-1</c:v>
                </c:pt>
                <c:pt idx="4340">
                  <c:v>-1</c:v>
                </c:pt>
                <c:pt idx="4341">
                  <c:v>-1</c:v>
                </c:pt>
                <c:pt idx="4342">
                  <c:v>-1</c:v>
                </c:pt>
                <c:pt idx="4343">
                  <c:v>-1</c:v>
                </c:pt>
                <c:pt idx="4344">
                  <c:v>-1</c:v>
                </c:pt>
                <c:pt idx="4345">
                  <c:v>-1</c:v>
                </c:pt>
                <c:pt idx="4346">
                  <c:v>-1</c:v>
                </c:pt>
                <c:pt idx="4347">
                  <c:v>-1</c:v>
                </c:pt>
                <c:pt idx="4348">
                  <c:v>-1</c:v>
                </c:pt>
                <c:pt idx="4349">
                  <c:v>-1</c:v>
                </c:pt>
                <c:pt idx="4350">
                  <c:v>-1</c:v>
                </c:pt>
                <c:pt idx="4351">
                  <c:v>-1</c:v>
                </c:pt>
                <c:pt idx="4352">
                  <c:v>-1</c:v>
                </c:pt>
                <c:pt idx="4353">
                  <c:v>-1</c:v>
                </c:pt>
                <c:pt idx="4354">
                  <c:v>-1</c:v>
                </c:pt>
                <c:pt idx="4355">
                  <c:v>-1</c:v>
                </c:pt>
                <c:pt idx="4356">
                  <c:v>-1</c:v>
                </c:pt>
                <c:pt idx="4357">
                  <c:v>-1</c:v>
                </c:pt>
                <c:pt idx="4358">
                  <c:v>-1</c:v>
                </c:pt>
                <c:pt idx="4359">
                  <c:v>-1</c:v>
                </c:pt>
                <c:pt idx="4360">
                  <c:v>-1</c:v>
                </c:pt>
                <c:pt idx="4361">
                  <c:v>-1</c:v>
                </c:pt>
                <c:pt idx="4362">
                  <c:v>-1</c:v>
                </c:pt>
                <c:pt idx="4363">
                  <c:v>-1</c:v>
                </c:pt>
                <c:pt idx="4364">
                  <c:v>-1</c:v>
                </c:pt>
                <c:pt idx="4365">
                  <c:v>-1</c:v>
                </c:pt>
                <c:pt idx="4366">
                  <c:v>-1</c:v>
                </c:pt>
                <c:pt idx="4367">
                  <c:v>-1</c:v>
                </c:pt>
                <c:pt idx="4368">
                  <c:v>-1</c:v>
                </c:pt>
                <c:pt idx="4369">
                  <c:v>-1</c:v>
                </c:pt>
                <c:pt idx="4370">
                  <c:v>-1</c:v>
                </c:pt>
                <c:pt idx="4371">
                  <c:v>-1</c:v>
                </c:pt>
                <c:pt idx="4372">
                  <c:v>-1</c:v>
                </c:pt>
                <c:pt idx="4373">
                  <c:v>-1</c:v>
                </c:pt>
                <c:pt idx="4374">
                  <c:v>-1</c:v>
                </c:pt>
                <c:pt idx="4375">
                  <c:v>-1</c:v>
                </c:pt>
                <c:pt idx="4376">
                  <c:v>-1</c:v>
                </c:pt>
                <c:pt idx="4377">
                  <c:v>-1</c:v>
                </c:pt>
                <c:pt idx="4378">
                  <c:v>-1</c:v>
                </c:pt>
                <c:pt idx="4379">
                  <c:v>-1</c:v>
                </c:pt>
                <c:pt idx="4380">
                  <c:v>-1</c:v>
                </c:pt>
                <c:pt idx="4381">
                  <c:v>-1</c:v>
                </c:pt>
                <c:pt idx="4382">
                  <c:v>-1</c:v>
                </c:pt>
                <c:pt idx="4383">
                  <c:v>-1</c:v>
                </c:pt>
                <c:pt idx="4384">
                  <c:v>-1</c:v>
                </c:pt>
                <c:pt idx="4385">
                  <c:v>-1</c:v>
                </c:pt>
                <c:pt idx="4386">
                  <c:v>-1</c:v>
                </c:pt>
                <c:pt idx="4387">
                  <c:v>-1</c:v>
                </c:pt>
                <c:pt idx="4388">
                  <c:v>-1</c:v>
                </c:pt>
                <c:pt idx="4389">
                  <c:v>-1</c:v>
                </c:pt>
                <c:pt idx="4390">
                  <c:v>-1</c:v>
                </c:pt>
                <c:pt idx="4391">
                  <c:v>-1</c:v>
                </c:pt>
                <c:pt idx="4392">
                  <c:v>-1</c:v>
                </c:pt>
                <c:pt idx="4393">
                  <c:v>-1</c:v>
                </c:pt>
                <c:pt idx="4394">
                  <c:v>-1</c:v>
                </c:pt>
                <c:pt idx="4395">
                  <c:v>-1</c:v>
                </c:pt>
                <c:pt idx="4396">
                  <c:v>-1</c:v>
                </c:pt>
                <c:pt idx="4397">
                  <c:v>-1</c:v>
                </c:pt>
                <c:pt idx="4398">
                  <c:v>-1</c:v>
                </c:pt>
                <c:pt idx="4399">
                  <c:v>-1</c:v>
                </c:pt>
                <c:pt idx="4400">
                  <c:v>-1</c:v>
                </c:pt>
                <c:pt idx="4401">
                  <c:v>-1</c:v>
                </c:pt>
                <c:pt idx="4402">
                  <c:v>-1</c:v>
                </c:pt>
                <c:pt idx="4403">
                  <c:v>-1</c:v>
                </c:pt>
                <c:pt idx="4404">
                  <c:v>-1</c:v>
                </c:pt>
                <c:pt idx="4405">
                  <c:v>-1</c:v>
                </c:pt>
                <c:pt idx="4406">
                  <c:v>-1</c:v>
                </c:pt>
                <c:pt idx="4407">
                  <c:v>-1</c:v>
                </c:pt>
                <c:pt idx="4408">
                  <c:v>-1</c:v>
                </c:pt>
                <c:pt idx="4409">
                  <c:v>-1</c:v>
                </c:pt>
                <c:pt idx="4410">
                  <c:v>-1</c:v>
                </c:pt>
                <c:pt idx="4411">
                  <c:v>-1</c:v>
                </c:pt>
                <c:pt idx="4412">
                  <c:v>-1</c:v>
                </c:pt>
                <c:pt idx="4413">
                  <c:v>-1</c:v>
                </c:pt>
                <c:pt idx="4414">
                  <c:v>-1</c:v>
                </c:pt>
                <c:pt idx="4415">
                  <c:v>-1</c:v>
                </c:pt>
                <c:pt idx="4416">
                  <c:v>-1</c:v>
                </c:pt>
                <c:pt idx="4417">
                  <c:v>-1</c:v>
                </c:pt>
                <c:pt idx="4418">
                  <c:v>-1</c:v>
                </c:pt>
                <c:pt idx="4419">
                  <c:v>-1</c:v>
                </c:pt>
                <c:pt idx="4420">
                  <c:v>-1</c:v>
                </c:pt>
                <c:pt idx="4421">
                  <c:v>-1</c:v>
                </c:pt>
                <c:pt idx="4422">
                  <c:v>-1</c:v>
                </c:pt>
                <c:pt idx="4423">
                  <c:v>-1</c:v>
                </c:pt>
                <c:pt idx="4424">
                  <c:v>-1</c:v>
                </c:pt>
                <c:pt idx="4425">
                  <c:v>-1</c:v>
                </c:pt>
                <c:pt idx="4426">
                  <c:v>-1</c:v>
                </c:pt>
                <c:pt idx="4427">
                  <c:v>-1</c:v>
                </c:pt>
                <c:pt idx="4428">
                  <c:v>-1</c:v>
                </c:pt>
                <c:pt idx="4429">
                  <c:v>-1</c:v>
                </c:pt>
                <c:pt idx="4430">
                  <c:v>-1</c:v>
                </c:pt>
                <c:pt idx="4431">
                  <c:v>-1</c:v>
                </c:pt>
                <c:pt idx="4432">
                  <c:v>-1</c:v>
                </c:pt>
                <c:pt idx="4433">
                  <c:v>-1</c:v>
                </c:pt>
                <c:pt idx="4434">
                  <c:v>-1</c:v>
                </c:pt>
                <c:pt idx="4435">
                  <c:v>-1</c:v>
                </c:pt>
                <c:pt idx="4436">
                  <c:v>-1</c:v>
                </c:pt>
                <c:pt idx="4437">
                  <c:v>-1</c:v>
                </c:pt>
                <c:pt idx="4438">
                  <c:v>-1</c:v>
                </c:pt>
                <c:pt idx="4439">
                  <c:v>-1</c:v>
                </c:pt>
                <c:pt idx="4440">
                  <c:v>-1</c:v>
                </c:pt>
                <c:pt idx="4441">
                  <c:v>-1</c:v>
                </c:pt>
                <c:pt idx="4442">
                  <c:v>-1</c:v>
                </c:pt>
                <c:pt idx="4443">
                  <c:v>-1</c:v>
                </c:pt>
                <c:pt idx="4444">
                  <c:v>-1</c:v>
                </c:pt>
                <c:pt idx="4445">
                  <c:v>-1</c:v>
                </c:pt>
                <c:pt idx="4446">
                  <c:v>-1</c:v>
                </c:pt>
                <c:pt idx="4447">
                  <c:v>-1</c:v>
                </c:pt>
                <c:pt idx="4448">
                  <c:v>-1</c:v>
                </c:pt>
                <c:pt idx="4449">
                  <c:v>-1</c:v>
                </c:pt>
                <c:pt idx="4450">
                  <c:v>-1</c:v>
                </c:pt>
                <c:pt idx="4451">
                  <c:v>-1</c:v>
                </c:pt>
                <c:pt idx="4452">
                  <c:v>-1</c:v>
                </c:pt>
                <c:pt idx="4453">
                  <c:v>-1</c:v>
                </c:pt>
                <c:pt idx="4454">
                  <c:v>-1</c:v>
                </c:pt>
                <c:pt idx="4455">
                  <c:v>-1</c:v>
                </c:pt>
                <c:pt idx="4456">
                  <c:v>-1</c:v>
                </c:pt>
                <c:pt idx="4457">
                  <c:v>-1</c:v>
                </c:pt>
                <c:pt idx="4458">
                  <c:v>-1</c:v>
                </c:pt>
                <c:pt idx="4459">
                  <c:v>-1</c:v>
                </c:pt>
                <c:pt idx="4460">
                  <c:v>-1</c:v>
                </c:pt>
                <c:pt idx="4461">
                  <c:v>-1</c:v>
                </c:pt>
                <c:pt idx="4462">
                  <c:v>-1</c:v>
                </c:pt>
                <c:pt idx="4463">
                  <c:v>-1</c:v>
                </c:pt>
                <c:pt idx="4464">
                  <c:v>-1</c:v>
                </c:pt>
                <c:pt idx="4465">
                  <c:v>-1</c:v>
                </c:pt>
                <c:pt idx="4466">
                  <c:v>-1</c:v>
                </c:pt>
                <c:pt idx="4467">
                  <c:v>-1</c:v>
                </c:pt>
                <c:pt idx="4468">
                  <c:v>-1</c:v>
                </c:pt>
                <c:pt idx="4469">
                  <c:v>-1</c:v>
                </c:pt>
                <c:pt idx="4470">
                  <c:v>-1</c:v>
                </c:pt>
                <c:pt idx="4471">
                  <c:v>-1</c:v>
                </c:pt>
                <c:pt idx="4472">
                  <c:v>-1</c:v>
                </c:pt>
                <c:pt idx="4473">
                  <c:v>-1</c:v>
                </c:pt>
                <c:pt idx="4474">
                  <c:v>-1</c:v>
                </c:pt>
                <c:pt idx="4475">
                  <c:v>-1</c:v>
                </c:pt>
                <c:pt idx="4476">
                  <c:v>-1</c:v>
                </c:pt>
                <c:pt idx="4477">
                  <c:v>-1</c:v>
                </c:pt>
                <c:pt idx="4478">
                  <c:v>-1</c:v>
                </c:pt>
                <c:pt idx="4479">
                  <c:v>-1</c:v>
                </c:pt>
                <c:pt idx="4480">
                  <c:v>-1</c:v>
                </c:pt>
                <c:pt idx="4481">
                  <c:v>-1</c:v>
                </c:pt>
                <c:pt idx="4482">
                  <c:v>-1</c:v>
                </c:pt>
                <c:pt idx="4483">
                  <c:v>-1</c:v>
                </c:pt>
                <c:pt idx="4484">
                  <c:v>-1</c:v>
                </c:pt>
                <c:pt idx="4485">
                  <c:v>-1</c:v>
                </c:pt>
                <c:pt idx="4486">
                  <c:v>-1</c:v>
                </c:pt>
                <c:pt idx="4487">
                  <c:v>-1</c:v>
                </c:pt>
                <c:pt idx="4488">
                  <c:v>-1</c:v>
                </c:pt>
                <c:pt idx="4489">
                  <c:v>-1</c:v>
                </c:pt>
                <c:pt idx="4490">
                  <c:v>-1</c:v>
                </c:pt>
                <c:pt idx="4491">
                  <c:v>-1</c:v>
                </c:pt>
                <c:pt idx="4492">
                  <c:v>-1</c:v>
                </c:pt>
                <c:pt idx="4493">
                  <c:v>-1</c:v>
                </c:pt>
                <c:pt idx="4494">
                  <c:v>-1</c:v>
                </c:pt>
                <c:pt idx="4495">
                  <c:v>-1</c:v>
                </c:pt>
                <c:pt idx="4496">
                  <c:v>-1</c:v>
                </c:pt>
                <c:pt idx="4497">
                  <c:v>-1</c:v>
                </c:pt>
                <c:pt idx="4498">
                  <c:v>-1</c:v>
                </c:pt>
                <c:pt idx="4499">
                  <c:v>-1</c:v>
                </c:pt>
                <c:pt idx="4500">
                  <c:v>-1</c:v>
                </c:pt>
                <c:pt idx="4501">
                  <c:v>-1</c:v>
                </c:pt>
                <c:pt idx="4502">
                  <c:v>-1</c:v>
                </c:pt>
                <c:pt idx="4503">
                  <c:v>-1</c:v>
                </c:pt>
                <c:pt idx="4504">
                  <c:v>-1</c:v>
                </c:pt>
                <c:pt idx="4505">
                  <c:v>-1</c:v>
                </c:pt>
                <c:pt idx="4506">
                  <c:v>-1</c:v>
                </c:pt>
                <c:pt idx="4507">
                  <c:v>-1</c:v>
                </c:pt>
                <c:pt idx="4508">
                  <c:v>-1</c:v>
                </c:pt>
                <c:pt idx="4509">
                  <c:v>-1</c:v>
                </c:pt>
                <c:pt idx="4510">
                  <c:v>-1</c:v>
                </c:pt>
                <c:pt idx="4511">
                  <c:v>-1</c:v>
                </c:pt>
                <c:pt idx="4512">
                  <c:v>-1</c:v>
                </c:pt>
                <c:pt idx="4513">
                  <c:v>-1</c:v>
                </c:pt>
                <c:pt idx="4514">
                  <c:v>-1</c:v>
                </c:pt>
                <c:pt idx="4515">
                  <c:v>-1</c:v>
                </c:pt>
                <c:pt idx="4516">
                  <c:v>-1</c:v>
                </c:pt>
                <c:pt idx="4517">
                  <c:v>-1</c:v>
                </c:pt>
                <c:pt idx="4518">
                  <c:v>-1</c:v>
                </c:pt>
                <c:pt idx="4519">
                  <c:v>-1</c:v>
                </c:pt>
                <c:pt idx="4520">
                  <c:v>-1</c:v>
                </c:pt>
                <c:pt idx="4521">
                  <c:v>-1</c:v>
                </c:pt>
                <c:pt idx="4522">
                  <c:v>-1</c:v>
                </c:pt>
                <c:pt idx="4523">
                  <c:v>-1</c:v>
                </c:pt>
                <c:pt idx="4524">
                  <c:v>-1</c:v>
                </c:pt>
                <c:pt idx="4525">
                  <c:v>-1</c:v>
                </c:pt>
                <c:pt idx="4526">
                  <c:v>-1</c:v>
                </c:pt>
                <c:pt idx="4527">
                  <c:v>-1</c:v>
                </c:pt>
                <c:pt idx="4528">
                  <c:v>-1</c:v>
                </c:pt>
                <c:pt idx="4529">
                  <c:v>-1</c:v>
                </c:pt>
                <c:pt idx="4530">
                  <c:v>-1</c:v>
                </c:pt>
                <c:pt idx="4531">
                  <c:v>-1</c:v>
                </c:pt>
                <c:pt idx="4532">
                  <c:v>-1</c:v>
                </c:pt>
                <c:pt idx="4533">
                  <c:v>-1</c:v>
                </c:pt>
                <c:pt idx="4534">
                  <c:v>-1</c:v>
                </c:pt>
                <c:pt idx="4535">
                  <c:v>-1</c:v>
                </c:pt>
                <c:pt idx="4536">
                  <c:v>-1</c:v>
                </c:pt>
                <c:pt idx="4537">
                  <c:v>-1</c:v>
                </c:pt>
                <c:pt idx="4538">
                  <c:v>-1</c:v>
                </c:pt>
                <c:pt idx="4539">
                  <c:v>-1</c:v>
                </c:pt>
                <c:pt idx="4540">
                  <c:v>-1</c:v>
                </c:pt>
                <c:pt idx="4541">
                  <c:v>-1</c:v>
                </c:pt>
                <c:pt idx="4542">
                  <c:v>-1</c:v>
                </c:pt>
                <c:pt idx="4543">
                  <c:v>-1</c:v>
                </c:pt>
                <c:pt idx="4544">
                  <c:v>-1</c:v>
                </c:pt>
                <c:pt idx="4545">
                  <c:v>-1</c:v>
                </c:pt>
                <c:pt idx="4546">
                  <c:v>-1</c:v>
                </c:pt>
                <c:pt idx="4547">
                  <c:v>-1</c:v>
                </c:pt>
                <c:pt idx="4548">
                  <c:v>-1</c:v>
                </c:pt>
                <c:pt idx="4549">
                  <c:v>-1</c:v>
                </c:pt>
                <c:pt idx="4550">
                  <c:v>-1</c:v>
                </c:pt>
                <c:pt idx="4551">
                  <c:v>-1</c:v>
                </c:pt>
                <c:pt idx="4552">
                  <c:v>-1</c:v>
                </c:pt>
                <c:pt idx="4553">
                  <c:v>-1</c:v>
                </c:pt>
                <c:pt idx="4554">
                  <c:v>-1</c:v>
                </c:pt>
                <c:pt idx="4555">
                  <c:v>-1</c:v>
                </c:pt>
                <c:pt idx="4556">
                  <c:v>-1</c:v>
                </c:pt>
                <c:pt idx="4557">
                  <c:v>-1</c:v>
                </c:pt>
                <c:pt idx="4558">
                  <c:v>-1</c:v>
                </c:pt>
                <c:pt idx="4559">
                  <c:v>-1</c:v>
                </c:pt>
                <c:pt idx="4560">
                  <c:v>-1</c:v>
                </c:pt>
                <c:pt idx="4561">
                  <c:v>-1</c:v>
                </c:pt>
                <c:pt idx="4562">
                  <c:v>-1</c:v>
                </c:pt>
                <c:pt idx="4563">
                  <c:v>-1</c:v>
                </c:pt>
                <c:pt idx="4564">
                  <c:v>-1</c:v>
                </c:pt>
                <c:pt idx="4565">
                  <c:v>-1</c:v>
                </c:pt>
                <c:pt idx="4566">
                  <c:v>-1</c:v>
                </c:pt>
                <c:pt idx="4567">
                  <c:v>-1</c:v>
                </c:pt>
                <c:pt idx="4568">
                  <c:v>-1</c:v>
                </c:pt>
                <c:pt idx="4569">
                  <c:v>-1</c:v>
                </c:pt>
                <c:pt idx="4570">
                  <c:v>-1</c:v>
                </c:pt>
                <c:pt idx="4571">
                  <c:v>-1</c:v>
                </c:pt>
                <c:pt idx="4572">
                  <c:v>-1</c:v>
                </c:pt>
                <c:pt idx="4573">
                  <c:v>-1</c:v>
                </c:pt>
                <c:pt idx="4574">
                  <c:v>-1</c:v>
                </c:pt>
                <c:pt idx="4575">
                  <c:v>-1</c:v>
                </c:pt>
                <c:pt idx="4576">
                  <c:v>-1</c:v>
                </c:pt>
                <c:pt idx="4577">
                  <c:v>-1</c:v>
                </c:pt>
                <c:pt idx="4578">
                  <c:v>-1</c:v>
                </c:pt>
                <c:pt idx="4579">
                  <c:v>-1</c:v>
                </c:pt>
                <c:pt idx="4580">
                  <c:v>-1</c:v>
                </c:pt>
                <c:pt idx="4581">
                  <c:v>-1</c:v>
                </c:pt>
                <c:pt idx="4582">
                  <c:v>-1</c:v>
                </c:pt>
                <c:pt idx="4583">
                  <c:v>-1</c:v>
                </c:pt>
                <c:pt idx="4584">
                  <c:v>-1</c:v>
                </c:pt>
                <c:pt idx="4585">
                  <c:v>-1</c:v>
                </c:pt>
                <c:pt idx="4586">
                  <c:v>-1</c:v>
                </c:pt>
                <c:pt idx="4587">
                  <c:v>-1</c:v>
                </c:pt>
                <c:pt idx="4588">
                  <c:v>-1</c:v>
                </c:pt>
                <c:pt idx="4589">
                  <c:v>-1</c:v>
                </c:pt>
                <c:pt idx="4590">
                  <c:v>-1</c:v>
                </c:pt>
                <c:pt idx="4591">
                  <c:v>-1</c:v>
                </c:pt>
                <c:pt idx="4592">
                  <c:v>-1</c:v>
                </c:pt>
                <c:pt idx="4593">
                  <c:v>-1</c:v>
                </c:pt>
                <c:pt idx="4594">
                  <c:v>-1</c:v>
                </c:pt>
                <c:pt idx="4595">
                  <c:v>-1</c:v>
                </c:pt>
                <c:pt idx="4596">
                  <c:v>-1</c:v>
                </c:pt>
                <c:pt idx="4597">
                  <c:v>-1</c:v>
                </c:pt>
                <c:pt idx="4598">
                  <c:v>-1</c:v>
                </c:pt>
                <c:pt idx="4599">
                  <c:v>-1</c:v>
                </c:pt>
                <c:pt idx="4600">
                  <c:v>-1</c:v>
                </c:pt>
                <c:pt idx="4601">
                  <c:v>-1</c:v>
                </c:pt>
                <c:pt idx="4602">
                  <c:v>-1</c:v>
                </c:pt>
                <c:pt idx="4603">
                  <c:v>-1</c:v>
                </c:pt>
                <c:pt idx="4604">
                  <c:v>-1</c:v>
                </c:pt>
                <c:pt idx="4605">
                  <c:v>-1</c:v>
                </c:pt>
                <c:pt idx="4606">
                  <c:v>-1</c:v>
                </c:pt>
                <c:pt idx="4607">
                  <c:v>-1</c:v>
                </c:pt>
                <c:pt idx="4608">
                  <c:v>-1</c:v>
                </c:pt>
                <c:pt idx="4609">
                  <c:v>-1</c:v>
                </c:pt>
                <c:pt idx="4610">
                  <c:v>-1</c:v>
                </c:pt>
                <c:pt idx="4611">
                  <c:v>-1</c:v>
                </c:pt>
                <c:pt idx="4612">
                  <c:v>-1</c:v>
                </c:pt>
                <c:pt idx="4613">
                  <c:v>-1</c:v>
                </c:pt>
                <c:pt idx="4614">
                  <c:v>-1</c:v>
                </c:pt>
                <c:pt idx="4615">
                  <c:v>-1</c:v>
                </c:pt>
                <c:pt idx="4616">
                  <c:v>-1</c:v>
                </c:pt>
                <c:pt idx="4617">
                  <c:v>-1</c:v>
                </c:pt>
                <c:pt idx="4618">
                  <c:v>-1</c:v>
                </c:pt>
                <c:pt idx="4619">
                  <c:v>-1</c:v>
                </c:pt>
                <c:pt idx="4620">
                  <c:v>-1</c:v>
                </c:pt>
                <c:pt idx="4621">
                  <c:v>-1</c:v>
                </c:pt>
                <c:pt idx="4622">
                  <c:v>-1</c:v>
                </c:pt>
                <c:pt idx="4623">
                  <c:v>-1</c:v>
                </c:pt>
                <c:pt idx="4624">
                  <c:v>-1</c:v>
                </c:pt>
                <c:pt idx="4625">
                  <c:v>-1</c:v>
                </c:pt>
                <c:pt idx="4626">
                  <c:v>-1</c:v>
                </c:pt>
                <c:pt idx="4627">
                  <c:v>-1</c:v>
                </c:pt>
                <c:pt idx="4628">
                  <c:v>-1</c:v>
                </c:pt>
                <c:pt idx="4629">
                  <c:v>-1</c:v>
                </c:pt>
                <c:pt idx="4630">
                  <c:v>-1</c:v>
                </c:pt>
                <c:pt idx="4631">
                  <c:v>-1</c:v>
                </c:pt>
                <c:pt idx="4632">
                  <c:v>-1</c:v>
                </c:pt>
                <c:pt idx="4633">
                  <c:v>-1</c:v>
                </c:pt>
                <c:pt idx="4634">
                  <c:v>-1</c:v>
                </c:pt>
                <c:pt idx="4635">
                  <c:v>-1</c:v>
                </c:pt>
                <c:pt idx="4636">
                  <c:v>-1</c:v>
                </c:pt>
                <c:pt idx="4637">
                  <c:v>-1</c:v>
                </c:pt>
                <c:pt idx="4638">
                  <c:v>-1</c:v>
                </c:pt>
                <c:pt idx="4639">
                  <c:v>-1</c:v>
                </c:pt>
                <c:pt idx="4640">
                  <c:v>-1</c:v>
                </c:pt>
                <c:pt idx="4641">
                  <c:v>-1</c:v>
                </c:pt>
                <c:pt idx="4642">
                  <c:v>-1</c:v>
                </c:pt>
                <c:pt idx="4643">
                  <c:v>-1</c:v>
                </c:pt>
                <c:pt idx="4644">
                  <c:v>-1</c:v>
                </c:pt>
                <c:pt idx="4645">
                  <c:v>-1</c:v>
                </c:pt>
                <c:pt idx="4646">
                  <c:v>-1</c:v>
                </c:pt>
                <c:pt idx="4647">
                  <c:v>-1</c:v>
                </c:pt>
                <c:pt idx="4648">
                  <c:v>-1</c:v>
                </c:pt>
                <c:pt idx="4649">
                  <c:v>-1</c:v>
                </c:pt>
                <c:pt idx="4650">
                  <c:v>-1</c:v>
                </c:pt>
                <c:pt idx="4651">
                  <c:v>-1</c:v>
                </c:pt>
                <c:pt idx="4652">
                  <c:v>-1</c:v>
                </c:pt>
                <c:pt idx="4653">
                  <c:v>-1</c:v>
                </c:pt>
                <c:pt idx="4654">
                  <c:v>-1</c:v>
                </c:pt>
                <c:pt idx="4655">
                  <c:v>-1</c:v>
                </c:pt>
                <c:pt idx="4656">
                  <c:v>-1</c:v>
                </c:pt>
                <c:pt idx="4657">
                  <c:v>-1</c:v>
                </c:pt>
                <c:pt idx="4658">
                  <c:v>-1</c:v>
                </c:pt>
                <c:pt idx="4659">
                  <c:v>-1</c:v>
                </c:pt>
                <c:pt idx="4660">
                  <c:v>-1</c:v>
                </c:pt>
                <c:pt idx="4661">
                  <c:v>-1</c:v>
                </c:pt>
                <c:pt idx="4662">
                  <c:v>-1</c:v>
                </c:pt>
                <c:pt idx="4663">
                  <c:v>-1</c:v>
                </c:pt>
                <c:pt idx="4664">
                  <c:v>-1</c:v>
                </c:pt>
                <c:pt idx="4665">
                  <c:v>-1</c:v>
                </c:pt>
                <c:pt idx="4666">
                  <c:v>-1</c:v>
                </c:pt>
                <c:pt idx="4667">
                  <c:v>-1</c:v>
                </c:pt>
                <c:pt idx="4668">
                  <c:v>-1</c:v>
                </c:pt>
                <c:pt idx="4669">
                  <c:v>-1</c:v>
                </c:pt>
                <c:pt idx="4670">
                  <c:v>-1</c:v>
                </c:pt>
                <c:pt idx="4671">
                  <c:v>-1</c:v>
                </c:pt>
                <c:pt idx="4672">
                  <c:v>-1</c:v>
                </c:pt>
                <c:pt idx="4673">
                  <c:v>-1</c:v>
                </c:pt>
                <c:pt idx="4674">
                  <c:v>-1</c:v>
                </c:pt>
                <c:pt idx="4675">
                  <c:v>-1</c:v>
                </c:pt>
                <c:pt idx="4676">
                  <c:v>-1</c:v>
                </c:pt>
                <c:pt idx="4677">
                  <c:v>-1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7F-4839-9B4C-5999719277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54068191"/>
        <c:axId val="1954078591"/>
      </c:lineChart>
      <c:catAx>
        <c:axId val="1954068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4078591"/>
        <c:crosses val="autoZero"/>
        <c:auto val="1"/>
        <c:lblAlgn val="ctr"/>
        <c:lblOffset val="100"/>
        <c:noMultiLvlLbl val="0"/>
      </c:catAx>
      <c:valAx>
        <c:axId val="195407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4068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Slip ratio vs Inclination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Sheet1!$Q$10:$Q$15</c:f>
              <c:numCache>
                <c:formatCode>General</c:formatCode>
                <c:ptCount val="6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</c:numCache>
            </c:numRef>
          </c:xVal>
          <c:yVal>
            <c:numRef>
              <c:f>Sheet1!$R$10:$R$15</c:f>
              <c:numCache>
                <c:formatCode>General</c:formatCode>
                <c:ptCount val="6"/>
                <c:pt idx="0">
                  <c:v>0.20744699999999999</c:v>
                </c:pt>
                <c:pt idx="1">
                  <c:v>0.38985199999999998</c:v>
                </c:pt>
                <c:pt idx="2">
                  <c:v>0.65663700000000003</c:v>
                </c:pt>
                <c:pt idx="3">
                  <c:v>0.805145</c:v>
                </c:pt>
                <c:pt idx="4">
                  <c:v>0.83718000000000004</c:v>
                </c:pt>
                <c:pt idx="5">
                  <c:v>0.80502799999999997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A03-40B2-99B4-82EE5BBC26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83568719"/>
        <c:axId val="783554991"/>
      </c:scatterChart>
      <c:valAx>
        <c:axId val="7835687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3554991"/>
        <c:crosses val="autoZero"/>
        <c:crossBetween val="midCat"/>
      </c:valAx>
      <c:valAx>
        <c:axId val="783554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356871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036C-E50C-41CB-BC27-2C2CB5CFEA6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A5B7-97B4-4E8C-B6AB-C31DC70E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17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036C-E50C-41CB-BC27-2C2CB5CFEA6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A5B7-97B4-4E8C-B6AB-C31DC70E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591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036C-E50C-41CB-BC27-2C2CB5CFEA6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A5B7-97B4-4E8C-B6AB-C31DC70E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59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036C-E50C-41CB-BC27-2C2CB5CFEA6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A5B7-97B4-4E8C-B6AB-C31DC70E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64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036C-E50C-41CB-BC27-2C2CB5CFEA6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A5B7-97B4-4E8C-B6AB-C31DC70E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628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036C-E50C-41CB-BC27-2C2CB5CFEA6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A5B7-97B4-4E8C-B6AB-C31DC70E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460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036C-E50C-41CB-BC27-2C2CB5CFEA6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A5B7-97B4-4E8C-B6AB-C31DC70E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901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036C-E50C-41CB-BC27-2C2CB5CFEA6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A5B7-97B4-4E8C-B6AB-C31DC70E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789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036C-E50C-41CB-BC27-2C2CB5CFEA6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A5B7-97B4-4E8C-B6AB-C31DC70E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57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036C-E50C-41CB-BC27-2C2CB5CFEA6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A5B7-97B4-4E8C-B6AB-C31DC70E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663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036C-E50C-41CB-BC27-2C2CB5CFEA6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A5B7-97B4-4E8C-B6AB-C31DC70E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00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C036C-E50C-41CB-BC27-2C2CB5CFEA6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A5B7-97B4-4E8C-B6AB-C31DC70E2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058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644872"/>
              </p:ext>
            </p:extLst>
          </p:nvPr>
        </p:nvGraphicFramePr>
        <p:xfrm>
          <a:off x="0" y="1593907"/>
          <a:ext cx="5780014" cy="33576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5995259"/>
              </p:ext>
            </p:extLst>
          </p:nvPr>
        </p:nvGraphicFramePr>
        <p:xfrm>
          <a:off x="5865300" y="1593354"/>
          <a:ext cx="5781600" cy="335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0 </a:t>
            </a:r>
            <a:r>
              <a:rPr lang="en-US" dirty="0" err="1" smtClean="0"/>
              <a:t>deg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9636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6360259"/>
              </p:ext>
            </p:extLst>
          </p:nvPr>
        </p:nvGraphicFramePr>
        <p:xfrm>
          <a:off x="0" y="1593354"/>
          <a:ext cx="5781600" cy="335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336026"/>
              </p:ext>
            </p:extLst>
          </p:nvPr>
        </p:nvGraphicFramePr>
        <p:xfrm>
          <a:off x="5928049" y="1593354"/>
          <a:ext cx="5781600" cy="335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 </a:t>
            </a:r>
            <a:r>
              <a:rPr lang="en-US" dirty="0" err="1" smtClean="0"/>
              <a:t>deg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9015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7210556"/>
              </p:ext>
            </p:extLst>
          </p:nvPr>
        </p:nvGraphicFramePr>
        <p:xfrm>
          <a:off x="146449" y="1593354"/>
          <a:ext cx="5781600" cy="335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8915691"/>
              </p:ext>
            </p:extLst>
          </p:nvPr>
        </p:nvGraphicFramePr>
        <p:xfrm>
          <a:off x="5928049" y="1593354"/>
          <a:ext cx="5781600" cy="335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 </a:t>
            </a:r>
            <a:r>
              <a:rPr lang="en-US" dirty="0" err="1" smtClean="0"/>
              <a:t>deg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3534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</a:t>
            </a:r>
            <a:r>
              <a:rPr lang="en-US" dirty="0" smtClean="0"/>
              <a:t> </a:t>
            </a:r>
            <a:r>
              <a:rPr lang="en-US" dirty="0" err="1" smtClean="0"/>
              <a:t>deg</a:t>
            </a:r>
            <a:endParaRPr lang="en-IN"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8315836"/>
              </p:ext>
            </p:extLst>
          </p:nvPr>
        </p:nvGraphicFramePr>
        <p:xfrm>
          <a:off x="146449" y="1593354"/>
          <a:ext cx="5781600" cy="335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2327696"/>
              </p:ext>
            </p:extLst>
          </p:nvPr>
        </p:nvGraphicFramePr>
        <p:xfrm>
          <a:off x="5928049" y="1593354"/>
          <a:ext cx="5781600" cy="335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97104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 </a:t>
            </a:r>
            <a:r>
              <a:rPr lang="en-US" dirty="0" err="1" smtClean="0"/>
              <a:t>deg</a:t>
            </a:r>
            <a:endParaRPr lang="en-IN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9511261"/>
              </p:ext>
            </p:extLst>
          </p:nvPr>
        </p:nvGraphicFramePr>
        <p:xfrm>
          <a:off x="146449" y="1690688"/>
          <a:ext cx="5781600" cy="335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0484256"/>
              </p:ext>
            </p:extLst>
          </p:nvPr>
        </p:nvGraphicFramePr>
        <p:xfrm>
          <a:off x="5928049" y="1690688"/>
          <a:ext cx="5781600" cy="335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02261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10 </a:t>
            </a:r>
            <a:r>
              <a:rPr lang="en-US" dirty="0" err="1" smtClean="0"/>
              <a:t>deg</a:t>
            </a:r>
            <a:endParaRPr lang="en-IN"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2972643"/>
              </p:ext>
            </p:extLst>
          </p:nvPr>
        </p:nvGraphicFramePr>
        <p:xfrm>
          <a:off x="146449" y="1690688"/>
          <a:ext cx="5781600" cy="335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9944581"/>
              </p:ext>
            </p:extLst>
          </p:nvPr>
        </p:nvGraphicFramePr>
        <p:xfrm>
          <a:off x="5928049" y="1690688"/>
          <a:ext cx="5781600" cy="335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93180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Average </a:t>
            </a:r>
            <a:r>
              <a:rPr lang="en-US" dirty="0" err="1" smtClean="0"/>
              <a:t>Slipratio</a:t>
            </a:r>
            <a:r>
              <a:rPr lang="en-US" dirty="0"/>
              <a:t> for </a:t>
            </a:r>
            <a:r>
              <a:rPr lang="en-US" dirty="0" smtClean="0"/>
              <a:t>Wheel-v2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838200" y="2654474"/>
            <a:ext cx="223312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0 </a:t>
            </a:r>
            <a:r>
              <a:rPr lang="en-IN" dirty="0" err="1" smtClean="0"/>
              <a:t>deg</a:t>
            </a:r>
            <a:r>
              <a:rPr lang="en-IN" dirty="0" smtClean="0"/>
              <a:t> -&gt; </a:t>
            </a:r>
            <a:r>
              <a:rPr lang="en-IN" dirty="0" smtClean="0"/>
              <a:t>0.207</a:t>
            </a:r>
            <a:endParaRPr lang="en-IN" dirty="0" smtClean="0"/>
          </a:p>
          <a:p>
            <a:r>
              <a:rPr lang="en-IN" dirty="0" smtClean="0"/>
              <a:t>2 </a:t>
            </a:r>
            <a:r>
              <a:rPr lang="en-IN" dirty="0" err="1" smtClean="0"/>
              <a:t>deg</a:t>
            </a:r>
            <a:r>
              <a:rPr lang="en-IN" dirty="0" smtClean="0"/>
              <a:t> -&gt; </a:t>
            </a:r>
            <a:r>
              <a:rPr lang="en-IN" dirty="0" smtClean="0"/>
              <a:t>0.390</a:t>
            </a:r>
            <a:endParaRPr lang="en-IN" dirty="0" smtClean="0"/>
          </a:p>
          <a:p>
            <a:r>
              <a:rPr lang="en-IN" dirty="0" smtClean="0"/>
              <a:t>4 </a:t>
            </a:r>
            <a:r>
              <a:rPr lang="en-IN" dirty="0" err="1" smtClean="0"/>
              <a:t>deg</a:t>
            </a:r>
            <a:r>
              <a:rPr lang="en-IN" dirty="0" smtClean="0"/>
              <a:t> -&gt; </a:t>
            </a:r>
            <a:r>
              <a:rPr lang="en-IN" dirty="0" smtClean="0"/>
              <a:t>0.657</a:t>
            </a:r>
            <a:endParaRPr lang="en-IN" dirty="0" smtClean="0"/>
          </a:p>
          <a:p>
            <a:r>
              <a:rPr lang="en-IN" dirty="0" smtClean="0"/>
              <a:t>6 </a:t>
            </a:r>
            <a:r>
              <a:rPr lang="en-IN" dirty="0" err="1" smtClean="0"/>
              <a:t>deg</a:t>
            </a:r>
            <a:r>
              <a:rPr lang="en-IN" dirty="0" smtClean="0"/>
              <a:t> -&gt; </a:t>
            </a:r>
            <a:r>
              <a:rPr lang="en-IN" dirty="0" smtClean="0"/>
              <a:t>0.805</a:t>
            </a:r>
            <a:endParaRPr lang="en-IN" dirty="0" smtClean="0"/>
          </a:p>
          <a:p>
            <a:r>
              <a:rPr lang="en-IN" dirty="0" smtClean="0"/>
              <a:t>8 </a:t>
            </a:r>
            <a:r>
              <a:rPr lang="en-IN" dirty="0" err="1" smtClean="0"/>
              <a:t>deg</a:t>
            </a:r>
            <a:r>
              <a:rPr lang="en-IN" dirty="0" smtClean="0"/>
              <a:t> -&gt; </a:t>
            </a:r>
            <a:r>
              <a:rPr lang="en-IN" dirty="0" smtClean="0"/>
              <a:t>0.837</a:t>
            </a:r>
            <a:endParaRPr lang="en-IN" dirty="0" smtClean="0"/>
          </a:p>
          <a:p>
            <a:r>
              <a:rPr lang="en-IN" dirty="0" smtClean="0"/>
              <a:t>10 </a:t>
            </a:r>
            <a:r>
              <a:rPr lang="en-IN" dirty="0" err="1" smtClean="0"/>
              <a:t>deg</a:t>
            </a:r>
            <a:r>
              <a:rPr lang="en-IN" dirty="0" smtClean="0"/>
              <a:t> -&gt; </a:t>
            </a:r>
            <a:r>
              <a:rPr lang="en-IN" dirty="0" smtClean="0"/>
              <a:t>0.805</a:t>
            </a:r>
            <a:endParaRPr lang="en-IN" dirty="0"/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7349104"/>
              </p:ext>
            </p:extLst>
          </p:nvPr>
        </p:nvGraphicFramePr>
        <p:xfrm>
          <a:off x="5116286" y="1852237"/>
          <a:ext cx="5781600" cy="335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75118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Average </a:t>
            </a:r>
            <a:r>
              <a:rPr lang="en-US" dirty="0" err="1" smtClean="0"/>
              <a:t>Slipratio</a:t>
            </a:r>
            <a:r>
              <a:rPr lang="en-US" dirty="0" smtClean="0"/>
              <a:t> for Wheel-v1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838200" y="2654474"/>
            <a:ext cx="223312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0 </a:t>
            </a:r>
            <a:r>
              <a:rPr lang="en-IN" dirty="0" err="1" smtClean="0"/>
              <a:t>deg</a:t>
            </a:r>
            <a:r>
              <a:rPr lang="en-IN" dirty="0" smtClean="0"/>
              <a:t> -&gt; </a:t>
            </a:r>
            <a:r>
              <a:rPr lang="en-IN" dirty="0" smtClean="0"/>
              <a:t>0.135</a:t>
            </a:r>
            <a:endParaRPr lang="en-IN" dirty="0" smtClean="0"/>
          </a:p>
          <a:p>
            <a:r>
              <a:rPr lang="en-IN" dirty="0" smtClean="0"/>
              <a:t>2 </a:t>
            </a:r>
            <a:r>
              <a:rPr lang="en-IN" dirty="0" err="1" smtClean="0"/>
              <a:t>deg</a:t>
            </a:r>
            <a:r>
              <a:rPr lang="en-IN" dirty="0" smtClean="0"/>
              <a:t> -&gt; </a:t>
            </a:r>
            <a:r>
              <a:rPr lang="en-IN" dirty="0" smtClean="0"/>
              <a:t>0.648</a:t>
            </a:r>
            <a:endParaRPr lang="en-IN" dirty="0" smtClean="0"/>
          </a:p>
          <a:p>
            <a:r>
              <a:rPr lang="en-IN" dirty="0" smtClean="0"/>
              <a:t>4 </a:t>
            </a:r>
            <a:r>
              <a:rPr lang="en-IN" dirty="0" err="1" smtClean="0"/>
              <a:t>deg</a:t>
            </a:r>
            <a:r>
              <a:rPr lang="en-IN" dirty="0" smtClean="0"/>
              <a:t> -&gt; </a:t>
            </a:r>
            <a:r>
              <a:rPr lang="en-IN" dirty="0" smtClean="0"/>
              <a:t>0.724</a:t>
            </a:r>
            <a:endParaRPr lang="en-IN" dirty="0" smtClean="0"/>
          </a:p>
          <a:p>
            <a:r>
              <a:rPr lang="en-IN" dirty="0" smtClean="0"/>
              <a:t>6 </a:t>
            </a:r>
            <a:r>
              <a:rPr lang="en-IN" dirty="0" err="1" smtClean="0"/>
              <a:t>deg</a:t>
            </a:r>
            <a:r>
              <a:rPr lang="en-IN" dirty="0" smtClean="0"/>
              <a:t> -&gt; </a:t>
            </a:r>
            <a:r>
              <a:rPr lang="en-IN" dirty="0" smtClean="0"/>
              <a:t>0.771</a:t>
            </a:r>
            <a:endParaRPr lang="en-IN" dirty="0" smtClean="0"/>
          </a:p>
          <a:p>
            <a:r>
              <a:rPr lang="en-IN" dirty="0" smtClean="0"/>
              <a:t>8 </a:t>
            </a:r>
            <a:r>
              <a:rPr lang="en-IN" dirty="0" err="1" smtClean="0"/>
              <a:t>deg</a:t>
            </a:r>
            <a:r>
              <a:rPr lang="en-IN" dirty="0" smtClean="0"/>
              <a:t> -&gt; </a:t>
            </a:r>
            <a:r>
              <a:rPr lang="en-IN" dirty="0" smtClean="0"/>
              <a:t>0.806</a:t>
            </a:r>
            <a:endParaRPr lang="en-IN" dirty="0" smtClean="0"/>
          </a:p>
          <a:p>
            <a:r>
              <a:rPr lang="en-IN" dirty="0" smtClean="0"/>
              <a:t>10 </a:t>
            </a:r>
            <a:r>
              <a:rPr lang="en-IN" dirty="0" err="1" smtClean="0"/>
              <a:t>deg</a:t>
            </a:r>
            <a:r>
              <a:rPr lang="en-IN" dirty="0" smtClean="0"/>
              <a:t> -&gt; </a:t>
            </a:r>
            <a:r>
              <a:rPr lang="en-IN" dirty="0" smtClean="0"/>
              <a:t>0.847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0"/>
          <a:stretch/>
        </p:blipFill>
        <p:spPr>
          <a:xfrm>
            <a:off x="5450922" y="1812758"/>
            <a:ext cx="5525271" cy="400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950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106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0 deg</vt:lpstr>
      <vt:lpstr>2 deg</vt:lpstr>
      <vt:lpstr>4 deg</vt:lpstr>
      <vt:lpstr>6 deg</vt:lpstr>
      <vt:lpstr>8 deg</vt:lpstr>
      <vt:lpstr>10 deg</vt:lpstr>
      <vt:lpstr>Average Slipratio for Wheel-v2</vt:lpstr>
      <vt:lpstr>Average Slipratio for Wheel-v1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Rishav</dc:creator>
  <cp:lastModifiedBy>Rishav</cp:lastModifiedBy>
  <cp:revision>6</cp:revision>
  <dcterms:created xsi:type="dcterms:W3CDTF">2025-09-10T13:10:07Z</dcterms:created>
  <dcterms:modified xsi:type="dcterms:W3CDTF">2025-10-30T05:39:58Z</dcterms:modified>
</cp:coreProperties>
</file>